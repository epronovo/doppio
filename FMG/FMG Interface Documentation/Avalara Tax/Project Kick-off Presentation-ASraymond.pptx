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3" r:id="rId1"/>
  </p:sldMasterIdLst>
  <p:notesMasterIdLst>
    <p:notesMasterId r:id="rId13"/>
  </p:notesMasterIdLst>
  <p:sldIdLst>
    <p:sldId id="256" r:id="rId2"/>
    <p:sldId id="257" r:id="rId3"/>
    <p:sldId id="258" r:id="rId4"/>
    <p:sldId id="259" r:id="rId5"/>
    <p:sldId id="260" r:id="rId6"/>
    <p:sldId id="261" r:id="rId7"/>
    <p:sldId id="264" r:id="rId8"/>
    <p:sldId id="265" r:id="rId9"/>
    <p:sldId id="266" r:id="rId10"/>
    <p:sldId id="267" r:id="rId11"/>
    <p:sldId id="268" r:id="rId12"/>
  </p:sldIdLst>
  <p:sldSz cx="12192000" cy="6858000"/>
  <p:notesSz cx="6858000" cy="9144000"/>
  <p:embeddedFontLst>
    <p:embeddedFont>
      <p:font typeface="Corbel" panose="020B0503020204020204" pitchFamily="34" charset="0"/>
      <p:regular r:id="rId14"/>
      <p:bold r:id="rId15"/>
      <p:italic r:id="rId16"/>
      <p:boldItalic r:id="rId17"/>
    </p:embeddedFont>
    <p:embeddedFont>
      <p:font typeface="Quattrocento Sans" panose="020B0502050000020003" pitchFamily="34" charset="0"/>
      <p:regular r:id="rId18"/>
      <p:bold r:id="rId19"/>
      <p:italic r:id="rId20"/>
      <p:boldItalic r:id="rId21"/>
    </p:embeddedFont>
    <p:embeddedFont>
      <p:font typeface="Roboto" panose="02000000000000000000" pitchFamily="2" charset="0"/>
      <p:regular r:id="rId22"/>
      <p:bold r:id="rId23"/>
      <p:italic r:id="rId24"/>
      <p:boldItalic r:id="rId25"/>
    </p:embeddedFont>
    <p:embeddedFont>
      <p:font typeface="Segoe UI" panose="020B0502040204020203" pitchFamily="3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679569-A7A2-4478-91F9-9F48E7F3837D}">
  <a:tblStyle styleId="{59679569-A7A2-4478-91F9-9F48E7F3837D}" styleName="Table_0">
    <a:wholeTbl>
      <a:tcTxStyle b="off" i="off">
        <a:font>
          <a:latin typeface="Avenir Next LT Pro"/>
          <a:ea typeface="Avenir Next LT Pro"/>
          <a:cs typeface="Avenir Next LT Pro"/>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100" y="2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21" Type="http://schemas.openxmlformats.org/officeDocument/2006/relationships/font" Target="fonts/font8.fntdata"/><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theme" Target="theme/theme1.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presProps" Target="presProps.xml"/><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o, Dean" userId="b9e6e1ca-9b05-4cf3-a2e9-0fa4eeedd59d" providerId="ADAL" clId="{867E7DE5-C4DA-456A-BE93-2DAB28141EC9}"/>
    <pc:docChg chg="modSld">
      <pc:chgData name="Amo, Dean" userId="b9e6e1ca-9b05-4cf3-a2e9-0fa4eeedd59d" providerId="ADAL" clId="{867E7DE5-C4DA-456A-BE93-2DAB28141EC9}" dt="2025-05-12T20:02:47.652" v="0" actId="13926"/>
      <pc:docMkLst>
        <pc:docMk/>
      </pc:docMkLst>
      <pc:sldChg chg="modSp mod">
        <pc:chgData name="Amo, Dean" userId="b9e6e1ca-9b05-4cf3-a2e9-0fa4eeedd59d" providerId="ADAL" clId="{867E7DE5-C4DA-456A-BE93-2DAB28141EC9}" dt="2025-05-12T20:02:47.652" v="0" actId="13926"/>
        <pc:sldMkLst>
          <pc:docMk/>
          <pc:sldMk cId="0" sldId="261"/>
        </pc:sldMkLst>
        <pc:graphicFrameChg chg="modGraphic">
          <ac:chgData name="Amo, Dean" userId="b9e6e1ca-9b05-4cf3-a2e9-0fa4eeedd59d" providerId="ADAL" clId="{867E7DE5-C4DA-456A-BE93-2DAB28141EC9}" dt="2025-05-12T20:02:47.652" v="0" actId="13926"/>
          <ac:graphicFrameMkLst>
            <pc:docMk/>
            <pc:sldMk cId="0" sldId="261"/>
            <ac:graphicFrameMk id="519"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3" name="Google Shape;37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1" name="Google Shape;38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0" name="Google Shape;39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1" name="Google Shape;4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ECM - </a:t>
            </a:r>
            <a:r>
              <a:rPr lang="en-US" sz="1200"/>
              <a:t>Confirm product purchased if conflicting info on SOW and questionnaire, discuss gathering customer data/certificates if not provided via questionnaire, and talk through ECM (w/wo MS) go live plan.</a:t>
            </a:r>
            <a:endParaRPr/>
          </a:p>
        </p:txBody>
      </p:sp>
      <p:sp>
        <p:nvSpPr>
          <p:cNvPr id="402" name="Google Shape;40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9" name="Google Shape;40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If client is unsure of what their registration effective date is, then we should default to the beginning of the year (Jan 1</a:t>
            </a:r>
            <a:r>
              <a:rPr lang="en-US" baseline="30000"/>
              <a:t>st</a:t>
            </a:r>
            <a:r>
              <a:rPr lang="en-US"/>
              <a:t>) for any states currently registered in. If the client is in progress with registrations, the “start date” on the registration's questionnaire should be used. </a:t>
            </a:r>
            <a:endParaRPr baseline="30000"/>
          </a:p>
          <a:p>
            <a:pPr marL="0" lvl="0" indent="0" algn="l" rtl="0">
              <a:spcBef>
                <a:spcPts val="0"/>
              </a:spcBef>
              <a:spcAft>
                <a:spcPts val="0"/>
              </a:spcAft>
              <a:buNone/>
            </a:pPr>
            <a:endParaRPr/>
          </a:p>
          <a:p>
            <a:pPr marL="0" lvl="0" indent="0" algn="l" rtl="0">
              <a:spcBef>
                <a:spcPts val="0"/>
              </a:spcBef>
              <a:spcAft>
                <a:spcPts val="0"/>
              </a:spcAft>
              <a:buNone/>
            </a:pPr>
            <a:r>
              <a:rPr lang="en-US"/>
              <a:t>What if the client doesn’t know where they need to get registered? Push to reach out to their third-party tax advisor if they have one or let them know about Avalara services that are available to help (i.e., PSTRA/STRA).</a:t>
            </a:r>
            <a:endParaRPr/>
          </a:p>
          <a:p>
            <a:pPr marL="0" lvl="0" indent="0" algn="l" rtl="0">
              <a:spcBef>
                <a:spcPts val="0"/>
              </a:spcBef>
              <a:spcAft>
                <a:spcPts val="0"/>
              </a:spcAft>
              <a:buNone/>
            </a:pPr>
            <a:endParaRPr/>
          </a:p>
          <a:p>
            <a:pPr marL="0" lvl="0" indent="0" algn="l" rtl="0">
              <a:spcBef>
                <a:spcPts val="0"/>
              </a:spcBef>
              <a:spcAft>
                <a:spcPts val="0"/>
              </a:spcAft>
              <a:buNone/>
            </a:pPr>
            <a:r>
              <a:rPr lang="en-US">
                <a:latin typeface="Quattrocento Sans"/>
                <a:ea typeface="Quattrocento Sans"/>
                <a:cs typeface="Quattrocento Sans"/>
                <a:sym typeface="Quattrocento Sans"/>
              </a:rPr>
              <a:t>Client can use Avalara to register in states through Avalara State Registrations. Registering via Avalara – It is the customer’s responsibility to complete the questionnaire and reach out to the registration team directly for questions at RegistrationSupport@avalara.com.</a:t>
            </a:r>
            <a:endParaRPr/>
          </a:p>
        </p:txBody>
      </p:sp>
      <p:sp>
        <p:nvSpPr>
          <p:cNvPr id="410" name="Google Shape;41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6" name="Google Shape;51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If they don’t feel out the questionnaire the client doesn’t have to go back and fill it out. We can just use the information gathered on the KOC to fill out the Google Drive docs.</a:t>
            </a:r>
            <a:endParaRPr/>
          </a:p>
        </p:txBody>
      </p:sp>
      <p:sp>
        <p:nvSpPr>
          <p:cNvPr id="517" name="Google Shape;51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5" name="Google Shape;54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4" name="Google Shape;55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1" name="Google Shape;56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2" name="Google Shape;57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0" name="Google Shape;58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1/4 Image">
  <p:cSld name="Title 1/4 Imag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4406899" y="2764203"/>
            <a:ext cx="6511925" cy="1329595"/>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rgbClr val="FC661E"/>
              </a:buClr>
              <a:buSzPts val="4800"/>
              <a:buChar char="​"/>
              <a:defRPr sz="4800">
                <a:solidFill>
                  <a:srgbClr val="FC661E"/>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a:spLocks noGrp="1"/>
          </p:cNvSpPr>
          <p:nvPr>
            <p:ph type="pic" idx="2"/>
          </p:nvPr>
        </p:nvSpPr>
        <p:spPr>
          <a:xfrm>
            <a:off x="0" y="0"/>
            <a:ext cx="3475101" cy="6858000"/>
          </a:xfrm>
          <a:prstGeom prst="rect">
            <a:avLst/>
          </a:prstGeom>
          <a:noFill/>
          <a:ln>
            <a:noFill/>
          </a:ln>
        </p:spPr>
      </p:sp>
      <p:sp>
        <p:nvSpPr>
          <p:cNvPr id="18" name="Google Shape;18;p2"/>
          <p:cNvSpPr txBox="1">
            <a:spLocks noGrp="1"/>
          </p:cNvSpPr>
          <p:nvPr>
            <p:ph type="body" idx="1"/>
          </p:nvPr>
        </p:nvSpPr>
        <p:spPr>
          <a:xfrm>
            <a:off x="4406899" y="4778132"/>
            <a:ext cx="6511925" cy="276999"/>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SzPts val="1440"/>
              <a:buNone/>
              <a:defRPr sz="1800"/>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19" name="Google Shape;19;p2"/>
          <p:cNvSpPr txBox="1">
            <a:spLocks noGrp="1"/>
          </p:cNvSpPr>
          <p:nvPr>
            <p:ph type="body" idx="3"/>
          </p:nvPr>
        </p:nvSpPr>
        <p:spPr>
          <a:xfrm>
            <a:off x="4406899" y="5162815"/>
            <a:ext cx="6511925" cy="246221"/>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SzPts val="1280"/>
              <a:buNone/>
              <a:defRPr sz="1600">
                <a:solidFill>
                  <a:schemeClr val="dk1"/>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20" name="Google Shape;20;p2"/>
          <p:cNvSpPr txBox="1">
            <a:spLocks noGrp="1"/>
          </p:cNvSpPr>
          <p:nvPr>
            <p:ph type="body" idx="4"/>
          </p:nvPr>
        </p:nvSpPr>
        <p:spPr>
          <a:xfrm>
            <a:off x="4406899" y="5465499"/>
            <a:ext cx="6511925" cy="246221"/>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SzPts val="1280"/>
              <a:buNone/>
              <a:defRPr sz="1600">
                <a:solidFill>
                  <a:schemeClr val="dk1"/>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21" name="Google Shape;21;p2"/>
          <p:cNvSpPr txBox="1">
            <a:spLocks noGrp="1"/>
          </p:cNvSpPr>
          <p:nvPr>
            <p:ph type="ftr" idx="11"/>
          </p:nvPr>
        </p:nvSpPr>
        <p:spPr>
          <a:xfrm>
            <a:off x="4406899" y="6546850"/>
            <a:ext cx="4114800" cy="12065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solidFill>
                  <a:srgbClr val="7F7F7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22" name="Google Shape;22;p2"/>
          <p:cNvPicPr preferRelativeResize="0"/>
          <p:nvPr/>
        </p:nvPicPr>
        <p:blipFill rotWithShape="1">
          <a:blip r:embed="rId2">
            <a:alphaModFix/>
          </a:blip>
          <a:srcRect/>
          <a:stretch/>
        </p:blipFill>
        <p:spPr>
          <a:xfrm>
            <a:off x="4406899" y="961051"/>
            <a:ext cx="1943101" cy="43025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23"/>
        <p:cNvGrpSpPr/>
        <p:nvPr/>
      </p:nvGrpSpPr>
      <p:grpSpPr>
        <a:xfrm>
          <a:off x="0" y="0"/>
          <a:ext cx="0" cy="0"/>
          <a:chOff x="0" y="0"/>
          <a:chExt cx="0" cy="0"/>
        </a:xfrm>
      </p:grpSpPr>
      <p:pic>
        <p:nvPicPr>
          <p:cNvPr id="24" name="Google Shape;24;p3"/>
          <p:cNvPicPr preferRelativeResize="0"/>
          <p:nvPr/>
        </p:nvPicPr>
        <p:blipFill rotWithShape="1">
          <a:blip r:embed="rId2">
            <a:alphaModFix/>
          </a:blip>
          <a:srcRect/>
          <a:stretch/>
        </p:blipFill>
        <p:spPr>
          <a:xfrm>
            <a:off x="-1" y="0"/>
            <a:ext cx="3475101" cy="6858000"/>
          </a:xfrm>
          <a:prstGeom prst="rect">
            <a:avLst/>
          </a:prstGeom>
          <a:noFill/>
          <a:ln>
            <a:noFill/>
          </a:ln>
        </p:spPr>
      </p:pic>
      <p:sp>
        <p:nvSpPr>
          <p:cNvPr id="25" name="Google Shape;25;p3"/>
          <p:cNvSpPr txBox="1"/>
          <p:nvPr/>
        </p:nvSpPr>
        <p:spPr>
          <a:xfrm>
            <a:off x="413596" y="625293"/>
            <a:ext cx="2647908"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200" b="0" i="0" u="none" strike="noStrike" cap="none">
                <a:solidFill>
                  <a:schemeClr val="lt1"/>
                </a:solidFill>
                <a:latin typeface="Avenir"/>
                <a:ea typeface="Avenir"/>
                <a:cs typeface="Avenir"/>
                <a:sym typeface="Avenir"/>
              </a:rPr>
              <a:t>Agenda</a:t>
            </a:r>
            <a:endParaRPr/>
          </a:p>
        </p:txBody>
      </p:sp>
      <p:sp>
        <p:nvSpPr>
          <p:cNvPr id="26" name="Google Shape;26;p3"/>
          <p:cNvSpPr txBox="1">
            <a:spLocks noGrp="1"/>
          </p:cNvSpPr>
          <p:nvPr>
            <p:ph type="body" idx="1"/>
          </p:nvPr>
        </p:nvSpPr>
        <p:spPr>
          <a:xfrm>
            <a:off x="3759200" y="2037854"/>
            <a:ext cx="7747001" cy="4008014"/>
          </a:xfrm>
          <a:prstGeom prst="rect">
            <a:avLst/>
          </a:prstGeom>
          <a:noFill/>
          <a:ln>
            <a:noFill/>
          </a:ln>
        </p:spPr>
        <p:txBody>
          <a:bodyPr spcFirstLastPara="1" wrap="square" lIns="0" tIns="0" rIns="0" bIns="0" anchor="t" anchorCtr="0">
            <a:normAutofit/>
          </a:bodyPr>
          <a:lstStyle>
            <a:lvl1pPr marL="457200" lvl="0" indent="-350520" algn="l">
              <a:lnSpc>
                <a:spcPct val="100000"/>
              </a:lnSpc>
              <a:spcBef>
                <a:spcPts val="0"/>
              </a:spcBef>
              <a:spcAft>
                <a:spcPts val="0"/>
              </a:spcAft>
              <a:buSzPts val="1920"/>
              <a:buFont typeface="Avenir"/>
              <a:buChar char="•"/>
              <a:defRPr sz="2400"/>
            </a:lvl1pPr>
            <a:lvl2pPr marL="914400" lvl="1" indent="-228600" algn="l">
              <a:lnSpc>
                <a:spcPct val="90000"/>
              </a:lnSpc>
              <a:spcBef>
                <a:spcPts val="20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27" name="Google Shape;27;p3"/>
          <p:cNvSpPr txBox="1">
            <a:spLocks noGrp="1"/>
          </p:cNvSpPr>
          <p:nvPr>
            <p:ph type="body" idx="2"/>
          </p:nvPr>
        </p:nvSpPr>
        <p:spPr>
          <a:xfrm>
            <a:off x="2228127" y="2037854"/>
            <a:ext cx="833377" cy="4008014"/>
          </a:xfrm>
          <a:prstGeom prst="rect">
            <a:avLst/>
          </a:prstGeom>
          <a:noFill/>
          <a:ln>
            <a:noFill/>
          </a:ln>
        </p:spPr>
        <p:txBody>
          <a:bodyPr spcFirstLastPara="1" wrap="square" lIns="0" tIns="0" rIns="0" bIns="0" anchor="t" anchorCtr="0">
            <a:normAutofit/>
          </a:bodyPr>
          <a:lstStyle>
            <a:lvl1pPr marL="457200" lvl="0" indent="-228600" algn="r">
              <a:lnSpc>
                <a:spcPct val="100000"/>
              </a:lnSpc>
              <a:spcBef>
                <a:spcPts val="0"/>
              </a:spcBef>
              <a:spcAft>
                <a:spcPts val="0"/>
              </a:spcAft>
              <a:buSzPts val="1920"/>
              <a:buFont typeface="Arial"/>
              <a:buNone/>
              <a:defRPr sz="2400" b="0">
                <a:solidFill>
                  <a:schemeClr val="lt1"/>
                </a:solidFill>
                <a:latin typeface="Avenir"/>
                <a:ea typeface="Avenir"/>
                <a:cs typeface="Avenir"/>
                <a:sym typeface="Avenir"/>
              </a:defRPr>
            </a:lvl1pPr>
            <a:lvl2pPr marL="914400" lvl="1" indent="-228600" algn="l">
              <a:lnSpc>
                <a:spcPct val="90000"/>
              </a:lnSpc>
              <a:spcBef>
                <a:spcPts val="20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1B">
  <p:cSld name="Content 1B">
    <p:spTree>
      <p:nvGrpSpPr>
        <p:cNvPr id="1" name="Shape 28"/>
        <p:cNvGrpSpPr/>
        <p:nvPr/>
      </p:nvGrpSpPr>
      <p:grpSpPr>
        <a:xfrm>
          <a:off x="0" y="0"/>
          <a:ext cx="0" cy="0"/>
          <a:chOff x="0" y="0"/>
          <a:chExt cx="0" cy="0"/>
        </a:xfrm>
      </p:grpSpPr>
      <p:sp>
        <p:nvSpPr>
          <p:cNvPr id="29" name="Google Shape;29;p4"/>
          <p:cNvSpPr txBox="1">
            <a:spLocks noGrp="1"/>
          </p:cNvSpPr>
          <p:nvPr>
            <p:ph type="body" idx="1"/>
          </p:nvPr>
        </p:nvSpPr>
        <p:spPr>
          <a:xfrm>
            <a:off x="685800" y="1584708"/>
            <a:ext cx="10820400" cy="4308092"/>
          </a:xfrm>
          <a:prstGeom prst="rect">
            <a:avLst/>
          </a:prstGeom>
          <a:noFill/>
          <a:ln>
            <a:noFill/>
          </a:ln>
        </p:spPr>
        <p:txBody>
          <a:bodyPr spcFirstLastPara="1" wrap="square" lIns="0" tIns="0" rIns="0" bIns="0" anchor="t" anchorCtr="0">
            <a:noAutofit/>
          </a:bodyPr>
          <a:lstStyle>
            <a:lvl1pPr marL="457200" lvl="0" indent="-330200" algn="l">
              <a:lnSpc>
                <a:spcPct val="100000"/>
              </a:lnSpc>
              <a:spcBef>
                <a:spcPts val="0"/>
              </a:spcBef>
              <a:spcAft>
                <a:spcPts val="0"/>
              </a:spcAft>
              <a:buSzPts val="1600"/>
              <a:buChar char="​"/>
              <a:defRPr/>
            </a:lvl1pPr>
            <a:lvl2pPr marL="914400" lvl="1" indent="-320040" algn="l">
              <a:lnSpc>
                <a:spcPct val="100000"/>
              </a:lnSpc>
              <a:spcBef>
                <a:spcPts val="600"/>
              </a:spcBef>
              <a:spcAft>
                <a:spcPts val="0"/>
              </a:spcAft>
              <a:buSzPts val="1440"/>
              <a:buChar char="•"/>
              <a:defRPr/>
            </a:lvl2pPr>
            <a:lvl3pPr marL="1371600" lvl="2" indent="-320039" algn="l">
              <a:lnSpc>
                <a:spcPct val="100000"/>
              </a:lnSpc>
              <a:spcBef>
                <a:spcPts val="600"/>
              </a:spcBef>
              <a:spcAft>
                <a:spcPts val="0"/>
              </a:spcAft>
              <a:buClr>
                <a:schemeClr val="dk1"/>
              </a:buClr>
              <a:buSzPts val="1440"/>
              <a:buChar char="•"/>
              <a:defRPr/>
            </a:lvl3pPr>
            <a:lvl4pPr marL="1828800" lvl="3" indent="-317500" algn="l">
              <a:lnSpc>
                <a:spcPct val="100000"/>
              </a:lnSpc>
              <a:spcBef>
                <a:spcPts val="600"/>
              </a:spcBef>
              <a:spcAft>
                <a:spcPts val="0"/>
              </a:spcAft>
              <a:buSzPts val="14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30" name="Google Shape;30;p4"/>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1" name="Google Shape;31;p4"/>
          <p:cNvSpPr txBox="1">
            <a:spLocks noGrp="1"/>
          </p:cNvSpPr>
          <p:nvPr>
            <p:ph type="ftr" idx="11"/>
          </p:nvPr>
        </p:nvSpPr>
        <p:spPr>
          <a:xfrm>
            <a:off x="685800" y="6458833"/>
            <a:ext cx="4114800" cy="184666"/>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dt" idx="10"/>
          </p:nvPr>
        </p:nvSpPr>
        <p:spPr>
          <a:xfrm>
            <a:off x="4994275" y="6458833"/>
            <a:ext cx="2203450" cy="184666"/>
          </a:xfrm>
          <a:prstGeom prst="rect">
            <a:avLst/>
          </a:prstGeom>
          <a:noFill/>
          <a:ln>
            <a:noFill/>
          </a:ln>
        </p:spPr>
        <p:txBody>
          <a:bodyPr spcFirstLastPara="1" wrap="square" lIns="0" tIns="0" rIns="0" bIns="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title"/>
          </p:nvPr>
        </p:nvSpPr>
        <p:spPr>
          <a:xfrm>
            <a:off x="685800" y="457200"/>
            <a:ext cx="10820400" cy="41148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800"/>
              <a:buChar cha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4"/>
          <p:cNvSpPr/>
          <p:nvPr/>
        </p:nvSpPr>
        <p:spPr>
          <a:xfrm>
            <a:off x="0" y="0"/>
            <a:ext cx="86627" cy="6858000"/>
          </a:xfrm>
          <a:prstGeom prst="rect">
            <a:avLst/>
          </a:prstGeom>
          <a:solidFill>
            <a:srgbClr val="FC66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1">
  <p:cSld name="Content 1">
    <p:spTree>
      <p:nvGrpSpPr>
        <p:cNvPr id="1" name="Shape 35"/>
        <p:cNvGrpSpPr/>
        <p:nvPr/>
      </p:nvGrpSpPr>
      <p:grpSpPr>
        <a:xfrm>
          <a:off x="0" y="0"/>
          <a:ext cx="0" cy="0"/>
          <a:chOff x="0" y="0"/>
          <a:chExt cx="0" cy="0"/>
        </a:xfrm>
      </p:grpSpPr>
      <p:sp>
        <p:nvSpPr>
          <p:cNvPr id="36" name="Google Shape;36;p5"/>
          <p:cNvSpPr txBox="1">
            <a:spLocks noGrp="1"/>
          </p:cNvSpPr>
          <p:nvPr>
            <p:ph type="body" idx="1"/>
          </p:nvPr>
        </p:nvSpPr>
        <p:spPr>
          <a:xfrm>
            <a:off x="685800" y="1930400"/>
            <a:ext cx="10820400" cy="3962400"/>
          </a:xfrm>
          <a:prstGeom prst="rect">
            <a:avLst/>
          </a:prstGeom>
          <a:noFill/>
          <a:ln>
            <a:noFill/>
          </a:ln>
        </p:spPr>
        <p:txBody>
          <a:bodyPr spcFirstLastPara="1" wrap="square" lIns="0" tIns="0" rIns="0" bIns="0" anchor="t" anchorCtr="0">
            <a:noAutofit/>
          </a:bodyPr>
          <a:lstStyle>
            <a:lvl1pPr marL="457200" lvl="0" indent="-330200" algn="l">
              <a:lnSpc>
                <a:spcPct val="100000"/>
              </a:lnSpc>
              <a:spcBef>
                <a:spcPts val="0"/>
              </a:spcBef>
              <a:spcAft>
                <a:spcPts val="0"/>
              </a:spcAft>
              <a:buSzPts val="1600"/>
              <a:buChar char="​"/>
              <a:defRPr/>
            </a:lvl1pPr>
            <a:lvl2pPr marL="914400" lvl="1" indent="-320040" algn="l">
              <a:lnSpc>
                <a:spcPct val="100000"/>
              </a:lnSpc>
              <a:spcBef>
                <a:spcPts val="600"/>
              </a:spcBef>
              <a:spcAft>
                <a:spcPts val="0"/>
              </a:spcAft>
              <a:buSzPts val="1440"/>
              <a:buChar char="•"/>
              <a:defRPr/>
            </a:lvl2pPr>
            <a:lvl3pPr marL="1371600" lvl="2" indent="-320039" algn="l">
              <a:lnSpc>
                <a:spcPct val="100000"/>
              </a:lnSpc>
              <a:spcBef>
                <a:spcPts val="600"/>
              </a:spcBef>
              <a:spcAft>
                <a:spcPts val="0"/>
              </a:spcAft>
              <a:buClr>
                <a:schemeClr val="dk1"/>
              </a:buClr>
              <a:buSzPts val="1440"/>
              <a:buChar char="•"/>
              <a:defRPr/>
            </a:lvl3pPr>
            <a:lvl4pPr marL="1828800" lvl="3" indent="-317500" algn="l">
              <a:lnSpc>
                <a:spcPct val="100000"/>
              </a:lnSpc>
              <a:spcBef>
                <a:spcPts val="600"/>
              </a:spcBef>
              <a:spcAft>
                <a:spcPts val="0"/>
              </a:spcAft>
              <a:buSzPts val="1400"/>
              <a:buChar char="­"/>
              <a:defRPr/>
            </a:lvl4pPr>
            <a:lvl5pPr marL="2286000" lvl="4" indent="-298450" algn="l">
              <a:lnSpc>
                <a:spcPct val="100000"/>
              </a:lnSpc>
              <a:spcBef>
                <a:spcPts val="600"/>
              </a:spcBef>
              <a:spcAft>
                <a:spcPts val="0"/>
              </a:spcAft>
              <a:buClr>
                <a:schemeClr val="dk1"/>
              </a:buClr>
              <a:buSzPts val="1100"/>
              <a:buFont typeface="Arial"/>
              <a:buChar char="­"/>
              <a:defRPr sz="1100">
                <a:solidFill>
                  <a:schemeClr val="dk1"/>
                </a:solidFill>
                <a:latin typeface="Avenir"/>
                <a:ea typeface="Avenir"/>
                <a:cs typeface="Avenir"/>
                <a:sym typeface="Aveni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37" name="Google Shape;37;p5"/>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8" name="Google Shape;38;p5"/>
          <p:cNvSpPr txBox="1">
            <a:spLocks noGrp="1"/>
          </p:cNvSpPr>
          <p:nvPr>
            <p:ph type="ftr" idx="11"/>
          </p:nvPr>
        </p:nvSpPr>
        <p:spPr>
          <a:xfrm>
            <a:off x="685800" y="6458833"/>
            <a:ext cx="4114800" cy="184666"/>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dt" idx="10"/>
          </p:nvPr>
        </p:nvSpPr>
        <p:spPr>
          <a:xfrm>
            <a:off x="4994275" y="6458833"/>
            <a:ext cx="2203450" cy="184666"/>
          </a:xfrm>
          <a:prstGeom prst="rect">
            <a:avLst/>
          </a:prstGeom>
          <a:noFill/>
          <a:ln>
            <a:noFill/>
          </a:ln>
        </p:spPr>
        <p:txBody>
          <a:bodyPr spcFirstLastPara="1" wrap="square" lIns="0" tIns="0" rIns="0" bIns="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
          <p:cNvSpPr txBox="1">
            <a:spLocks noGrp="1"/>
          </p:cNvSpPr>
          <p:nvPr>
            <p:ph type="subTitle" idx="2"/>
          </p:nvPr>
        </p:nvSpPr>
        <p:spPr>
          <a:xfrm>
            <a:off x="685800" y="884904"/>
            <a:ext cx="10820399" cy="472664"/>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280"/>
              <a:buNone/>
              <a:defRPr sz="1600">
                <a:solidFill>
                  <a:srgbClr val="7F7F7F"/>
                </a:solidFill>
              </a:defRPr>
            </a:lvl1pPr>
            <a:lvl2pPr lvl="1" algn="ctr">
              <a:lnSpc>
                <a:spcPct val="90000"/>
              </a:lnSpc>
              <a:spcBef>
                <a:spcPts val="0"/>
              </a:spcBef>
              <a:spcAft>
                <a:spcPts val="0"/>
              </a:spcAft>
              <a:buSzPts val="1600"/>
              <a:buNone/>
              <a:defRPr sz="2000"/>
            </a:lvl2pPr>
            <a:lvl3pPr lvl="2" algn="ctr">
              <a:lnSpc>
                <a:spcPct val="100000"/>
              </a:lnSpc>
              <a:spcBef>
                <a:spcPts val="600"/>
              </a:spcBef>
              <a:spcAft>
                <a:spcPts val="0"/>
              </a:spcAft>
              <a:buClr>
                <a:schemeClr val="dk1"/>
              </a:buClr>
              <a:buSzPts val="1620"/>
              <a:buNone/>
              <a:defRPr sz="1800"/>
            </a:lvl3pPr>
            <a:lvl4pPr lvl="3" algn="ctr">
              <a:lnSpc>
                <a:spcPct val="100000"/>
              </a:lnSpc>
              <a:spcBef>
                <a:spcPts val="600"/>
              </a:spcBef>
              <a:spcAft>
                <a:spcPts val="0"/>
              </a:spcAft>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100000"/>
              </a:lnSpc>
              <a:spcBef>
                <a:spcPts val="60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a:endParaRPr/>
          </a:p>
        </p:txBody>
      </p:sp>
      <p:sp>
        <p:nvSpPr>
          <p:cNvPr id="41" name="Google Shape;41;p5"/>
          <p:cNvSpPr txBox="1">
            <a:spLocks noGrp="1"/>
          </p:cNvSpPr>
          <p:nvPr>
            <p:ph type="title"/>
          </p:nvPr>
        </p:nvSpPr>
        <p:spPr>
          <a:xfrm>
            <a:off x="685800" y="457200"/>
            <a:ext cx="10820400" cy="41148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800"/>
              <a:buChar cha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5"/>
          <p:cNvSpPr/>
          <p:nvPr/>
        </p:nvSpPr>
        <p:spPr>
          <a:xfrm>
            <a:off x="0" y="0"/>
            <a:ext cx="86627" cy="6858000"/>
          </a:xfrm>
          <a:prstGeom prst="rect">
            <a:avLst/>
          </a:prstGeom>
          <a:solidFill>
            <a:srgbClr val="FC66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 Title Only">
  <p:cSld name="Content - Title 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685800" y="457200"/>
            <a:ext cx="10820400" cy="41148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800"/>
              <a:buChar char="​"/>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6"/>
          <p:cNvSpPr txBox="1">
            <a:spLocks noGrp="1"/>
          </p:cNvSpPr>
          <p:nvPr>
            <p:ph type="dt" idx="10"/>
          </p:nvPr>
        </p:nvSpPr>
        <p:spPr>
          <a:xfrm>
            <a:off x="4994275" y="6458833"/>
            <a:ext cx="2203450" cy="184666"/>
          </a:xfrm>
          <a:prstGeom prst="rect">
            <a:avLst/>
          </a:prstGeom>
          <a:noFill/>
          <a:ln>
            <a:noFill/>
          </a:ln>
        </p:spPr>
        <p:txBody>
          <a:bodyPr spcFirstLastPara="1" wrap="square" lIns="0" tIns="0" rIns="0" bIns="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6"/>
          <p:cNvSpPr txBox="1">
            <a:spLocks noGrp="1"/>
          </p:cNvSpPr>
          <p:nvPr>
            <p:ph type="ftr" idx="11"/>
          </p:nvPr>
        </p:nvSpPr>
        <p:spPr>
          <a:xfrm>
            <a:off x="685800" y="6458833"/>
            <a:ext cx="4114800" cy="184666"/>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8" name="Google Shape;48;p6"/>
          <p:cNvSpPr/>
          <p:nvPr/>
        </p:nvSpPr>
        <p:spPr>
          <a:xfrm>
            <a:off x="0" y="0"/>
            <a:ext cx="86627" cy="6858000"/>
          </a:xfrm>
          <a:prstGeom prst="rect">
            <a:avLst/>
          </a:prstGeom>
          <a:solidFill>
            <a:srgbClr val="FC66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552">
          <p15:clr>
            <a:srgbClr val="FBAE40"/>
          </p15:clr>
        </p15:guide>
        <p15:guide id="2" pos="3840">
          <p15:clr>
            <a:srgbClr val="FBAE40"/>
          </p15:clr>
        </p15:guide>
        <p15:guide id="3" orient="horz" pos="288">
          <p15:clr>
            <a:srgbClr val="FBAE40"/>
          </p15:clr>
        </p15:guide>
        <p15:guide id="4" pos="432">
          <p15:clr>
            <a:srgbClr val="FBAE40"/>
          </p15:clr>
        </p15:guide>
        <p15:guide id="5" pos="7248">
          <p15:clr>
            <a:srgbClr val="FBAE40"/>
          </p15:clr>
        </p15:guide>
        <p15:guide id="6" orient="horz" pos="405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1/4 Gradient">
  <p:cSld name="Title 1/4 Gradient">
    <p:spTree>
      <p:nvGrpSpPr>
        <p:cNvPr id="1" name="Shape 49"/>
        <p:cNvGrpSpPr/>
        <p:nvPr/>
      </p:nvGrpSpPr>
      <p:grpSpPr>
        <a:xfrm>
          <a:off x="0" y="0"/>
          <a:ext cx="0" cy="0"/>
          <a:chOff x="0" y="0"/>
          <a:chExt cx="0" cy="0"/>
        </a:xfrm>
      </p:grpSpPr>
      <p:pic>
        <p:nvPicPr>
          <p:cNvPr id="50" name="Google Shape;50;p7"/>
          <p:cNvPicPr preferRelativeResize="0"/>
          <p:nvPr/>
        </p:nvPicPr>
        <p:blipFill rotWithShape="1">
          <a:blip r:embed="rId2">
            <a:alphaModFix/>
          </a:blip>
          <a:srcRect/>
          <a:stretch/>
        </p:blipFill>
        <p:spPr>
          <a:xfrm>
            <a:off x="0" y="0"/>
            <a:ext cx="3475101" cy="6858000"/>
          </a:xfrm>
          <a:prstGeom prst="rect">
            <a:avLst/>
          </a:prstGeom>
          <a:noFill/>
          <a:ln>
            <a:noFill/>
          </a:ln>
        </p:spPr>
      </p:pic>
      <p:sp>
        <p:nvSpPr>
          <p:cNvPr id="51" name="Google Shape;51;p7"/>
          <p:cNvSpPr txBox="1">
            <a:spLocks noGrp="1"/>
          </p:cNvSpPr>
          <p:nvPr>
            <p:ph type="ctrTitle"/>
          </p:nvPr>
        </p:nvSpPr>
        <p:spPr>
          <a:xfrm>
            <a:off x="4406899" y="2764202"/>
            <a:ext cx="6511925" cy="1329595"/>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rgbClr val="199BD2"/>
              </a:buClr>
              <a:buSzPts val="4800"/>
              <a:buChar char="​"/>
              <a:defRPr sz="4800">
                <a:solidFill>
                  <a:srgbClr val="199BD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7"/>
          <p:cNvSpPr txBox="1">
            <a:spLocks noGrp="1"/>
          </p:cNvSpPr>
          <p:nvPr>
            <p:ph type="body" idx="1"/>
          </p:nvPr>
        </p:nvSpPr>
        <p:spPr>
          <a:xfrm>
            <a:off x="4406899" y="4778132"/>
            <a:ext cx="6511925" cy="276999"/>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SzPts val="1440"/>
              <a:buNone/>
              <a:defRPr sz="1800"/>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53" name="Google Shape;53;p7"/>
          <p:cNvSpPr txBox="1">
            <a:spLocks noGrp="1"/>
          </p:cNvSpPr>
          <p:nvPr>
            <p:ph type="body" idx="2"/>
          </p:nvPr>
        </p:nvSpPr>
        <p:spPr>
          <a:xfrm>
            <a:off x="4406899" y="5162815"/>
            <a:ext cx="6511925" cy="246221"/>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SzPts val="1280"/>
              <a:buNone/>
              <a:defRPr sz="1600">
                <a:solidFill>
                  <a:schemeClr val="dk1"/>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54" name="Google Shape;54;p7"/>
          <p:cNvSpPr txBox="1">
            <a:spLocks noGrp="1"/>
          </p:cNvSpPr>
          <p:nvPr>
            <p:ph type="body" idx="3"/>
          </p:nvPr>
        </p:nvSpPr>
        <p:spPr>
          <a:xfrm>
            <a:off x="4406899" y="5465499"/>
            <a:ext cx="6511925" cy="246221"/>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SzPts val="1280"/>
              <a:buNone/>
              <a:defRPr sz="1600">
                <a:solidFill>
                  <a:schemeClr val="dk1"/>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pic>
        <p:nvPicPr>
          <p:cNvPr id="55" name="Google Shape;55;p7"/>
          <p:cNvPicPr preferRelativeResize="0"/>
          <p:nvPr/>
        </p:nvPicPr>
        <p:blipFill rotWithShape="1">
          <a:blip r:embed="rId3">
            <a:alphaModFix/>
          </a:blip>
          <a:srcRect/>
          <a:stretch/>
        </p:blipFill>
        <p:spPr>
          <a:xfrm>
            <a:off x="763714" y="960040"/>
            <a:ext cx="1947672" cy="431269"/>
          </a:xfrm>
          <a:prstGeom prst="rect">
            <a:avLst/>
          </a:prstGeom>
          <a:noFill/>
          <a:ln>
            <a:noFill/>
          </a:ln>
        </p:spPr>
      </p:pic>
      <p:sp>
        <p:nvSpPr>
          <p:cNvPr id="56" name="Google Shape;56;p7"/>
          <p:cNvSpPr txBox="1">
            <a:spLocks noGrp="1"/>
          </p:cNvSpPr>
          <p:nvPr>
            <p:ph type="ftr" idx="11"/>
          </p:nvPr>
        </p:nvSpPr>
        <p:spPr>
          <a:xfrm>
            <a:off x="4406899" y="6546850"/>
            <a:ext cx="4114800" cy="12065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solidFill>
                  <a:srgbClr val="7F7F7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d">
  <p:cSld name="End">
    <p:spTree>
      <p:nvGrpSpPr>
        <p:cNvPr id="1" name="Shape 57"/>
        <p:cNvGrpSpPr/>
        <p:nvPr/>
      </p:nvGrpSpPr>
      <p:grpSpPr>
        <a:xfrm>
          <a:off x="0" y="0"/>
          <a:ext cx="0" cy="0"/>
          <a:chOff x="0" y="0"/>
          <a:chExt cx="0" cy="0"/>
        </a:xfrm>
      </p:grpSpPr>
      <p:pic>
        <p:nvPicPr>
          <p:cNvPr id="58" name="Google Shape;58;p8"/>
          <p:cNvPicPr preferRelativeResize="0"/>
          <p:nvPr/>
        </p:nvPicPr>
        <p:blipFill rotWithShape="1">
          <a:blip r:embed="rId2">
            <a:alphaModFix/>
          </a:blip>
          <a:srcRect/>
          <a:stretch/>
        </p:blipFill>
        <p:spPr>
          <a:xfrm>
            <a:off x="-3" y="0"/>
            <a:ext cx="12192003" cy="6858000"/>
          </a:xfrm>
          <a:prstGeom prst="rect">
            <a:avLst/>
          </a:prstGeom>
          <a:noFill/>
          <a:ln>
            <a:noFill/>
          </a:ln>
        </p:spPr>
      </p:pic>
      <p:pic>
        <p:nvPicPr>
          <p:cNvPr id="59" name="Google Shape;59;p8"/>
          <p:cNvPicPr preferRelativeResize="0"/>
          <p:nvPr/>
        </p:nvPicPr>
        <p:blipFill rotWithShape="1">
          <a:blip r:embed="rId3">
            <a:alphaModFix/>
          </a:blip>
          <a:srcRect/>
          <a:stretch/>
        </p:blipFill>
        <p:spPr>
          <a:xfrm>
            <a:off x="4031666" y="2971800"/>
            <a:ext cx="4128663" cy="149418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tandard Title">
  <p:cSld name="Standard Title">
    <p:bg>
      <p:bgPr>
        <a:solidFill>
          <a:srgbClr val="FFFFFF"/>
        </a:solidFill>
        <a:effectLst/>
      </p:bgPr>
    </p:bg>
    <p:spTree>
      <p:nvGrpSpPr>
        <p:cNvPr id="1" name="Shape 60"/>
        <p:cNvGrpSpPr/>
        <p:nvPr/>
      </p:nvGrpSpPr>
      <p:grpSpPr>
        <a:xfrm>
          <a:off x="0" y="0"/>
          <a:ext cx="0" cy="0"/>
          <a:chOff x="0" y="0"/>
          <a:chExt cx="0" cy="0"/>
        </a:xfrm>
      </p:grpSpPr>
      <p:pic>
        <p:nvPicPr>
          <p:cNvPr id="61" name="Google Shape;61;p9"/>
          <p:cNvPicPr preferRelativeResize="0"/>
          <p:nvPr/>
        </p:nvPicPr>
        <p:blipFill rotWithShape="1">
          <a:blip r:embed="rId2">
            <a:alphaModFix/>
          </a:blip>
          <a:srcRect/>
          <a:stretch/>
        </p:blipFill>
        <p:spPr>
          <a:xfrm>
            <a:off x="0" y="0"/>
            <a:ext cx="12192003" cy="6858000"/>
          </a:xfrm>
          <a:prstGeom prst="rect">
            <a:avLst/>
          </a:prstGeom>
          <a:noFill/>
          <a:ln>
            <a:noFill/>
          </a:ln>
        </p:spPr>
      </p:pic>
      <p:sp>
        <p:nvSpPr>
          <p:cNvPr id="62" name="Google Shape;62;p9"/>
          <p:cNvSpPr txBox="1">
            <a:spLocks noGrp="1"/>
          </p:cNvSpPr>
          <p:nvPr>
            <p:ph type="ctrTitle"/>
          </p:nvPr>
        </p:nvSpPr>
        <p:spPr>
          <a:xfrm>
            <a:off x="1524000" y="3018971"/>
            <a:ext cx="9144000" cy="1212352"/>
          </a:xfrm>
          <a:prstGeom prst="rect">
            <a:avLst/>
          </a:prstGeom>
          <a:noFill/>
          <a:ln>
            <a:noFill/>
          </a:ln>
        </p:spPr>
        <p:txBody>
          <a:bodyPr spcFirstLastPara="1" wrap="square" lIns="0" tIns="0" rIns="0" bIns="0" anchor="b" anchorCtr="0">
            <a:noAutofit/>
          </a:bodyPr>
          <a:lstStyle>
            <a:lvl1pPr lvl="0" algn="ctr">
              <a:lnSpc>
                <a:spcPct val="90000"/>
              </a:lnSpc>
              <a:spcBef>
                <a:spcPts val="0"/>
              </a:spcBef>
              <a:spcAft>
                <a:spcPts val="0"/>
              </a:spcAft>
              <a:buClr>
                <a:schemeClr val="lt1"/>
              </a:buClr>
              <a:buSzPts val="3600"/>
              <a:buChar char="​"/>
              <a:defRPr sz="3600" b="0">
                <a:solidFill>
                  <a:schemeClr val="lt1"/>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9"/>
          <p:cNvSpPr txBox="1">
            <a:spLocks noGrp="1"/>
          </p:cNvSpPr>
          <p:nvPr>
            <p:ph type="subTitle" idx="1"/>
          </p:nvPr>
        </p:nvSpPr>
        <p:spPr>
          <a:xfrm>
            <a:off x="1524000" y="4552951"/>
            <a:ext cx="9144000" cy="380999"/>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600"/>
              <a:buNone/>
              <a:defRPr sz="2000">
                <a:solidFill>
                  <a:schemeClr val="lt1"/>
                </a:solidFill>
              </a:defRPr>
            </a:lvl1pPr>
            <a:lvl2pPr lvl="1" algn="ctr">
              <a:lnSpc>
                <a:spcPct val="90000"/>
              </a:lnSpc>
              <a:spcBef>
                <a:spcPts val="600"/>
              </a:spcBef>
              <a:spcAft>
                <a:spcPts val="0"/>
              </a:spcAft>
              <a:buSzPts val="1600"/>
              <a:buNone/>
              <a:defRPr sz="2000"/>
            </a:lvl2pPr>
            <a:lvl3pPr lvl="2" algn="ctr">
              <a:lnSpc>
                <a:spcPct val="100000"/>
              </a:lnSpc>
              <a:spcBef>
                <a:spcPts val="600"/>
              </a:spcBef>
              <a:spcAft>
                <a:spcPts val="0"/>
              </a:spcAft>
              <a:buClr>
                <a:schemeClr val="dk1"/>
              </a:buClr>
              <a:buSzPts val="1620"/>
              <a:buNone/>
              <a:defRPr sz="1800"/>
            </a:lvl3pPr>
            <a:lvl4pPr lvl="3" algn="ctr">
              <a:lnSpc>
                <a:spcPct val="100000"/>
              </a:lnSpc>
              <a:spcBef>
                <a:spcPts val="600"/>
              </a:spcBef>
              <a:spcAft>
                <a:spcPts val="0"/>
              </a:spcAft>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100000"/>
              </a:lnSpc>
              <a:spcBef>
                <a:spcPts val="60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a:endParaRPr/>
          </a:p>
        </p:txBody>
      </p:sp>
      <p:sp>
        <p:nvSpPr>
          <p:cNvPr id="64" name="Google Shape;64;p9"/>
          <p:cNvSpPr txBox="1">
            <a:spLocks noGrp="1"/>
          </p:cNvSpPr>
          <p:nvPr>
            <p:ph type="ftr" idx="11"/>
          </p:nvPr>
        </p:nvSpPr>
        <p:spPr>
          <a:xfrm>
            <a:off x="4038600" y="6546850"/>
            <a:ext cx="4114800" cy="120650"/>
          </a:xfrm>
          <a:prstGeom prst="rect">
            <a:avLst/>
          </a:prstGeom>
          <a:noFill/>
          <a:ln>
            <a:noFill/>
          </a:ln>
        </p:spPr>
        <p:txBody>
          <a:bodyPr spcFirstLastPara="1" wrap="square" lIns="0" tIns="0" rIns="0" bIns="0" anchor="b" anchorCtr="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
          <p:cNvSpPr txBox="1">
            <a:spLocks noGrp="1"/>
          </p:cNvSpPr>
          <p:nvPr>
            <p:ph type="body" idx="2"/>
          </p:nvPr>
        </p:nvSpPr>
        <p:spPr>
          <a:xfrm>
            <a:off x="1524000" y="5029200"/>
            <a:ext cx="9144000" cy="419100"/>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1500"/>
              </a:spcBef>
              <a:spcAft>
                <a:spcPts val="0"/>
              </a:spcAft>
              <a:buClr>
                <a:schemeClr val="accent1"/>
              </a:buClr>
              <a:buSzPts val="1280"/>
              <a:buFont typeface="Arial"/>
              <a:buNone/>
              <a:defRPr sz="1600">
                <a:solidFill>
                  <a:schemeClr val="lt1"/>
                </a:solidFill>
                <a:latin typeface="Avenir"/>
                <a:ea typeface="Avenir"/>
                <a:cs typeface="Avenir"/>
                <a:sym typeface="Avenir"/>
              </a:defRPr>
            </a:lvl1pPr>
            <a:lvl2pPr marL="914400" lvl="1" indent="-228600" algn="ctr">
              <a:lnSpc>
                <a:spcPct val="90000"/>
              </a:lnSpc>
              <a:spcBef>
                <a:spcPts val="1500"/>
              </a:spcBef>
              <a:spcAft>
                <a:spcPts val="0"/>
              </a:spcAft>
              <a:buClr>
                <a:schemeClr val="accent1"/>
              </a:buClr>
              <a:buSzPts val="1600"/>
              <a:buFont typeface="Arial"/>
              <a:buNone/>
              <a:defRPr sz="2000">
                <a:solidFill>
                  <a:schemeClr val="lt1"/>
                </a:solidFill>
                <a:latin typeface="Avenir"/>
                <a:ea typeface="Avenir"/>
                <a:cs typeface="Avenir"/>
                <a:sym typeface="Avenir"/>
              </a:defRPr>
            </a:lvl2pPr>
            <a:lvl3pPr marL="1371600" lvl="2" indent="-228600" algn="ctr">
              <a:lnSpc>
                <a:spcPct val="90000"/>
              </a:lnSpc>
              <a:spcBef>
                <a:spcPts val="1500"/>
              </a:spcBef>
              <a:spcAft>
                <a:spcPts val="0"/>
              </a:spcAft>
              <a:buClr>
                <a:schemeClr val="accent1"/>
              </a:buClr>
              <a:buSzPts val="1800"/>
              <a:buFont typeface="Arial"/>
              <a:buNone/>
              <a:defRPr sz="2000">
                <a:solidFill>
                  <a:schemeClr val="lt1"/>
                </a:solidFill>
                <a:latin typeface="Avenir"/>
                <a:ea typeface="Avenir"/>
                <a:cs typeface="Avenir"/>
                <a:sym typeface="Avenir"/>
              </a:defRPr>
            </a:lvl3pPr>
            <a:lvl4pPr marL="1828800" lvl="3" indent="-228600" algn="ctr">
              <a:lnSpc>
                <a:spcPct val="90000"/>
              </a:lnSpc>
              <a:spcBef>
                <a:spcPts val="1500"/>
              </a:spcBef>
              <a:spcAft>
                <a:spcPts val="0"/>
              </a:spcAft>
              <a:buClr>
                <a:schemeClr val="accent1"/>
              </a:buClr>
              <a:buSzPts val="2000"/>
              <a:buFont typeface="Arial"/>
              <a:buNone/>
              <a:defRPr sz="2000">
                <a:solidFill>
                  <a:schemeClr val="lt1"/>
                </a:solidFill>
                <a:latin typeface="Avenir"/>
                <a:ea typeface="Avenir"/>
                <a:cs typeface="Avenir"/>
                <a:sym typeface="Avenir"/>
              </a:defRPr>
            </a:lvl4pPr>
            <a:lvl5pPr marL="2286000" lvl="4" indent="-228600" algn="ctr">
              <a:lnSpc>
                <a:spcPct val="90000"/>
              </a:lnSpc>
              <a:spcBef>
                <a:spcPts val="1500"/>
              </a:spcBef>
              <a:spcAft>
                <a:spcPts val="0"/>
              </a:spcAft>
              <a:buClr>
                <a:schemeClr val="accent1"/>
              </a:buClr>
              <a:buSzPts val="2000"/>
              <a:buFont typeface="Arial"/>
              <a:buNone/>
              <a:defRPr sz="2000">
                <a:solidFill>
                  <a:schemeClr val="lt1"/>
                </a:solidFill>
                <a:latin typeface="Avenir"/>
                <a:ea typeface="Avenir"/>
                <a:cs typeface="Avenir"/>
                <a:sym typeface="Aveni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pic>
        <p:nvPicPr>
          <p:cNvPr id="66" name="Google Shape;66;p9"/>
          <p:cNvPicPr preferRelativeResize="0"/>
          <p:nvPr/>
        </p:nvPicPr>
        <p:blipFill rotWithShape="1">
          <a:blip r:embed="rId3">
            <a:alphaModFix/>
          </a:blip>
          <a:srcRect/>
          <a:stretch/>
        </p:blipFill>
        <p:spPr>
          <a:xfrm>
            <a:off x="4031226" y="2103427"/>
            <a:ext cx="4129548" cy="9144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1/4 Gradient Blue">
  <p:cSld name="Title 1/4 Gradient Blue">
    <p:spTree>
      <p:nvGrpSpPr>
        <p:cNvPr id="1" name="Shape 67"/>
        <p:cNvGrpSpPr/>
        <p:nvPr/>
      </p:nvGrpSpPr>
      <p:grpSpPr>
        <a:xfrm>
          <a:off x="0" y="0"/>
          <a:ext cx="0" cy="0"/>
          <a:chOff x="0" y="0"/>
          <a:chExt cx="0" cy="0"/>
        </a:xfrm>
      </p:grpSpPr>
      <p:pic>
        <p:nvPicPr>
          <p:cNvPr id="68" name="Google Shape;68;p10"/>
          <p:cNvPicPr preferRelativeResize="0"/>
          <p:nvPr/>
        </p:nvPicPr>
        <p:blipFill rotWithShape="1">
          <a:blip r:embed="rId2">
            <a:alphaModFix/>
          </a:blip>
          <a:srcRect/>
          <a:stretch/>
        </p:blipFill>
        <p:spPr>
          <a:xfrm>
            <a:off x="-1" y="0"/>
            <a:ext cx="3475101" cy="6858000"/>
          </a:xfrm>
          <a:prstGeom prst="rect">
            <a:avLst/>
          </a:prstGeom>
          <a:noFill/>
          <a:ln>
            <a:noFill/>
          </a:ln>
        </p:spPr>
      </p:pic>
      <p:sp>
        <p:nvSpPr>
          <p:cNvPr id="69" name="Google Shape;69;p10"/>
          <p:cNvSpPr txBox="1">
            <a:spLocks noGrp="1"/>
          </p:cNvSpPr>
          <p:nvPr>
            <p:ph type="ctrTitle"/>
          </p:nvPr>
        </p:nvSpPr>
        <p:spPr>
          <a:xfrm>
            <a:off x="4406899" y="2764202"/>
            <a:ext cx="6511925" cy="1329595"/>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chemeClr val="dk1"/>
              </a:buClr>
              <a:buSzPts val="4800"/>
              <a:buChar char="​"/>
              <a:defRPr sz="4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0"/>
          <p:cNvSpPr txBox="1">
            <a:spLocks noGrp="1"/>
          </p:cNvSpPr>
          <p:nvPr>
            <p:ph type="body" idx="1"/>
          </p:nvPr>
        </p:nvSpPr>
        <p:spPr>
          <a:xfrm>
            <a:off x="4406899" y="4778132"/>
            <a:ext cx="6511925" cy="276999"/>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SzPts val="1440"/>
              <a:buNone/>
              <a:defRPr sz="1800"/>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71" name="Google Shape;71;p10"/>
          <p:cNvSpPr txBox="1">
            <a:spLocks noGrp="1"/>
          </p:cNvSpPr>
          <p:nvPr>
            <p:ph type="body" idx="2"/>
          </p:nvPr>
        </p:nvSpPr>
        <p:spPr>
          <a:xfrm>
            <a:off x="4406899" y="5162815"/>
            <a:ext cx="6511925" cy="246221"/>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SzPts val="1280"/>
              <a:buNone/>
              <a:defRPr sz="1600">
                <a:solidFill>
                  <a:schemeClr val="dk1"/>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72" name="Google Shape;72;p10"/>
          <p:cNvSpPr txBox="1">
            <a:spLocks noGrp="1"/>
          </p:cNvSpPr>
          <p:nvPr>
            <p:ph type="body" idx="3"/>
          </p:nvPr>
        </p:nvSpPr>
        <p:spPr>
          <a:xfrm>
            <a:off x="4406899" y="5465499"/>
            <a:ext cx="6511925" cy="246221"/>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SzPts val="1280"/>
              <a:buNone/>
              <a:defRPr sz="1600">
                <a:solidFill>
                  <a:schemeClr val="dk1"/>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pic>
        <p:nvPicPr>
          <p:cNvPr id="73" name="Google Shape;73;p10"/>
          <p:cNvPicPr preferRelativeResize="0"/>
          <p:nvPr/>
        </p:nvPicPr>
        <p:blipFill rotWithShape="1">
          <a:blip r:embed="rId3">
            <a:alphaModFix/>
          </a:blip>
          <a:srcRect/>
          <a:stretch/>
        </p:blipFill>
        <p:spPr>
          <a:xfrm>
            <a:off x="763714" y="960040"/>
            <a:ext cx="1947672" cy="431269"/>
          </a:xfrm>
          <a:prstGeom prst="rect">
            <a:avLst/>
          </a:prstGeom>
          <a:noFill/>
          <a:ln>
            <a:noFill/>
          </a:ln>
        </p:spPr>
      </p:pic>
      <p:sp>
        <p:nvSpPr>
          <p:cNvPr id="74" name="Google Shape;74;p10"/>
          <p:cNvSpPr txBox="1">
            <a:spLocks noGrp="1"/>
          </p:cNvSpPr>
          <p:nvPr>
            <p:ph type="ftr" idx="11"/>
          </p:nvPr>
        </p:nvSpPr>
        <p:spPr>
          <a:xfrm>
            <a:off x="4406899" y="6546850"/>
            <a:ext cx="4114800" cy="12065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solidFill>
                  <a:srgbClr val="7F7F7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rtner Title">
  <p:cSld name="Partner Title">
    <p:bg>
      <p:bgPr>
        <a:solidFill>
          <a:srgbClr val="FFFFFF"/>
        </a:solidFill>
        <a:effectLst/>
      </p:bgPr>
    </p:bg>
    <p:spTree>
      <p:nvGrpSpPr>
        <p:cNvPr id="1" name="Shape 75"/>
        <p:cNvGrpSpPr/>
        <p:nvPr/>
      </p:nvGrpSpPr>
      <p:grpSpPr>
        <a:xfrm>
          <a:off x="0" y="0"/>
          <a:ext cx="0" cy="0"/>
          <a:chOff x="0" y="0"/>
          <a:chExt cx="0" cy="0"/>
        </a:xfrm>
      </p:grpSpPr>
      <p:sp>
        <p:nvSpPr>
          <p:cNvPr id="76" name="Google Shape;76;p11"/>
          <p:cNvSpPr txBox="1">
            <a:spLocks noGrp="1"/>
          </p:cNvSpPr>
          <p:nvPr>
            <p:ph type="ctrTitle"/>
          </p:nvPr>
        </p:nvSpPr>
        <p:spPr>
          <a:xfrm>
            <a:off x="1524000" y="3511462"/>
            <a:ext cx="9144000" cy="1212352"/>
          </a:xfrm>
          <a:prstGeom prst="rect">
            <a:avLst/>
          </a:prstGeom>
          <a:noFill/>
          <a:ln>
            <a:noFill/>
          </a:ln>
        </p:spPr>
        <p:txBody>
          <a:bodyPr spcFirstLastPara="1" wrap="square" lIns="0" tIns="0" rIns="0" bIns="0" anchor="b" anchorCtr="0">
            <a:noAutofit/>
          </a:bodyPr>
          <a:lstStyle>
            <a:lvl1pPr lvl="0" algn="ctr">
              <a:lnSpc>
                <a:spcPct val="90000"/>
              </a:lnSpc>
              <a:spcBef>
                <a:spcPts val="0"/>
              </a:spcBef>
              <a:spcAft>
                <a:spcPts val="0"/>
              </a:spcAft>
              <a:buClr>
                <a:schemeClr val="dk1"/>
              </a:buClr>
              <a:buSzPts val="3600"/>
              <a:buChar char="​"/>
              <a:defRPr sz="3600">
                <a:solidFill>
                  <a:schemeClr val="dk1"/>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11"/>
          <p:cNvSpPr txBox="1">
            <a:spLocks noGrp="1"/>
          </p:cNvSpPr>
          <p:nvPr>
            <p:ph type="subTitle" idx="1"/>
          </p:nvPr>
        </p:nvSpPr>
        <p:spPr>
          <a:xfrm>
            <a:off x="1524000" y="5045442"/>
            <a:ext cx="9144000" cy="380999"/>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600"/>
              <a:buNone/>
              <a:defRPr sz="2000">
                <a:solidFill>
                  <a:srgbClr val="7F7F7F"/>
                </a:solidFill>
              </a:defRPr>
            </a:lvl1pPr>
            <a:lvl2pPr lvl="1" algn="ctr">
              <a:lnSpc>
                <a:spcPct val="90000"/>
              </a:lnSpc>
              <a:spcBef>
                <a:spcPts val="600"/>
              </a:spcBef>
              <a:spcAft>
                <a:spcPts val="0"/>
              </a:spcAft>
              <a:buSzPts val="1600"/>
              <a:buNone/>
              <a:defRPr sz="2000"/>
            </a:lvl2pPr>
            <a:lvl3pPr lvl="2" algn="ctr">
              <a:lnSpc>
                <a:spcPct val="100000"/>
              </a:lnSpc>
              <a:spcBef>
                <a:spcPts val="600"/>
              </a:spcBef>
              <a:spcAft>
                <a:spcPts val="0"/>
              </a:spcAft>
              <a:buClr>
                <a:schemeClr val="dk1"/>
              </a:buClr>
              <a:buSzPts val="1620"/>
              <a:buNone/>
              <a:defRPr sz="1800"/>
            </a:lvl3pPr>
            <a:lvl4pPr lvl="3" algn="ctr">
              <a:lnSpc>
                <a:spcPct val="100000"/>
              </a:lnSpc>
              <a:spcBef>
                <a:spcPts val="600"/>
              </a:spcBef>
              <a:spcAft>
                <a:spcPts val="0"/>
              </a:spcAft>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100000"/>
              </a:lnSpc>
              <a:spcBef>
                <a:spcPts val="60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a:endParaRPr/>
          </a:p>
        </p:txBody>
      </p:sp>
      <p:sp>
        <p:nvSpPr>
          <p:cNvPr id="78" name="Google Shape;78;p11"/>
          <p:cNvSpPr txBox="1">
            <a:spLocks noGrp="1"/>
          </p:cNvSpPr>
          <p:nvPr>
            <p:ph type="ftr" idx="11"/>
          </p:nvPr>
        </p:nvSpPr>
        <p:spPr>
          <a:xfrm>
            <a:off x="4038600" y="6546850"/>
            <a:ext cx="4114800" cy="120650"/>
          </a:xfrm>
          <a:prstGeom prst="rect">
            <a:avLst/>
          </a:prstGeom>
          <a:noFill/>
          <a:ln>
            <a:noFill/>
          </a:ln>
        </p:spPr>
        <p:txBody>
          <a:bodyPr spcFirstLastPara="1" wrap="square" lIns="0" tIns="0" rIns="0" bIns="0" anchor="b" anchorCtr="0">
            <a:noAutofit/>
          </a:bodyPr>
          <a:lstStyle>
            <a:lvl1pPr lvl="0" algn="ctr">
              <a:spcBef>
                <a:spcPts val="0"/>
              </a:spcBef>
              <a:spcAft>
                <a:spcPts val="0"/>
              </a:spcAft>
              <a:buSzPts val="1400"/>
              <a:buNone/>
              <a:defRPr>
                <a:solidFill>
                  <a:srgbClr val="7F7F7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cxnSp>
        <p:nvCxnSpPr>
          <p:cNvPr id="79" name="Google Shape;79;p11"/>
          <p:cNvCxnSpPr/>
          <p:nvPr/>
        </p:nvCxnSpPr>
        <p:spPr>
          <a:xfrm>
            <a:off x="6096000" y="1928706"/>
            <a:ext cx="0" cy="1392044"/>
          </a:xfrm>
          <a:prstGeom prst="straightConnector1">
            <a:avLst/>
          </a:prstGeom>
          <a:noFill/>
          <a:ln w="9525" cap="flat" cmpd="sng">
            <a:solidFill>
              <a:srgbClr val="BFBFBF"/>
            </a:solidFill>
            <a:prstDash val="solid"/>
            <a:miter lim="800000"/>
            <a:headEnd type="none" w="sm" len="sm"/>
            <a:tailEnd type="none" w="sm" len="sm"/>
          </a:ln>
        </p:spPr>
      </p:cxnSp>
      <p:sp>
        <p:nvSpPr>
          <p:cNvPr id="80" name="Google Shape;80;p11"/>
          <p:cNvSpPr>
            <a:spLocks noGrp="1"/>
          </p:cNvSpPr>
          <p:nvPr>
            <p:ph type="pic" idx="2"/>
          </p:nvPr>
        </p:nvSpPr>
        <p:spPr>
          <a:xfrm>
            <a:off x="2232661" y="1938928"/>
            <a:ext cx="3291840" cy="1371600"/>
          </a:xfrm>
          <a:prstGeom prst="rect">
            <a:avLst/>
          </a:prstGeom>
          <a:noFill/>
          <a:ln>
            <a:noFill/>
          </a:ln>
        </p:spPr>
      </p:sp>
      <p:cxnSp>
        <p:nvCxnSpPr>
          <p:cNvPr id="81" name="Google Shape;81;p11"/>
          <p:cNvCxnSpPr/>
          <p:nvPr/>
        </p:nvCxnSpPr>
        <p:spPr>
          <a:xfrm>
            <a:off x="6096000" y="1928706"/>
            <a:ext cx="0" cy="1392044"/>
          </a:xfrm>
          <a:prstGeom prst="straightConnector1">
            <a:avLst/>
          </a:prstGeom>
          <a:noFill/>
          <a:ln w="9525" cap="flat" cmpd="sng">
            <a:solidFill>
              <a:srgbClr val="BFBFBF"/>
            </a:solidFill>
            <a:prstDash val="solid"/>
            <a:miter lim="800000"/>
            <a:headEnd type="none" w="sm" len="sm"/>
            <a:tailEnd type="none" w="sm" len="sm"/>
          </a:ln>
        </p:spPr>
      </p:cxnSp>
      <p:pic>
        <p:nvPicPr>
          <p:cNvPr id="82" name="Google Shape;82;p11"/>
          <p:cNvPicPr preferRelativeResize="0"/>
          <p:nvPr/>
        </p:nvPicPr>
        <p:blipFill rotWithShape="1">
          <a:blip r:embed="rId2">
            <a:alphaModFix/>
          </a:blip>
          <a:srcRect/>
          <a:stretch/>
        </p:blipFill>
        <p:spPr>
          <a:xfrm>
            <a:off x="6667500" y="2366464"/>
            <a:ext cx="2377440" cy="51652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pener">
  <p:cSld name="Opener">
    <p:spTree>
      <p:nvGrpSpPr>
        <p:cNvPr id="1" name="Shape 83"/>
        <p:cNvGrpSpPr/>
        <p:nvPr/>
      </p:nvGrpSpPr>
      <p:grpSpPr>
        <a:xfrm>
          <a:off x="0" y="0"/>
          <a:ext cx="0" cy="0"/>
          <a:chOff x="0" y="0"/>
          <a:chExt cx="0" cy="0"/>
        </a:xfrm>
      </p:grpSpPr>
      <p:pic>
        <p:nvPicPr>
          <p:cNvPr id="84" name="Google Shape;84;p12"/>
          <p:cNvPicPr preferRelativeResize="0"/>
          <p:nvPr/>
        </p:nvPicPr>
        <p:blipFill rotWithShape="1">
          <a:blip r:embed="rId2">
            <a:alphaModFix/>
          </a:blip>
          <a:srcRect/>
          <a:stretch/>
        </p:blipFill>
        <p:spPr>
          <a:xfrm>
            <a:off x="-3" y="0"/>
            <a:ext cx="12192003" cy="6858000"/>
          </a:xfrm>
          <a:prstGeom prst="rect">
            <a:avLst/>
          </a:prstGeom>
          <a:noFill/>
          <a:ln>
            <a:noFill/>
          </a:ln>
        </p:spPr>
      </p:pic>
      <p:pic>
        <p:nvPicPr>
          <p:cNvPr id="85" name="Google Shape;85;p12"/>
          <p:cNvPicPr preferRelativeResize="0"/>
          <p:nvPr/>
        </p:nvPicPr>
        <p:blipFill rotWithShape="1">
          <a:blip r:embed="rId3">
            <a:alphaModFix/>
          </a:blip>
          <a:srcRect/>
          <a:stretch/>
        </p:blipFill>
        <p:spPr>
          <a:xfrm>
            <a:off x="4031226" y="2971800"/>
            <a:ext cx="4129548" cy="9144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gue Text - Light Gray">
  <p:cSld name="Segue Text - Light Gray">
    <p:bg>
      <p:bgPr>
        <a:solidFill>
          <a:schemeClr val="lt1"/>
        </a:solidFill>
        <a:effectLst/>
      </p:bgPr>
    </p:bg>
    <p:spTree>
      <p:nvGrpSpPr>
        <p:cNvPr id="1" name="Shape 86"/>
        <p:cNvGrpSpPr/>
        <p:nvPr/>
      </p:nvGrpSpPr>
      <p:grpSpPr>
        <a:xfrm>
          <a:off x="0" y="0"/>
          <a:ext cx="0" cy="0"/>
          <a:chOff x="0" y="0"/>
          <a:chExt cx="0" cy="0"/>
        </a:xfrm>
      </p:grpSpPr>
      <p:pic>
        <p:nvPicPr>
          <p:cNvPr id="87" name="Google Shape;87;p13"/>
          <p:cNvPicPr preferRelativeResize="0"/>
          <p:nvPr/>
        </p:nvPicPr>
        <p:blipFill rotWithShape="1">
          <a:blip r:embed="rId2">
            <a:alphaModFix/>
          </a:blip>
          <a:srcRect/>
          <a:stretch/>
        </p:blipFill>
        <p:spPr>
          <a:xfrm>
            <a:off x="3048" y="1714"/>
            <a:ext cx="12188952" cy="6856286"/>
          </a:xfrm>
          <a:prstGeom prst="rect">
            <a:avLst/>
          </a:prstGeom>
          <a:noFill/>
          <a:ln>
            <a:noFill/>
          </a:ln>
        </p:spPr>
      </p:pic>
      <p:sp>
        <p:nvSpPr>
          <p:cNvPr id="88" name="Google Shape;88;p13"/>
          <p:cNvSpPr txBox="1">
            <a:spLocks noGrp="1"/>
          </p:cNvSpPr>
          <p:nvPr>
            <p:ph type="title"/>
          </p:nvPr>
        </p:nvSpPr>
        <p:spPr>
          <a:xfrm>
            <a:off x="1616074" y="3177540"/>
            <a:ext cx="9890125" cy="50292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4000"/>
              <a:buChar char="​"/>
              <a:defRPr sz="4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9" name="Google Shape;89;p13" descr="A close up of a logo&#10;&#10;Description generated with very high confidence"/>
          <p:cNvPicPr preferRelativeResize="0"/>
          <p:nvPr/>
        </p:nvPicPr>
        <p:blipFill rotWithShape="1">
          <a:blip r:embed="rId3">
            <a:alphaModFix/>
          </a:blip>
          <a:srcRect/>
          <a:stretch/>
        </p:blipFill>
        <p:spPr>
          <a:xfrm>
            <a:off x="1032679" y="3230385"/>
            <a:ext cx="238860" cy="39894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gue Text - Blue">
  <p:cSld name="Segue Text - Blue">
    <p:bg>
      <p:bgPr>
        <a:solidFill>
          <a:schemeClr val="lt1"/>
        </a:solidFill>
        <a:effectLst/>
      </p:bgPr>
    </p:bg>
    <p:spTree>
      <p:nvGrpSpPr>
        <p:cNvPr id="1" name="Shape 90"/>
        <p:cNvGrpSpPr/>
        <p:nvPr/>
      </p:nvGrpSpPr>
      <p:grpSpPr>
        <a:xfrm>
          <a:off x="0" y="0"/>
          <a:ext cx="0" cy="0"/>
          <a:chOff x="0" y="0"/>
          <a:chExt cx="0" cy="0"/>
        </a:xfrm>
      </p:grpSpPr>
      <p:pic>
        <p:nvPicPr>
          <p:cNvPr id="91" name="Google Shape;91;p14"/>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92" name="Google Shape;92;p14"/>
          <p:cNvSpPr txBox="1">
            <a:spLocks noGrp="1"/>
          </p:cNvSpPr>
          <p:nvPr>
            <p:ph type="title"/>
          </p:nvPr>
        </p:nvSpPr>
        <p:spPr>
          <a:xfrm>
            <a:off x="1616074" y="3177540"/>
            <a:ext cx="9890125" cy="50292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4000"/>
              <a:buChar char="​"/>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93" name="Google Shape;93;p14" descr="A close up of a logo&#10;&#10;Description generated with very high confidence"/>
          <p:cNvPicPr preferRelativeResize="0"/>
          <p:nvPr/>
        </p:nvPicPr>
        <p:blipFill rotWithShape="1">
          <a:blip r:embed="rId3">
            <a:alphaModFix/>
          </a:blip>
          <a:srcRect/>
          <a:stretch/>
        </p:blipFill>
        <p:spPr>
          <a:xfrm>
            <a:off x="1032679" y="3229528"/>
            <a:ext cx="238860" cy="39894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gue Text - Dark Green">
  <p:cSld name="Segue Text - Dark Green">
    <p:spTree>
      <p:nvGrpSpPr>
        <p:cNvPr id="1" name="Shape 94"/>
        <p:cNvGrpSpPr/>
        <p:nvPr/>
      </p:nvGrpSpPr>
      <p:grpSpPr>
        <a:xfrm>
          <a:off x="0" y="0"/>
          <a:ext cx="0" cy="0"/>
          <a:chOff x="0" y="0"/>
          <a:chExt cx="0" cy="0"/>
        </a:xfrm>
      </p:grpSpPr>
      <p:pic>
        <p:nvPicPr>
          <p:cNvPr id="95" name="Google Shape;95;p15"/>
          <p:cNvPicPr preferRelativeResize="0"/>
          <p:nvPr/>
        </p:nvPicPr>
        <p:blipFill rotWithShape="1">
          <a:blip r:embed="rId2">
            <a:alphaModFix/>
          </a:blip>
          <a:srcRect/>
          <a:stretch/>
        </p:blipFill>
        <p:spPr>
          <a:xfrm>
            <a:off x="0" y="0"/>
            <a:ext cx="12192000" cy="6854571"/>
          </a:xfrm>
          <a:prstGeom prst="rect">
            <a:avLst/>
          </a:prstGeom>
          <a:noFill/>
          <a:ln>
            <a:noFill/>
          </a:ln>
        </p:spPr>
      </p:pic>
      <p:sp>
        <p:nvSpPr>
          <p:cNvPr id="96" name="Google Shape;96;p15"/>
          <p:cNvSpPr txBox="1">
            <a:spLocks noGrp="1"/>
          </p:cNvSpPr>
          <p:nvPr>
            <p:ph type="title"/>
          </p:nvPr>
        </p:nvSpPr>
        <p:spPr>
          <a:xfrm>
            <a:off x="1616074" y="3177540"/>
            <a:ext cx="9890125" cy="50292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4000"/>
              <a:buChar char="​"/>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97" name="Google Shape;97;p15" descr="A close up of a logo&#10;&#10;Description generated with very high confidence"/>
          <p:cNvPicPr preferRelativeResize="0"/>
          <p:nvPr/>
        </p:nvPicPr>
        <p:blipFill rotWithShape="1">
          <a:blip r:embed="rId3">
            <a:alphaModFix/>
          </a:blip>
          <a:srcRect/>
          <a:stretch/>
        </p:blipFill>
        <p:spPr>
          <a:xfrm>
            <a:off x="1032679" y="3229528"/>
            <a:ext cx="238860" cy="39894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gue Text - Purple">
  <p:cSld name="Segue Text - Purple">
    <p:bg>
      <p:bgPr>
        <a:solidFill>
          <a:schemeClr val="lt1"/>
        </a:solidFill>
        <a:effectLst/>
      </p:bgPr>
    </p:bg>
    <p:spTree>
      <p:nvGrpSpPr>
        <p:cNvPr id="1" name="Shape 98"/>
        <p:cNvGrpSpPr/>
        <p:nvPr/>
      </p:nvGrpSpPr>
      <p:grpSpPr>
        <a:xfrm>
          <a:off x="0" y="0"/>
          <a:ext cx="0" cy="0"/>
          <a:chOff x="0" y="0"/>
          <a:chExt cx="0" cy="0"/>
        </a:xfrm>
      </p:grpSpPr>
      <p:pic>
        <p:nvPicPr>
          <p:cNvPr id="99" name="Google Shape;99;p16"/>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00" name="Google Shape;100;p16"/>
          <p:cNvSpPr txBox="1">
            <a:spLocks noGrp="1"/>
          </p:cNvSpPr>
          <p:nvPr>
            <p:ph type="title"/>
          </p:nvPr>
        </p:nvSpPr>
        <p:spPr>
          <a:xfrm>
            <a:off x="1616074" y="3177540"/>
            <a:ext cx="9890125" cy="50292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4000"/>
              <a:buChar char="​"/>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01" name="Google Shape;101;p16" descr="A close up of a logo&#10;&#10;Description generated with very high confidence"/>
          <p:cNvPicPr preferRelativeResize="0"/>
          <p:nvPr/>
        </p:nvPicPr>
        <p:blipFill rotWithShape="1">
          <a:blip r:embed="rId3">
            <a:alphaModFix/>
          </a:blip>
          <a:srcRect/>
          <a:stretch/>
        </p:blipFill>
        <p:spPr>
          <a:xfrm>
            <a:off x="1032679" y="3229528"/>
            <a:ext cx="238860" cy="39894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gue Text - Green">
  <p:cSld name="Segue Text - Green">
    <p:bg>
      <p:bgPr>
        <a:solidFill>
          <a:schemeClr val="lt1"/>
        </a:solidFill>
        <a:effectLst/>
      </p:bgPr>
    </p:bg>
    <p:spTree>
      <p:nvGrpSpPr>
        <p:cNvPr id="1" name="Shape 102"/>
        <p:cNvGrpSpPr/>
        <p:nvPr/>
      </p:nvGrpSpPr>
      <p:grpSpPr>
        <a:xfrm>
          <a:off x="0" y="0"/>
          <a:ext cx="0" cy="0"/>
          <a:chOff x="0" y="0"/>
          <a:chExt cx="0" cy="0"/>
        </a:xfrm>
      </p:grpSpPr>
      <p:pic>
        <p:nvPicPr>
          <p:cNvPr id="103" name="Google Shape;103;p17"/>
          <p:cNvPicPr preferRelativeResize="0"/>
          <p:nvPr/>
        </p:nvPicPr>
        <p:blipFill rotWithShape="1">
          <a:blip r:embed="rId2">
            <a:alphaModFix/>
          </a:blip>
          <a:srcRect/>
          <a:stretch/>
        </p:blipFill>
        <p:spPr>
          <a:xfrm>
            <a:off x="0" y="1714"/>
            <a:ext cx="12192000" cy="6854571"/>
          </a:xfrm>
          <a:prstGeom prst="rect">
            <a:avLst/>
          </a:prstGeom>
          <a:noFill/>
          <a:ln>
            <a:noFill/>
          </a:ln>
        </p:spPr>
      </p:pic>
      <p:sp>
        <p:nvSpPr>
          <p:cNvPr id="104" name="Google Shape;104;p17"/>
          <p:cNvSpPr txBox="1">
            <a:spLocks noGrp="1"/>
          </p:cNvSpPr>
          <p:nvPr>
            <p:ph type="title"/>
          </p:nvPr>
        </p:nvSpPr>
        <p:spPr>
          <a:xfrm>
            <a:off x="1616074" y="3177540"/>
            <a:ext cx="9890125" cy="50292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4000"/>
              <a:buChar char="​"/>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05" name="Google Shape;105;p17" descr="A close up of a logo&#10;&#10;Description generated with very high confidence"/>
          <p:cNvPicPr preferRelativeResize="0"/>
          <p:nvPr/>
        </p:nvPicPr>
        <p:blipFill rotWithShape="1">
          <a:blip r:embed="rId3">
            <a:alphaModFix/>
          </a:blip>
          <a:srcRect/>
          <a:stretch/>
        </p:blipFill>
        <p:spPr>
          <a:xfrm>
            <a:off x="1032679" y="3229527"/>
            <a:ext cx="238860" cy="39894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gue Logo - Light Gray">
  <p:cSld name="Segue Logo - Light Gray">
    <p:spTree>
      <p:nvGrpSpPr>
        <p:cNvPr id="1" name="Shape 106"/>
        <p:cNvGrpSpPr/>
        <p:nvPr/>
      </p:nvGrpSpPr>
      <p:grpSpPr>
        <a:xfrm>
          <a:off x="0" y="0"/>
          <a:ext cx="0" cy="0"/>
          <a:chOff x="0" y="0"/>
          <a:chExt cx="0" cy="0"/>
        </a:xfrm>
      </p:grpSpPr>
      <p:pic>
        <p:nvPicPr>
          <p:cNvPr id="107" name="Google Shape;107;p18"/>
          <p:cNvPicPr preferRelativeResize="0"/>
          <p:nvPr/>
        </p:nvPicPr>
        <p:blipFill rotWithShape="1">
          <a:blip r:embed="rId2">
            <a:alphaModFix/>
          </a:blip>
          <a:srcRect/>
          <a:stretch/>
        </p:blipFill>
        <p:spPr>
          <a:xfrm>
            <a:off x="3048" y="1714"/>
            <a:ext cx="12188952" cy="6856286"/>
          </a:xfrm>
          <a:prstGeom prst="rect">
            <a:avLst/>
          </a:prstGeom>
          <a:noFill/>
          <a:ln>
            <a:noFill/>
          </a:ln>
        </p:spPr>
      </p:pic>
      <p:sp>
        <p:nvSpPr>
          <p:cNvPr id="108" name="Google Shape;108;p18"/>
          <p:cNvSpPr txBox="1">
            <a:spLocks noGrp="1"/>
          </p:cNvSpPr>
          <p:nvPr>
            <p:ph type="title"/>
          </p:nvPr>
        </p:nvSpPr>
        <p:spPr>
          <a:xfrm>
            <a:off x="4994276" y="2875859"/>
            <a:ext cx="5924550" cy="1107996"/>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chemeClr val="dk1"/>
              </a:buClr>
              <a:buSzPts val="4000"/>
              <a:buChar char="​"/>
              <a:defRPr sz="4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09" name="Google Shape;109;p18" descr="A close up of a logo&#10;&#10;Description generated with very high confidence"/>
          <p:cNvPicPr preferRelativeResize="0"/>
          <p:nvPr/>
        </p:nvPicPr>
        <p:blipFill rotWithShape="1">
          <a:blip r:embed="rId3">
            <a:alphaModFix/>
          </a:blip>
          <a:srcRect/>
          <a:stretch/>
        </p:blipFill>
        <p:spPr>
          <a:xfrm>
            <a:off x="4410880" y="3230385"/>
            <a:ext cx="238860" cy="398944"/>
          </a:xfrm>
          <a:prstGeom prst="rect">
            <a:avLst/>
          </a:prstGeom>
          <a:noFill/>
          <a:ln>
            <a:noFill/>
          </a:ln>
        </p:spPr>
      </p:pic>
      <p:cxnSp>
        <p:nvCxnSpPr>
          <p:cNvPr id="110" name="Google Shape;110;p18"/>
          <p:cNvCxnSpPr/>
          <p:nvPr/>
        </p:nvCxnSpPr>
        <p:spPr>
          <a:xfrm>
            <a:off x="4134224" y="1480742"/>
            <a:ext cx="0" cy="3898231"/>
          </a:xfrm>
          <a:prstGeom prst="straightConnector1">
            <a:avLst/>
          </a:prstGeom>
          <a:noFill/>
          <a:ln w="9525" cap="flat" cmpd="sng">
            <a:solidFill>
              <a:srgbClr val="BFBFBF"/>
            </a:solidFill>
            <a:prstDash val="solid"/>
            <a:miter lim="800000"/>
            <a:headEnd type="none" w="sm" len="sm"/>
            <a:tailEnd type="none" w="sm" len="sm"/>
          </a:ln>
        </p:spPr>
      </p:cxnSp>
      <p:pic>
        <p:nvPicPr>
          <p:cNvPr id="111" name="Google Shape;111;p18"/>
          <p:cNvPicPr preferRelativeResize="0"/>
          <p:nvPr/>
        </p:nvPicPr>
        <p:blipFill rotWithShape="1">
          <a:blip r:embed="rId4">
            <a:alphaModFix/>
          </a:blip>
          <a:srcRect/>
          <a:stretch/>
        </p:blipFill>
        <p:spPr>
          <a:xfrm>
            <a:off x="1059907" y="3204893"/>
            <a:ext cx="2031937" cy="44992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gue Logo - Blue">
  <p:cSld name="Segue Logo - Blue">
    <p:spTree>
      <p:nvGrpSpPr>
        <p:cNvPr id="1" name="Shape 112"/>
        <p:cNvGrpSpPr/>
        <p:nvPr/>
      </p:nvGrpSpPr>
      <p:grpSpPr>
        <a:xfrm>
          <a:off x="0" y="0"/>
          <a:ext cx="0" cy="0"/>
          <a:chOff x="0" y="0"/>
          <a:chExt cx="0" cy="0"/>
        </a:xfrm>
      </p:grpSpPr>
      <p:pic>
        <p:nvPicPr>
          <p:cNvPr id="113" name="Google Shape;113;p19"/>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14" name="Google Shape;114;p19"/>
          <p:cNvSpPr txBox="1">
            <a:spLocks noGrp="1"/>
          </p:cNvSpPr>
          <p:nvPr>
            <p:ph type="title"/>
          </p:nvPr>
        </p:nvSpPr>
        <p:spPr>
          <a:xfrm>
            <a:off x="4994276" y="2875002"/>
            <a:ext cx="5924550" cy="1107996"/>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chemeClr val="lt1"/>
              </a:buClr>
              <a:buSzPts val="4000"/>
              <a:buChar char="​"/>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15" name="Google Shape;115;p19" descr="A close up of a logo&#10;&#10;Description generated with very high confidence"/>
          <p:cNvPicPr preferRelativeResize="0"/>
          <p:nvPr/>
        </p:nvPicPr>
        <p:blipFill rotWithShape="1">
          <a:blip r:embed="rId3">
            <a:alphaModFix/>
          </a:blip>
          <a:srcRect/>
          <a:stretch/>
        </p:blipFill>
        <p:spPr>
          <a:xfrm>
            <a:off x="4410880" y="3229528"/>
            <a:ext cx="238860" cy="398944"/>
          </a:xfrm>
          <a:prstGeom prst="rect">
            <a:avLst/>
          </a:prstGeom>
          <a:noFill/>
          <a:ln>
            <a:noFill/>
          </a:ln>
        </p:spPr>
      </p:pic>
      <p:pic>
        <p:nvPicPr>
          <p:cNvPr id="116" name="Google Shape;116;p19"/>
          <p:cNvPicPr preferRelativeResize="0"/>
          <p:nvPr/>
        </p:nvPicPr>
        <p:blipFill rotWithShape="1">
          <a:blip r:embed="rId4">
            <a:alphaModFix/>
          </a:blip>
          <a:srcRect/>
          <a:stretch/>
        </p:blipFill>
        <p:spPr>
          <a:xfrm>
            <a:off x="1042381" y="3206064"/>
            <a:ext cx="2049463" cy="445873"/>
          </a:xfrm>
          <a:prstGeom prst="rect">
            <a:avLst/>
          </a:prstGeom>
          <a:noFill/>
          <a:ln>
            <a:noFill/>
          </a:ln>
        </p:spPr>
      </p:pic>
      <p:cxnSp>
        <p:nvCxnSpPr>
          <p:cNvPr id="117" name="Google Shape;117;p19"/>
          <p:cNvCxnSpPr/>
          <p:nvPr/>
        </p:nvCxnSpPr>
        <p:spPr>
          <a:xfrm>
            <a:off x="4134224" y="1479885"/>
            <a:ext cx="0" cy="3898231"/>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gue Logo - Dark Green">
  <p:cSld name="Segue Logo - Dark Green">
    <p:spTree>
      <p:nvGrpSpPr>
        <p:cNvPr id="1" name="Shape 118"/>
        <p:cNvGrpSpPr/>
        <p:nvPr/>
      </p:nvGrpSpPr>
      <p:grpSpPr>
        <a:xfrm>
          <a:off x="0" y="0"/>
          <a:ext cx="0" cy="0"/>
          <a:chOff x="0" y="0"/>
          <a:chExt cx="0" cy="0"/>
        </a:xfrm>
      </p:grpSpPr>
      <p:pic>
        <p:nvPicPr>
          <p:cNvPr id="119" name="Google Shape;119;p20"/>
          <p:cNvPicPr preferRelativeResize="0"/>
          <p:nvPr/>
        </p:nvPicPr>
        <p:blipFill rotWithShape="1">
          <a:blip r:embed="rId2">
            <a:alphaModFix/>
          </a:blip>
          <a:srcRect/>
          <a:stretch/>
        </p:blipFill>
        <p:spPr>
          <a:xfrm>
            <a:off x="0" y="1714"/>
            <a:ext cx="12192000" cy="6854571"/>
          </a:xfrm>
          <a:prstGeom prst="rect">
            <a:avLst/>
          </a:prstGeom>
          <a:noFill/>
          <a:ln>
            <a:noFill/>
          </a:ln>
        </p:spPr>
      </p:pic>
      <p:sp>
        <p:nvSpPr>
          <p:cNvPr id="120" name="Google Shape;120;p20"/>
          <p:cNvSpPr txBox="1">
            <a:spLocks noGrp="1"/>
          </p:cNvSpPr>
          <p:nvPr>
            <p:ph type="title"/>
          </p:nvPr>
        </p:nvSpPr>
        <p:spPr>
          <a:xfrm>
            <a:off x="4994276" y="2875001"/>
            <a:ext cx="5924550" cy="1107996"/>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chemeClr val="lt1"/>
              </a:buClr>
              <a:buSzPts val="4000"/>
              <a:buChar char="​"/>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21" name="Google Shape;121;p20" descr="A close up of a logo&#10;&#10;Description generated with very high confidence"/>
          <p:cNvPicPr preferRelativeResize="0"/>
          <p:nvPr/>
        </p:nvPicPr>
        <p:blipFill rotWithShape="1">
          <a:blip r:embed="rId3">
            <a:alphaModFix/>
          </a:blip>
          <a:srcRect/>
          <a:stretch/>
        </p:blipFill>
        <p:spPr>
          <a:xfrm>
            <a:off x="4410880" y="3229527"/>
            <a:ext cx="238860" cy="398944"/>
          </a:xfrm>
          <a:prstGeom prst="rect">
            <a:avLst/>
          </a:prstGeom>
          <a:noFill/>
          <a:ln>
            <a:noFill/>
          </a:ln>
        </p:spPr>
      </p:pic>
      <p:pic>
        <p:nvPicPr>
          <p:cNvPr id="122" name="Google Shape;122;p20"/>
          <p:cNvPicPr preferRelativeResize="0"/>
          <p:nvPr/>
        </p:nvPicPr>
        <p:blipFill rotWithShape="1">
          <a:blip r:embed="rId4">
            <a:alphaModFix/>
          </a:blip>
          <a:srcRect/>
          <a:stretch/>
        </p:blipFill>
        <p:spPr>
          <a:xfrm>
            <a:off x="1042381" y="3206063"/>
            <a:ext cx="2049463" cy="445873"/>
          </a:xfrm>
          <a:prstGeom prst="rect">
            <a:avLst/>
          </a:prstGeom>
          <a:noFill/>
          <a:ln>
            <a:noFill/>
          </a:ln>
        </p:spPr>
      </p:pic>
      <p:cxnSp>
        <p:nvCxnSpPr>
          <p:cNvPr id="123" name="Google Shape;123;p20"/>
          <p:cNvCxnSpPr/>
          <p:nvPr/>
        </p:nvCxnSpPr>
        <p:spPr>
          <a:xfrm>
            <a:off x="4134224" y="1479884"/>
            <a:ext cx="0" cy="3898231"/>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gue Logo - Purple">
  <p:cSld name="Segue Logo - Purple">
    <p:spTree>
      <p:nvGrpSpPr>
        <p:cNvPr id="1" name="Shape 124"/>
        <p:cNvGrpSpPr/>
        <p:nvPr/>
      </p:nvGrpSpPr>
      <p:grpSpPr>
        <a:xfrm>
          <a:off x="0" y="0"/>
          <a:ext cx="0" cy="0"/>
          <a:chOff x="0" y="0"/>
          <a:chExt cx="0" cy="0"/>
        </a:xfrm>
      </p:grpSpPr>
      <p:pic>
        <p:nvPicPr>
          <p:cNvPr id="125" name="Google Shape;125;p21"/>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26" name="Google Shape;126;p21"/>
          <p:cNvSpPr txBox="1">
            <a:spLocks noGrp="1"/>
          </p:cNvSpPr>
          <p:nvPr>
            <p:ph type="title"/>
          </p:nvPr>
        </p:nvSpPr>
        <p:spPr>
          <a:xfrm>
            <a:off x="4994276" y="2875002"/>
            <a:ext cx="5924550" cy="1107996"/>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chemeClr val="lt1"/>
              </a:buClr>
              <a:buSzPts val="4000"/>
              <a:buChar char="​"/>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27" name="Google Shape;127;p21" descr="A close up of a logo&#10;&#10;Description generated with very high confidence"/>
          <p:cNvPicPr preferRelativeResize="0"/>
          <p:nvPr/>
        </p:nvPicPr>
        <p:blipFill rotWithShape="1">
          <a:blip r:embed="rId3">
            <a:alphaModFix/>
          </a:blip>
          <a:srcRect/>
          <a:stretch/>
        </p:blipFill>
        <p:spPr>
          <a:xfrm>
            <a:off x="4410880" y="3229528"/>
            <a:ext cx="238860" cy="398944"/>
          </a:xfrm>
          <a:prstGeom prst="rect">
            <a:avLst/>
          </a:prstGeom>
          <a:noFill/>
          <a:ln>
            <a:noFill/>
          </a:ln>
        </p:spPr>
      </p:pic>
      <p:pic>
        <p:nvPicPr>
          <p:cNvPr id="128" name="Google Shape;128;p21"/>
          <p:cNvPicPr preferRelativeResize="0"/>
          <p:nvPr/>
        </p:nvPicPr>
        <p:blipFill rotWithShape="1">
          <a:blip r:embed="rId4">
            <a:alphaModFix/>
          </a:blip>
          <a:srcRect/>
          <a:stretch/>
        </p:blipFill>
        <p:spPr>
          <a:xfrm>
            <a:off x="1042381" y="3206064"/>
            <a:ext cx="2049463" cy="445873"/>
          </a:xfrm>
          <a:prstGeom prst="rect">
            <a:avLst/>
          </a:prstGeom>
          <a:noFill/>
          <a:ln>
            <a:noFill/>
          </a:ln>
        </p:spPr>
      </p:pic>
      <p:cxnSp>
        <p:nvCxnSpPr>
          <p:cNvPr id="129" name="Google Shape;129;p21"/>
          <p:cNvCxnSpPr/>
          <p:nvPr/>
        </p:nvCxnSpPr>
        <p:spPr>
          <a:xfrm>
            <a:off x="4134224" y="1479885"/>
            <a:ext cx="0" cy="3898231"/>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gue Logo - Green">
  <p:cSld name="Segue Logo - Green">
    <p:spTree>
      <p:nvGrpSpPr>
        <p:cNvPr id="1" name="Shape 130"/>
        <p:cNvGrpSpPr/>
        <p:nvPr/>
      </p:nvGrpSpPr>
      <p:grpSpPr>
        <a:xfrm>
          <a:off x="0" y="0"/>
          <a:ext cx="0" cy="0"/>
          <a:chOff x="0" y="0"/>
          <a:chExt cx="0" cy="0"/>
        </a:xfrm>
      </p:grpSpPr>
      <p:pic>
        <p:nvPicPr>
          <p:cNvPr id="131" name="Google Shape;131;p22"/>
          <p:cNvPicPr preferRelativeResize="0"/>
          <p:nvPr/>
        </p:nvPicPr>
        <p:blipFill rotWithShape="1">
          <a:blip r:embed="rId2">
            <a:alphaModFix/>
          </a:blip>
          <a:srcRect/>
          <a:stretch/>
        </p:blipFill>
        <p:spPr>
          <a:xfrm>
            <a:off x="0" y="1714"/>
            <a:ext cx="12192000" cy="6854571"/>
          </a:xfrm>
          <a:prstGeom prst="rect">
            <a:avLst/>
          </a:prstGeom>
          <a:noFill/>
          <a:ln>
            <a:noFill/>
          </a:ln>
        </p:spPr>
      </p:pic>
      <p:sp>
        <p:nvSpPr>
          <p:cNvPr id="132" name="Google Shape;132;p22"/>
          <p:cNvSpPr txBox="1">
            <a:spLocks noGrp="1"/>
          </p:cNvSpPr>
          <p:nvPr>
            <p:ph type="title"/>
          </p:nvPr>
        </p:nvSpPr>
        <p:spPr>
          <a:xfrm>
            <a:off x="4994276" y="2875001"/>
            <a:ext cx="5924550" cy="1107996"/>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chemeClr val="lt1"/>
              </a:buClr>
              <a:buSzPts val="4000"/>
              <a:buChar char="​"/>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33" name="Google Shape;133;p22" descr="A close up of a logo&#10;&#10;Description generated with very high confidence"/>
          <p:cNvPicPr preferRelativeResize="0"/>
          <p:nvPr/>
        </p:nvPicPr>
        <p:blipFill rotWithShape="1">
          <a:blip r:embed="rId3">
            <a:alphaModFix/>
          </a:blip>
          <a:srcRect/>
          <a:stretch/>
        </p:blipFill>
        <p:spPr>
          <a:xfrm>
            <a:off x="4410880" y="3229527"/>
            <a:ext cx="238860" cy="398944"/>
          </a:xfrm>
          <a:prstGeom prst="rect">
            <a:avLst/>
          </a:prstGeom>
          <a:noFill/>
          <a:ln>
            <a:noFill/>
          </a:ln>
        </p:spPr>
      </p:pic>
      <p:pic>
        <p:nvPicPr>
          <p:cNvPr id="134" name="Google Shape;134;p22"/>
          <p:cNvPicPr preferRelativeResize="0"/>
          <p:nvPr/>
        </p:nvPicPr>
        <p:blipFill rotWithShape="1">
          <a:blip r:embed="rId4">
            <a:alphaModFix/>
          </a:blip>
          <a:srcRect/>
          <a:stretch/>
        </p:blipFill>
        <p:spPr>
          <a:xfrm>
            <a:off x="1042381" y="3206063"/>
            <a:ext cx="2049463" cy="445873"/>
          </a:xfrm>
          <a:prstGeom prst="rect">
            <a:avLst/>
          </a:prstGeom>
          <a:noFill/>
          <a:ln>
            <a:noFill/>
          </a:ln>
        </p:spPr>
      </p:pic>
      <p:cxnSp>
        <p:nvCxnSpPr>
          <p:cNvPr id="135" name="Google Shape;135;p22"/>
          <p:cNvCxnSpPr/>
          <p:nvPr/>
        </p:nvCxnSpPr>
        <p:spPr>
          <a:xfrm>
            <a:off x="4134224" y="1479884"/>
            <a:ext cx="0" cy="3898231"/>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gue Illustration 1">
  <p:cSld name="Segue Illustration 1">
    <p:bg>
      <p:bgPr>
        <a:solidFill>
          <a:schemeClr val="lt1"/>
        </a:solidFill>
        <a:effectLst/>
      </p:bgPr>
    </p:bg>
    <p:spTree>
      <p:nvGrpSpPr>
        <p:cNvPr id="1" name="Shape 136"/>
        <p:cNvGrpSpPr/>
        <p:nvPr/>
      </p:nvGrpSpPr>
      <p:grpSpPr>
        <a:xfrm>
          <a:off x="0" y="0"/>
          <a:ext cx="0" cy="0"/>
          <a:chOff x="0" y="0"/>
          <a:chExt cx="0" cy="0"/>
        </a:xfrm>
      </p:grpSpPr>
      <p:pic>
        <p:nvPicPr>
          <p:cNvPr id="137" name="Google Shape;137;p23"/>
          <p:cNvPicPr preferRelativeResize="0"/>
          <p:nvPr/>
        </p:nvPicPr>
        <p:blipFill rotWithShape="1">
          <a:blip r:embed="rId2">
            <a:alphaModFix/>
          </a:blip>
          <a:srcRect/>
          <a:stretch/>
        </p:blipFill>
        <p:spPr>
          <a:xfrm>
            <a:off x="3048" y="1714"/>
            <a:ext cx="12188952" cy="6856286"/>
          </a:xfrm>
          <a:prstGeom prst="rect">
            <a:avLst/>
          </a:prstGeom>
          <a:noFill/>
          <a:ln>
            <a:noFill/>
          </a:ln>
        </p:spPr>
      </p:pic>
      <p:sp>
        <p:nvSpPr>
          <p:cNvPr id="138" name="Google Shape;138;p23"/>
          <p:cNvSpPr txBox="1">
            <a:spLocks noGrp="1"/>
          </p:cNvSpPr>
          <p:nvPr>
            <p:ph type="title"/>
          </p:nvPr>
        </p:nvSpPr>
        <p:spPr>
          <a:xfrm>
            <a:off x="685800" y="4607549"/>
            <a:ext cx="10820400" cy="553998"/>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Clr>
                <a:schemeClr val="accent6"/>
              </a:buClr>
              <a:buSzPts val="3600"/>
              <a:buChar char="​"/>
              <a:defRPr sz="3600">
                <a:solidFill>
                  <a:schemeClr val="accent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9" name="Google Shape;139;p23"/>
          <p:cNvSpPr txBox="1">
            <a:spLocks noGrp="1"/>
          </p:cNvSpPr>
          <p:nvPr>
            <p:ph type="subTitle" idx="1"/>
          </p:nvPr>
        </p:nvSpPr>
        <p:spPr>
          <a:xfrm>
            <a:off x="685800" y="5372097"/>
            <a:ext cx="10820398" cy="472664"/>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600"/>
              <a:buNone/>
              <a:defRPr sz="2000">
                <a:solidFill>
                  <a:srgbClr val="7F7F7F"/>
                </a:solidFill>
              </a:defRPr>
            </a:lvl1pPr>
            <a:lvl2pPr lvl="1" algn="ctr">
              <a:lnSpc>
                <a:spcPct val="90000"/>
              </a:lnSpc>
              <a:spcBef>
                <a:spcPts val="600"/>
              </a:spcBef>
              <a:spcAft>
                <a:spcPts val="0"/>
              </a:spcAft>
              <a:buSzPts val="1600"/>
              <a:buNone/>
              <a:defRPr sz="2000"/>
            </a:lvl2pPr>
            <a:lvl3pPr lvl="2" algn="ctr">
              <a:lnSpc>
                <a:spcPct val="100000"/>
              </a:lnSpc>
              <a:spcBef>
                <a:spcPts val="600"/>
              </a:spcBef>
              <a:spcAft>
                <a:spcPts val="0"/>
              </a:spcAft>
              <a:buClr>
                <a:schemeClr val="dk1"/>
              </a:buClr>
              <a:buSzPts val="1620"/>
              <a:buNone/>
              <a:defRPr sz="1800"/>
            </a:lvl3pPr>
            <a:lvl4pPr lvl="3" algn="ctr">
              <a:lnSpc>
                <a:spcPct val="100000"/>
              </a:lnSpc>
              <a:spcBef>
                <a:spcPts val="600"/>
              </a:spcBef>
              <a:spcAft>
                <a:spcPts val="0"/>
              </a:spcAft>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100000"/>
              </a:lnSpc>
              <a:spcBef>
                <a:spcPts val="60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a:endParaRPr/>
          </a:p>
        </p:txBody>
      </p:sp>
      <p:sp>
        <p:nvSpPr>
          <p:cNvPr id="140" name="Google Shape;140;p23"/>
          <p:cNvSpPr>
            <a:spLocks noGrp="1"/>
          </p:cNvSpPr>
          <p:nvPr>
            <p:ph type="pic" idx="2"/>
          </p:nvPr>
        </p:nvSpPr>
        <p:spPr>
          <a:xfrm>
            <a:off x="3478213" y="885649"/>
            <a:ext cx="5231046" cy="3253476"/>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gue Illustration 2">
  <p:cSld name="Segue Illustration 2">
    <p:bg>
      <p:bgPr>
        <a:solidFill>
          <a:schemeClr val="lt1"/>
        </a:solidFill>
        <a:effectLst/>
      </p:bgPr>
    </p:bg>
    <p:spTree>
      <p:nvGrpSpPr>
        <p:cNvPr id="1" name="Shape 141"/>
        <p:cNvGrpSpPr/>
        <p:nvPr/>
      </p:nvGrpSpPr>
      <p:grpSpPr>
        <a:xfrm>
          <a:off x="0" y="0"/>
          <a:ext cx="0" cy="0"/>
          <a:chOff x="0" y="0"/>
          <a:chExt cx="0" cy="0"/>
        </a:xfrm>
      </p:grpSpPr>
      <p:pic>
        <p:nvPicPr>
          <p:cNvPr id="142" name="Google Shape;142;p24"/>
          <p:cNvPicPr preferRelativeResize="0"/>
          <p:nvPr/>
        </p:nvPicPr>
        <p:blipFill rotWithShape="1">
          <a:blip r:embed="rId2">
            <a:alphaModFix/>
          </a:blip>
          <a:srcRect/>
          <a:stretch/>
        </p:blipFill>
        <p:spPr>
          <a:xfrm>
            <a:off x="3048" y="1714"/>
            <a:ext cx="12188952" cy="6856286"/>
          </a:xfrm>
          <a:prstGeom prst="rect">
            <a:avLst/>
          </a:prstGeom>
          <a:noFill/>
          <a:ln>
            <a:noFill/>
          </a:ln>
        </p:spPr>
      </p:pic>
      <p:sp>
        <p:nvSpPr>
          <p:cNvPr id="143" name="Google Shape;143;p24"/>
          <p:cNvSpPr>
            <a:spLocks noGrp="1"/>
          </p:cNvSpPr>
          <p:nvPr>
            <p:ph type="pic" idx="2"/>
          </p:nvPr>
        </p:nvSpPr>
        <p:spPr>
          <a:xfrm>
            <a:off x="5868005" y="526637"/>
            <a:ext cx="5640824" cy="5806440"/>
          </a:xfrm>
          <a:prstGeom prst="rect">
            <a:avLst/>
          </a:prstGeom>
          <a:noFill/>
          <a:ln>
            <a:noFill/>
          </a:ln>
        </p:spPr>
      </p:sp>
      <p:sp>
        <p:nvSpPr>
          <p:cNvPr id="144" name="Google Shape;144;p24"/>
          <p:cNvSpPr txBox="1">
            <a:spLocks noGrp="1"/>
          </p:cNvSpPr>
          <p:nvPr>
            <p:ph type="title"/>
          </p:nvPr>
        </p:nvSpPr>
        <p:spPr>
          <a:xfrm>
            <a:off x="685800" y="2456862"/>
            <a:ext cx="5119141" cy="997196"/>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6"/>
              </a:buClr>
              <a:buSzPts val="3200"/>
              <a:buChar char="​"/>
              <a:defRPr sz="3200">
                <a:solidFill>
                  <a:schemeClr val="accent6"/>
                </a:solidFill>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p24"/>
          <p:cNvSpPr txBox="1">
            <a:spLocks noGrp="1"/>
          </p:cNvSpPr>
          <p:nvPr>
            <p:ph type="subTitle" idx="1"/>
          </p:nvPr>
        </p:nvSpPr>
        <p:spPr>
          <a:xfrm>
            <a:off x="685800" y="3607257"/>
            <a:ext cx="5119140" cy="99783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40"/>
              <a:buNone/>
              <a:defRPr sz="1800">
                <a:solidFill>
                  <a:schemeClr val="dk1"/>
                </a:solidFill>
              </a:defRPr>
            </a:lvl1pPr>
            <a:lvl2pPr lvl="1" algn="ctr">
              <a:lnSpc>
                <a:spcPct val="90000"/>
              </a:lnSpc>
              <a:spcBef>
                <a:spcPts val="600"/>
              </a:spcBef>
              <a:spcAft>
                <a:spcPts val="0"/>
              </a:spcAft>
              <a:buSzPts val="1600"/>
              <a:buNone/>
              <a:defRPr sz="2000"/>
            </a:lvl2pPr>
            <a:lvl3pPr lvl="2" algn="ctr">
              <a:lnSpc>
                <a:spcPct val="100000"/>
              </a:lnSpc>
              <a:spcBef>
                <a:spcPts val="600"/>
              </a:spcBef>
              <a:spcAft>
                <a:spcPts val="0"/>
              </a:spcAft>
              <a:buClr>
                <a:schemeClr val="dk1"/>
              </a:buClr>
              <a:buSzPts val="1620"/>
              <a:buNone/>
              <a:defRPr sz="1800"/>
            </a:lvl3pPr>
            <a:lvl4pPr lvl="3" algn="ctr">
              <a:lnSpc>
                <a:spcPct val="100000"/>
              </a:lnSpc>
              <a:spcBef>
                <a:spcPts val="600"/>
              </a:spcBef>
              <a:spcAft>
                <a:spcPts val="0"/>
              </a:spcAft>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100000"/>
              </a:lnSpc>
              <a:spcBef>
                <a:spcPts val="60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a:endParaRPr/>
          </a:p>
        </p:txBody>
      </p:sp>
      <p:sp>
        <p:nvSpPr>
          <p:cNvPr id="146" name="Google Shape;146;p24"/>
          <p:cNvSpPr txBox="1">
            <a:spLocks noGrp="1"/>
          </p:cNvSpPr>
          <p:nvPr>
            <p:ph type="body" idx="3"/>
          </p:nvPr>
        </p:nvSpPr>
        <p:spPr>
          <a:xfrm>
            <a:off x="685800" y="2067208"/>
            <a:ext cx="5119688" cy="371253"/>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800" b="1">
                <a:solidFill>
                  <a:srgbClr val="7F7F7F"/>
                </a:solidFill>
              </a:defRPr>
            </a:lvl1pPr>
            <a:lvl2pPr marL="914400" lvl="1" indent="-320040" algn="l">
              <a:lnSpc>
                <a:spcPct val="90000"/>
              </a:lnSpc>
              <a:spcBef>
                <a:spcPts val="600"/>
              </a:spcBef>
              <a:spcAft>
                <a:spcPts val="0"/>
              </a:spcAft>
              <a:buSzPts val="1440"/>
              <a:buChar char="•"/>
              <a:defRPr/>
            </a:lvl2pPr>
            <a:lvl3pPr marL="1371600" lvl="2" indent="-331469" algn="l">
              <a:lnSpc>
                <a:spcPct val="100000"/>
              </a:lnSpc>
              <a:spcBef>
                <a:spcPts val="600"/>
              </a:spcBef>
              <a:spcAft>
                <a:spcPts val="0"/>
              </a:spcAft>
              <a:buClr>
                <a:schemeClr val="dk1"/>
              </a:buClr>
              <a:buSzPts val="162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ntent - Title-Subtitle">
  <p:cSld name="Content - Title-Subtitle">
    <p:spTree>
      <p:nvGrpSpPr>
        <p:cNvPr id="1" name="Shape 147"/>
        <p:cNvGrpSpPr/>
        <p:nvPr/>
      </p:nvGrpSpPr>
      <p:grpSpPr>
        <a:xfrm>
          <a:off x="0" y="0"/>
          <a:ext cx="0" cy="0"/>
          <a:chOff x="0" y="0"/>
          <a:chExt cx="0" cy="0"/>
        </a:xfrm>
      </p:grpSpPr>
      <p:sp>
        <p:nvSpPr>
          <p:cNvPr id="148" name="Google Shape;148;p25"/>
          <p:cNvSpPr txBox="1">
            <a:spLocks noGrp="1"/>
          </p:cNvSpPr>
          <p:nvPr>
            <p:ph type="title"/>
          </p:nvPr>
        </p:nvSpPr>
        <p:spPr>
          <a:xfrm>
            <a:off x="685800" y="457200"/>
            <a:ext cx="10820400" cy="41148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800"/>
              <a:buChar char="​"/>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25"/>
          <p:cNvSpPr txBox="1">
            <a:spLocks noGrp="1"/>
          </p:cNvSpPr>
          <p:nvPr>
            <p:ph type="dt" idx="10"/>
          </p:nvPr>
        </p:nvSpPr>
        <p:spPr>
          <a:xfrm>
            <a:off x="4994275" y="6458833"/>
            <a:ext cx="2203450" cy="184666"/>
          </a:xfrm>
          <a:prstGeom prst="rect">
            <a:avLst/>
          </a:prstGeom>
          <a:noFill/>
          <a:ln>
            <a:noFill/>
          </a:ln>
        </p:spPr>
        <p:txBody>
          <a:bodyPr spcFirstLastPara="1" wrap="square" lIns="0" tIns="0" rIns="0" bIns="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p25"/>
          <p:cNvSpPr txBox="1">
            <a:spLocks noGrp="1"/>
          </p:cNvSpPr>
          <p:nvPr>
            <p:ph type="ftr" idx="11"/>
          </p:nvPr>
        </p:nvSpPr>
        <p:spPr>
          <a:xfrm>
            <a:off x="685800" y="6458833"/>
            <a:ext cx="4114800" cy="184666"/>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25"/>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52" name="Google Shape;152;p25"/>
          <p:cNvSpPr txBox="1">
            <a:spLocks noGrp="1"/>
          </p:cNvSpPr>
          <p:nvPr>
            <p:ph type="subTitle" idx="1"/>
          </p:nvPr>
        </p:nvSpPr>
        <p:spPr>
          <a:xfrm>
            <a:off x="685800" y="884904"/>
            <a:ext cx="10820398" cy="472664"/>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280"/>
              <a:buNone/>
              <a:defRPr sz="1600">
                <a:solidFill>
                  <a:srgbClr val="7F7F7F"/>
                </a:solidFill>
              </a:defRPr>
            </a:lvl1pPr>
            <a:lvl2pPr lvl="1" algn="ctr">
              <a:lnSpc>
                <a:spcPct val="90000"/>
              </a:lnSpc>
              <a:spcBef>
                <a:spcPts val="0"/>
              </a:spcBef>
              <a:spcAft>
                <a:spcPts val="0"/>
              </a:spcAft>
              <a:buSzPts val="1600"/>
              <a:buNone/>
              <a:defRPr sz="2000"/>
            </a:lvl2pPr>
            <a:lvl3pPr lvl="2" algn="ctr">
              <a:lnSpc>
                <a:spcPct val="100000"/>
              </a:lnSpc>
              <a:spcBef>
                <a:spcPts val="600"/>
              </a:spcBef>
              <a:spcAft>
                <a:spcPts val="0"/>
              </a:spcAft>
              <a:buClr>
                <a:schemeClr val="dk1"/>
              </a:buClr>
              <a:buSzPts val="1620"/>
              <a:buNone/>
              <a:defRPr sz="1800"/>
            </a:lvl3pPr>
            <a:lvl4pPr lvl="3" algn="ctr">
              <a:lnSpc>
                <a:spcPct val="100000"/>
              </a:lnSpc>
              <a:spcBef>
                <a:spcPts val="600"/>
              </a:spcBef>
              <a:spcAft>
                <a:spcPts val="0"/>
              </a:spcAft>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100000"/>
              </a:lnSpc>
              <a:spcBef>
                <a:spcPts val="60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a:endParaRPr/>
          </a:p>
        </p:txBody>
      </p:sp>
      <p:sp>
        <p:nvSpPr>
          <p:cNvPr id="153" name="Google Shape;153;p25"/>
          <p:cNvSpPr/>
          <p:nvPr/>
        </p:nvSpPr>
        <p:spPr>
          <a:xfrm>
            <a:off x="0" y="0"/>
            <a:ext cx="86627" cy="6858000"/>
          </a:xfrm>
          <a:prstGeom prst="rect">
            <a:avLst/>
          </a:prstGeom>
          <a:solidFill>
            <a:srgbClr val="FC66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ntent 2">
  <p:cSld name="Content 2">
    <p:spTree>
      <p:nvGrpSpPr>
        <p:cNvPr id="1" name="Shape 154"/>
        <p:cNvGrpSpPr/>
        <p:nvPr/>
      </p:nvGrpSpPr>
      <p:grpSpPr>
        <a:xfrm>
          <a:off x="0" y="0"/>
          <a:ext cx="0" cy="0"/>
          <a:chOff x="0" y="0"/>
          <a:chExt cx="0" cy="0"/>
        </a:xfrm>
      </p:grpSpPr>
      <p:sp>
        <p:nvSpPr>
          <p:cNvPr id="155" name="Google Shape;155;p26"/>
          <p:cNvSpPr txBox="1">
            <a:spLocks noGrp="1"/>
          </p:cNvSpPr>
          <p:nvPr>
            <p:ph type="body" idx="1"/>
          </p:nvPr>
        </p:nvSpPr>
        <p:spPr>
          <a:xfrm>
            <a:off x="685800" y="1930400"/>
            <a:ext cx="5238750" cy="3962400"/>
          </a:xfrm>
          <a:prstGeom prst="rect">
            <a:avLst/>
          </a:prstGeom>
          <a:noFill/>
          <a:ln>
            <a:noFill/>
          </a:ln>
        </p:spPr>
        <p:txBody>
          <a:bodyPr spcFirstLastPara="1" wrap="square" lIns="0" tIns="0" rIns="0" bIns="0" anchor="t" anchorCtr="0">
            <a:noAutofit/>
          </a:bodyPr>
          <a:lstStyle>
            <a:lvl1pPr marL="457200" lvl="0" indent="-330200" algn="l">
              <a:lnSpc>
                <a:spcPct val="100000"/>
              </a:lnSpc>
              <a:spcBef>
                <a:spcPts val="0"/>
              </a:spcBef>
              <a:spcAft>
                <a:spcPts val="0"/>
              </a:spcAft>
              <a:buSzPts val="1600"/>
              <a:buChar char="​"/>
              <a:defRPr/>
            </a:lvl1pPr>
            <a:lvl2pPr marL="914400" lvl="1" indent="-320040" algn="l">
              <a:lnSpc>
                <a:spcPct val="100000"/>
              </a:lnSpc>
              <a:spcBef>
                <a:spcPts val="600"/>
              </a:spcBef>
              <a:spcAft>
                <a:spcPts val="0"/>
              </a:spcAft>
              <a:buSzPts val="1440"/>
              <a:buChar char="•"/>
              <a:defRPr/>
            </a:lvl2pPr>
            <a:lvl3pPr marL="1371600" lvl="2" indent="-320039" algn="l">
              <a:lnSpc>
                <a:spcPct val="100000"/>
              </a:lnSpc>
              <a:spcBef>
                <a:spcPts val="600"/>
              </a:spcBef>
              <a:spcAft>
                <a:spcPts val="0"/>
              </a:spcAft>
              <a:buClr>
                <a:schemeClr val="dk1"/>
              </a:buClr>
              <a:buSzPts val="1440"/>
              <a:buChar char="•"/>
              <a:defRPr/>
            </a:lvl3pPr>
            <a:lvl4pPr marL="1828800" lvl="3" indent="-317500" algn="l">
              <a:lnSpc>
                <a:spcPct val="100000"/>
              </a:lnSpc>
              <a:spcBef>
                <a:spcPts val="600"/>
              </a:spcBef>
              <a:spcAft>
                <a:spcPts val="0"/>
              </a:spcAft>
              <a:buSzPts val="14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156" name="Google Shape;156;p26"/>
          <p:cNvSpPr txBox="1">
            <a:spLocks noGrp="1"/>
          </p:cNvSpPr>
          <p:nvPr>
            <p:ph type="dt" idx="10"/>
          </p:nvPr>
        </p:nvSpPr>
        <p:spPr>
          <a:xfrm>
            <a:off x="4994275" y="6458833"/>
            <a:ext cx="2203450" cy="184666"/>
          </a:xfrm>
          <a:prstGeom prst="rect">
            <a:avLst/>
          </a:prstGeom>
          <a:noFill/>
          <a:ln>
            <a:noFill/>
          </a:ln>
        </p:spPr>
        <p:txBody>
          <a:bodyPr spcFirstLastPara="1" wrap="square" lIns="0" tIns="0" rIns="0" bIns="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26"/>
          <p:cNvSpPr txBox="1">
            <a:spLocks noGrp="1"/>
          </p:cNvSpPr>
          <p:nvPr>
            <p:ph type="ftr" idx="11"/>
          </p:nvPr>
        </p:nvSpPr>
        <p:spPr>
          <a:xfrm>
            <a:off x="685800" y="6458833"/>
            <a:ext cx="4114800" cy="184666"/>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26"/>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59" name="Google Shape;159;p26"/>
          <p:cNvSpPr txBox="1">
            <a:spLocks noGrp="1"/>
          </p:cNvSpPr>
          <p:nvPr>
            <p:ph type="body" idx="2"/>
          </p:nvPr>
        </p:nvSpPr>
        <p:spPr>
          <a:xfrm>
            <a:off x="6267447" y="1930400"/>
            <a:ext cx="5238750" cy="3962400"/>
          </a:xfrm>
          <a:prstGeom prst="rect">
            <a:avLst/>
          </a:prstGeom>
          <a:noFill/>
          <a:ln>
            <a:noFill/>
          </a:ln>
        </p:spPr>
        <p:txBody>
          <a:bodyPr spcFirstLastPara="1" wrap="square" lIns="0" tIns="0" rIns="0" bIns="0" anchor="t" anchorCtr="0">
            <a:noAutofit/>
          </a:bodyPr>
          <a:lstStyle>
            <a:lvl1pPr marL="457200" lvl="0" indent="-330200" algn="l">
              <a:lnSpc>
                <a:spcPct val="100000"/>
              </a:lnSpc>
              <a:spcBef>
                <a:spcPts val="0"/>
              </a:spcBef>
              <a:spcAft>
                <a:spcPts val="0"/>
              </a:spcAft>
              <a:buSzPts val="1600"/>
              <a:buChar char="​"/>
              <a:defRPr/>
            </a:lvl1pPr>
            <a:lvl2pPr marL="914400" lvl="1" indent="-320040" algn="l">
              <a:lnSpc>
                <a:spcPct val="100000"/>
              </a:lnSpc>
              <a:spcBef>
                <a:spcPts val="600"/>
              </a:spcBef>
              <a:spcAft>
                <a:spcPts val="0"/>
              </a:spcAft>
              <a:buSzPts val="1440"/>
              <a:buChar char="•"/>
              <a:defRPr/>
            </a:lvl2pPr>
            <a:lvl3pPr marL="1371600" lvl="2" indent="-320039" algn="l">
              <a:lnSpc>
                <a:spcPct val="100000"/>
              </a:lnSpc>
              <a:spcBef>
                <a:spcPts val="600"/>
              </a:spcBef>
              <a:spcAft>
                <a:spcPts val="0"/>
              </a:spcAft>
              <a:buClr>
                <a:schemeClr val="dk1"/>
              </a:buClr>
              <a:buSzPts val="1440"/>
              <a:buChar char="•"/>
              <a:defRPr/>
            </a:lvl3pPr>
            <a:lvl4pPr marL="1828800" lvl="3" indent="-317500" algn="l">
              <a:lnSpc>
                <a:spcPct val="100000"/>
              </a:lnSpc>
              <a:spcBef>
                <a:spcPts val="600"/>
              </a:spcBef>
              <a:spcAft>
                <a:spcPts val="0"/>
              </a:spcAft>
              <a:buSzPts val="14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160" name="Google Shape;160;p26"/>
          <p:cNvSpPr txBox="1">
            <a:spLocks noGrp="1"/>
          </p:cNvSpPr>
          <p:nvPr>
            <p:ph type="subTitle" idx="3"/>
          </p:nvPr>
        </p:nvSpPr>
        <p:spPr>
          <a:xfrm>
            <a:off x="685800" y="884904"/>
            <a:ext cx="10820399" cy="472664"/>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280"/>
              <a:buNone/>
              <a:defRPr sz="1600">
                <a:solidFill>
                  <a:srgbClr val="7F7F7F"/>
                </a:solidFill>
              </a:defRPr>
            </a:lvl1pPr>
            <a:lvl2pPr lvl="1" algn="ctr">
              <a:lnSpc>
                <a:spcPct val="90000"/>
              </a:lnSpc>
              <a:spcBef>
                <a:spcPts val="0"/>
              </a:spcBef>
              <a:spcAft>
                <a:spcPts val="0"/>
              </a:spcAft>
              <a:buSzPts val="1600"/>
              <a:buNone/>
              <a:defRPr sz="2000"/>
            </a:lvl2pPr>
            <a:lvl3pPr lvl="2" algn="ctr">
              <a:lnSpc>
                <a:spcPct val="100000"/>
              </a:lnSpc>
              <a:spcBef>
                <a:spcPts val="600"/>
              </a:spcBef>
              <a:spcAft>
                <a:spcPts val="0"/>
              </a:spcAft>
              <a:buClr>
                <a:schemeClr val="dk1"/>
              </a:buClr>
              <a:buSzPts val="1620"/>
              <a:buNone/>
              <a:defRPr sz="1800"/>
            </a:lvl3pPr>
            <a:lvl4pPr lvl="3" algn="ctr">
              <a:lnSpc>
                <a:spcPct val="100000"/>
              </a:lnSpc>
              <a:spcBef>
                <a:spcPts val="600"/>
              </a:spcBef>
              <a:spcAft>
                <a:spcPts val="0"/>
              </a:spcAft>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100000"/>
              </a:lnSpc>
              <a:spcBef>
                <a:spcPts val="60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a:endParaRPr/>
          </a:p>
        </p:txBody>
      </p:sp>
      <p:sp>
        <p:nvSpPr>
          <p:cNvPr id="161" name="Google Shape;161;p26"/>
          <p:cNvSpPr txBox="1">
            <a:spLocks noGrp="1"/>
          </p:cNvSpPr>
          <p:nvPr>
            <p:ph type="title"/>
          </p:nvPr>
        </p:nvSpPr>
        <p:spPr>
          <a:xfrm>
            <a:off x="685800" y="457200"/>
            <a:ext cx="10820400" cy="41148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800"/>
              <a:buChar cha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2" name="Google Shape;162;p26"/>
          <p:cNvSpPr/>
          <p:nvPr/>
        </p:nvSpPr>
        <p:spPr>
          <a:xfrm>
            <a:off x="0" y="0"/>
            <a:ext cx="86627" cy="6858000"/>
          </a:xfrm>
          <a:prstGeom prst="rect">
            <a:avLst/>
          </a:prstGeom>
          <a:solidFill>
            <a:srgbClr val="FC66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ntent 1/3">
  <p:cSld name="Content 1/3">
    <p:spTree>
      <p:nvGrpSpPr>
        <p:cNvPr id="1" name="Shape 163"/>
        <p:cNvGrpSpPr/>
        <p:nvPr/>
      </p:nvGrpSpPr>
      <p:grpSpPr>
        <a:xfrm>
          <a:off x="0" y="0"/>
          <a:ext cx="0" cy="0"/>
          <a:chOff x="0" y="0"/>
          <a:chExt cx="0" cy="0"/>
        </a:xfrm>
      </p:grpSpPr>
      <p:sp>
        <p:nvSpPr>
          <p:cNvPr id="164" name="Google Shape;164;p27"/>
          <p:cNvSpPr txBox="1">
            <a:spLocks noGrp="1"/>
          </p:cNvSpPr>
          <p:nvPr>
            <p:ph type="body" idx="1"/>
          </p:nvPr>
        </p:nvSpPr>
        <p:spPr>
          <a:xfrm>
            <a:off x="4064000" y="1930400"/>
            <a:ext cx="7442200" cy="3962400"/>
          </a:xfrm>
          <a:prstGeom prst="rect">
            <a:avLst/>
          </a:prstGeom>
          <a:noFill/>
          <a:ln>
            <a:noFill/>
          </a:ln>
        </p:spPr>
        <p:txBody>
          <a:bodyPr spcFirstLastPara="1" wrap="square" lIns="0" tIns="0" rIns="0" bIns="0" anchor="t" anchorCtr="0">
            <a:noAutofit/>
          </a:bodyPr>
          <a:lstStyle>
            <a:lvl1pPr marL="457200" lvl="0" indent="-330200" algn="l">
              <a:lnSpc>
                <a:spcPct val="100000"/>
              </a:lnSpc>
              <a:spcBef>
                <a:spcPts val="0"/>
              </a:spcBef>
              <a:spcAft>
                <a:spcPts val="0"/>
              </a:spcAft>
              <a:buSzPts val="1600"/>
              <a:buChar char="​"/>
              <a:defRPr/>
            </a:lvl1pPr>
            <a:lvl2pPr marL="914400" lvl="1" indent="-320040" algn="l">
              <a:lnSpc>
                <a:spcPct val="100000"/>
              </a:lnSpc>
              <a:spcBef>
                <a:spcPts val="600"/>
              </a:spcBef>
              <a:spcAft>
                <a:spcPts val="0"/>
              </a:spcAft>
              <a:buSzPts val="1440"/>
              <a:buChar char="•"/>
              <a:defRPr/>
            </a:lvl2pPr>
            <a:lvl3pPr marL="1371600" lvl="2" indent="-320039" algn="l">
              <a:lnSpc>
                <a:spcPct val="100000"/>
              </a:lnSpc>
              <a:spcBef>
                <a:spcPts val="600"/>
              </a:spcBef>
              <a:spcAft>
                <a:spcPts val="0"/>
              </a:spcAft>
              <a:buClr>
                <a:schemeClr val="dk1"/>
              </a:buClr>
              <a:buSzPts val="1440"/>
              <a:buChar char="•"/>
              <a:defRPr/>
            </a:lvl3pPr>
            <a:lvl4pPr marL="1828800" lvl="3" indent="-317500" algn="l">
              <a:lnSpc>
                <a:spcPct val="100000"/>
              </a:lnSpc>
              <a:spcBef>
                <a:spcPts val="600"/>
              </a:spcBef>
              <a:spcAft>
                <a:spcPts val="0"/>
              </a:spcAft>
              <a:buSzPts val="14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165" name="Google Shape;165;p27"/>
          <p:cNvSpPr txBox="1">
            <a:spLocks noGrp="1"/>
          </p:cNvSpPr>
          <p:nvPr>
            <p:ph type="body" idx="2"/>
          </p:nvPr>
        </p:nvSpPr>
        <p:spPr>
          <a:xfrm>
            <a:off x="685800" y="1930400"/>
            <a:ext cx="2790825" cy="3962400"/>
          </a:xfrm>
          <a:prstGeom prst="rect">
            <a:avLst/>
          </a:prstGeom>
          <a:noFill/>
          <a:ln>
            <a:noFill/>
          </a:ln>
        </p:spPr>
        <p:txBody>
          <a:bodyPr spcFirstLastPara="1" wrap="square" lIns="0" tIns="0" rIns="0" bIns="0" anchor="t" anchorCtr="0">
            <a:noAutofit/>
          </a:bodyPr>
          <a:lstStyle>
            <a:lvl1pPr marL="457200" lvl="0" indent="-330200" algn="l">
              <a:lnSpc>
                <a:spcPct val="100000"/>
              </a:lnSpc>
              <a:spcBef>
                <a:spcPts val="0"/>
              </a:spcBef>
              <a:spcAft>
                <a:spcPts val="0"/>
              </a:spcAft>
              <a:buSzPts val="1600"/>
              <a:buChar char="​"/>
              <a:defRPr/>
            </a:lvl1pPr>
            <a:lvl2pPr marL="914400" lvl="1" indent="-320040" algn="l">
              <a:lnSpc>
                <a:spcPct val="100000"/>
              </a:lnSpc>
              <a:spcBef>
                <a:spcPts val="600"/>
              </a:spcBef>
              <a:spcAft>
                <a:spcPts val="0"/>
              </a:spcAft>
              <a:buSzPts val="1440"/>
              <a:buChar char="•"/>
              <a:defRPr/>
            </a:lvl2pPr>
            <a:lvl3pPr marL="1371600" lvl="2" indent="-320039" algn="l">
              <a:lnSpc>
                <a:spcPct val="100000"/>
              </a:lnSpc>
              <a:spcBef>
                <a:spcPts val="600"/>
              </a:spcBef>
              <a:spcAft>
                <a:spcPts val="0"/>
              </a:spcAft>
              <a:buClr>
                <a:schemeClr val="dk1"/>
              </a:buClr>
              <a:buSzPts val="1440"/>
              <a:buChar char="•"/>
              <a:defRPr/>
            </a:lvl3pPr>
            <a:lvl4pPr marL="1828800" lvl="3" indent="-317500" algn="l">
              <a:lnSpc>
                <a:spcPct val="100000"/>
              </a:lnSpc>
              <a:spcBef>
                <a:spcPts val="600"/>
              </a:spcBef>
              <a:spcAft>
                <a:spcPts val="0"/>
              </a:spcAft>
              <a:buSzPts val="14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166" name="Google Shape;166;p27"/>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67" name="Google Shape;167;p27"/>
          <p:cNvSpPr txBox="1">
            <a:spLocks noGrp="1"/>
          </p:cNvSpPr>
          <p:nvPr>
            <p:ph type="dt" idx="10"/>
          </p:nvPr>
        </p:nvSpPr>
        <p:spPr>
          <a:xfrm>
            <a:off x="4994275" y="6458833"/>
            <a:ext cx="2203450" cy="184666"/>
          </a:xfrm>
          <a:prstGeom prst="rect">
            <a:avLst/>
          </a:prstGeom>
          <a:noFill/>
          <a:ln>
            <a:noFill/>
          </a:ln>
        </p:spPr>
        <p:txBody>
          <a:bodyPr spcFirstLastPara="1" wrap="square" lIns="0" tIns="0" rIns="0" bIns="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8" name="Google Shape;168;p27"/>
          <p:cNvSpPr txBox="1">
            <a:spLocks noGrp="1"/>
          </p:cNvSpPr>
          <p:nvPr>
            <p:ph type="ftr" idx="11"/>
          </p:nvPr>
        </p:nvSpPr>
        <p:spPr>
          <a:xfrm>
            <a:off x="685800" y="6458833"/>
            <a:ext cx="4114800" cy="184666"/>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9" name="Google Shape;169;p27"/>
          <p:cNvSpPr txBox="1">
            <a:spLocks noGrp="1"/>
          </p:cNvSpPr>
          <p:nvPr>
            <p:ph type="subTitle" idx="3"/>
          </p:nvPr>
        </p:nvSpPr>
        <p:spPr>
          <a:xfrm>
            <a:off x="685800" y="884904"/>
            <a:ext cx="10820399" cy="472664"/>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280"/>
              <a:buNone/>
              <a:defRPr sz="1600">
                <a:solidFill>
                  <a:srgbClr val="7F7F7F"/>
                </a:solidFill>
              </a:defRPr>
            </a:lvl1pPr>
            <a:lvl2pPr lvl="1" algn="ctr">
              <a:lnSpc>
                <a:spcPct val="90000"/>
              </a:lnSpc>
              <a:spcBef>
                <a:spcPts val="0"/>
              </a:spcBef>
              <a:spcAft>
                <a:spcPts val="0"/>
              </a:spcAft>
              <a:buSzPts val="1600"/>
              <a:buNone/>
              <a:defRPr sz="2000"/>
            </a:lvl2pPr>
            <a:lvl3pPr lvl="2" algn="ctr">
              <a:lnSpc>
                <a:spcPct val="100000"/>
              </a:lnSpc>
              <a:spcBef>
                <a:spcPts val="600"/>
              </a:spcBef>
              <a:spcAft>
                <a:spcPts val="0"/>
              </a:spcAft>
              <a:buClr>
                <a:schemeClr val="dk1"/>
              </a:buClr>
              <a:buSzPts val="1620"/>
              <a:buNone/>
              <a:defRPr sz="1800"/>
            </a:lvl3pPr>
            <a:lvl4pPr lvl="3" algn="ctr">
              <a:lnSpc>
                <a:spcPct val="100000"/>
              </a:lnSpc>
              <a:spcBef>
                <a:spcPts val="600"/>
              </a:spcBef>
              <a:spcAft>
                <a:spcPts val="0"/>
              </a:spcAft>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100000"/>
              </a:lnSpc>
              <a:spcBef>
                <a:spcPts val="60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a:endParaRPr/>
          </a:p>
        </p:txBody>
      </p:sp>
      <p:sp>
        <p:nvSpPr>
          <p:cNvPr id="170" name="Google Shape;170;p27"/>
          <p:cNvSpPr txBox="1">
            <a:spLocks noGrp="1"/>
          </p:cNvSpPr>
          <p:nvPr>
            <p:ph type="title"/>
          </p:nvPr>
        </p:nvSpPr>
        <p:spPr>
          <a:xfrm>
            <a:off x="685800" y="457200"/>
            <a:ext cx="10820400" cy="41148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800"/>
              <a:buChar cha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1" name="Google Shape;171;p27"/>
          <p:cNvSpPr/>
          <p:nvPr/>
        </p:nvSpPr>
        <p:spPr>
          <a:xfrm>
            <a:off x="0" y="0"/>
            <a:ext cx="86627" cy="6858000"/>
          </a:xfrm>
          <a:prstGeom prst="rect">
            <a:avLst/>
          </a:prstGeom>
          <a:solidFill>
            <a:srgbClr val="FC66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ntent 2/3">
  <p:cSld name="Content 2/3">
    <p:spTree>
      <p:nvGrpSpPr>
        <p:cNvPr id="1" name="Shape 172"/>
        <p:cNvGrpSpPr/>
        <p:nvPr/>
      </p:nvGrpSpPr>
      <p:grpSpPr>
        <a:xfrm>
          <a:off x="0" y="0"/>
          <a:ext cx="0" cy="0"/>
          <a:chOff x="0" y="0"/>
          <a:chExt cx="0" cy="0"/>
        </a:xfrm>
      </p:grpSpPr>
      <p:sp>
        <p:nvSpPr>
          <p:cNvPr id="173" name="Google Shape;173;p28"/>
          <p:cNvSpPr txBox="1">
            <a:spLocks noGrp="1"/>
          </p:cNvSpPr>
          <p:nvPr>
            <p:ph type="body" idx="1"/>
          </p:nvPr>
        </p:nvSpPr>
        <p:spPr>
          <a:xfrm>
            <a:off x="685800" y="1930400"/>
            <a:ext cx="7442200" cy="3962400"/>
          </a:xfrm>
          <a:prstGeom prst="rect">
            <a:avLst/>
          </a:prstGeom>
          <a:noFill/>
          <a:ln>
            <a:noFill/>
          </a:ln>
        </p:spPr>
        <p:txBody>
          <a:bodyPr spcFirstLastPara="1" wrap="square" lIns="0" tIns="0" rIns="0" bIns="0" anchor="t" anchorCtr="0">
            <a:noAutofit/>
          </a:bodyPr>
          <a:lstStyle>
            <a:lvl1pPr marL="457200" lvl="0" indent="-330200" algn="l">
              <a:lnSpc>
                <a:spcPct val="100000"/>
              </a:lnSpc>
              <a:spcBef>
                <a:spcPts val="0"/>
              </a:spcBef>
              <a:spcAft>
                <a:spcPts val="0"/>
              </a:spcAft>
              <a:buSzPts val="1600"/>
              <a:buChar char="​"/>
              <a:defRPr/>
            </a:lvl1pPr>
            <a:lvl2pPr marL="914400" lvl="1" indent="-320040" algn="l">
              <a:lnSpc>
                <a:spcPct val="100000"/>
              </a:lnSpc>
              <a:spcBef>
                <a:spcPts val="600"/>
              </a:spcBef>
              <a:spcAft>
                <a:spcPts val="0"/>
              </a:spcAft>
              <a:buSzPts val="1440"/>
              <a:buChar char="•"/>
              <a:defRPr/>
            </a:lvl2pPr>
            <a:lvl3pPr marL="1371600" lvl="2" indent="-320039" algn="l">
              <a:lnSpc>
                <a:spcPct val="100000"/>
              </a:lnSpc>
              <a:spcBef>
                <a:spcPts val="600"/>
              </a:spcBef>
              <a:spcAft>
                <a:spcPts val="0"/>
              </a:spcAft>
              <a:buClr>
                <a:schemeClr val="dk1"/>
              </a:buClr>
              <a:buSzPts val="1440"/>
              <a:buChar char="•"/>
              <a:defRPr/>
            </a:lvl3pPr>
            <a:lvl4pPr marL="1828800" lvl="3" indent="-317500" algn="l">
              <a:lnSpc>
                <a:spcPct val="100000"/>
              </a:lnSpc>
              <a:spcBef>
                <a:spcPts val="600"/>
              </a:spcBef>
              <a:spcAft>
                <a:spcPts val="0"/>
              </a:spcAft>
              <a:buSzPts val="14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174" name="Google Shape;174;p28"/>
          <p:cNvSpPr txBox="1">
            <a:spLocks noGrp="1"/>
          </p:cNvSpPr>
          <p:nvPr>
            <p:ph type="body" idx="2"/>
          </p:nvPr>
        </p:nvSpPr>
        <p:spPr>
          <a:xfrm>
            <a:off x="8715375" y="1930400"/>
            <a:ext cx="2790825" cy="3962400"/>
          </a:xfrm>
          <a:prstGeom prst="rect">
            <a:avLst/>
          </a:prstGeom>
          <a:noFill/>
          <a:ln>
            <a:noFill/>
          </a:ln>
        </p:spPr>
        <p:txBody>
          <a:bodyPr spcFirstLastPara="1" wrap="square" lIns="0" tIns="0" rIns="0" bIns="0" anchor="t" anchorCtr="0">
            <a:noAutofit/>
          </a:bodyPr>
          <a:lstStyle>
            <a:lvl1pPr marL="457200" lvl="0" indent="-330200" algn="l">
              <a:lnSpc>
                <a:spcPct val="100000"/>
              </a:lnSpc>
              <a:spcBef>
                <a:spcPts val="0"/>
              </a:spcBef>
              <a:spcAft>
                <a:spcPts val="0"/>
              </a:spcAft>
              <a:buSzPts val="1600"/>
              <a:buChar char="​"/>
              <a:defRPr/>
            </a:lvl1pPr>
            <a:lvl2pPr marL="914400" lvl="1" indent="-320040" algn="l">
              <a:lnSpc>
                <a:spcPct val="100000"/>
              </a:lnSpc>
              <a:spcBef>
                <a:spcPts val="600"/>
              </a:spcBef>
              <a:spcAft>
                <a:spcPts val="0"/>
              </a:spcAft>
              <a:buSzPts val="1440"/>
              <a:buChar char="•"/>
              <a:defRPr/>
            </a:lvl2pPr>
            <a:lvl3pPr marL="1371600" lvl="2" indent="-320039" algn="l">
              <a:lnSpc>
                <a:spcPct val="100000"/>
              </a:lnSpc>
              <a:spcBef>
                <a:spcPts val="600"/>
              </a:spcBef>
              <a:spcAft>
                <a:spcPts val="0"/>
              </a:spcAft>
              <a:buClr>
                <a:schemeClr val="dk1"/>
              </a:buClr>
              <a:buSzPts val="1440"/>
              <a:buChar char="•"/>
              <a:defRPr/>
            </a:lvl3pPr>
            <a:lvl4pPr marL="1828800" lvl="3" indent="-317500" algn="l">
              <a:lnSpc>
                <a:spcPct val="100000"/>
              </a:lnSpc>
              <a:spcBef>
                <a:spcPts val="600"/>
              </a:spcBef>
              <a:spcAft>
                <a:spcPts val="0"/>
              </a:spcAft>
              <a:buSzPts val="14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175" name="Google Shape;175;p28"/>
          <p:cNvSpPr txBox="1">
            <a:spLocks noGrp="1"/>
          </p:cNvSpPr>
          <p:nvPr>
            <p:ph type="dt" idx="10"/>
          </p:nvPr>
        </p:nvSpPr>
        <p:spPr>
          <a:xfrm>
            <a:off x="4994275" y="6458833"/>
            <a:ext cx="2203450" cy="184666"/>
          </a:xfrm>
          <a:prstGeom prst="rect">
            <a:avLst/>
          </a:prstGeom>
          <a:noFill/>
          <a:ln>
            <a:noFill/>
          </a:ln>
        </p:spPr>
        <p:txBody>
          <a:bodyPr spcFirstLastPara="1" wrap="square" lIns="0" tIns="0" rIns="0" bIns="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6" name="Google Shape;176;p28"/>
          <p:cNvSpPr txBox="1">
            <a:spLocks noGrp="1"/>
          </p:cNvSpPr>
          <p:nvPr>
            <p:ph type="ftr" idx="11"/>
          </p:nvPr>
        </p:nvSpPr>
        <p:spPr>
          <a:xfrm>
            <a:off x="685800" y="6458833"/>
            <a:ext cx="4114800" cy="184666"/>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7" name="Google Shape;177;p28"/>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78" name="Google Shape;178;p28"/>
          <p:cNvSpPr txBox="1">
            <a:spLocks noGrp="1"/>
          </p:cNvSpPr>
          <p:nvPr>
            <p:ph type="subTitle" idx="3"/>
          </p:nvPr>
        </p:nvSpPr>
        <p:spPr>
          <a:xfrm>
            <a:off x="685800" y="884904"/>
            <a:ext cx="10820399" cy="472664"/>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280"/>
              <a:buNone/>
              <a:defRPr sz="1600">
                <a:solidFill>
                  <a:srgbClr val="7F7F7F"/>
                </a:solidFill>
              </a:defRPr>
            </a:lvl1pPr>
            <a:lvl2pPr lvl="1" algn="ctr">
              <a:lnSpc>
                <a:spcPct val="90000"/>
              </a:lnSpc>
              <a:spcBef>
                <a:spcPts val="0"/>
              </a:spcBef>
              <a:spcAft>
                <a:spcPts val="0"/>
              </a:spcAft>
              <a:buSzPts val="1600"/>
              <a:buNone/>
              <a:defRPr sz="2000"/>
            </a:lvl2pPr>
            <a:lvl3pPr lvl="2" algn="ctr">
              <a:lnSpc>
                <a:spcPct val="100000"/>
              </a:lnSpc>
              <a:spcBef>
                <a:spcPts val="600"/>
              </a:spcBef>
              <a:spcAft>
                <a:spcPts val="0"/>
              </a:spcAft>
              <a:buClr>
                <a:schemeClr val="dk1"/>
              </a:buClr>
              <a:buSzPts val="1620"/>
              <a:buNone/>
              <a:defRPr sz="1800"/>
            </a:lvl3pPr>
            <a:lvl4pPr lvl="3" algn="ctr">
              <a:lnSpc>
                <a:spcPct val="100000"/>
              </a:lnSpc>
              <a:spcBef>
                <a:spcPts val="600"/>
              </a:spcBef>
              <a:spcAft>
                <a:spcPts val="0"/>
              </a:spcAft>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100000"/>
              </a:lnSpc>
              <a:spcBef>
                <a:spcPts val="60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a:endParaRPr/>
          </a:p>
        </p:txBody>
      </p:sp>
      <p:sp>
        <p:nvSpPr>
          <p:cNvPr id="179" name="Google Shape;179;p28"/>
          <p:cNvSpPr txBox="1">
            <a:spLocks noGrp="1"/>
          </p:cNvSpPr>
          <p:nvPr>
            <p:ph type="title"/>
          </p:nvPr>
        </p:nvSpPr>
        <p:spPr>
          <a:xfrm>
            <a:off x="685800" y="457200"/>
            <a:ext cx="10820400" cy="41148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800"/>
              <a:buChar cha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0" name="Google Shape;180;p28"/>
          <p:cNvSpPr/>
          <p:nvPr/>
        </p:nvSpPr>
        <p:spPr>
          <a:xfrm>
            <a:off x="0" y="0"/>
            <a:ext cx="86627" cy="6858000"/>
          </a:xfrm>
          <a:prstGeom prst="rect">
            <a:avLst/>
          </a:prstGeom>
          <a:solidFill>
            <a:srgbClr val="FC66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ntent 3">
  <p:cSld name="Content 3">
    <p:spTree>
      <p:nvGrpSpPr>
        <p:cNvPr id="1" name="Shape 181"/>
        <p:cNvGrpSpPr/>
        <p:nvPr/>
      </p:nvGrpSpPr>
      <p:grpSpPr>
        <a:xfrm>
          <a:off x="0" y="0"/>
          <a:ext cx="0" cy="0"/>
          <a:chOff x="0" y="0"/>
          <a:chExt cx="0" cy="0"/>
        </a:xfrm>
      </p:grpSpPr>
      <p:sp>
        <p:nvSpPr>
          <p:cNvPr id="182" name="Google Shape;182;p29"/>
          <p:cNvSpPr txBox="1">
            <a:spLocks noGrp="1"/>
          </p:cNvSpPr>
          <p:nvPr>
            <p:ph type="body" idx="1"/>
          </p:nvPr>
        </p:nvSpPr>
        <p:spPr>
          <a:xfrm>
            <a:off x="8127998" y="1930400"/>
            <a:ext cx="3378200" cy="3962400"/>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800"/>
            </a:lvl1pPr>
            <a:lvl2pPr marL="914400" lvl="1" indent="-320040" algn="l">
              <a:lnSpc>
                <a:spcPct val="100000"/>
              </a:lnSpc>
              <a:spcBef>
                <a:spcPts val="600"/>
              </a:spcBef>
              <a:spcAft>
                <a:spcPts val="0"/>
              </a:spcAft>
              <a:buSzPts val="1440"/>
              <a:buChar char="•"/>
              <a:defRPr sz="1800"/>
            </a:lvl2pPr>
            <a:lvl3pPr marL="1371600" lvl="2" indent="-308610" algn="l">
              <a:lnSpc>
                <a:spcPct val="100000"/>
              </a:lnSpc>
              <a:spcBef>
                <a:spcPts val="600"/>
              </a:spcBef>
              <a:spcAft>
                <a:spcPts val="0"/>
              </a:spcAft>
              <a:buClr>
                <a:schemeClr val="dk1"/>
              </a:buClr>
              <a:buSzPts val="1260"/>
              <a:buChar char="•"/>
              <a:defRPr sz="1400"/>
            </a:lvl3pPr>
            <a:lvl4pPr marL="1828800" lvl="3" indent="-317500" algn="l">
              <a:lnSpc>
                <a:spcPct val="100000"/>
              </a:lnSpc>
              <a:spcBef>
                <a:spcPts val="600"/>
              </a:spcBef>
              <a:spcAft>
                <a:spcPts val="0"/>
              </a:spcAft>
              <a:buSzPts val="1400"/>
              <a:buChar char="­"/>
              <a:defRPr sz="1400"/>
            </a:lvl4pPr>
            <a:lvl5pPr marL="2286000" lvl="4" indent="-406400" algn="l">
              <a:lnSpc>
                <a:spcPct val="100000"/>
              </a:lnSpc>
              <a:spcBef>
                <a:spcPts val="600"/>
              </a:spcBef>
              <a:spcAft>
                <a:spcPts val="0"/>
              </a:spcAft>
              <a:buClr>
                <a:schemeClr val="dk1"/>
              </a:buClr>
              <a:buSzPts val="2800"/>
              <a:buChar char="­"/>
              <a:defRPr sz="2800"/>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183" name="Google Shape;183;p29"/>
          <p:cNvSpPr txBox="1">
            <a:spLocks noGrp="1"/>
          </p:cNvSpPr>
          <p:nvPr>
            <p:ph type="body" idx="2"/>
          </p:nvPr>
        </p:nvSpPr>
        <p:spPr>
          <a:xfrm>
            <a:off x="4406900" y="1930400"/>
            <a:ext cx="3378200" cy="3962400"/>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800"/>
            </a:lvl1pPr>
            <a:lvl2pPr marL="914400" lvl="1" indent="-320040" algn="l">
              <a:lnSpc>
                <a:spcPct val="100000"/>
              </a:lnSpc>
              <a:spcBef>
                <a:spcPts val="600"/>
              </a:spcBef>
              <a:spcAft>
                <a:spcPts val="0"/>
              </a:spcAft>
              <a:buSzPts val="1440"/>
              <a:buChar char="•"/>
              <a:defRPr sz="1800"/>
            </a:lvl2pPr>
            <a:lvl3pPr marL="1371600" lvl="2" indent="-308610" algn="l">
              <a:lnSpc>
                <a:spcPct val="100000"/>
              </a:lnSpc>
              <a:spcBef>
                <a:spcPts val="600"/>
              </a:spcBef>
              <a:spcAft>
                <a:spcPts val="0"/>
              </a:spcAft>
              <a:buClr>
                <a:schemeClr val="dk1"/>
              </a:buClr>
              <a:buSzPts val="1260"/>
              <a:buChar char="•"/>
              <a:defRPr sz="1400"/>
            </a:lvl3pPr>
            <a:lvl4pPr marL="1828800" lvl="3" indent="-317500" algn="l">
              <a:lnSpc>
                <a:spcPct val="100000"/>
              </a:lnSpc>
              <a:spcBef>
                <a:spcPts val="600"/>
              </a:spcBef>
              <a:spcAft>
                <a:spcPts val="0"/>
              </a:spcAft>
              <a:buSzPts val="1400"/>
              <a:buChar char="­"/>
              <a:defRPr sz="1400"/>
            </a:lvl4pPr>
            <a:lvl5pPr marL="2286000" lvl="4" indent="-406400" algn="l">
              <a:lnSpc>
                <a:spcPct val="100000"/>
              </a:lnSpc>
              <a:spcBef>
                <a:spcPts val="600"/>
              </a:spcBef>
              <a:spcAft>
                <a:spcPts val="0"/>
              </a:spcAft>
              <a:buClr>
                <a:schemeClr val="dk1"/>
              </a:buClr>
              <a:buSzPts val="2800"/>
              <a:buChar char="­"/>
              <a:defRPr sz="2800"/>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184" name="Google Shape;184;p29"/>
          <p:cNvSpPr txBox="1">
            <a:spLocks noGrp="1"/>
          </p:cNvSpPr>
          <p:nvPr>
            <p:ph type="body" idx="3"/>
          </p:nvPr>
        </p:nvSpPr>
        <p:spPr>
          <a:xfrm>
            <a:off x="685800" y="1930400"/>
            <a:ext cx="3378200" cy="3962400"/>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800"/>
            </a:lvl1pPr>
            <a:lvl2pPr marL="914400" lvl="1" indent="-320040" algn="l">
              <a:lnSpc>
                <a:spcPct val="100000"/>
              </a:lnSpc>
              <a:spcBef>
                <a:spcPts val="600"/>
              </a:spcBef>
              <a:spcAft>
                <a:spcPts val="0"/>
              </a:spcAft>
              <a:buSzPts val="1440"/>
              <a:buChar char="•"/>
              <a:defRPr sz="1800"/>
            </a:lvl2pPr>
            <a:lvl3pPr marL="1371600" lvl="2" indent="-308610" algn="l">
              <a:lnSpc>
                <a:spcPct val="100000"/>
              </a:lnSpc>
              <a:spcBef>
                <a:spcPts val="600"/>
              </a:spcBef>
              <a:spcAft>
                <a:spcPts val="0"/>
              </a:spcAft>
              <a:buClr>
                <a:schemeClr val="dk1"/>
              </a:buClr>
              <a:buSzPts val="1260"/>
              <a:buChar char="•"/>
              <a:defRPr sz="1400"/>
            </a:lvl3pPr>
            <a:lvl4pPr marL="1828800" lvl="3" indent="-317500" algn="l">
              <a:lnSpc>
                <a:spcPct val="100000"/>
              </a:lnSpc>
              <a:spcBef>
                <a:spcPts val="600"/>
              </a:spcBef>
              <a:spcAft>
                <a:spcPts val="0"/>
              </a:spcAft>
              <a:buSzPts val="1400"/>
              <a:buChar char="­"/>
              <a:defRPr sz="1400"/>
            </a:lvl4pPr>
            <a:lvl5pPr marL="2286000" lvl="4" indent="-406400" algn="l">
              <a:lnSpc>
                <a:spcPct val="100000"/>
              </a:lnSpc>
              <a:spcBef>
                <a:spcPts val="600"/>
              </a:spcBef>
              <a:spcAft>
                <a:spcPts val="0"/>
              </a:spcAft>
              <a:buClr>
                <a:schemeClr val="dk1"/>
              </a:buClr>
              <a:buSzPts val="2800"/>
              <a:buChar char="­"/>
              <a:defRPr sz="2800"/>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185" name="Google Shape;185;p29"/>
          <p:cNvSpPr txBox="1">
            <a:spLocks noGrp="1"/>
          </p:cNvSpPr>
          <p:nvPr>
            <p:ph type="dt" idx="10"/>
          </p:nvPr>
        </p:nvSpPr>
        <p:spPr>
          <a:xfrm>
            <a:off x="4994275" y="6458833"/>
            <a:ext cx="2203450" cy="184666"/>
          </a:xfrm>
          <a:prstGeom prst="rect">
            <a:avLst/>
          </a:prstGeom>
          <a:noFill/>
          <a:ln>
            <a:noFill/>
          </a:ln>
        </p:spPr>
        <p:txBody>
          <a:bodyPr spcFirstLastPara="1" wrap="square" lIns="0" tIns="0" rIns="0" bIns="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6" name="Google Shape;186;p29"/>
          <p:cNvSpPr txBox="1">
            <a:spLocks noGrp="1"/>
          </p:cNvSpPr>
          <p:nvPr>
            <p:ph type="ftr" idx="11"/>
          </p:nvPr>
        </p:nvSpPr>
        <p:spPr>
          <a:xfrm>
            <a:off x="685800" y="6458833"/>
            <a:ext cx="4114800" cy="184666"/>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7" name="Google Shape;187;p29"/>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88" name="Google Shape;188;p29"/>
          <p:cNvSpPr txBox="1">
            <a:spLocks noGrp="1"/>
          </p:cNvSpPr>
          <p:nvPr>
            <p:ph type="subTitle" idx="4"/>
          </p:nvPr>
        </p:nvSpPr>
        <p:spPr>
          <a:xfrm>
            <a:off x="685800" y="884904"/>
            <a:ext cx="10820399" cy="472664"/>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280"/>
              <a:buNone/>
              <a:defRPr sz="1600">
                <a:solidFill>
                  <a:srgbClr val="7F7F7F"/>
                </a:solidFill>
              </a:defRPr>
            </a:lvl1pPr>
            <a:lvl2pPr lvl="1" algn="ctr">
              <a:lnSpc>
                <a:spcPct val="90000"/>
              </a:lnSpc>
              <a:spcBef>
                <a:spcPts val="0"/>
              </a:spcBef>
              <a:spcAft>
                <a:spcPts val="0"/>
              </a:spcAft>
              <a:buSzPts val="1600"/>
              <a:buNone/>
              <a:defRPr sz="2000"/>
            </a:lvl2pPr>
            <a:lvl3pPr lvl="2" algn="ctr">
              <a:lnSpc>
                <a:spcPct val="100000"/>
              </a:lnSpc>
              <a:spcBef>
                <a:spcPts val="600"/>
              </a:spcBef>
              <a:spcAft>
                <a:spcPts val="0"/>
              </a:spcAft>
              <a:buClr>
                <a:schemeClr val="dk1"/>
              </a:buClr>
              <a:buSzPts val="1620"/>
              <a:buNone/>
              <a:defRPr sz="1800"/>
            </a:lvl3pPr>
            <a:lvl4pPr lvl="3" algn="ctr">
              <a:lnSpc>
                <a:spcPct val="100000"/>
              </a:lnSpc>
              <a:spcBef>
                <a:spcPts val="600"/>
              </a:spcBef>
              <a:spcAft>
                <a:spcPts val="0"/>
              </a:spcAft>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100000"/>
              </a:lnSpc>
              <a:spcBef>
                <a:spcPts val="60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a:endParaRPr/>
          </a:p>
        </p:txBody>
      </p:sp>
      <p:sp>
        <p:nvSpPr>
          <p:cNvPr id="189" name="Google Shape;189;p29"/>
          <p:cNvSpPr txBox="1">
            <a:spLocks noGrp="1"/>
          </p:cNvSpPr>
          <p:nvPr>
            <p:ph type="title"/>
          </p:nvPr>
        </p:nvSpPr>
        <p:spPr>
          <a:xfrm>
            <a:off x="685800" y="457200"/>
            <a:ext cx="10820400" cy="41148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800"/>
              <a:buChar cha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0" name="Google Shape;190;p29"/>
          <p:cNvSpPr/>
          <p:nvPr/>
        </p:nvSpPr>
        <p:spPr>
          <a:xfrm>
            <a:off x="0" y="0"/>
            <a:ext cx="86627" cy="6858000"/>
          </a:xfrm>
          <a:prstGeom prst="rect">
            <a:avLst/>
          </a:prstGeom>
          <a:solidFill>
            <a:srgbClr val="FC66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ntent 4">
  <p:cSld name="Content 4">
    <p:spTree>
      <p:nvGrpSpPr>
        <p:cNvPr id="1" name="Shape 191"/>
        <p:cNvGrpSpPr/>
        <p:nvPr/>
      </p:nvGrpSpPr>
      <p:grpSpPr>
        <a:xfrm>
          <a:off x="0" y="0"/>
          <a:ext cx="0" cy="0"/>
          <a:chOff x="0" y="0"/>
          <a:chExt cx="0" cy="0"/>
        </a:xfrm>
      </p:grpSpPr>
      <p:sp>
        <p:nvSpPr>
          <p:cNvPr id="192" name="Google Shape;192;p30"/>
          <p:cNvSpPr txBox="1">
            <a:spLocks noGrp="1"/>
          </p:cNvSpPr>
          <p:nvPr>
            <p:ph type="body" idx="1"/>
          </p:nvPr>
        </p:nvSpPr>
        <p:spPr>
          <a:xfrm>
            <a:off x="6269564" y="1930400"/>
            <a:ext cx="2446869" cy="3962400"/>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800"/>
            </a:lvl1pPr>
            <a:lvl2pPr marL="914400" lvl="1" indent="-320040" algn="l">
              <a:lnSpc>
                <a:spcPct val="100000"/>
              </a:lnSpc>
              <a:spcBef>
                <a:spcPts val="600"/>
              </a:spcBef>
              <a:spcAft>
                <a:spcPts val="0"/>
              </a:spcAft>
              <a:buSzPts val="1440"/>
              <a:buChar char="•"/>
              <a:defRPr sz="1800"/>
            </a:lvl2pPr>
            <a:lvl3pPr marL="1371600" lvl="2" indent="-308610" algn="l">
              <a:lnSpc>
                <a:spcPct val="100000"/>
              </a:lnSpc>
              <a:spcBef>
                <a:spcPts val="600"/>
              </a:spcBef>
              <a:spcAft>
                <a:spcPts val="0"/>
              </a:spcAft>
              <a:buClr>
                <a:schemeClr val="dk1"/>
              </a:buClr>
              <a:buSzPts val="1260"/>
              <a:buChar char="•"/>
              <a:defRPr sz="1400"/>
            </a:lvl3pPr>
            <a:lvl4pPr marL="1828800" lvl="3" indent="-317500" algn="l">
              <a:lnSpc>
                <a:spcPct val="100000"/>
              </a:lnSpc>
              <a:spcBef>
                <a:spcPts val="600"/>
              </a:spcBef>
              <a:spcAft>
                <a:spcPts val="0"/>
              </a:spcAft>
              <a:buSzPts val="1400"/>
              <a:buChar char="­"/>
              <a:defRPr sz="1400"/>
            </a:lvl4pPr>
            <a:lvl5pPr marL="2286000" lvl="4" indent="-406400" algn="l">
              <a:lnSpc>
                <a:spcPct val="100000"/>
              </a:lnSpc>
              <a:spcBef>
                <a:spcPts val="600"/>
              </a:spcBef>
              <a:spcAft>
                <a:spcPts val="0"/>
              </a:spcAft>
              <a:buClr>
                <a:schemeClr val="dk1"/>
              </a:buClr>
              <a:buSzPts val="2800"/>
              <a:buChar char="­"/>
              <a:defRPr sz="2800"/>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193" name="Google Shape;193;p30"/>
          <p:cNvSpPr txBox="1">
            <a:spLocks noGrp="1"/>
          </p:cNvSpPr>
          <p:nvPr>
            <p:ph type="body" idx="2"/>
          </p:nvPr>
        </p:nvSpPr>
        <p:spPr>
          <a:xfrm>
            <a:off x="3475566" y="1930400"/>
            <a:ext cx="2446869" cy="3962400"/>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800"/>
            </a:lvl1pPr>
            <a:lvl2pPr marL="914400" lvl="1" indent="-320040" algn="l">
              <a:lnSpc>
                <a:spcPct val="90000"/>
              </a:lnSpc>
              <a:spcBef>
                <a:spcPts val="600"/>
              </a:spcBef>
              <a:spcAft>
                <a:spcPts val="0"/>
              </a:spcAft>
              <a:buSzPts val="1440"/>
              <a:buChar char="•"/>
              <a:defRPr sz="1800"/>
            </a:lvl2pPr>
            <a:lvl3pPr marL="1371600" lvl="2" indent="-308610" algn="l">
              <a:lnSpc>
                <a:spcPct val="100000"/>
              </a:lnSpc>
              <a:spcBef>
                <a:spcPts val="600"/>
              </a:spcBef>
              <a:spcAft>
                <a:spcPts val="0"/>
              </a:spcAft>
              <a:buClr>
                <a:schemeClr val="dk1"/>
              </a:buClr>
              <a:buSzPts val="1260"/>
              <a:buChar char="•"/>
              <a:defRPr sz="1400"/>
            </a:lvl3pPr>
            <a:lvl4pPr marL="1828800" lvl="3" indent="-317500" algn="l">
              <a:lnSpc>
                <a:spcPct val="100000"/>
              </a:lnSpc>
              <a:spcBef>
                <a:spcPts val="600"/>
              </a:spcBef>
              <a:spcAft>
                <a:spcPts val="0"/>
              </a:spcAft>
              <a:buSzPts val="1400"/>
              <a:buChar char="­"/>
              <a:defRPr sz="1400"/>
            </a:lvl4pPr>
            <a:lvl5pPr marL="2286000" lvl="4" indent="-406400" algn="l">
              <a:lnSpc>
                <a:spcPct val="100000"/>
              </a:lnSpc>
              <a:spcBef>
                <a:spcPts val="600"/>
              </a:spcBef>
              <a:spcAft>
                <a:spcPts val="0"/>
              </a:spcAft>
              <a:buClr>
                <a:schemeClr val="dk1"/>
              </a:buClr>
              <a:buSzPts val="2800"/>
              <a:buChar char="­"/>
              <a:defRPr sz="2800"/>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194" name="Google Shape;194;p30"/>
          <p:cNvSpPr txBox="1">
            <a:spLocks noGrp="1"/>
          </p:cNvSpPr>
          <p:nvPr>
            <p:ph type="body" idx="3"/>
          </p:nvPr>
        </p:nvSpPr>
        <p:spPr>
          <a:xfrm>
            <a:off x="685800" y="1930400"/>
            <a:ext cx="2446869" cy="3962400"/>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800"/>
            </a:lvl1pPr>
            <a:lvl2pPr marL="914400" lvl="1" indent="-320040" algn="l">
              <a:lnSpc>
                <a:spcPct val="100000"/>
              </a:lnSpc>
              <a:spcBef>
                <a:spcPts val="600"/>
              </a:spcBef>
              <a:spcAft>
                <a:spcPts val="0"/>
              </a:spcAft>
              <a:buSzPts val="1440"/>
              <a:buChar char="•"/>
              <a:defRPr sz="1800"/>
            </a:lvl2pPr>
            <a:lvl3pPr marL="1371600" lvl="2" indent="-308610" algn="l">
              <a:lnSpc>
                <a:spcPct val="100000"/>
              </a:lnSpc>
              <a:spcBef>
                <a:spcPts val="600"/>
              </a:spcBef>
              <a:spcAft>
                <a:spcPts val="0"/>
              </a:spcAft>
              <a:buClr>
                <a:schemeClr val="dk1"/>
              </a:buClr>
              <a:buSzPts val="1260"/>
              <a:buChar char="•"/>
              <a:defRPr sz="1400"/>
            </a:lvl3pPr>
            <a:lvl4pPr marL="1828800" lvl="3" indent="-317500" algn="l">
              <a:lnSpc>
                <a:spcPct val="100000"/>
              </a:lnSpc>
              <a:spcBef>
                <a:spcPts val="600"/>
              </a:spcBef>
              <a:spcAft>
                <a:spcPts val="0"/>
              </a:spcAft>
              <a:buSzPts val="1400"/>
              <a:buChar char="­"/>
              <a:defRPr sz="1400"/>
            </a:lvl4pPr>
            <a:lvl5pPr marL="2286000" lvl="4" indent="-406400" algn="l">
              <a:lnSpc>
                <a:spcPct val="100000"/>
              </a:lnSpc>
              <a:spcBef>
                <a:spcPts val="600"/>
              </a:spcBef>
              <a:spcAft>
                <a:spcPts val="0"/>
              </a:spcAft>
              <a:buClr>
                <a:schemeClr val="dk1"/>
              </a:buClr>
              <a:buSzPts val="2800"/>
              <a:buChar char="­"/>
              <a:defRPr sz="2800"/>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195" name="Google Shape;195;p30"/>
          <p:cNvSpPr txBox="1">
            <a:spLocks noGrp="1"/>
          </p:cNvSpPr>
          <p:nvPr>
            <p:ph type="dt" idx="10"/>
          </p:nvPr>
        </p:nvSpPr>
        <p:spPr>
          <a:xfrm>
            <a:off x="4994275" y="6458833"/>
            <a:ext cx="2203450" cy="184666"/>
          </a:xfrm>
          <a:prstGeom prst="rect">
            <a:avLst/>
          </a:prstGeom>
          <a:noFill/>
          <a:ln>
            <a:noFill/>
          </a:ln>
        </p:spPr>
        <p:txBody>
          <a:bodyPr spcFirstLastPara="1" wrap="square" lIns="0" tIns="0" rIns="0" bIns="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6" name="Google Shape;196;p30"/>
          <p:cNvSpPr txBox="1">
            <a:spLocks noGrp="1"/>
          </p:cNvSpPr>
          <p:nvPr>
            <p:ph type="ftr" idx="11"/>
          </p:nvPr>
        </p:nvSpPr>
        <p:spPr>
          <a:xfrm>
            <a:off x="685800" y="6458833"/>
            <a:ext cx="4114800" cy="184666"/>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7" name="Google Shape;197;p30"/>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98" name="Google Shape;198;p30"/>
          <p:cNvSpPr txBox="1">
            <a:spLocks noGrp="1"/>
          </p:cNvSpPr>
          <p:nvPr>
            <p:ph type="subTitle" idx="4"/>
          </p:nvPr>
        </p:nvSpPr>
        <p:spPr>
          <a:xfrm>
            <a:off x="685800" y="884904"/>
            <a:ext cx="10820399" cy="472664"/>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280"/>
              <a:buNone/>
              <a:defRPr sz="1600">
                <a:solidFill>
                  <a:srgbClr val="7F7F7F"/>
                </a:solidFill>
              </a:defRPr>
            </a:lvl1pPr>
            <a:lvl2pPr lvl="1" algn="ctr">
              <a:lnSpc>
                <a:spcPct val="90000"/>
              </a:lnSpc>
              <a:spcBef>
                <a:spcPts val="0"/>
              </a:spcBef>
              <a:spcAft>
                <a:spcPts val="0"/>
              </a:spcAft>
              <a:buSzPts val="1600"/>
              <a:buNone/>
              <a:defRPr sz="2000"/>
            </a:lvl2pPr>
            <a:lvl3pPr lvl="2" algn="ctr">
              <a:lnSpc>
                <a:spcPct val="100000"/>
              </a:lnSpc>
              <a:spcBef>
                <a:spcPts val="600"/>
              </a:spcBef>
              <a:spcAft>
                <a:spcPts val="0"/>
              </a:spcAft>
              <a:buClr>
                <a:schemeClr val="dk1"/>
              </a:buClr>
              <a:buSzPts val="1620"/>
              <a:buNone/>
              <a:defRPr sz="1800"/>
            </a:lvl3pPr>
            <a:lvl4pPr lvl="3" algn="ctr">
              <a:lnSpc>
                <a:spcPct val="100000"/>
              </a:lnSpc>
              <a:spcBef>
                <a:spcPts val="600"/>
              </a:spcBef>
              <a:spcAft>
                <a:spcPts val="0"/>
              </a:spcAft>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100000"/>
              </a:lnSpc>
              <a:spcBef>
                <a:spcPts val="60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a:endParaRPr/>
          </a:p>
        </p:txBody>
      </p:sp>
      <p:sp>
        <p:nvSpPr>
          <p:cNvPr id="199" name="Google Shape;199;p30"/>
          <p:cNvSpPr txBox="1">
            <a:spLocks noGrp="1"/>
          </p:cNvSpPr>
          <p:nvPr>
            <p:ph type="title"/>
          </p:nvPr>
        </p:nvSpPr>
        <p:spPr>
          <a:xfrm>
            <a:off x="685800" y="457200"/>
            <a:ext cx="10820400" cy="41148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800"/>
              <a:buChar cha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0" name="Google Shape;200;p30"/>
          <p:cNvSpPr txBox="1">
            <a:spLocks noGrp="1"/>
          </p:cNvSpPr>
          <p:nvPr>
            <p:ph type="body" idx="5"/>
          </p:nvPr>
        </p:nvSpPr>
        <p:spPr>
          <a:xfrm>
            <a:off x="9055097" y="1930400"/>
            <a:ext cx="2446869" cy="3962400"/>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800"/>
            </a:lvl1pPr>
            <a:lvl2pPr marL="914400" lvl="1" indent="-320040" algn="l">
              <a:lnSpc>
                <a:spcPct val="100000"/>
              </a:lnSpc>
              <a:spcBef>
                <a:spcPts val="600"/>
              </a:spcBef>
              <a:spcAft>
                <a:spcPts val="0"/>
              </a:spcAft>
              <a:buSzPts val="1440"/>
              <a:buChar char="•"/>
              <a:defRPr sz="1800"/>
            </a:lvl2pPr>
            <a:lvl3pPr marL="1371600" lvl="2" indent="-308610" algn="l">
              <a:lnSpc>
                <a:spcPct val="100000"/>
              </a:lnSpc>
              <a:spcBef>
                <a:spcPts val="600"/>
              </a:spcBef>
              <a:spcAft>
                <a:spcPts val="0"/>
              </a:spcAft>
              <a:buClr>
                <a:schemeClr val="dk1"/>
              </a:buClr>
              <a:buSzPts val="1260"/>
              <a:buChar char="•"/>
              <a:defRPr sz="1400"/>
            </a:lvl3pPr>
            <a:lvl4pPr marL="1828800" lvl="3" indent="-317500" algn="l">
              <a:lnSpc>
                <a:spcPct val="100000"/>
              </a:lnSpc>
              <a:spcBef>
                <a:spcPts val="600"/>
              </a:spcBef>
              <a:spcAft>
                <a:spcPts val="0"/>
              </a:spcAft>
              <a:buSzPts val="1400"/>
              <a:buChar char="­"/>
              <a:defRPr sz="1400"/>
            </a:lvl4pPr>
            <a:lvl5pPr marL="2286000" lvl="4" indent="-406400" algn="l">
              <a:lnSpc>
                <a:spcPct val="100000"/>
              </a:lnSpc>
              <a:spcBef>
                <a:spcPts val="600"/>
              </a:spcBef>
              <a:spcAft>
                <a:spcPts val="0"/>
              </a:spcAft>
              <a:buClr>
                <a:schemeClr val="dk1"/>
              </a:buClr>
              <a:buSzPts val="2800"/>
              <a:buChar char="­"/>
              <a:defRPr sz="2800"/>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201" name="Google Shape;201;p30"/>
          <p:cNvSpPr/>
          <p:nvPr/>
        </p:nvSpPr>
        <p:spPr>
          <a:xfrm>
            <a:off x="0" y="0"/>
            <a:ext cx="86627" cy="6858000"/>
          </a:xfrm>
          <a:prstGeom prst="rect">
            <a:avLst/>
          </a:prstGeom>
          <a:solidFill>
            <a:srgbClr val="FC66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2"/>
        <p:cNvGrpSpPr/>
        <p:nvPr/>
      </p:nvGrpSpPr>
      <p:grpSpPr>
        <a:xfrm>
          <a:off x="0" y="0"/>
          <a:ext cx="0" cy="0"/>
          <a:chOff x="0" y="0"/>
          <a:chExt cx="0" cy="0"/>
        </a:xfrm>
      </p:grpSpPr>
      <p:sp>
        <p:nvSpPr>
          <p:cNvPr id="203" name="Google Shape;203;p31"/>
          <p:cNvSpPr txBox="1">
            <a:spLocks noGrp="1"/>
          </p:cNvSpPr>
          <p:nvPr>
            <p:ph type="dt" idx="10"/>
          </p:nvPr>
        </p:nvSpPr>
        <p:spPr>
          <a:xfrm>
            <a:off x="4994275" y="6458833"/>
            <a:ext cx="2203450" cy="184666"/>
          </a:xfrm>
          <a:prstGeom prst="rect">
            <a:avLst/>
          </a:prstGeom>
          <a:noFill/>
          <a:ln>
            <a:noFill/>
          </a:ln>
        </p:spPr>
        <p:txBody>
          <a:bodyPr spcFirstLastPara="1" wrap="square" lIns="0" tIns="0" rIns="0" bIns="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4" name="Google Shape;204;p31"/>
          <p:cNvSpPr txBox="1">
            <a:spLocks noGrp="1"/>
          </p:cNvSpPr>
          <p:nvPr>
            <p:ph type="ftr" idx="11"/>
          </p:nvPr>
        </p:nvSpPr>
        <p:spPr>
          <a:xfrm>
            <a:off x="685800" y="6458833"/>
            <a:ext cx="4114800" cy="184666"/>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5" name="Google Shape;205;p31"/>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6" name="Google Shape;206;p31"/>
          <p:cNvSpPr/>
          <p:nvPr/>
        </p:nvSpPr>
        <p:spPr>
          <a:xfrm>
            <a:off x="0" y="0"/>
            <a:ext cx="86627" cy="6858000"/>
          </a:xfrm>
          <a:prstGeom prst="rect">
            <a:avLst/>
          </a:prstGeom>
          <a:solidFill>
            <a:srgbClr val="FC66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Full Image">
  <p:cSld name="Full Image">
    <p:spTree>
      <p:nvGrpSpPr>
        <p:cNvPr id="1" name="Shape 207"/>
        <p:cNvGrpSpPr/>
        <p:nvPr/>
      </p:nvGrpSpPr>
      <p:grpSpPr>
        <a:xfrm>
          <a:off x="0" y="0"/>
          <a:ext cx="0" cy="0"/>
          <a:chOff x="0" y="0"/>
          <a:chExt cx="0" cy="0"/>
        </a:xfrm>
      </p:grpSpPr>
      <p:sp>
        <p:nvSpPr>
          <p:cNvPr id="208" name="Google Shape;208;p32"/>
          <p:cNvSpPr>
            <a:spLocks noGrp="1"/>
          </p:cNvSpPr>
          <p:nvPr>
            <p:ph type="pic" idx="2"/>
          </p:nvPr>
        </p:nvSpPr>
        <p:spPr>
          <a:xfrm>
            <a:off x="0" y="0"/>
            <a:ext cx="12192000" cy="6858000"/>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Quote - Blue">
  <p:cSld name="Quote - Blue">
    <p:spTree>
      <p:nvGrpSpPr>
        <p:cNvPr id="1" name="Shape 209"/>
        <p:cNvGrpSpPr/>
        <p:nvPr/>
      </p:nvGrpSpPr>
      <p:grpSpPr>
        <a:xfrm>
          <a:off x="0" y="0"/>
          <a:ext cx="0" cy="0"/>
          <a:chOff x="0" y="0"/>
          <a:chExt cx="0" cy="0"/>
        </a:xfrm>
      </p:grpSpPr>
      <p:pic>
        <p:nvPicPr>
          <p:cNvPr id="210" name="Google Shape;210;p33"/>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11" name="Google Shape;211;p33"/>
          <p:cNvSpPr txBox="1">
            <a:spLocks noGrp="1"/>
          </p:cNvSpPr>
          <p:nvPr>
            <p:ph type="title"/>
          </p:nvPr>
        </p:nvSpPr>
        <p:spPr>
          <a:xfrm>
            <a:off x="1150938" y="1993889"/>
            <a:ext cx="9890125" cy="2870223"/>
          </a:xfrm>
          <a:prstGeom prst="rect">
            <a:avLst/>
          </a:prstGeom>
          <a:noFill/>
          <a:ln>
            <a:noFill/>
          </a:ln>
        </p:spPr>
        <p:txBody>
          <a:bodyPr spcFirstLastPara="1" wrap="square" lIns="0" tIns="0" rIns="0" bIns="0" anchor="ctr" anchorCtr="0">
            <a:normAutofit/>
          </a:bodyPr>
          <a:lstStyle>
            <a:lvl1pPr lvl="0" algn="ctr">
              <a:lnSpc>
                <a:spcPct val="100000"/>
              </a:lnSpc>
              <a:spcBef>
                <a:spcPts val="0"/>
              </a:spcBef>
              <a:spcAft>
                <a:spcPts val="0"/>
              </a:spcAft>
              <a:buClr>
                <a:schemeClr val="lt1"/>
              </a:buClr>
              <a:buSzPts val="3200"/>
              <a:buChar char="​"/>
              <a:defRPr sz="3200" b="0" i="1">
                <a:solidFill>
                  <a:schemeClr val="lt1"/>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12" name="Google Shape;212;p33"/>
          <p:cNvCxnSpPr/>
          <p:nvPr/>
        </p:nvCxnSpPr>
        <p:spPr>
          <a:xfrm>
            <a:off x="5531970" y="5031174"/>
            <a:ext cx="1128060" cy="0"/>
          </a:xfrm>
          <a:prstGeom prst="straightConnector1">
            <a:avLst/>
          </a:prstGeom>
          <a:noFill/>
          <a:ln w="19050" cap="rnd" cmpd="sng">
            <a:solidFill>
              <a:schemeClr val="lt1"/>
            </a:solidFill>
            <a:prstDash val="dot"/>
            <a:miter lim="800000"/>
            <a:headEnd type="none" w="sm" len="sm"/>
            <a:tailEnd type="none" w="sm" len="sm"/>
          </a:ln>
        </p:spPr>
      </p:cxnSp>
      <p:sp>
        <p:nvSpPr>
          <p:cNvPr id="213" name="Google Shape;213;p33"/>
          <p:cNvSpPr txBox="1">
            <a:spLocks noGrp="1"/>
          </p:cNvSpPr>
          <p:nvPr>
            <p:ph type="body" idx="1"/>
          </p:nvPr>
        </p:nvSpPr>
        <p:spPr>
          <a:xfrm>
            <a:off x="1236592" y="5300134"/>
            <a:ext cx="9718817" cy="276999"/>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SzPts val="1440"/>
              <a:buNone/>
              <a:defRPr sz="1800" b="1" cap="none">
                <a:solidFill>
                  <a:schemeClr val="lt1"/>
                </a:solidFill>
              </a:defRPr>
            </a:lvl1pPr>
            <a:lvl2pPr marL="914400" lvl="1" indent="-228600" algn="ctr">
              <a:lnSpc>
                <a:spcPct val="90000"/>
              </a:lnSpc>
              <a:spcBef>
                <a:spcPts val="600"/>
              </a:spcBef>
              <a:spcAft>
                <a:spcPts val="0"/>
              </a:spcAft>
              <a:buSzPts val="1440"/>
              <a:buNone/>
              <a:defRPr>
                <a:solidFill>
                  <a:schemeClr val="lt1"/>
                </a:solidFill>
              </a:defRPr>
            </a:lvl2pPr>
            <a:lvl3pPr marL="1371600" lvl="2" indent="-228600" algn="ctr">
              <a:lnSpc>
                <a:spcPct val="100000"/>
              </a:lnSpc>
              <a:spcBef>
                <a:spcPts val="600"/>
              </a:spcBef>
              <a:spcAft>
                <a:spcPts val="0"/>
              </a:spcAft>
              <a:buClr>
                <a:schemeClr val="lt1"/>
              </a:buClr>
              <a:buSzPts val="1440"/>
              <a:buNone/>
              <a:defRPr>
                <a:solidFill>
                  <a:schemeClr val="lt1"/>
                </a:solidFill>
              </a:defRPr>
            </a:lvl3pPr>
            <a:lvl4pPr marL="1828800" lvl="3" indent="-228600" algn="ctr">
              <a:lnSpc>
                <a:spcPct val="100000"/>
              </a:lnSpc>
              <a:spcBef>
                <a:spcPts val="600"/>
              </a:spcBef>
              <a:spcAft>
                <a:spcPts val="0"/>
              </a:spcAft>
              <a:buSzPts val="1400"/>
              <a:buNone/>
              <a:defRPr>
                <a:solidFill>
                  <a:schemeClr val="lt1"/>
                </a:solidFill>
              </a:defRPr>
            </a:lvl4pPr>
            <a:lvl5pPr marL="2286000" lvl="4" indent="-228600" algn="ctr">
              <a:lnSpc>
                <a:spcPct val="100000"/>
              </a:lnSpc>
              <a:spcBef>
                <a:spcPts val="600"/>
              </a:spcBef>
              <a:spcAft>
                <a:spcPts val="0"/>
              </a:spcAft>
              <a:buClr>
                <a:schemeClr val="lt1"/>
              </a:buClr>
              <a:buSzPts val="1100"/>
              <a:buNone/>
              <a:defRPr>
                <a:solidFill>
                  <a:schemeClr val="lt1"/>
                </a:solidFill>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214" name="Google Shape;214;p33"/>
          <p:cNvSpPr txBox="1">
            <a:spLocks noGrp="1"/>
          </p:cNvSpPr>
          <p:nvPr>
            <p:ph type="body" idx="2"/>
          </p:nvPr>
        </p:nvSpPr>
        <p:spPr>
          <a:xfrm>
            <a:off x="1236592" y="5671608"/>
            <a:ext cx="9718817" cy="246221"/>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SzPts val="1280"/>
              <a:buNone/>
              <a:defRPr sz="1600" cap="none">
                <a:solidFill>
                  <a:schemeClr val="lt1"/>
                </a:solidFill>
              </a:defRPr>
            </a:lvl1pPr>
            <a:lvl2pPr marL="914400" lvl="1" indent="-228600" algn="ctr">
              <a:lnSpc>
                <a:spcPct val="90000"/>
              </a:lnSpc>
              <a:spcBef>
                <a:spcPts val="600"/>
              </a:spcBef>
              <a:spcAft>
                <a:spcPts val="0"/>
              </a:spcAft>
              <a:buSzPts val="1440"/>
              <a:buNone/>
              <a:defRPr>
                <a:solidFill>
                  <a:schemeClr val="lt1"/>
                </a:solidFill>
              </a:defRPr>
            </a:lvl2pPr>
            <a:lvl3pPr marL="1371600" lvl="2" indent="-228600" algn="ctr">
              <a:lnSpc>
                <a:spcPct val="100000"/>
              </a:lnSpc>
              <a:spcBef>
                <a:spcPts val="600"/>
              </a:spcBef>
              <a:spcAft>
                <a:spcPts val="0"/>
              </a:spcAft>
              <a:buClr>
                <a:schemeClr val="lt1"/>
              </a:buClr>
              <a:buSzPts val="1440"/>
              <a:buNone/>
              <a:defRPr>
                <a:solidFill>
                  <a:schemeClr val="lt1"/>
                </a:solidFill>
              </a:defRPr>
            </a:lvl3pPr>
            <a:lvl4pPr marL="1828800" lvl="3" indent="-228600" algn="ctr">
              <a:lnSpc>
                <a:spcPct val="100000"/>
              </a:lnSpc>
              <a:spcBef>
                <a:spcPts val="600"/>
              </a:spcBef>
              <a:spcAft>
                <a:spcPts val="0"/>
              </a:spcAft>
              <a:buSzPts val="1400"/>
              <a:buNone/>
              <a:defRPr>
                <a:solidFill>
                  <a:schemeClr val="lt1"/>
                </a:solidFill>
              </a:defRPr>
            </a:lvl4pPr>
            <a:lvl5pPr marL="2286000" lvl="4" indent="-228600" algn="ctr">
              <a:lnSpc>
                <a:spcPct val="100000"/>
              </a:lnSpc>
              <a:spcBef>
                <a:spcPts val="600"/>
              </a:spcBef>
              <a:spcAft>
                <a:spcPts val="0"/>
              </a:spcAft>
              <a:buClr>
                <a:schemeClr val="lt1"/>
              </a:buClr>
              <a:buSzPts val="1100"/>
              <a:buNone/>
              <a:defRPr>
                <a:solidFill>
                  <a:schemeClr val="lt1"/>
                </a:solidFill>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grpSp>
        <p:nvGrpSpPr>
          <p:cNvPr id="215" name="Google Shape;215;p33"/>
          <p:cNvGrpSpPr/>
          <p:nvPr/>
        </p:nvGrpSpPr>
        <p:grpSpPr>
          <a:xfrm>
            <a:off x="5714082" y="533991"/>
            <a:ext cx="763836" cy="763836"/>
            <a:chOff x="5669280" y="401053"/>
            <a:chExt cx="853440" cy="853440"/>
          </a:xfrm>
        </p:grpSpPr>
        <p:sp>
          <p:nvSpPr>
            <p:cNvPr id="216" name="Google Shape;216;p33"/>
            <p:cNvSpPr/>
            <p:nvPr/>
          </p:nvSpPr>
          <p:spPr>
            <a:xfrm>
              <a:off x="5669280" y="401053"/>
              <a:ext cx="853440" cy="853440"/>
            </a:xfrm>
            <a:prstGeom prst="ellipse">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9600"/>
                <a:buFont typeface="Avenir"/>
                <a:buNone/>
              </a:pPr>
              <a:endParaRPr sz="9600" b="0" i="0" u="none" strike="noStrike" cap="none">
                <a:solidFill>
                  <a:srgbClr val="FC661E"/>
                </a:solidFill>
                <a:latin typeface="Avenir"/>
                <a:ea typeface="Avenir"/>
                <a:cs typeface="Avenir"/>
                <a:sym typeface="Avenir"/>
              </a:endParaRPr>
            </a:p>
          </p:txBody>
        </p:sp>
        <p:grpSp>
          <p:nvGrpSpPr>
            <p:cNvPr id="217" name="Google Shape;217;p33"/>
            <p:cNvGrpSpPr/>
            <p:nvPr/>
          </p:nvGrpSpPr>
          <p:grpSpPr>
            <a:xfrm>
              <a:off x="5862020" y="653991"/>
              <a:ext cx="445500" cy="327825"/>
              <a:chOff x="8452089" y="664544"/>
              <a:chExt cx="652256" cy="479970"/>
            </a:xfrm>
          </p:grpSpPr>
          <p:sp>
            <p:nvSpPr>
              <p:cNvPr id="218" name="Google Shape;218;p33"/>
              <p:cNvSpPr/>
              <p:nvPr/>
            </p:nvSpPr>
            <p:spPr>
              <a:xfrm>
                <a:off x="8452089" y="664544"/>
                <a:ext cx="282774" cy="479041"/>
              </a:xfrm>
              <a:custGeom>
                <a:avLst/>
                <a:gdLst/>
                <a:ahLst/>
                <a:cxnLst/>
                <a:rect l="l" t="t" r="r" b="b"/>
                <a:pathLst>
                  <a:path w="282774" h="479041" extrusionOk="0">
                    <a:moveTo>
                      <a:pt x="240916" y="0"/>
                    </a:moveTo>
                    <a:lnTo>
                      <a:pt x="240916" y="38137"/>
                    </a:lnTo>
                    <a:cubicBezTo>
                      <a:pt x="186346" y="66663"/>
                      <a:pt x="147278" y="96428"/>
                      <a:pt x="123714" y="127434"/>
                    </a:cubicBezTo>
                    <a:cubicBezTo>
                      <a:pt x="100149" y="158440"/>
                      <a:pt x="88367" y="192237"/>
                      <a:pt x="88367" y="228823"/>
                    </a:cubicBezTo>
                    <a:cubicBezTo>
                      <a:pt x="88367" y="250528"/>
                      <a:pt x="91468" y="265410"/>
                      <a:pt x="97669" y="273472"/>
                    </a:cubicBezTo>
                    <a:cubicBezTo>
                      <a:pt x="103250" y="282154"/>
                      <a:pt x="110071" y="286494"/>
                      <a:pt x="118133" y="286494"/>
                    </a:cubicBezTo>
                    <a:cubicBezTo>
                      <a:pt x="126194" y="286494"/>
                      <a:pt x="137046" y="284169"/>
                      <a:pt x="150689" y="279518"/>
                    </a:cubicBezTo>
                    <a:cubicBezTo>
                      <a:pt x="164331" y="274867"/>
                      <a:pt x="176734" y="272542"/>
                      <a:pt x="187896" y="272542"/>
                    </a:cubicBezTo>
                    <a:cubicBezTo>
                      <a:pt x="213321" y="272542"/>
                      <a:pt x="235490" y="281998"/>
                      <a:pt x="254403" y="300912"/>
                    </a:cubicBezTo>
                    <a:cubicBezTo>
                      <a:pt x="273317" y="319826"/>
                      <a:pt x="282774" y="342925"/>
                      <a:pt x="282774" y="370210"/>
                    </a:cubicBezTo>
                    <a:cubicBezTo>
                      <a:pt x="282774" y="399976"/>
                      <a:pt x="271302" y="425556"/>
                      <a:pt x="248357" y="446950"/>
                    </a:cubicBezTo>
                    <a:cubicBezTo>
                      <a:pt x="225413" y="468344"/>
                      <a:pt x="196887" y="479041"/>
                      <a:pt x="162781" y="479041"/>
                    </a:cubicBezTo>
                    <a:cubicBezTo>
                      <a:pt x="121233" y="479041"/>
                      <a:pt x="83716" y="461057"/>
                      <a:pt x="50230" y="425091"/>
                    </a:cubicBezTo>
                    <a:cubicBezTo>
                      <a:pt x="16743" y="389124"/>
                      <a:pt x="0" y="344785"/>
                      <a:pt x="0" y="292075"/>
                    </a:cubicBezTo>
                    <a:cubicBezTo>
                      <a:pt x="0" y="230064"/>
                      <a:pt x="20619" y="172238"/>
                      <a:pt x="61857" y="118598"/>
                    </a:cubicBezTo>
                    <a:cubicBezTo>
                      <a:pt x="103095" y="64958"/>
                      <a:pt x="162781" y="25425"/>
                      <a:pt x="240916" y="0"/>
                    </a:cubicBezTo>
                    <a:close/>
                  </a:path>
                </a:pathLst>
              </a:custGeom>
              <a:solidFill>
                <a:srgbClr val="FC661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venir"/>
                  <a:buNone/>
                </a:pPr>
                <a:endParaRPr sz="1800" b="0" i="0" u="none" strike="noStrike" cap="none">
                  <a:solidFill>
                    <a:srgbClr val="FFFFFF"/>
                  </a:solidFill>
                  <a:latin typeface="Avenir"/>
                  <a:ea typeface="Avenir"/>
                  <a:cs typeface="Avenir"/>
                  <a:sym typeface="Avenir"/>
                </a:endParaRPr>
              </a:p>
            </p:txBody>
          </p:sp>
          <p:sp>
            <p:nvSpPr>
              <p:cNvPr id="219" name="Google Shape;219;p33"/>
              <p:cNvSpPr/>
              <p:nvPr/>
            </p:nvSpPr>
            <p:spPr>
              <a:xfrm>
                <a:off x="8820641" y="667334"/>
                <a:ext cx="283704" cy="477180"/>
              </a:xfrm>
              <a:custGeom>
                <a:avLst/>
                <a:gdLst/>
                <a:ahLst/>
                <a:cxnLst/>
                <a:rect l="l" t="t" r="r" b="b"/>
                <a:pathLst>
                  <a:path w="283704" h="477180" extrusionOk="0">
                    <a:moveTo>
                      <a:pt x="239056" y="0"/>
                    </a:moveTo>
                    <a:lnTo>
                      <a:pt x="239056" y="35346"/>
                    </a:lnTo>
                    <a:cubicBezTo>
                      <a:pt x="176424" y="71313"/>
                      <a:pt x="135186" y="103559"/>
                      <a:pt x="115342" y="132085"/>
                    </a:cubicBezTo>
                    <a:cubicBezTo>
                      <a:pt x="95499" y="160610"/>
                      <a:pt x="85577" y="194096"/>
                      <a:pt x="85577" y="232544"/>
                    </a:cubicBezTo>
                    <a:cubicBezTo>
                      <a:pt x="85577" y="249907"/>
                      <a:pt x="88987" y="262929"/>
                      <a:pt x="95809" y="271611"/>
                    </a:cubicBezTo>
                    <a:cubicBezTo>
                      <a:pt x="102630" y="280293"/>
                      <a:pt x="109761" y="284634"/>
                      <a:pt x="117203" y="284634"/>
                    </a:cubicBezTo>
                    <a:cubicBezTo>
                      <a:pt x="124024" y="284634"/>
                      <a:pt x="134256" y="282153"/>
                      <a:pt x="147898" y="277192"/>
                    </a:cubicBezTo>
                    <a:cubicBezTo>
                      <a:pt x="161541" y="272231"/>
                      <a:pt x="175183" y="269751"/>
                      <a:pt x="188826" y="269751"/>
                    </a:cubicBezTo>
                    <a:cubicBezTo>
                      <a:pt x="214251" y="269751"/>
                      <a:pt x="236420" y="278897"/>
                      <a:pt x="255334" y="297191"/>
                    </a:cubicBezTo>
                    <a:cubicBezTo>
                      <a:pt x="274247" y="315484"/>
                      <a:pt x="283704" y="337964"/>
                      <a:pt x="283704" y="364629"/>
                    </a:cubicBezTo>
                    <a:cubicBezTo>
                      <a:pt x="283704" y="395015"/>
                      <a:pt x="271767" y="421369"/>
                      <a:pt x="247892" y="443694"/>
                    </a:cubicBezTo>
                    <a:cubicBezTo>
                      <a:pt x="224018" y="466018"/>
                      <a:pt x="194717" y="477180"/>
                      <a:pt x="159991" y="477180"/>
                    </a:cubicBezTo>
                    <a:cubicBezTo>
                      <a:pt x="119063" y="477180"/>
                      <a:pt x="82166" y="459507"/>
                      <a:pt x="49300" y="424160"/>
                    </a:cubicBezTo>
                    <a:cubicBezTo>
                      <a:pt x="16434" y="388813"/>
                      <a:pt x="0" y="344785"/>
                      <a:pt x="0" y="292075"/>
                    </a:cubicBezTo>
                    <a:cubicBezTo>
                      <a:pt x="0" y="226963"/>
                      <a:pt x="20774" y="167586"/>
                      <a:pt x="62322" y="113946"/>
                    </a:cubicBezTo>
                    <a:cubicBezTo>
                      <a:pt x="103870" y="60306"/>
                      <a:pt x="162781" y="22324"/>
                      <a:pt x="239056" y="0"/>
                    </a:cubicBezTo>
                    <a:close/>
                  </a:path>
                </a:pathLst>
              </a:custGeom>
              <a:solidFill>
                <a:srgbClr val="FC661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venir"/>
                  <a:buNone/>
                </a:pPr>
                <a:endParaRPr sz="1800" b="0" i="0" u="none" strike="noStrike" cap="none">
                  <a:solidFill>
                    <a:srgbClr val="FFFFFF"/>
                  </a:solidFill>
                  <a:latin typeface="Avenir"/>
                  <a:ea typeface="Avenir"/>
                  <a:cs typeface="Avenir"/>
                  <a:sym typeface="Avenir"/>
                </a:endParaRPr>
              </a:p>
            </p:txBody>
          </p:sp>
        </p:gr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Quote - Light Gray">
  <p:cSld name="Quote - Light Gray">
    <p:spTree>
      <p:nvGrpSpPr>
        <p:cNvPr id="1" name="Shape 220"/>
        <p:cNvGrpSpPr/>
        <p:nvPr/>
      </p:nvGrpSpPr>
      <p:grpSpPr>
        <a:xfrm>
          <a:off x="0" y="0"/>
          <a:ext cx="0" cy="0"/>
          <a:chOff x="0" y="0"/>
          <a:chExt cx="0" cy="0"/>
        </a:xfrm>
      </p:grpSpPr>
      <p:pic>
        <p:nvPicPr>
          <p:cNvPr id="221" name="Google Shape;221;p34"/>
          <p:cNvPicPr preferRelativeResize="0"/>
          <p:nvPr/>
        </p:nvPicPr>
        <p:blipFill rotWithShape="1">
          <a:blip r:embed="rId2">
            <a:alphaModFix/>
          </a:blip>
          <a:srcRect/>
          <a:stretch/>
        </p:blipFill>
        <p:spPr>
          <a:xfrm>
            <a:off x="3048" y="1714"/>
            <a:ext cx="12188952" cy="6856286"/>
          </a:xfrm>
          <a:prstGeom prst="rect">
            <a:avLst/>
          </a:prstGeom>
          <a:noFill/>
          <a:ln>
            <a:noFill/>
          </a:ln>
        </p:spPr>
      </p:pic>
      <p:sp>
        <p:nvSpPr>
          <p:cNvPr id="222" name="Google Shape;222;p34"/>
          <p:cNvSpPr txBox="1">
            <a:spLocks noGrp="1"/>
          </p:cNvSpPr>
          <p:nvPr>
            <p:ph type="title"/>
          </p:nvPr>
        </p:nvSpPr>
        <p:spPr>
          <a:xfrm>
            <a:off x="1150938" y="1993889"/>
            <a:ext cx="9890125" cy="2870223"/>
          </a:xfrm>
          <a:prstGeom prst="rect">
            <a:avLst/>
          </a:prstGeom>
          <a:noFill/>
          <a:ln>
            <a:noFill/>
          </a:ln>
        </p:spPr>
        <p:txBody>
          <a:bodyPr spcFirstLastPara="1" wrap="square" lIns="0" tIns="0" rIns="0" bIns="0" anchor="ctr" anchorCtr="0">
            <a:normAutofit/>
          </a:bodyPr>
          <a:lstStyle>
            <a:lvl1pPr lvl="0" algn="ctr">
              <a:lnSpc>
                <a:spcPct val="100000"/>
              </a:lnSpc>
              <a:spcBef>
                <a:spcPts val="0"/>
              </a:spcBef>
              <a:spcAft>
                <a:spcPts val="0"/>
              </a:spcAft>
              <a:buClr>
                <a:schemeClr val="dk1"/>
              </a:buClr>
              <a:buSzPts val="3200"/>
              <a:buChar char="​"/>
              <a:defRPr sz="3200" b="0" i="1">
                <a:solidFill>
                  <a:schemeClr val="dk1"/>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23" name="Google Shape;223;p34"/>
          <p:cNvCxnSpPr/>
          <p:nvPr/>
        </p:nvCxnSpPr>
        <p:spPr>
          <a:xfrm>
            <a:off x="5531970" y="5031174"/>
            <a:ext cx="1128060" cy="0"/>
          </a:xfrm>
          <a:prstGeom prst="straightConnector1">
            <a:avLst/>
          </a:prstGeom>
          <a:noFill/>
          <a:ln w="19050" cap="rnd" cmpd="sng">
            <a:solidFill>
              <a:srgbClr val="7F7F7F"/>
            </a:solidFill>
            <a:prstDash val="dot"/>
            <a:miter lim="800000"/>
            <a:headEnd type="none" w="sm" len="sm"/>
            <a:tailEnd type="none" w="sm" len="sm"/>
          </a:ln>
        </p:spPr>
      </p:cxnSp>
      <p:sp>
        <p:nvSpPr>
          <p:cNvPr id="224" name="Google Shape;224;p34"/>
          <p:cNvSpPr txBox="1">
            <a:spLocks noGrp="1"/>
          </p:cNvSpPr>
          <p:nvPr>
            <p:ph type="body" idx="1"/>
          </p:nvPr>
        </p:nvSpPr>
        <p:spPr>
          <a:xfrm>
            <a:off x="1236592" y="5300134"/>
            <a:ext cx="9718817" cy="276999"/>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SzPts val="1440"/>
              <a:buNone/>
              <a:defRPr sz="1800" b="0" cap="none">
                <a:solidFill>
                  <a:schemeClr val="dk1"/>
                </a:solidFill>
                <a:latin typeface="Avenir"/>
                <a:ea typeface="Avenir"/>
                <a:cs typeface="Avenir"/>
                <a:sym typeface="Avenir"/>
              </a:defRPr>
            </a:lvl1pPr>
            <a:lvl2pPr marL="914400" lvl="1" indent="-228600" algn="ctr">
              <a:lnSpc>
                <a:spcPct val="90000"/>
              </a:lnSpc>
              <a:spcBef>
                <a:spcPts val="600"/>
              </a:spcBef>
              <a:spcAft>
                <a:spcPts val="0"/>
              </a:spcAft>
              <a:buSzPts val="1440"/>
              <a:buNone/>
              <a:defRPr>
                <a:solidFill>
                  <a:schemeClr val="lt1"/>
                </a:solidFill>
              </a:defRPr>
            </a:lvl2pPr>
            <a:lvl3pPr marL="1371600" lvl="2" indent="-228600" algn="ctr">
              <a:lnSpc>
                <a:spcPct val="100000"/>
              </a:lnSpc>
              <a:spcBef>
                <a:spcPts val="600"/>
              </a:spcBef>
              <a:spcAft>
                <a:spcPts val="0"/>
              </a:spcAft>
              <a:buClr>
                <a:schemeClr val="lt1"/>
              </a:buClr>
              <a:buSzPts val="1440"/>
              <a:buNone/>
              <a:defRPr>
                <a:solidFill>
                  <a:schemeClr val="lt1"/>
                </a:solidFill>
              </a:defRPr>
            </a:lvl3pPr>
            <a:lvl4pPr marL="1828800" lvl="3" indent="-228600" algn="ctr">
              <a:lnSpc>
                <a:spcPct val="100000"/>
              </a:lnSpc>
              <a:spcBef>
                <a:spcPts val="600"/>
              </a:spcBef>
              <a:spcAft>
                <a:spcPts val="0"/>
              </a:spcAft>
              <a:buSzPts val="1400"/>
              <a:buNone/>
              <a:defRPr>
                <a:solidFill>
                  <a:schemeClr val="lt1"/>
                </a:solidFill>
              </a:defRPr>
            </a:lvl4pPr>
            <a:lvl5pPr marL="2286000" lvl="4" indent="-228600" algn="ctr">
              <a:lnSpc>
                <a:spcPct val="100000"/>
              </a:lnSpc>
              <a:spcBef>
                <a:spcPts val="600"/>
              </a:spcBef>
              <a:spcAft>
                <a:spcPts val="0"/>
              </a:spcAft>
              <a:buClr>
                <a:schemeClr val="lt1"/>
              </a:buClr>
              <a:buSzPts val="1100"/>
              <a:buNone/>
              <a:defRPr>
                <a:solidFill>
                  <a:schemeClr val="lt1"/>
                </a:solidFill>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225" name="Google Shape;225;p34"/>
          <p:cNvSpPr txBox="1">
            <a:spLocks noGrp="1"/>
          </p:cNvSpPr>
          <p:nvPr>
            <p:ph type="body" idx="2"/>
          </p:nvPr>
        </p:nvSpPr>
        <p:spPr>
          <a:xfrm>
            <a:off x="1236592" y="5671608"/>
            <a:ext cx="9718817" cy="246221"/>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SzPts val="1280"/>
              <a:buNone/>
              <a:defRPr sz="1600" cap="none">
                <a:solidFill>
                  <a:srgbClr val="FC661E"/>
                </a:solidFill>
              </a:defRPr>
            </a:lvl1pPr>
            <a:lvl2pPr marL="914400" lvl="1" indent="-228600" algn="ctr">
              <a:lnSpc>
                <a:spcPct val="90000"/>
              </a:lnSpc>
              <a:spcBef>
                <a:spcPts val="600"/>
              </a:spcBef>
              <a:spcAft>
                <a:spcPts val="0"/>
              </a:spcAft>
              <a:buSzPts val="1440"/>
              <a:buNone/>
              <a:defRPr>
                <a:solidFill>
                  <a:schemeClr val="lt1"/>
                </a:solidFill>
              </a:defRPr>
            </a:lvl2pPr>
            <a:lvl3pPr marL="1371600" lvl="2" indent="-228600" algn="ctr">
              <a:lnSpc>
                <a:spcPct val="100000"/>
              </a:lnSpc>
              <a:spcBef>
                <a:spcPts val="600"/>
              </a:spcBef>
              <a:spcAft>
                <a:spcPts val="0"/>
              </a:spcAft>
              <a:buClr>
                <a:schemeClr val="lt1"/>
              </a:buClr>
              <a:buSzPts val="1440"/>
              <a:buNone/>
              <a:defRPr>
                <a:solidFill>
                  <a:schemeClr val="lt1"/>
                </a:solidFill>
              </a:defRPr>
            </a:lvl3pPr>
            <a:lvl4pPr marL="1828800" lvl="3" indent="-228600" algn="ctr">
              <a:lnSpc>
                <a:spcPct val="100000"/>
              </a:lnSpc>
              <a:spcBef>
                <a:spcPts val="600"/>
              </a:spcBef>
              <a:spcAft>
                <a:spcPts val="0"/>
              </a:spcAft>
              <a:buSzPts val="1400"/>
              <a:buNone/>
              <a:defRPr>
                <a:solidFill>
                  <a:schemeClr val="lt1"/>
                </a:solidFill>
              </a:defRPr>
            </a:lvl4pPr>
            <a:lvl5pPr marL="2286000" lvl="4" indent="-228600" algn="ctr">
              <a:lnSpc>
                <a:spcPct val="100000"/>
              </a:lnSpc>
              <a:spcBef>
                <a:spcPts val="600"/>
              </a:spcBef>
              <a:spcAft>
                <a:spcPts val="0"/>
              </a:spcAft>
              <a:buClr>
                <a:schemeClr val="lt1"/>
              </a:buClr>
              <a:buSzPts val="1100"/>
              <a:buNone/>
              <a:defRPr>
                <a:solidFill>
                  <a:schemeClr val="lt1"/>
                </a:solidFill>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grpSp>
        <p:nvGrpSpPr>
          <p:cNvPr id="226" name="Google Shape;226;p34"/>
          <p:cNvGrpSpPr/>
          <p:nvPr/>
        </p:nvGrpSpPr>
        <p:grpSpPr>
          <a:xfrm>
            <a:off x="5714082" y="533991"/>
            <a:ext cx="763836" cy="763836"/>
            <a:chOff x="5669280" y="401053"/>
            <a:chExt cx="853440" cy="853440"/>
          </a:xfrm>
        </p:grpSpPr>
        <p:sp>
          <p:nvSpPr>
            <p:cNvPr id="227" name="Google Shape;227;p34"/>
            <p:cNvSpPr/>
            <p:nvPr/>
          </p:nvSpPr>
          <p:spPr>
            <a:xfrm>
              <a:off x="5669280" y="401053"/>
              <a:ext cx="853440" cy="85344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9600"/>
                <a:buFont typeface="Avenir"/>
                <a:buNone/>
              </a:pPr>
              <a:endParaRPr sz="9600" b="0" i="0" u="none" strike="noStrike" cap="none">
                <a:solidFill>
                  <a:srgbClr val="FC661E"/>
                </a:solidFill>
                <a:latin typeface="Avenir"/>
                <a:ea typeface="Avenir"/>
                <a:cs typeface="Avenir"/>
                <a:sym typeface="Avenir"/>
              </a:endParaRPr>
            </a:p>
          </p:txBody>
        </p:sp>
        <p:grpSp>
          <p:nvGrpSpPr>
            <p:cNvPr id="228" name="Google Shape;228;p34"/>
            <p:cNvGrpSpPr/>
            <p:nvPr/>
          </p:nvGrpSpPr>
          <p:grpSpPr>
            <a:xfrm>
              <a:off x="5862020" y="653991"/>
              <a:ext cx="445500" cy="327825"/>
              <a:chOff x="8452089" y="664544"/>
              <a:chExt cx="652256" cy="479970"/>
            </a:xfrm>
          </p:grpSpPr>
          <p:sp>
            <p:nvSpPr>
              <p:cNvPr id="229" name="Google Shape;229;p34"/>
              <p:cNvSpPr/>
              <p:nvPr/>
            </p:nvSpPr>
            <p:spPr>
              <a:xfrm>
                <a:off x="8452089" y="664544"/>
                <a:ext cx="282774" cy="479041"/>
              </a:xfrm>
              <a:custGeom>
                <a:avLst/>
                <a:gdLst/>
                <a:ahLst/>
                <a:cxnLst/>
                <a:rect l="l" t="t" r="r" b="b"/>
                <a:pathLst>
                  <a:path w="282774" h="479041" extrusionOk="0">
                    <a:moveTo>
                      <a:pt x="240916" y="0"/>
                    </a:moveTo>
                    <a:lnTo>
                      <a:pt x="240916" y="38137"/>
                    </a:lnTo>
                    <a:cubicBezTo>
                      <a:pt x="186346" y="66663"/>
                      <a:pt x="147278" y="96428"/>
                      <a:pt x="123714" y="127434"/>
                    </a:cubicBezTo>
                    <a:cubicBezTo>
                      <a:pt x="100149" y="158440"/>
                      <a:pt x="88367" y="192237"/>
                      <a:pt x="88367" y="228823"/>
                    </a:cubicBezTo>
                    <a:cubicBezTo>
                      <a:pt x="88367" y="250528"/>
                      <a:pt x="91468" y="265410"/>
                      <a:pt x="97669" y="273472"/>
                    </a:cubicBezTo>
                    <a:cubicBezTo>
                      <a:pt x="103250" y="282154"/>
                      <a:pt x="110071" y="286494"/>
                      <a:pt x="118133" y="286494"/>
                    </a:cubicBezTo>
                    <a:cubicBezTo>
                      <a:pt x="126194" y="286494"/>
                      <a:pt x="137046" y="284169"/>
                      <a:pt x="150689" y="279518"/>
                    </a:cubicBezTo>
                    <a:cubicBezTo>
                      <a:pt x="164331" y="274867"/>
                      <a:pt x="176734" y="272542"/>
                      <a:pt x="187896" y="272542"/>
                    </a:cubicBezTo>
                    <a:cubicBezTo>
                      <a:pt x="213321" y="272542"/>
                      <a:pt x="235490" y="281998"/>
                      <a:pt x="254403" y="300912"/>
                    </a:cubicBezTo>
                    <a:cubicBezTo>
                      <a:pt x="273317" y="319826"/>
                      <a:pt x="282774" y="342925"/>
                      <a:pt x="282774" y="370210"/>
                    </a:cubicBezTo>
                    <a:cubicBezTo>
                      <a:pt x="282774" y="399976"/>
                      <a:pt x="271302" y="425556"/>
                      <a:pt x="248357" y="446950"/>
                    </a:cubicBezTo>
                    <a:cubicBezTo>
                      <a:pt x="225413" y="468344"/>
                      <a:pt x="196887" y="479041"/>
                      <a:pt x="162781" y="479041"/>
                    </a:cubicBezTo>
                    <a:cubicBezTo>
                      <a:pt x="121233" y="479041"/>
                      <a:pt x="83716" y="461057"/>
                      <a:pt x="50230" y="425091"/>
                    </a:cubicBezTo>
                    <a:cubicBezTo>
                      <a:pt x="16743" y="389124"/>
                      <a:pt x="0" y="344785"/>
                      <a:pt x="0" y="292075"/>
                    </a:cubicBezTo>
                    <a:cubicBezTo>
                      <a:pt x="0" y="230064"/>
                      <a:pt x="20619" y="172238"/>
                      <a:pt x="61857" y="118598"/>
                    </a:cubicBezTo>
                    <a:cubicBezTo>
                      <a:pt x="103095" y="64958"/>
                      <a:pt x="162781" y="25425"/>
                      <a:pt x="240916"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venir"/>
                  <a:buNone/>
                </a:pPr>
                <a:endParaRPr sz="1800" b="0" i="0" u="none" strike="noStrike" cap="none">
                  <a:solidFill>
                    <a:srgbClr val="FFFFFF"/>
                  </a:solidFill>
                  <a:latin typeface="Avenir"/>
                  <a:ea typeface="Avenir"/>
                  <a:cs typeface="Avenir"/>
                  <a:sym typeface="Avenir"/>
                </a:endParaRPr>
              </a:p>
            </p:txBody>
          </p:sp>
          <p:sp>
            <p:nvSpPr>
              <p:cNvPr id="230" name="Google Shape;230;p34"/>
              <p:cNvSpPr/>
              <p:nvPr/>
            </p:nvSpPr>
            <p:spPr>
              <a:xfrm>
                <a:off x="8820641" y="667334"/>
                <a:ext cx="283704" cy="477180"/>
              </a:xfrm>
              <a:custGeom>
                <a:avLst/>
                <a:gdLst/>
                <a:ahLst/>
                <a:cxnLst/>
                <a:rect l="l" t="t" r="r" b="b"/>
                <a:pathLst>
                  <a:path w="283704" h="477180" extrusionOk="0">
                    <a:moveTo>
                      <a:pt x="239056" y="0"/>
                    </a:moveTo>
                    <a:lnTo>
                      <a:pt x="239056" y="35346"/>
                    </a:lnTo>
                    <a:cubicBezTo>
                      <a:pt x="176424" y="71313"/>
                      <a:pt x="135186" y="103559"/>
                      <a:pt x="115342" y="132085"/>
                    </a:cubicBezTo>
                    <a:cubicBezTo>
                      <a:pt x="95499" y="160610"/>
                      <a:pt x="85577" y="194096"/>
                      <a:pt x="85577" y="232544"/>
                    </a:cubicBezTo>
                    <a:cubicBezTo>
                      <a:pt x="85577" y="249907"/>
                      <a:pt x="88987" y="262929"/>
                      <a:pt x="95809" y="271611"/>
                    </a:cubicBezTo>
                    <a:cubicBezTo>
                      <a:pt x="102630" y="280293"/>
                      <a:pt x="109761" y="284634"/>
                      <a:pt x="117203" y="284634"/>
                    </a:cubicBezTo>
                    <a:cubicBezTo>
                      <a:pt x="124024" y="284634"/>
                      <a:pt x="134256" y="282153"/>
                      <a:pt x="147898" y="277192"/>
                    </a:cubicBezTo>
                    <a:cubicBezTo>
                      <a:pt x="161541" y="272231"/>
                      <a:pt x="175183" y="269751"/>
                      <a:pt x="188826" y="269751"/>
                    </a:cubicBezTo>
                    <a:cubicBezTo>
                      <a:pt x="214251" y="269751"/>
                      <a:pt x="236420" y="278897"/>
                      <a:pt x="255334" y="297191"/>
                    </a:cubicBezTo>
                    <a:cubicBezTo>
                      <a:pt x="274247" y="315484"/>
                      <a:pt x="283704" y="337964"/>
                      <a:pt x="283704" y="364629"/>
                    </a:cubicBezTo>
                    <a:cubicBezTo>
                      <a:pt x="283704" y="395015"/>
                      <a:pt x="271767" y="421369"/>
                      <a:pt x="247892" y="443694"/>
                    </a:cubicBezTo>
                    <a:cubicBezTo>
                      <a:pt x="224018" y="466018"/>
                      <a:pt x="194717" y="477180"/>
                      <a:pt x="159991" y="477180"/>
                    </a:cubicBezTo>
                    <a:cubicBezTo>
                      <a:pt x="119063" y="477180"/>
                      <a:pt x="82166" y="459507"/>
                      <a:pt x="49300" y="424160"/>
                    </a:cubicBezTo>
                    <a:cubicBezTo>
                      <a:pt x="16434" y="388813"/>
                      <a:pt x="0" y="344785"/>
                      <a:pt x="0" y="292075"/>
                    </a:cubicBezTo>
                    <a:cubicBezTo>
                      <a:pt x="0" y="226963"/>
                      <a:pt x="20774" y="167586"/>
                      <a:pt x="62322" y="113946"/>
                    </a:cubicBezTo>
                    <a:cubicBezTo>
                      <a:pt x="103870" y="60306"/>
                      <a:pt x="162781" y="22324"/>
                      <a:pt x="239056"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venir"/>
                  <a:buNone/>
                </a:pPr>
                <a:endParaRPr sz="1800" b="0" i="0" u="none" strike="noStrike" cap="none">
                  <a:solidFill>
                    <a:srgbClr val="FFFFFF"/>
                  </a:solidFill>
                  <a:latin typeface="Avenir"/>
                  <a:ea typeface="Avenir"/>
                  <a:cs typeface="Avenir"/>
                  <a:sym typeface="Avenir"/>
                </a:endParaRPr>
              </a:p>
            </p:txBody>
          </p:sp>
        </p:gr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tatement - Orange">
  <p:cSld name="Statement - Orange">
    <p:spTree>
      <p:nvGrpSpPr>
        <p:cNvPr id="1" name="Shape 231"/>
        <p:cNvGrpSpPr/>
        <p:nvPr/>
      </p:nvGrpSpPr>
      <p:grpSpPr>
        <a:xfrm>
          <a:off x="0" y="0"/>
          <a:ext cx="0" cy="0"/>
          <a:chOff x="0" y="0"/>
          <a:chExt cx="0" cy="0"/>
        </a:xfrm>
      </p:grpSpPr>
      <p:pic>
        <p:nvPicPr>
          <p:cNvPr id="232" name="Google Shape;232;p35"/>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33" name="Google Shape;233;p35"/>
          <p:cNvSpPr txBox="1">
            <a:spLocks noGrp="1"/>
          </p:cNvSpPr>
          <p:nvPr>
            <p:ph type="title"/>
          </p:nvPr>
        </p:nvSpPr>
        <p:spPr>
          <a:xfrm>
            <a:off x="1150938" y="1143001"/>
            <a:ext cx="9890125" cy="4572000"/>
          </a:xfrm>
          <a:prstGeom prst="rect">
            <a:avLst/>
          </a:prstGeom>
          <a:noFill/>
          <a:ln>
            <a:noFill/>
          </a:ln>
        </p:spPr>
        <p:txBody>
          <a:bodyPr spcFirstLastPara="1" wrap="square" lIns="0" tIns="0" rIns="0" bIns="0" anchor="ctr" anchorCtr="0">
            <a:normAutofit/>
          </a:bodyPr>
          <a:lstStyle>
            <a:lvl1pPr lvl="0" algn="ctr">
              <a:lnSpc>
                <a:spcPct val="100000"/>
              </a:lnSpc>
              <a:spcBef>
                <a:spcPts val="0"/>
              </a:spcBef>
              <a:spcAft>
                <a:spcPts val="0"/>
              </a:spcAft>
              <a:buClr>
                <a:schemeClr val="lt1"/>
              </a:buClr>
              <a:buSzPts val="4000"/>
              <a:buChar char="​"/>
              <a:defRPr sz="4000"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tatement - Blue">
  <p:cSld name="Statement - Blue">
    <p:spTree>
      <p:nvGrpSpPr>
        <p:cNvPr id="1" name="Shape 234"/>
        <p:cNvGrpSpPr/>
        <p:nvPr/>
      </p:nvGrpSpPr>
      <p:grpSpPr>
        <a:xfrm>
          <a:off x="0" y="0"/>
          <a:ext cx="0" cy="0"/>
          <a:chOff x="0" y="0"/>
          <a:chExt cx="0" cy="0"/>
        </a:xfrm>
      </p:grpSpPr>
      <p:pic>
        <p:nvPicPr>
          <p:cNvPr id="235" name="Google Shape;235;p36"/>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36" name="Google Shape;236;p36"/>
          <p:cNvSpPr txBox="1">
            <a:spLocks noGrp="1"/>
          </p:cNvSpPr>
          <p:nvPr>
            <p:ph type="title"/>
          </p:nvPr>
        </p:nvSpPr>
        <p:spPr>
          <a:xfrm>
            <a:off x="1150938" y="1143001"/>
            <a:ext cx="9890125" cy="4572000"/>
          </a:xfrm>
          <a:prstGeom prst="rect">
            <a:avLst/>
          </a:prstGeom>
          <a:noFill/>
          <a:ln>
            <a:noFill/>
          </a:ln>
        </p:spPr>
        <p:txBody>
          <a:bodyPr spcFirstLastPara="1" wrap="square" lIns="0" tIns="0" rIns="0" bIns="0" anchor="ctr" anchorCtr="0">
            <a:normAutofit/>
          </a:bodyPr>
          <a:lstStyle>
            <a:lvl1pPr lvl="0" algn="ctr">
              <a:lnSpc>
                <a:spcPct val="100000"/>
              </a:lnSpc>
              <a:spcBef>
                <a:spcPts val="0"/>
              </a:spcBef>
              <a:spcAft>
                <a:spcPts val="0"/>
              </a:spcAft>
              <a:buClr>
                <a:schemeClr val="lt1"/>
              </a:buClr>
              <a:buSzPts val="4000"/>
              <a:buChar char="​"/>
              <a:defRPr sz="4000"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tatement - Light Gray">
  <p:cSld name="Statement - Light Gray">
    <p:spTree>
      <p:nvGrpSpPr>
        <p:cNvPr id="1" name="Shape 237"/>
        <p:cNvGrpSpPr/>
        <p:nvPr/>
      </p:nvGrpSpPr>
      <p:grpSpPr>
        <a:xfrm>
          <a:off x="0" y="0"/>
          <a:ext cx="0" cy="0"/>
          <a:chOff x="0" y="0"/>
          <a:chExt cx="0" cy="0"/>
        </a:xfrm>
      </p:grpSpPr>
      <p:pic>
        <p:nvPicPr>
          <p:cNvPr id="238" name="Google Shape;238;p37"/>
          <p:cNvPicPr preferRelativeResize="0"/>
          <p:nvPr/>
        </p:nvPicPr>
        <p:blipFill rotWithShape="1">
          <a:blip r:embed="rId2">
            <a:alphaModFix/>
          </a:blip>
          <a:srcRect/>
          <a:stretch/>
        </p:blipFill>
        <p:spPr>
          <a:xfrm>
            <a:off x="3048" y="1714"/>
            <a:ext cx="12188952" cy="6856286"/>
          </a:xfrm>
          <a:prstGeom prst="rect">
            <a:avLst/>
          </a:prstGeom>
          <a:noFill/>
          <a:ln>
            <a:noFill/>
          </a:ln>
        </p:spPr>
      </p:pic>
      <p:sp>
        <p:nvSpPr>
          <p:cNvPr id="239" name="Google Shape;239;p37"/>
          <p:cNvSpPr txBox="1">
            <a:spLocks noGrp="1"/>
          </p:cNvSpPr>
          <p:nvPr>
            <p:ph type="title"/>
          </p:nvPr>
        </p:nvSpPr>
        <p:spPr>
          <a:xfrm>
            <a:off x="1150938" y="1143001"/>
            <a:ext cx="9890125" cy="4572000"/>
          </a:xfrm>
          <a:prstGeom prst="rect">
            <a:avLst/>
          </a:prstGeom>
          <a:noFill/>
          <a:ln>
            <a:noFill/>
          </a:ln>
        </p:spPr>
        <p:txBody>
          <a:bodyPr spcFirstLastPara="1" wrap="square" lIns="0" tIns="0" rIns="0" bIns="0" anchor="ctr" anchorCtr="0">
            <a:normAutofit/>
          </a:bodyPr>
          <a:lstStyle>
            <a:lvl1pPr lvl="0" algn="ctr">
              <a:lnSpc>
                <a:spcPct val="100000"/>
              </a:lnSpc>
              <a:spcBef>
                <a:spcPts val="0"/>
              </a:spcBef>
              <a:spcAft>
                <a:spcPts val="0"/>
              </a:spcAft>
              <a:buClr>
                <a:schemeClr val="dk1"/>
              </a:buClr>
              <a:buSzPts val="4000"/>
              <a:buChar char="​"/>
              <a:defRPr sz="4000" b="0">
                <a:solidFill>
                  <a:schemeClr val="dk1"/>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io">
  <p:cSld name="Bio">
    <p:spTree>
      <p:nvGrpSpPr>
        <p:cNvPr id="1" name="Shape 240"/>
        <p:cNvGrpSpPr/>
        <p:nvPr/>
      </p:nvGrpSpPr>
      <p:grpSpPr>
        <a:xfrm>
          <a:off x="0" y="0"/>
          <a:ext cx="0" cy="0"/>
          <a:chOff x="0" y="0"/>
          <a:chExt cx="0" cy="0"/>
        </a:xfrm>
      </p:grpSpPr>
      <p:pic>
        <p:nvPicPr>
          <p:cNvPr id="241" name="Google Shape;241;p38"/>
          <p:cNvPicPr preferRelativeResize="0"/>
          <p:nvPr/>
        </p:nvPicPr>
        <p:blipFill rotWithShape="1">
          <a:blip r:embed="rId2">
            <a:alphaModFix/>
          </a:blip>
          <a:srcRect/>
          <a:stretch/>
        </p:blipFill>
        <p:spPr>
          <a:xfrm>
            <a:off x="0" y="0"/>
            <a:ext cx="3475101" cy="6858000"/>
          </a:xfrm>
          <a:prstGeom prst="rect">
            <a:avLst/>
          </a:prstGeom>
          <a:noFill/>
          <a:ln>
            <a:noFill/>
          </a:ln>
        </p:spPr>
      </p:pic>
      <p:sp>
        <p:nvSpPr>
          <p:cNvPr id="242" name="Google Shape;242;p38"/>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3" name="Google Shape;243;p38"/>
          <p:cNvSpPr>
            <a:spLocks noGrp="1"/>
          </p:cNvSpPr>
          <p:nvPr>
            <p:ph type="pic" idx="2"/>
          </p:nvPr>
        </p:nvSpPr>
        <p:spPr>
          <a:xfrm>
            <a:off x="0" y="0"/>
            <a:ext cx="3487294" cy="3460496"/>
          </a:xfrm>
          <a:prstGeom prst="rect">
            <a:avLst/>
          </a:prstGeom>
          <a:solidFill>
            <a:schemeClr val="lt2"/>
          </a:solidFill>
          <a:ln>
            <a:noFill/>
          </a:ln>
        </p:spPr>
      </p:sp>
      <p:sp>
        <p:nvSpPr>
          <p:cNvPr id="244" name="Google Shape;244;p38"/>
          <p:cNvSpPr txBox="1">
            <a:spLocks noGrp="1"/>
          </p:cNvSpPr>
          <p:nvPr>
            <p:ph type="body" idx="1"/>
          </p:nvPr>
        </p:nvSpPr>
        <p:spPr>
          <a:xfrm>
            <a:off x="4406899" y="3290500"/>
            <a:ext cx="6511925" cy="276999"/>
          </a:xfrm>
          <a:prstGeom prst="rect">
            <a:avLst/>
          </a:prstGeom>
          <a:noFill/>
          <a:ln>
            <a:noFill/>
          </a:ln>
        </p:spPr>
        <p:txBody>
          <a:bodyPr spcFirstLastPara="1" wrap="square" lIns="0" tIns="0" rIns="0" bIns="0" anchor="ctr" anchorCtr="0">
            <a:spAutoFit/>
          </a:bodyPr>
          <a:lstStyle>
            <a:lvl1pPr marL="457200" lvl="0" indent="-228600" algn="l">
              <a:lnSpc>
                <a:spcPct val="100000"/>
              </a:lnSpc>
              <a:spcBef>
                <a:spcPts val="0"/>
              </a:spcBef>
              <a:spcAft>
                <a:spcPts val="0"/>
              </a:spcAft>
              <a:buSzPts val="1440"/>
              <a:buNone/>
              <a:defRPr sz="1800"/>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245" name="Google Shape;245;p38"/>
          <p:cNvSpPr txBox="1">
            <a:spLocks noGrp="1"/>
          </p:cNvSpPr>
          <p:nvPr>
            <p:ph type="body" idx="3"/>
          </p:nvPr>
        </p:nvSpPr>
        <p:spPr>
          <a:xfrm>
            <a:off x="330708" y="4179475"/>
            <a:ext cx="2803017" cy="246221"/>
          </a:xfrm>
          <a:prstGeom prst="rect">
            <a:avLst/>
          </a:prstGeom>
          <a:noFill/>
          <a:ln>
            <a:noFill/>
          </a:ln>
        </p:spPr>
        <p:txBody>
          <a:bodyPr spcFirstLastPara="1" wrap="square" lIns="0" tIns="0" rIns="0" bIns="0" anchor="b" anchorCtr="0">
            <a:spAutoFit/>
          </a:bodyPr>
          <a:lstStyle>
            <a:lvl1pPr marL="457200" lvl="0" indent="-228600" algn="ctr">
              <a:lnSpc>
                <a:spcPct val="100000"/>
              </a:lnSpc>
              <a:spcBef>
                <a:spcPts val="0"/>
              </a:spcBef>
              <a:spcAft>
                <a:spcPts val="0"/>
              </a:spcAft>
              <a:buSzPts val="1280"/>
              <a:buNone/>
              <a:defRPr sz="1600" b="1">
                <a:solidFill>
                  <a:schemeClr val="lt1"/>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246" name="Google Shape;246;p38"/>
          <p:cNvSpPr txBox="1">
            <a:spLocks noGrp="1"/>
          </p:cNvSpPr>
          <p:nvPr>
            <p:ph type="body" idx="4"/>
          </p:nvPr>
        </p:nvSpPr>
        <p:spPr>
          <a:xfrm>
            <a:off x="330708" y="4538694"/>
            <a:ext cx="2803017" cy="215444"/>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SzPts val="1120"/>
              <a:buNone/>
              <a:defRPr sz="1400">
                <a:solidFill>
                  <a:schemeClr val="lt1"/>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247" name="Google Shape;247;p38"/>
          <p:cNvSpPr txBox="1">
            <a:spLocks noGrp="1"/>
          </p:cNvSpPr>
          <p:nvPr>
            <p:ph type="body" idx="5"/>
          </p:nvPr>
        </p:nvSpPr>
        <p:spPr>
          <a:xfrm>
            <a:off x="330708" y="5696476"/>
            <a:ext cx="2803017" cy="215444"/>
          </a:xfrm>
          <a:prstGeom prst="rect">
            <a:avLst/>
          </a:prstGeom>
          <a:noFill/>
          <a:ln>
            <a:noFill/>
          </a:ln>
        </p:spPr>
        <p:txBody>
          <a:bodyPr spcFirstLastPara="1" wrap="square" lIns="0" tIns="0" rIns="0" bIns="0" anchor="b" anchorCtr="0">
            <a:spAutoFit/>
          </a:bodyPr>
          <a:lstStyle>
            <a:lvl1pPr marL="457200" lvl="0" indent="-228600" algn="ctr">
              <a:lnSpc>
                <a:spcPct val="100000"/>
              </a:lnSpc>
              <a:spcBef>
                <a:spcPts val="0"/>
              </a:spcBef>
              <a:spcAft>
                <a:spcPts val="0"/>
              </a:spcAft>
              <a:buSzPts val="1120"/>
              <a:buNone/>
              <a:defRPr sz="1400">
                <a:solidFill>
                  <a:srgbClr val="FEC2A4"/>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io Circle">
  <p:cSld name="Bio Circle">
    <p:spTree>
      <p:nvGrpSpPr>
        <p:cNvPr id="1" name="Shape 248"/>
        <p:cNvGrpSpPr/>
        <p:nvPr/>
      </p:nvGrpSpPr>
      <p:grpSpPr>
        <a:xfrm>
          <a:off x="0" y="0"/>
          <a:ext cx="0" cy="0"/>
          <a:chOff x="0" y="0"/>
          <a:chExt cx="0" cy="0"/>
        </a:xfrm>
      </p:grpSpPr>
      <p:pic>
        <p:nvPicPr>
          <p:cNvPr id="249" name="Google Shape;249;p39"/>
          <p:cNvPicPr preferRelativeResize="0"/>
          <p:nvPr/>
        </p:nvPicPr>
        <p:blipFill rotWithShape="1">
          <a:blip r:embed="rId2">
            <a:alphaModFix/>
          </a:blip>
          <a:srcRect/>
          <a:stretch/>
        </p:blipFill>
        <p:spPr>
          <a:xfrm>
            <a:off x="0" y="0"/>
            <a:ext cx="3475101" cy="6858000"/>
          </a:xfrm>
          <a:prstGeom prst="rect">
            <a:avLst/>
          </a:prstGeom>
          <a:noFill/>
          <a:ln>
            <a:noFill/>
          </a:ln>
        </p:spPr>
      </p:pic>
      <p:sp>
        <p:nvSpPr>
          <p:cNvPr id="250" name="Google Shape;250;p39"/>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1" name="Google Shape;251;p39"/>
          <p:cNvSpPr>
            <a:spLocks noGrp="1"/>
          </p:cNvSpPr>
          <p:nvPr>
            <p:ph type="pic" idx="2"/>
          </p:nvPr>
        </p:nvSpPr>
        <p:spPr>
          <a:xfrm>
            <a:off x="945064" y="971296"/>
            <a:ext cx="1574306" cy="1567690"/>
          </a:xfrm>
          <a:prstGeom prst="ellipse">
            <a:avLst/>
          </a:prstGeom>
          <a:solidFill>
            <a:schemeClr val="lt1"/>
          </a:solidFill>
          <a:ln w="38100" cap="flat" cmpd="sng">
            <a:solidFill>
              <a:schemeClr val="lt1"/>
            </a:solidFill>
            <a:prstDash val="solid"/>
            <a:round/>
            <a:headEnd type="none" w="sm" len="sm"/>
            <a:tailEnd type="none" w="sm" len="sm"/>
          </a:ln>
        </p:spPr>
      </p:sp>
      <p:sp>
        <p:nvSpPr>
          <p:cNvPr id="252" name="Google Shape;252;p39"/>
          <p:cNvSpPr txBox="1">
            <a:spLocks noGrp="1"/>
          </p:cNvSpPr>
          <p:nvPr>
            <p:ph type="body" idx="1"/>
          </p:nvPr>
        </p:nvSpPr>
        <p:spPr>
          <a:xfrm>
            <a:off x="4406899" y="3290500"/>
            <a:ext cx="6511925" cy="276999"/>
          </a:xfrm>
          <a:prstGeom prst="rect">
            <a:avLst/>
          </a:prstGeom>
          <a:noFill/>
          <a:ln>
            <a:noFill/>
          </a:ln>
        </p:spPr>
        <p:txBody>
          <a:bodyPr spcFirstLastPara="1" wrap="square" lIns="0" tIns="0" rIns="0" bIns="0" anchor="ctr" anchorCtr="0">
            <a:spAutoFit/>
          </a:bodyPr>
          <a:lstStyle>
            <a:lvl1pPr marL="457200" lvl="0" indent="-228600" algn="l">
              <a:lnSpc>
                <a:spcPct val="100000"/>
              </a:lnSpc>
              <a:spcBef>
                <a:spcPts val="0"/>
              </a:spcBef>
              <a:spcAft>
                <a:spcPts val="0"/>
              </a:spcAft>
              <a:buSzPts val="1440"/>
              <a:buNone/>
              <a:defRPr sz="1800"/>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253" name="Google Shape;253;p39"/>
          <p:cNvSpPr txBox="1">
            <a:spLocks noGrp="1"/>
          </p:cNvSpPr>
          <p:nvPr>
            <p:ph type="body" idx="3"/>
          </p:nvPr>
        </p:nvSpPr>
        <p:spPr>
          <a:xfrm>
            <a:off x="330708" y="3275112"/>
            <a:ext cx="2803017" cy="246221"/>
          </a:xfrm>
          <a:prstGeom prst="rect">
            <a:avLst/>
          </a:prstGeom>
          <a:noFill/>
          <a:ln>
            <a:noFill/>
          </a:ln>
        </p:spPr>
        <p:txBody>
          <a:bodyPr spcFirstLastPara="1" wrap="square" lIns="0" tIns="0" rIns="0" bIns="0" anchor="b" anchorCtr="0">
            <a:spAutoFit/>
          </a:bodyPr>
          <a:lstStyle>
            <a:lvl1pPr marL="457200" lvl="0" indent="-228600" algn="ctr">
              <a:lnSpc>
                <a:spcPct val="100000"/>
              </a:lnSpc>
              <a:spcBef>
                <a:spcPts val="0"/>
              </a:spcBef>
              <a:spcAft>
                <a:spcPts val="0"/>
              </a:spcAft>
              <a:buSzPts val="1280"/>
              <a:buNone/>
              <a:defRPr sz="1600" b="1">
                <a:solidFill>
                  <a:schemeClr val="lt1"/>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254" name="Google Shape;254;p39"/>
          <p:cNvSpPr txBox="1">
            <a:spLocks noGrp="1"/>
          </p:cNvSpPr>
          <p:nvPr>
            <p:ph type="body" idx="4"/>
          </p:nvPr>
        </p:nvSpPr>
        <p:spPr>
          <a:xfrm>
            <a:off x="330708" y="3634331"/>
            <a:ext cx="2803017" cy="215444"/>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SzPts val="1120"/>
              <a:buNone/>
              <a:defRPr sz="1400">
                <a:solidFill>
                  <a:schemeClr val="lt1"/>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255" name="Google Shape;255;p39"/>
          <p:cNvSpPr txBox="1">
            <a:spLocks noGrp="1"/>
          </p:cNvSpPr>
          <p:nvPr>
            <p:ph type="body" idx="5"/>
          </p:nvPr>
        </p:nvSpPr>
        <p:spPr>
          <a:xfrm>
            <a:off x="330708" y="4792113"/>
            <a:ext cx="2803017" cy="215444"/>
          </a:xfrm>
          <a:prstGeom prst="rect">
            <a:avLst/>
          </a:prstGeom>
          <a:noFill/>
          <a:ln>
            <a:noFill/>
          </a:ln>
        </p:spPr>
        <p:txBody>
          <a:bodyPr spcFirstLastPara="1" wrap="square" lIns="0" tIns="0" rIns="0" bIns="0" anchor="b" anchorCtr="0">
            <a:spAutoFit/>
          </a:bodyPr>
          <a:lstStyle>
            <a:lvl1pPr marL="457200" lvl="0" indent="-228600" algn="ctr">
              <a:lnSpc>
                <a:spcPct val="100000"/>
              </a:lnSpc>
              <a:spcBef>
                <a:spcPts val="0"/>
              </a:spcBef>
              <a:spcAft>
                <a:spcPts val="0"/>
              </a:spcAft>
              <a:buSzPts val="1120"/>
              <a:buNone/>
              <a:defRPr sz="1400">
                <a:solidFill>
                  <a:srgbClr val="FEC2A4"/>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ase Study">
  <p:cSld name="Case Study">
    <p:spTree>
      <p:nvGrpSpPr>
        <p:cNvPr id="1" name="Shape 256"/>
        <p:cNvGrpSpPr/>
        <p:nvPr/>
      </p:nvGrpSpPr>
      <p:grpSpPr>
        <a:xfrm>
          <a:off x="0" y="0"/>
          <a:ext cx="0" cy="0"/>
          <a:chOff x="0" y="0"/>
          <a:chExt cx="0" cy="0"/>
        </a:xfrm>
      </p:grpSpPr>
      <p:pic>
        <p:nvPicPr>
          <p:cNvPr id="257" name="Google Shape;257;p40"/>
          <p:cNvPicPr preferRelativeResize="0"/>
          <p:nvPr/>
        </p:nvPicPr>
        <p:blipFill rotWithShape="1">
          <a:blip r:embed="rId2">
            <a:alphaModFix/>
          </a:blip>
          <a:srcRect/>
          <a:stretch/>
        </p:blipFill>
        <p:spPr>
          <a:xfrm>
            <a:off x="3048" y="1714"/>
            <a:ext cx="3472053" cy="6854571"/>
          </a:xfrm>
          <a:prstGeom prst="rect">
            <a:avLst/>
          </a:prstGeom>
          <a:noFill/>
          <a:ln>
            <a:noFill/>
          </a:ln>
        </p:spPr>
      </p:pic>
      <p:sp>
        <p:nvSpPr>
          <p:cNvPr id="258" name="Google Shape;258;p40"/>
          <p:cNvSpPr txBox="1">
            <a:spLocks noGrp="1"/>
          </p:cNvSpPr>
          <p:nvPr>
            <p:ph type="body" idx="1"/>
          </p:nvPr>
        </p:nvSpPr>
        <p:spPr>
          <a:xfrm>
            <a:off x="330708" y="2052089"/>
            <a:ext cx="2803017" cy="246221"/>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SzPts val="1280"/>
              <a:buNone/>
              <a:defRPr sz="1600">
                <a:solidFill>
                  <a:schemeClr val="dk1"/>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259" name="Google Shape;259;p40"/>
          <p:cNvSpPr txBox="1">
            <a:spLocks noGrp="1"/>
          </p:cNvSpPr>
          <p:nvPr>
            <p:ph type="body" idx="2"/>
          </p:nvPr>
        </p:nvSpPr>
        <p:spPr>
          <a:xfrm>
            <a:off x="330708" y="2362781"/>
            <a:ext cx="2803017" cy="21544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120"/>
              <a:buNone/>
              <a:defRPr sz="1400">
                <a:solidFill>
                  <a:schemeClr val="dk1"/>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260" name="Google Shape;260;p40"/>
          <p:cNvSpPr txBox="1">
            <a:spLocks noGrp="1"/>
          </p:cNvSpPr>
          <p:nvPr>
            <p:ph type="body" idx="3"/>
          </p:nvPr>
        </p:nvSpPr>
        <p:spPr>
          <a:xfrm>
            <a:off x="330708" y="2799203"/>
            <a:ext cx="2803017" cy="215444"/>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SzPts val="1120"/>
              <a:buNone/>
              <a:defRPr sz="1400">
                <a:solidFill>
                  <a:schemeClr val="dk1"/>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261" name="Google Shape;261;p40"/>
          <p:cNvSpPr txBox="1">
            <a:spLocks noGrp="1"/>
          </p:cNvSpPr>
          <p:nvPr>
            <p:ph type="body" idx="4"/>
          </p:nvPr>
        </p:nvSpPr>
        <p:spPr>
          <a:xfrm>
            <a:off x="3751605" y="2049011"/>
            <a:ext cx="2172945" cy="249299"/>
          </a:xfrm>
          <a:prstGeom prst="rect">
            <a:avLst/>
          </a:prstGeom>
          <a:noFill/>
          <a:ln>
            <a:noFill/>
          </a:ln>
        </p:spPr>
        <p:txBody>
          <a:bodyPr spcFirstLastPara="1" wrap="square" lIns="0" tIns="0" rIns="0" bIns="0" anchor="b" anchorCtr="0">
            <a:spAutoFit/>
          </a:bodyPr>
          <a:lstStyle>
            <a:lvl1pPr marL="457200" lvl="0" indent="-320040" algn="l">
              <a:lnSpc>
                <a:spcPct val="90000"/>
              </a:lnSpc>
              <a:spcBef>
                <a:spcPts val="0"/>
              </a:spcBef>
              <a:spcAft>
                <a:spcPts val="0"/>
              </a:spcAft>
              <a:buSzPts val="1440"/>
              <a:buFont typeface="Avenir"/>
              <a:buChar char="•"/>
              <a:defRPr sz="1800">
                <a:solidFill>
                  <a:srgbClr val="FC661E"/>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262" name="Google Shape;262;p40"/>
          <p:cNvSpPr txBox="1">
            <a:spLocks noGrp="1"/>
          </p:cNvSpPr>
          <p:nvPr>
            <p:ph type="body" idx="5"/>
          </p:nvPr>
        </p:nvSpPr>
        <p:spPr>
          <a:xfrm>
            <a:off x="6548245" y="2049011"/>
            <a:ext cx="2172945" cy="249299"/>
          </a:xfrm>
          <a:prstGeom prst="rect">
            <a:avLst/>
          </a:prstGeom>
          <a:noFill/>
          <a:ln>
            <a:noFill/>
          </a:ln>
        </p:spPr>
        <p:txBody>
          <a:bodyPr spcFirstLastPara="1" wrap="square" lIns="0" tIns="0" rIns="0" bIns="0" anchor="b" anchorCtr="0">
            <a:spAutoFit/>
          </a:bodyPr>
          <a:lstStyle>
            <a:lvl1pPr marL="457200" lvl="0" indent="-320040" algn="l">
              <a:lnSpc>
                <a:spcPct val="90000"/>
              </a:lnSpc>
              <a:spcBef>
                <a:spcPts val="0"/>
              </a:spcBef>
              <a:spcAft>
                <a:spcPts val="0"/>
              </a:spcAft>
              <a:buSzPts val="1440"/>
              <a:buFont typeface="Avenir"/>
              <a:buChar char="•"/>
              <a:defRPr sz="1800">
                <a:solidFill>
                  <a:srgbClr val="FC661E"/>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263" name="Google Shape;263;p40"/>
          <p:cNvSpPr txBox="1">
            <a:spLocks noGrp="1"/>
          </p:cNvSpPr>
          <p:nvPr>
            <p:ph type="body" idx="6"/>
          </p:nvPr>
        </p:nvSpPr>
        <p:spPr>
          <a:xfrm>
            <a:off x="9344885" y="2049011"/>
            <a:ext cx="2172945" cy="249299"/>
          </a:xfrm>
          <a:prstGeom prst="rect">
            <a:avLst/>
          </a:prstGeom>
          <a:noFill/>
          <a:ln>
            <a:noFill/>
          </a:ln>
        </p:spPr>
        <p:txBody>
          <a:bodyPr spcFirstLastPara="1" wrap="square" lIns="0" tIns="0" rIns="0" bIns="0" anchor="b" anchorCtr="0">
            <a:spAutoFit/>
          </a:bodyPr>
          <a:lstStyle>
            <a:lvl1pPr marL="457200" lvl="0" indent="-320040" algn="l">
              <a:lnSpc>
                <a:spcPct val="90000"/>
              </a:lnSpc>
              <a:spcBef>
                <a:spcPts val="0"/>
              </a:spcBef>
              <a:spcAft>
                <a:spcPts val="0"/>
              </a:spcAft>
              <a:buSzPts val="1440"/>
              <a:buFont typeface="Avenir"/>
              <a:buChar char="•"/>
              <a:defRPr sz="1800">
                <a:solidFill>
                  <a:srgbClr val="FC661E"/>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264" name="Google Shape;264;p40"/>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65" name="Google Shape;265;p40"/>
          <p:cNvSpPr>
            <a:spLocks noGrp="1"/>
          </p:cNvSpPr>
          <p:nvPr>
            <p:ph type="pic" idx="7"/>
          </p:nvPr>
        </p:nvSpPr>
        <p:spPr>
          <a:xfrm>
            <a:off x="9344884" y="274957"/>
            <a:ext cx="2161317" cy="1105789"/>
          </a:xfrm>
          <a:prstGeom prst="rect">
            <a:avLst/>
          </a:prstGeom>
          <a:solidFill>
            <a:srgbClr val="FFFFFF"/>
          </a:solidFill>
          <a:ln>
            <a:noFill/>
          </a:ln>
        </p:spPr>
      </p:sp>
      <p:sp>
        <p:nvSpPr>
          <p:cNvPr id="266" name="Google Shape;266;p40"/>
          <p:cNvSpPr txBox="1"/>
          <p:nvPr/>
        </p:nvSpPr>
        <p:spPr>
          <a:xfrm>
            <a:off x="330708" y="498188"/>
            <a:ext cx="2662015" cy="98514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None/>
            </a:pPr>
            <a:r>
              <a:rPr lang="en-US" sz="2800" b="0">
                <a:solidFill>
                  <a:srgbClr val="199BD2"/>
                </a:solidFill>
                <a:latin typeface="Avenir"/>
                <a:ea typeface="Avenir"/>
                <a:cs typeface="Avenir"/>
                <a:sym typeface="Avenir"/>
              </a:rPr>
              <a:t>Customer </a:t>
            </a:r>
            <a:br>
              <a:rPr lang="en-US" sz="2800" b="0">
                <a:solidFill>
                  <a:srgbClr val="199BD2"/>
                </a:solidFill>
                <a:latin typeface="Avenir"/>
                <a:ea typeface="Avenir"/>
                <a:cs typeface="Avenir"/>
                <a:sym typeface="Avenir"/>
              </a:rPr>
            </a:br>
            <a:r>
              <a:rPr lang="en-US" sz="2800" b="0">
                <a:solidFill>
                  <a:srgbClr val="199BD2"/>
                </a:solidFill>
                <a:latin typeface="Avenir"/>
                <a:ea typeface="Avenir"/>
                <a:cs typeface="Avenir"/>
                <a:sym typeface="Avenir"/>
              </a:rPr>
              <a:t>Case Study</a:t>
            </a:r>
            <a:endParaRPr/>
          </a:p>
        </p:txBody>
      </p:sp>
      <p:sp>
        <p:nvSpPr>
          <p:cNvPr id="267" name="Google Shape;267;p40"/>
          <p:cNvSpPr txBox="1">
            <a:spLocks noGrp="1"/>
          </p:cNvSpPr>
          <p:nvPr>
            <p:ph type="body" idx="8"/>
          </p:nvPr>
        </p:nvSpPr>
        <p:spPr>
          <a:xfrm>
            <a:off x="3746500" y="2408238"/>
            <a:ext cx="2178050" cy="3948872"/>
          </a:xfrm>
          <a:prstGeom prst="rect">
            <a:avLst/>
          </a:prstGeom>
          <a:noFill/>
          <a:ln>
            <a:noFill/>
          </a:ln>
        </p:spPr>
        <p:txBody>
          <a:bodyPr spcFirstLastPara="1" wrap="square" lIns="0" tIns="0" rIns="0" bIns="0" anchor="t" anchorCtr="0">
            <a:noAutofit/>
          </a:bodyPr>
          <a:lstStyle>
            <a:lvl1pPr marL="457200" lvl="0" indent="-309880" algn="l">
              <a:lnSpc>
                <a:spcPct val="100000"/>
              </a:lnSpc>
              <a:spcBef>
                <a:spcPts val="0"/>
              </a:spcBef>
              <a:spcAft>
                <a:spcPts val="0"/>
              </a:spcAft>
              <a:buSzPts val="1280"/>
              <a:buChar char="​"/>
              <a:defRPr sz="1600"/>
            </a:lvl1pPr>
            <a:lvl2pPr marL="914400" lvl="1" indent="-309880" algn="l">
              <a:lnSpc>
                <a:spcPct val="90000"/>
              </a:lnSpc>
              <a:spcBef>
                <a:spcPts val="600"/>
              </a:spcBef>
              <a:spcAft>
                <a:spcPts val="0"/>
              </a:spcAft>
              <a:buSzPts val="1280"/>
              <a:buChar char="•"/>
              <a:defRPr sz="1600"/>
            </a:lvl2pPr>
            <a:lvl3pPr marL="1371600" lvl="2" indent="-320039" algn="l">
              <a:lnSpc>
                <a:spcPct val="100000"/>
              </a:lnSpc>
              <a:spcBef>
                <a:spcPts val="600"/>
              </a:spcBef>
              <a:spcAft>
                <a:spcPts val="0"/>
              </a:spcAft>
              <a:buClr>
                <a:schemeClr val="dk1"/>
              </a:buClr>
              <a:buSzPts val="1440"/>
              <a:buChar char="•"/>
              <a:defRPr sz="1600"/>
            </a:lvl3pPr>
            <a:lvl4pPr marL="1828800" lvl="3" indent="-228600" algn="l">
              <a:lnSpc>
                <a:spcPct val="100000"/>
              </a:lnSpc>
              <a:spcBef>
                <a:spcPts val="600"/>
              </a:spcBef>
              <a:spcAft>
                <a:spcPts val="0"/>
              </a:spcAft>
              <a:buSzPts val="1600"/>
              <a:buNone/>
              <a:defRPr sz="1600"/>
            </a:lvl4pPr>
            <a:lvl5pPr marL="2286000" lvl="4" indent="-342900" algn="l">
              <a:lnSpc>
                <a:spcPct val="100000"/>
              </a:lnSpc>
              <a:spcBef>
                <a:spcPts val="600"/>
              </a:spcBef>
              <a:spcAft>
                <a:spcPts val="0"/>
              </a:spcAft>
              <a:buClr>
                <a:schemeClr val="dk1"/>
              </a:buClr>
              <a:buSzPts val="1800"/>
              <a:buChar char="­"/>
              <a:defRPr sz="1800"/>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268" name="Google Shape;268;p40"/>
          <p:cNvSpPr txBox="1">
            <a:spLocks noGrp="1"/>
          </p:cNvSpPr>
          <p:nvPr>
            <p:ph type="body" idx="9"/>
          </p:nvPr>
        </p:nvSpPr>
        <p:spPr>
          <a:xfrm>
            <a:off x="6545692" y="2408238"/>
            <a:ext cx="2178050" cy="3948872"/>
          </a:xfrm>
          <a:prstGeom prst="rect">
            <a:avLst/>
          </a:prstGeom>
          <a:noFill/>
          <a:ln>
            <a:noFill/>
          </a:ln>
        </p:spPr>
        <p:txBody>
          <a:bodyPr spcFirstLastPara="1" wrap="square" lIns="0" tIns="0" rIns="0" bIns="0" anchor="t" anchorCtr="0">
            <a:noAutofit/>
          </a:bodyPr>
          <a:lstStyle>
            <a:lvl1pPr marL="457200" lvl="0" indent="-309880" algn="l">
              <a:lnSpc>
                <a:spcPct val="100000"/>
              </a:lnSpc>
              <a:spcBef>
                <a:spcPts val="0"/>
              </a:spcBef>
              <a:spcAft>
                <a:spcPts val="0"/>
              </a:spcAft>
              <a:buSzPts val="1280"/>
              <a:buChar char="​"/>
              <a:defRPr sz="1600"/>
            </a:lvl1pPr>
            <a:lvl2pPr marL="914400" lvl="1" indent="-309880" algn="l">
              <a:lnSpc>
                <a:spcPct val="90000"/>
              </a:lnSpc>
              <a:spcBef>
                <a:spcPts val="600"/>
              </a:spcBef>
              <a:spcAft>
                <a:spcPts val="0"/>
              </a:spcAft>
              <a:buSzPts val="1280"/>
              <a:buChar char="•"/>
              <a:defRPr sz="1600"/>
            </a:lvl2pPr>
            <a:lvl3pPr marL="1371600" lvl="2" indent="-320039" algn="l">
              <a:lnSpc>
                <a:spcPct val="100000"/>
              </a:lnSpc>
              <a:spcBef>
                <a:spcPts val="600"/>
              </a:spcBef>
              <a:spcAft>
                <a:spcPts val="0"/>
              </a:spcAft>
              <a:buClr>
                <a:schemeClr val="dk1"/>
              </a:buClr>
              <a:buSzPts val="1440"/>
              <a:buChar char="•"/>
              <a:defRPr sz="1600"/>
            </a:lvl3pPr>
            <a:lvl4pPr marL="1828800" lvl="3" indent="-228600" algn="l">
              <a:lnSpc>
                <a:spcPct val="100000"/>
              </a:lnSpc>
              <a:spcBef>
                <a:spcPts val="600"/>
              </a:spcBef>
              <a:spcAft>
                <a:spcPts val="0"/>
              </a:spcAft>
              <a:buSzPts val="1600"/>
              <a:buNone/>
              <a:defRPr sz="1600"/>
            </a:lvl4pPr>
            <a:lvl5pPr marL="2286000" lvl="4" indent="-342900" algn="l">
              <a:lnSpc>
                <a:spcPct val="100000"/>
              </a:lnSpc>
              <a:spcBef>
                <a:spcPts val="600"/>
              </a:spcBef>
              <a:spcAft>
                <a:spcPts val="0"/>
              </a:spcAft>
              <a:buClr>
                <a:schemeClr val="dk1"/>
              </a:buClr>
              <a:buSzPts val="1800"/>
              <a:buChar char="­"/>
              <a:defRPr sz="1800"/>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269" name="Google Shape;269;p40"/>
          <p:cNvSpPr txBox="1">
            <a:spLocks noGrp="1"/>
          </p:cNvSpPr>
          <p:nvPr>
            <p:ph type="body" idx="13"/>
          </p:nvPr>
        </p:nvSpPr>
        <p:spPr>
          <a:xfrm>
            <a:off x="9344884" y="2408238"/>
            <a:ext cx="2178050" cy="3948872"/>
          </a:xfrm>
          <a:prstGeom prst="rect">
            <a:avLst/>
          </a:prstGeom>
          <a:noFill/>
          <a:ln>
            <a:noFill/>
          </a:ln>
        </p:spPr>
        <p:txBody>
          <a:bodyPr spcFirstLastPara="1" wrap="square" lIns="0" tIns="0" rIns="0" bIns="0" anchor="t" anchorCtr="0">
            <a:noAutofit/>
          </a:bodyPr>
          <a:lstStyle>
            <a:lvl1pPr marL="457200" lvl="0" indent="-309880" algn="l">
              <a:lnSpc>
                <a:spcPct val="100000"/>
              </a:lnSpc>
              <a:spcBef>
                <a:spcPts val="0"/>
              </a:spcBef>
              <a:spcAft>
                <a:spcPts val="0"/>
              </a:spcAft>
              <a:buSzPts val="1280"/>
              <a:buChar char="​"/>
              <a:defRPr sz="1600"/>
            </a:lvl1pPr>
            <a:lvl2pPr marL="914400" lvl="1" indent="-309880" algn="l">
              <a:lnSpc>
                <a:spcPct val="90000"/>
              </a:lnSpc>
              <a:spcBef>
                <a:spcPts val="600"/>
              </a:spcBef>
              <a:spcAft>
                <a:spcPts val="0"/>
              </a:spcAft>
              <a:buSzPts val="1280"/>
              <a:buChar char="•"/>
              <a:defRPr sz="1600"/>
            </a:lvl2pPr>
            <a:lvl3pPr marL="1371600" lvl="2" indent="-320039" algn="l">
              <a:lnSpc>
                <a:spcPct val="100000"/>
              </a:lnSpc>
              <a:spcBef>
                <a:spcPts val="600"/>
              </a:spcBef>
              <a:spcAft>
                <a:spcPts val="0"/>
              </a:spcAft>
              <a:buClr>
                <a:schemeClr val="dk1"/>
              </a:buClr>
              <a:buSzPts val="1440"/>
              <a:buChar char="•"/>
              <a:defRPr sz="1600"/>
            </a:lvl3pPr>
            <a:lvl4pPr marL="1828800" lvl="3" indent="-228600" algn="l">
              <a:lnSpc>
                <a:spcPct val="100000"/>
              </a:lnSpc>
              <a:spcBef>
                <a:spcPts val="600"/>
              </a:spcBef>
              <a:spcAft>
                <a:spcPts val="0"/>
              </a:spcAft>
              <a:buSzPts val="1600"/>
              <a:buNone/>
              <a:defRPr sz="1600"/>
            </a:lvl4pPr>
            <a:lvl5pPr marL="2286000" lvl="4" indent="-342900" algn="l">
              <a:lnSpc>
                <a:spcPct val="100000"/>
              </a:lnSpc>
              <a:spcBef>
                <a:spcPts val="600"/>
              </a:spcBef>
              <a:spcAft>
                <a:spcPts val="0"/>
              </a:spcAft>
              <a:buClr>
                <a:schemeClr val="dk1"/>
              </a:buClr>
              <a:buSzPts val="1800"/>
              <a:buChar char="­"/>
              <a:defRPr sz="1800"/>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270" name="Google Shape;270;p40"/>
          <p:cNvSpPr txBox="1">
            <a:spLocks noGrp="1"/>
          </p:cNvSpPr>
          <p:nvPr>
            <p:ph type="body" idx="14"/>
          </p:nvPr>
        </p:nvSpPr>
        <p:spPr>
          <a:xfrm>
            <a:off x="330708" y="3429000"/>
            <a:ext cx="2803017" cy="2945887"/>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280"/>
              <a:buFont typeface="Corbel"/>
              <a:buNone/>
              <a:defRPr sz="1600">
                <a:solidFill>
                  <a:schemeClr val="dk1"/>
                </a:solidFill>
              </a:defRPr>
            </a:lvl1pPr>
            <a:lvl2pPr marL="914400" lvl="1" indent="-228600" algn="l">
              <a:lnSpc>
                <a:spcPct val="90000"/>
              </a:lnSpc>
              <a:spcBef>
                <a:spcPts val="600"/>
              </a:spcBef>
              <a:spcAft>
                <a:spcPts val="0"/>
              </a:spcAft>
              <a:buSzPts val="1440"/>
              <a:buNone/>
              <a:defRPr/>
            </a:lvl2pPr>
            <a:lvl3pPr marL="1371600" lvl="2" indent="-331469" algn="l">
              <a:lnSpc>
                <a:spcPct val="100000"/>
              </a:lnSpc>
              <a:spcBef>
                <a:spcPts val="600"/>
              </a:spcBef>
              <a:spcAft>
                <a:spcPts val="0"/>
              </a:spcAft>
              <a:buClr>
                <a:schemeClr val="dk1"/>
              </a:buClr>
              <a:buSzPts val="162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DOC Content 2">
  <p:cSld name="DOC Content 2">
    <p:spTree>
      <p:nvGrpSpPr>
        <p:cNvPr id="1" name="Shape 271"/>
        <p:cNvGrpSpPr/>
        <p:nvPr/>
      </p:nvGrpSpPr>
      <p:grpSpPr>
        <a:xfrm>
          <a:off x="0" y="0"/>
          <a:ext cx="0" cy="0"/>
          <a:chOff x="0" y="0"/>
          <a:chExt cx="0" cy="0"/>
        </a:xfrm>
      </p:grpSpPr>
      <p:sp>
        <p:nvSpPr>
          <p:cNvPr id="272" name="Google Shape;272;p41"/>
          <p:cNvSpPr txBox="1">
            <a:spLocks noGrp="1"/>
          </p:cNvSpPr>
          <p:nvPr>
            <p:ph type="body" idx="1"/>
          </p:nvPr>
        </p:nvSpPr>
        <p:spPr>
          <a:xfrm>
            <a:off x="685800" y="1930400"/>
            <a:ext cx="5238750" cy="3962400"/>
          </a:xfrm>
          <a:prstGeom prst="rect">
            <a:avLst/>
          </a:prstGeom>
          <a:noFill/>
          <a:ln>
            <a:noFill/>
          </a:ln>
        </p:spPr>
        <p:txBody>
          <a:bodyPr spcFirstLastPara="1" wrap="square" lIns="0" tIns="0" rIns="0" bIns="0" anchor="t" anchorCtr="0">
            <a:noAutofit/>
          </a:bodyPr>
          <a:lstStyle>
            <a:lvl1pPr marL="457200" lvl="0" indent="-284480" algn="l">
              <a:lnSpc>
                <a:spcPct val="100000"/>
              </a:lnSpc>
              <a:spcBef>
                <a:spcPts val="0"/>
              </a:spcBef>
              <a:spcAft>
                <a:spcPts val="0"/>
              </a:spcAft>
              <a:buSzPts val="880"/>
              <a:buChar char="​"/>
              <a:defRPr sz="1100"/>
            </a:lvl1pPr>
            <a:lvl2pPr marL="914400" lvl="1" indent="-284480" algn="l">
              <a:lnSpc>
                <a:spcPct val="100000"/>
              </a:lnSpc>
              <a:spcBef>
                <a:spcPts val="600"/>
              </a:spcBef>
              <a:spcAft>
                <a:spcPts val="0"/>
              </a:spcAft>
              <a:buSzPts val="880"/>
              <a:buChar char="•"/>
              <a:defRPr sz="1100"/>
            </a:lvl2pPr>
            <a:lvl3pPr marL="1371600" lvl="2" indent="-291464" algn="l">
              <a:lnSpc>
                <a:spcPct val="100000"/>
              </a:lnSpc>
              <a:spcBef>
                <a:spcPts val="600"/>
              </a:spcBef>
              <a:spcAft>
                <a:spcPts val="0"/>
              </a:spcAft>
              <a:buClr>
                <a:schemeClr val="dk1"/>
              </a:buClr>
              <a:buSzPts val="990"/>
              <a:buChar char="•"/>
              <a:defRPr sz="1100"/>
            </a:lvl3pPr>
            <a:lvl4pPr marL="1828800" lvl="3" indent="-298450" algn="l">
              <a:lnSpc>
                <a:spcPct val="100000"/>
              </a:lnSpc>
              <a:spcBef>
                <a:spcPts val="600"/>
              </a:spcBef>
              <a:spcAft>
                <a:spcPts val="0"/>
              </a:spcAft>
              <a:buSzPts val="1100"/>
              <a:buChar char="­"/>
              <a:defRPr sz="1100"/>
            </a:lvl4pPr>
            <a:lvl5pPr marL="2286000" lvl="4" indent="-330200" algn="l">
              <a:lnSpc>
                <a:spcPct val="100000"/>
              </a:lnSpc>
              <a:spcBef>
                <a:spcPts val="600"/>
              </a:spcBef>
              <a:spcAft>
                <a:spcPts val="0"/>
              </a:spcAft>
              <a:buClr>
                <a:schemeClr val="dk1"/>
              </a:buClr>
              <a:buSzPts val="1600"/>
              <a:buChar char="­"/>
              <a:defRPr sz="1600">
                <a:latin typeface="Avenir"/>
                <a:ea typeface="Avenir"/>
                <a:cs typeface="Avenir"/>
                <a:sym typeface="Avenir"/>
              </a:defRPr>
            </a:lvl5pPr>
            <a:lvl6pPr marL="2743200" lvl="5" indent="-292100" algn="l">
              <a:lnSpc>
                <a:spcPct val="100000"/>
              </a:lnSpc>
              <a:spcBef>
                <a:spcPts val="600"/>
              </a:spcBef>
              <a:spcAft>
                <a:spcPts val="0"/>
              </a:spcAft>
              <a:buClr>
                <a:schemeClr val="dk1"/>
              </a:buClr>
              <a:buSzPts val="1000"/>
              <a:buFont typeface="Arial"/>
              <a:buChar char="•"/>
              <a:defRPr sz="1000">
                <a:solidFill>
                  <a:schemeClr val="dk1"/>
                </a:solidFill>
                <a:latin typeface="Avenir"/>
                <a:ea typeface="Avenir"/>
                <a:cs typeface="Avenir"/>
                <a:sym typeface="Avenir"/>
              </a:defRPr>
            </a:lvl6pPr>
            <a:lvl7pPr marL="3200400" lvl="6"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7pPr>
            <a:lvl8pPr marL="3657600" lvl="7"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8pPr>
            <a:lvl9pPr marL="4114800" lvl="8"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9pPr>
          </a:lstStyle>
          <a:p>
            <a:endParaRPr/>
          </a:p>
        </p:txBody>
      </p:sp>
      <p:sp>
        <p:nvSpPr>
          <p:cNvPr id="273" name="Google Shape;273;p41"/>
          <p:cNvSpPr txBox="1">
            <a:spLocks noGrp="1"/>
          </p:cNvSpPr>
          <p:nvPr>
            <p:ph type="body" idx="2"/>
          </p:nvPr>
        </p:nvSpPr>
        <p:spPr>
          <a:xfrm>
            <a:off x="6267447" y="1930400"/>
            <a:ext cx="5238750" cy="3962400"/>
          </a:xfrm>
          <a:prstGeom prst="rect">
            <a:avLst/>
          </a:prstGeom>
          <a:noFill/>
          <a:ln>
            <a:noFill/>
          </a:ln>
        </p:spPr>
        <p:txBody>
          <a:bodyPr spcFirstLastPara="1" wrap="square" lIns="0" tIns="0" rIns="0" bIns="0" anchor="t" anchorCtr="0">
            <a:noAutofit/>
          </a:bodyPr>
          <a:lstStyle>
            <a:lvl1pPr marL="457200" lvl="0" indent="-284480" algn="l">
              <a:lnSpc>
                <a:spcPct val="100000"/>
              </a:lnSpc>
              <a:spcBef>
                <a:spcPts val="0"/>
              </a:spcBef>
              <a:spcAft>
                <a:spcPts val="0"/>
              </a:spcAft>
              <a:buSzPts val="880"/>
              <a:buChar char="​"/>
              <a:defRPr sz="1100"/>
            </a:lvl1pPr>
            <a:lvl2pPr marL="914400" lvl="1" indent="-284480" algn="l">
              <a:lnSpc>
                <a:spcPct val="100000"/>
              </a:lnSpc>
              <a:spcBef>
                <a:spcPts val="600"/>
              </a:spcBef>
              <a:spcAft>
                <a:spcPts val="0"/>
              </a:spcAft>
              <a:buSzPts val="880"/>
              <a:buChar char="•"/>
              <a:defRPr sz="1100"/>
            </a:lvl2pPr>
            <a:lvl3pPr marL="1371600" lvl="2" indent="-291464" algn="l">
              <a:lnSpc>
                <a:spcPct val="100000"/>
              </a:lnSpc>
              <a:spcBef>
                <a:spcPts val="600"/>
              </a:spcBef>
              <a:spcAft>
                <a:spcPts val="0"/>
              </a:spcAft>
              <a:buClr>
                <a:schemeClr val="dk1"/>
              </a:buClr>
              <a:buSzPts val="990"/>
              <a:buChar char="•"/>
              <a:defRPr sz="1100"/>
            </a:lvl3pPr>
            <a:lvl4pPr marL="1828800" lvl="3" indent="-298450" algn="l">
              <a:lnSpc>
                <a:spcPct val="100000"/>
              </a:lnSpc>
              <a:spcBef>
                <a:spcPts val="600"/>
              </a:spcBef>
              <a:spcAft>
                <a:spcPts val="0"/>
              </a:spcAft>
              <a:buSzPts val="1100"/>
              <a:buChar char="­"/>
              <a:defRPr sz="1100"/>
            </a:lvl4pPr>
            <a:lvl5pPr marL="2286000" lvl="4" indent="-330200" algn="l">
              <a:lnSpc>
                <a:spcPct val="100000"/>
              </a:lnSpc>
              <a:spcBef>
                <a:spcPts val="600"/>
              </a:spcBef>
              <a:spcAft>
                <a:spcPts val="0"/>
              </a:spcAft>
              <a:buClr>
                <a:schemeClr val="dk1"/>
              </a:buClr>
              <a:buSzPts val="1600"/>
              <a:buChar char="­"/>
              <a:defRPr sz="1600">
                <a:latin typeface="Avenir"/>
                <a:ea typeface="Avenir"/>
                <a:cs typeface="Avenir"/>
                <a:sym typeface="Avenir"/>
              </a:defRPr>
            </a:lvl5pPr>
            <a:lvl6pPr marL="2743200" lvl="5" indent="-292100" algn="l">
              <a:lnSpc>
                <a:spcPct val="100000"/>
              </a:lnSpc>
              <a:spcBef>
                <a:spcPts val="600"/>
              </a:spcBef>
              <a:spcAft>
                <a:spcPts val="0"/>
              </a:spcAft>
              <a:buClr>
                <a:schemeClr val="dk1"/>
              </a:buClr>
              <a:buSzPts val="1000"/>
              <a:buFont typeface="Arial"/>
              <a:buChar char="•"/>
              <a:defRPr sz="1000">
                <a:solidFill>
                  <a:schemeClr val="dk1"/>
                </a:solidFill>
                <a:latin typeface="Avenir"/>
                <a:ea typeface="Avenir"/>
                <a:cs typeface="Avenir"/>
                <a:sym typeface="Avenir"/>
              </a:defRPr>
            </a:lvl6pPr>
            <a:lvl7pPr marL="3200400" lvl="6"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7pPr>
            <a:lvl8pPr marL="3657600" lvl="7"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8pPr>
            <a:lvl9pPr marL="4114800" lvl="8"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9pPr>
          </a:lstStyle>
          <a:p>
            <a:endParaRPr/>
          </a:p>
        </p:txBody>
      </p:sp>
      <p:sp>
        <p:nvSpPr>
          <p:cNvPr id="274" name="Google Shape;274;p41"/>
          <p:cNvSpPr txBox="1">
            <a:spLocks noGrp="1"/>
          </p:cNvSpPr>
          <p:nvPr>
            <p:ph type="dt" idx="10"/>
          </p:nvPr>
        </p:nvSpPr>
        <p:spPr>
          <a:xfrm>
            <a:off x="4994275" y="6458833"/>
            <a:ext cx="2203450" cy="184666"/>
          </a:xfrm>
          <a:prstGeom prst="rect">
            <a:avLst/>
          </a:prstGeom>
          <a:noFill/>
          <a:ln>
            <a:noFill/>
          </a:ln>
        </p:spPr>
        <p:txBody>
          <a:bodyPr spcFirstLastPara="1" wrap="square" lIns="0" tIns="0" rIns="0" bIns="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5" name="Google Shape;275;p41"/>
          <p:cNvSpPr txBox="1">
            <a:spLocks noGrp="1"/>
          </p:cNvSpPr>
          <p:nvPr>
            <p:ph type="ftr" idx="11"/>
          </p:nvPr>
        </p:nvSpPr>
        <p:spPr>
          <a:xfrm>
            <a:off x="685800" y="6458833"/>
            <a:ext cx="4114800" cy="184666"/>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6" name="Google Shape;276;p41"/>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77" name="Google Shape;277;p41"/>
          <p:cNvSpPr/>
          <p:nvPr/>
        </p:nvSpPr>
        <p:spPr>
          <a:xfrm>
            <a:off x="0" y="0"/>
            <a:ext cx="86627" cy="6858000"/>
          </a:xfrm>
          <a:prstGeom prst="rect">
            <a:avLst/>
          </a:prstGeom>
          <a:solidFill>
            <a:srgbClr val="FC66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278" name="Google Shape;278;p41"/>
          <p:cNvSpPr txBox="1">
            <a:spLocks noGrp="1"/>
          </p:cNvSpPr>
          <p:nvPr>
            <p:ph type="subTitle" idx="3"/>
          </p:nvPr>
        </p:nvSpPr>
        <p:spPr>
          <a:xfrm>
            <a:off x="685799" y="914400"/>
            <a:ext cx="10820400" cy="472664"/>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40"/>
              <a:buNone/>
              <a:defRPr sz="1800">
                <a:solidFill>
                  <a:srgbClr val="7F7F7F"/>
                </a:solidFill>
              </a:defRPr>
            </a:lvl1pPr>
            <a:lvl2pPr lvl="1" algn="ctr">
              <a:lnSpc>
                <a:spcPct val="90000"/>
              </a:lnSpc>
              <a:spcBef>
                <a:spcPts val="600"/>
              </a:spcBef>
              <a:spcAft>
                <a:spcPts val="0"/>
              </a:spcAft>
              <a:buSzPts val="1600"/>
              <a:buNone/>
              <a:defRPr sz="2000"/>
            </a:lvl2pPr>
            <a:lvl3pPr lvl="2" algn="ctr">
              <a:lnSpc>
                <a:spcPct val="100000"/>
              </a:lnSpc>
              <a:spcBef>
                <a:spcPts val="600"/>
              </a:spcBef>
              <a:spcAft>
                <a:spcPts val="0"/>
              </a:spcAft>
              <a:buClr>
                <a:schemeClr val="dk1"/>
              </a:buClr>
              <a:buSzPts val="1620"/>
              <a:buNone/>
              <a:defRPr sz="1800"/>
            </a:lvl3pPr>
            <a:lvl4pPr lvl="3" algn="ctr">
              <a:lnSpc>
                <a:spcPct val="100000"/>
              </a:lnSpc>
              <a:spcBef>
                <a:spcPts val="600"/>
              </a:spcBef>
              <a:spcAft>
                <a:spcPts val="0"/>
              </a:spcAft>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100000"/>
              </a:lnSpc>
              <a:spcBef>
                <a:spcPts val="60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a:endParaRPr/>
          </a:p>
        </p:txBody>
      </p:sp>
      <p:sp>
        <p:nvSpPr>
          <p:cNvPr id="279" name="Google Shape;279;p41"/>
          <p:cNvSpPr txBox="1">
            <a:spLocks noGrp="1"/>
          </p:cNvSpPr>
          <p:nvPr>
            <p:ph type="title"/>
          </p:nvPr>
        </p:nvSpPr>
        <p:spPr>
          <a:xfrm>
            <a:off x="685800" y="457200"/>
            <a:ext cx="10820400" cy="41148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800"/>
              <a:buChar cha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DOC Content 1/3">
  <p:cSld name="DOC Content 1/3">
    <p:spTree>
      <p:nvGrpSpPr>
        <p:cNvPr id="1" name="Shape 280"/>
        <p:cNvGrpSpPr/>
        <p:nvPr/>
      </p:nvGrpSpPr>
      <p:grpSpPr>
        <a:xfrm>
          <a:off x="0" y="0"/>
          <a:ext cx="0" cy="0"/>
          <a:chOff x="0" y="0"/>
          <a:chExt cx="0" cy="0"/>
        </a:xfrm>
      </p:grpSpPr>
      <p:sp>
        <p:nvSpPr>
          <p:cNvPr id="281" name="Google Shape;281;p42"/>
          <p:cNvSpPr txBox="1">
            <a:spLocks noGrp="1"/>
          </p:cNvSpPr>
          <p:nvPr>
            <p:ph type="body" idx="1"/>
          </p:nvPr>
        </p:nvSpPr>
        <p:spPr>
          <a:xfrm>
            <a:off x="4064000" y="1930400"/>
            <a:ext cx="7442200" cy="3962400"/>
          </a:xfrm>
          <a:prstGeom prst="rect">
            <a:avLst/>
          </a:prstGeom>
          <a:noFill/>
          <a:ln>
            <a:noFill/>
          </a:ln>
        </p:spPr>
        <p:txBody>
          <a:bodyPr spcFirstLastPara="1" wrap="square" lIns="0" tIns="0" rIns="0" bIns="0" anchor="t" anchorCtr="0">
            <a:noAutofit/>
          </a:bodyPr>
          <a:lstStyle>
            <a:lvl1pPr marL="457200" lvl="0" indent="-284480" algn="l">
              <a:lnSpc>
                <a:spcPct val="100000"/>
              </a:lnSpc>
              <a:spcBef>
                <a:spcPts val="0"/>
              </a:spcBef>
              <a:spcAft>
                <a:spcPts val="0"/>
              </a:spcAft>
              <a:buSzPts val="880"/>
              <a:buChar char="​"/>
              <a:defRPr sz="1100"/>
            </a:lvl1pPr>
            <a:lvl2pPr marL="914400" lvl="1" indent="-284480" algn="l">
              <a:lnSpc>
                <a:spcPct val="100000"/>
              </a:lnSpc>
              <a:spcBef>
                <a:spcPts val="600"/>
              </a:spcBef>
              <a:spcAft>
                <a:spcPts val="0"/>
              </a:spcAft>
              <a:buSzPts val="880"/>
              <a:buChar char="•"/>
              <a:defRPr sz="1100"/>
            </a:lvl2pPr>
            <a:lvl3pPr marL="1371600" lvl="2" indent="-291464" algn="l">
              <a:lnSpc>
                <a:spcPct val="100000"/>
              </a:lnSpc>
              <a:spcBef>
                <a:spcPts val="600"/>
              </a:spcBef>
              <a:spcAft>
                <a:spcPts val="0"/>
              </a:spcAft>
              <a:buClr>
                <a:schemeClr val="dk1"/>
              </a:buClr>
              <a:buSzPts val="990"/>
              <a:buChar char="•"/>
              <a:defRPr sz="1100"/>
            </a:lvl3pPr>
            <a:lvl4pPr marL="1828800" lvl="3" indent="-298450" algn="l">
              <a:lnSpc>
                <a:spcPct val="100000"/>
              </a:lnSpc>
              <a:spcBef>
                <a:spcPts val="600"/>
              </a:spcBef>
              <a:spcAft>
                <a:spcPts val="0"/>
              </a:spcAft>
              <a:buSzPts val="1100"/>
              <a:buChar char="­"/>
              <a:defRPr sz="1100"/>
            </a:lvl4pPr>
            <a:lvl5pPr marL="2286000" lvl="4" indent="-330200" algn="l">
              <a:lnSpc>
                <a:spcPct val="100000"/>
              </a:lnSpc>
              <a:spcBef>
                <a:spcPts val="600"/>
              </a:spcBef>
              <a:spcAft>
                <a:spcPts val="0"/>
              </a:spcAft>
              <a:buClr>
                <a:schemeClr val="dk1"/>
              </a:buClr>
              <a:buSzPts val="1600"/>
              <a:buChar char="­"/>
              <a:defRPr sz="1600">
                <a:latin typeface="Avenir"/>
                <a:ea typeface="Avenir"/>
                <a:cs typeface="Avenir"/>
                <a:sym typeface="Avenir"/>
              </a:defRPr>
            </a:lvl5pPr>
            <a:lvl6pPr marL="2743200" lvl="5" indent="-292100" algn="l">
              <a:lnSpc>
                <a:spcPct val="100000"/>
              </a:lnSpc>
              <a:spcBef>
                <a:spcPts val="600"/>
              </a:spcBef>
              <a:spcAft>
                <a:spcPts val="0"/>
              </a:spcAft>
              <a:buClr>
                <a:schemeClr val="dk1"/>
              </a:buClr>
              <a:buSzPts val="1000"/>
              <a:buFont typeface="Arial"/>
              <a:buChar char="•"/>
              <a:defRPr sz="1000">
                <a:solidFill>
                  <a:schemeClr val="dk1"/>
                </a:solidFill>
                <a:latin typeface="Avenir"/>
                <a:ea typeface="Avenir"/>
                <a:cs typeface="Avenir"/>
                <a:sym typeface="Avenir"/>
              </a:defRPr>
            </a:lvl6pPr>
            <a:lvl7pPr marL="3200400" lvl="6"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7pPr>
            <a:lvl8pPr marL="3657600" lvl="7"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8pPr>
            <a:lvl9pPr marL="4114800" lvl="8"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9pPr>
          </a:lstStyle>
          <a:p>
            <a:endParaRPr/>
          </a:p>
        </p:txBody>
      </p:sp>
      <p:sp>
        <p:nvSpPr>
          <p:cNvPr id="282" name="Google Shape;282;p42"/>
          <p:cNvSpPr txBox="1">
            <a:spLocks noGrp="1"/>
          </p:cNvSpPr>
          <p:nvPr>
            <p:ph type="body" idx="2"/>
          </p:nvPr>
        </p:nvSpPr>
        <p:spPr>
          <a:xfrm>
            <a:off x="685800" y="1930400"/>
            <a:ext cx="2790825" cy="3962400"/>
          </a:xfrm>
          <a:prstGeom prst="rect">
            <a:avLst/>
          </a:prstGeom>
          <a:noFill/>
          <a:ln>
            <a:noFill/>
          </a:ln>
        </p:spPr>
        <p:txBody>
          <a:bodyPr spcFirstLastPara="1" wrap="square" lIns="0" tIns="0" rIns="0" bIns="0" anchor="t" anchorCtr="0">
            <a:noAutofit/>
          </a:bodyPr>
          <a:lstStyle>
            <a:lvl1pPr marL="457200" lvl="0" indent="-284480" algn="l">
              <a:lnSpc>
                <a:spcPct val="100000"/>
              </a:lnSpc>
              <a:spcBef>
                <a:spcPts val="0"/>
              </a:spcBef>
              <a:spcAft>
                <a:spcPts val="0"/>
              </a:spcAft>
              <a:buSzPts val="880"/>
              <a:buChar char="​"/>
              <a:defRPr sz="1100"/>
            </a:lvl1pPr>
            <a:lvl2pPr marL="914400" lvl="1" indent="-284480" algn="l">
              <a:lnSpc>
                <a:spcPct val="100000"/>
              </a:lnSpc>
              <a:spcBef>
                <a:spcPts val="600"/>
              </a:spcBef>
              <a:spcAft>
                <a:spcPts val="0"/>
              </a:spcAft>
              <a:buSzPts val="880"/>
              <a:buChar char="•"/>
              <a:defRPr sz="1100"/>
            </a:lvl2pPr>
            <a:lvl3pPr marL="1371600" lvl="2" indent="-291464" algn="l">
              <a:lnSpc>
                <a:spcPct val="100000"/>
              </a:lnSpc>
              <a:spcBef>
                <a:spcPts val="600"/>
              </a:spcBef>
              <a:spcAft>
                <a:spcPts val="0"/>
              </a:spcAft>
              <a:buClr>
                <a:schemeClr val="dk1"/>
              </a:buClr>
              <a:buSzPts val="990"/>
              <a:buChar char="•"/>
              <a:defRPr sz="1100"/>
            </a:lvl3pPr>
            <a:lvl4pPr marL="1828800" lvl="3" indent="-298450" algn="l">
              <a:lnSpc>
                <a:spcPct val="100000"/>
              </a:lnSpc>
              <a:spcBef>
                <a:spcPts val="600"/>
              </a:spcBef>
              <a:spcAft>
                <a:spcPts val="0"/>
              </a:spcAft>
              <a:buSzPts val="1100"/>
              <a:buChar char="­"/>
              <a:defRPr sz="1100"/>
            </a:lvl4pPr>
            <a:lvl5pPr marL="2286000" lvl="4" indent="-330200" algn="l">
              <a:lnSpc>
                <a:spcPct val="100000"/>
              </a:lnSpc>
              <a:spcBef>
                <a:spcPts val="600"/>
              </a:spcBef>
              <a:spcAft>
                <a:spcPts val="0"/>
              </a:spcAft>
              <a:buClr>
                <a:schemeClr val="dk1"/>
              </a:buClr>
              <a:buSzPts val="1600"/>
              <a:buChar char="­"/>
              <a:defRPr sz="1600">
                <a:latin typeface="Avenir"/>
                <a:ea typeface="Avenir"/>
                <a:cs typeface="Avenir"/>
                <a:sym typeface="Avenir"/>
              </a:defRPr>
            </a:lvl5pPr>
            <a:lvl6pPr marL="2743200" lvl="5" indent="-292100" algn="l">
              <a:lnSpc>
                <a:spcPct val="100000"/>
              </a:lnSpc>
              <a:spcBef>
                <a:spcPts val="600"/>
              </a:spcBef>
              <a:spcAft>
                <a:spcPts val="0"/>
              </a:spcAft>
              <a:buClr>
                <a:schemeClr val="dk1"/>
              </a:buClr>
              <a:buSzPts val="1000"/>
              <a:buChar char="•"/>
              <a:defRPr sz="1000">
                <a:latin typeface="Avenir"/>
                <a:ea typeface="Avenir"/>
                <a:cs typeface="Avenir"/>
                <a:sym typeface="Avenir"/>
              </a:defRPr>
            </a:lvl6pPr>
            <a:lvl7pPr marL="3200400" lvl="6" indent="-292100" algn="l">
              <a:lnSpc>
                <a:spcPct val="100000"/>
              </a:lnSpc>
              <a:spcBef>
                <a:spcPts val="0"/>
              </a:spcBef>
              <a:spcAft>
                <a:spcPts val="0"/>
              </a:spcAft>
              <a:buClr>
                <a:schemeClr val="dk1"/>
              </a:buClr>
              <a:buSzPts val="1000"/>
              <a:buChar char="•"/>
              <a:defRPr sz="1000">
                <a:latin typeface="Avenir"/>
                <a:ea typeface="Avenir"/>
                <a:cs typeface="Avenir"/>
                <a:sym typeface="Avenir"/>
              </a:defRPr>
            </a:lvl7pPr>
            <a:lvl8pPr marL="3657600" lvl="7" indent="-292100" algn="l">
              <a:lnSpc>
                <a:spcPct val="100000"/>
              </a:lnSpc>
              <a:spcBef>
                <a:spcPts val="0"/>
              </a:spcBef>
              <a:spcAft>
                <a:spcPts val="0"/>
              </a:spcAft>
              <a:buClr>
                <a:schemeClr val="dk1"/>
              </a:buClr>
              <a:buSzPts val="1000"/>
              <a:buChar char="•"/>
              <a:defRPr sz="1000">
                <a:latin typeface="Avenir"/>
                <a:ea typeface="Avenir"/>
                <a:cs typeface="Avenir"/>
                <a:sym typeface="Avenir"/>
              </a:defRPr>
            </a:lvl8pPr>
            <a:lvl9pPr marL="4114800" lvl="8" indent="-292100" algn="l">
              <a:lnSpc>
                <a:spcPct val="100000"/>
              </a:lnSpc>
              <a:spcBef>
                <a:spcPts val="0"/>
              </a:spcBef>
              <a:spcAft>
                <a:spcPts val="0"/>
              </a:spcAft>
              <a:buClr>
                <a:schemeClr val="dk1"/>
              </a:buClr>
              <a:buSzPts val="1000"/>
              <a:buChar char="•"/>
              <a:defRPr sz="1000">
                <a:latin typeface="Avenir"/>
                <a:ea typeface="Avenir"/>
                <a:cs typeface="Avenir"/>
                <a:sym typeface="Avenir"/>
              </a:defRPr>
            </a:lvl9pPr>
          </a:lstStyle>
          <a:p>
            <a:endParaRPr/>
          </a:p>
        </p:txBody>
      </p:sp>
      <p:sp>
        <p:nvSpPr>
          <p:cNvPr id="283" name="Google Shape;283;p42"/>
          <p:cNvSpPr txBox="1">
            <a:spLocks noGrp="1"/>
          </p:cNvSpPr>
          <p:nvPr>
            <p:ph type="dt" idx="10"/>
          </p:nvPr>
        </p:nvSpPr>
        <p:spPr>
          <a:xfrm>
            <a:off x="4994275" y="6458833"/>
            <a:ext cx="2203450" cy="184666"/>
          </a:xfrm>
          <a:prstGeom prst="rect">
            <a:avLst/>
          </a:prstGeom>
          <a:noFill/>
          <a:ln>
            <a:noFill/>
          </a:ln>
        </p:spPr>
        <p:txBody>
          <a:bodyPr spcFirstLastPara="1" wrap="square" lIns="0" tIns="0" rIns="0" bIns="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42"/>
          <p:cNvSpPr txBox="1">
            <a:spLocks noGrp="1"/>
          </p:cNvSpPr>
          <p:nvPr>
            <p:ph type="ftr" idx="11"/>
          </p:nvPr>
        </p:nvSpPr>
        <p:spPr>
          <a:xfrm>
            <a:off x="685800" y="6458833"/>
            <a:ext cx="4114800" cy="184666"/>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42"/>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42"/>
          <p:cNvSpPr/>
          <p:nvPr/>
        </p:nvSpPr>
        <p:spPr>
          <a:xfrm>
            <a:off x="0" y="0"/>
            <a:ext cx="86627" cy="6858000"/>
          </a:xfrm>
          <a:prstGeom prst="rect">
            <a:avLst/>
          </a:prstGeom>
          <a:solidFill>
            <a:srgbClr val="FC66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287" name="Google Shape;287;p42"/>
          <p:cNvSpPr txBox="1">
            <a:spLocks noGrp="1"/>
          </p:cNvSpPr>
          <p:nvPr>
            <p:ph type="subTitle" idx="3"/>
          </p:nvPr>
        </p:nvSpPr>
        <p:spPr>
          <a:xfrm>
            <a:off x="685799" y="914400"/>
            <a:ext cx="10820400" cy="472664"/>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40"/>
              <a:buNone/>
              <a:defRPr sz="1800">
                <a:solidFill>
                  <a:srgbClr val="7F7F7F"/>
                </a:solidFill>
              </a:defRPr>
            </a:lvl1pPr>
            <a:lvl2pPr lvl="1" algn="ctr">
              <a:lnSpc>
                <a:spcPct val="90000"/>
              </a:lnSpc>
              <a:spcBef>
                <a:spcPts val="600"/>
              </a:spcBef>
              <a:spcAft>
                <a:spcPts val="0"/>
              </a:spcAft>
              <a:buSzPts val="1600"/>
              <a:buNone/>
              <a:defRPr sz="2000"/>
            </a:lvl2pPr>
            <a:lvl3pPr lvl="2" algn="ctr">
              <a:lnSpc>
                <a:spcPct val="100000"/>
              </a:lnSpc>
              <a:spcBef>
                <a:spcPts val="600"/>
              </a:spcBef>
              <a:spcAft>
                <a:spcPts val="0"/>
              </a:spcAft>
              <a:buClr>
                <a:schemeClr val="dk1"/>
              </a:buClr>
              <a:buSzPts val="1620"/>
              <a:buNone/>
              <a:defRPr sz="1800"/>
            </a:lvl3pPr>
            <a:lvl4pPr lvl="3" algn="ctr">
              <a:lnSpc>
                <a:spcPct val="100000"/>
              </a:lnSpc>
              <a:spcBef>
                <a:spcPts val="600"/>
              </a:spcBef>
              <a:spcAft>
                <a:spcPts val="0"/>
              </a:spcAft>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100000"/>
              </a:lnSpc>
              <a:spcBef>
                <a:spcPts val="60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a:endParaRPr/>
          </a:p>
        </p:txBody>
      </p:sp>
      <p:sp>
        <p:nvSpPr>
          <p:cNvPr id="288" name="Google Shape;288;p42"/>
          <p:cNvSpPr txBox="1">
            <a:spLocks noGrp="1"/>
          </p:cNvSpPr>
          <p:nvPr>
            <p:ph type="title"/>
          </p:nvPr>
        </p:nvSpPr>
        <p:spPr>
          <a:xfrm>
            <a:off x="685800" y="457200"/>
            <a:ext cx="10820400" cy="41148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800"/>
              <a:buChar cha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DOC Content 2/3">
  <p:cSld name="DOC Content 2/3">
    <p:spTree>
      <p:nvGrpSpPr>
        <p:cNvPr id="1" name="Shape 289"/>
        <p:cNvGrpSpPr/>
        <p:nvPr/>
      </p:nvGrpSpPr>
      <p:grpSpPr>
        <a:xfrm>
          <a:off x="0" y="0"/>
          <a:ext cx="0" cy="0"/>
          <a:chOff x="0" y="0"/>
          <a:chExt cx="0" cy="0"/>
        </a:xfrm>
      </p:grpSpPr>
      <p:sp>
        <p:nvSpPr>
          <p:cNvPr id="290" name="Google Shape;290;p43"/>
          <p:cNvSpPr txBox="1">
            <a:spLocks noGrp="1"/>
          </p:cNvSpPr>
          <p:nvPr>
            <p:ph type="body" idx="1"/>
          </p:nvPr>
        </p:nvSpPr>
        <p:spPr>
          <a:xfrm>
            <a:off x="8715375" y="1930400"/>
            <a:ext cx="2790825" cy="3962400"/>
          </a:xfrm>
          <a:prstGeom prst="rect">
            <a:avLst/>
          </a:prstGeom>
          <a:noFill/>
          <a:ln>
            <a:noFill/>
          </a:ln>
        </p:spPr>
        <p:txBody>
          <a:bodyPr spcFirstLastPara="1" wrap="square" lIns="0" tIns="0" rIns="0" bIns="0" anchor="t" anchorCtr="0">
            <a:noAutofit/>
          </a:bodyPr>
          <a:lstStyle>
            <a:lvl1pPr marL="457200" lvl="0" indent="-284480" algn="l">
              <a:lnSpc>
                <a:spcPct val="100000"/>
              </a:lnSpc>
              <a:spcBef>
                <a:spcPts val="0"/>
              </a:spcBef>
              <a:spcAft>
                <a:spcPts val="0"/>
              </a:spcAft>
              <a:buSzPts val="880"/>
              <a:buChar char="​"/>
              <a:defRPr sz="1100"/>
            </a:lvl1pPr>
            <a:lvl2pPr marL="914400" lvl="1" indent="-284480" algn="l">
              <a:lnSpc>
                <a:spcPct val="100000"/>
              </a:lnSpc>
              <a:spcBef>
                <a:spcPts val="600"/>
              </a:spcBef>
              <a:spcAft>
                <a:spcPts val="0"/>
              </a:spcAft>
              <a:buSzPts val="880"/>
              <a:buChar char="•"/>
              <a:defRPr sz="1100"/>
            </a:lvl2pPr>
            <a:lvl3pPr marL="1371600" lvl="2" indent="-291464" algn="l">
              <a:lnSpc>
                <a:spcPct val="100000"/>
              </a:lnSpc>
              <a:spcBef>
                <a:spcPts val="600"/>
              </a:spcBef>
              <a:spcAft>
                <a:spcPts val="0"/>
              </a:spcAft>
              <a:buClr>
                <a:schemeClr val="dk1"/>
              </a:buClr>
              <a:buSzPts val="990"/>
              <a:buChar char="•"/>
              <a:defRPr sz="1100"/>
            </a:lvl3pPr>
            <a:lvl4pPr marL="1828800" lvl="3" indent="-298450" algn="l">
              <a:lnSpc>
                <a:spcPct val="100000"/>
              </a:lnSpc>
              <a:spcBef>
                <a:spcPts val="600"/>
              </a:spcBef>
              <a:spcAft>
                <a:spcPts val="0"/>
              </a:spcAft>
              <a:buSzPts val="1100"/>
              <a:buChar char="­"/>
              <a:defRPr sz="1100"/>
            </a:lvl4pPr>
            <a:lvl5pPr marL="2286000" lvl="4" indent="-330200" algn="l">
              <a:lnSpc>
                <a:spcPct val="100000"/>
              </a:lnSpc>
              <a:spcBef>
                <a:spcPts val="600"/>
              </a:spcBef>
              <a:spcAft>
                <a:spcPts val="0"/>
              </a:spcAft>
              <a:buClr>
                <a:schemeClr val="dk1"/>
              </a:buClr>
              <a:buSzPts val="1600"/>
              <a:buChar char="­"/>
              <a:defRPr sz="1600">
                <a:latin typeface="Avenir"/>
                <a:ea typeface="Avenir"/>
                <a:cs typeface="Avenir"/>
                <a:sym typeface="Avenir"/>
              </a:defRPr>
            </a:lvl5pPr>
            <a:lvl6pPr marL="2743200" lvl="5" indent="-292100" algn="l">
              <a:lnSpc>
                <a:spcPct val="100000"/>
              </a:lnSpc>
              <a:spcBef>
                <a:spcPts val="600"/>
              </a:spcBef>
              <a:spcAft>
                <a:spcPts val="0"/>
              </a:spcAft>
              <a:buClr>
                <a:schemeClr val="dk1"/>
              </a:buClr>
              <a:buSzPts val="1000"/>
              <a:buFont typeface="Arial"/>
              <a:buChar char="•"/>
              <a:defRPr sz="1000">
                <a:solidFill>
                  <a:schemeClr val="dk1"/>
                </a:solidFill>
                <a:latin typeface="Avenir"/>
                <a:ea typeface="Avenir"/>
                <a:cs typeface="Avenir"/>
                <a:sym typeface="Avenir"/>
              </a:defRPr>
            </a:lvl6pPr>
            <a:lvl7pPr marL="3200400" lvl="6"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7pPr>
            <a:lvl8pPr marL="3657600" lvl="7"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8pPr>
            <a:lvl9pPr marL="4114800" lvl="8"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9pPr>
          </a:lstStyle>
          <a:p>
            <a:endParaRPr/>
          </a:p>
        </p:txBody>
      </p:sp>
      <p:sp>
        <p:nvSpPr>
          <p:cNvPr id="291" name="Google Shape;291;p43"/>
          <p:cNvSpPr txBox="1">
            <a:spLocks noGrp="1"/>
          </p:cNvSpPr>
          <p:nvPr>
            <p:ph type="body" idx="2"/>
          </p:nvPr>
        </p:nvSpPr>
        <p:spPr>
          <a:xfrm>
            <a:off x="685800" y="1930400"/>
            <a:ext cx="7442200" cy="3962400"/>
          </a:xfrm>
          <a:prstGeom prst="rect">
            <a:avLst/>
          </a:prstGeom>
          <a:noFill/>
          <a:ln>
            <a:noFill/>
          </a:ln>
        </p:spPr>
        <p:txBody>
          <a:bodyPr spcFirstLastPara="1" wrap="square" lIns="0" tIns="0" rIns="0" bIns="0" anchor="t" anchorCtr="0">
            <a:noAutofit/>
          </a:bodyPr>
          <a:lstStyle>
            <a:lvl1pPr marL="457200" lvl="0" indent="-284480" algn="l">
              <a:lnSpc>
                <a:spcPct val="100000"/>
              </a:lnSpc>
              <a:spcBef>
                <a:spcPts val="0"/>
              </a:spcBef>
              <a:spcAft>
                <a:spcPts val="0"/>
              </a:spcAft>
              <a:buSzPts val="880"/>
              <a:buChar char="​"/>
              <a:defRPr sz="1100"/>
            </a:lvl1pPr>
            <a:lvl2pPr marL="914400" lvl="1" indent="-284480" algn="l">
              <a:lnSpc>
                <a:spcPct val="100000"/>
              </a:lnSpc>
              <a:spcBef>
                <a:spcPts val="600"/>
              </a:spcBef>
              <a:spcAft>
                <a:spcPts val="0"/>
              </a:spcAft>
              <a:buSzPts val="880"/>
              <a:buChar char="•"/>
              <a:defRPr sz="1100"/>
            </a:lvl2pPr>
            <a:lvl3pPr marL="1371600" lvl="2" indent="-291464" algn="l">
              <a:lnSpc>
                <a:spcPct val="100000"/>
              </a:lnSpc>
              <a:spcBef>
                <a:spcPts val="600"/>
              </a:spcBef>
              <a:spcAft>
                <a:spcPts val="0"/>
              </a:spcAft>
              <a:buClr>
                <a:schemeClr val="dk1"/>
              </a:buClr>
              <a:buSzPts val="990"/>
              <a:buChar char="•"/>
              <a:defRPr sz="1100"/>
            </a:lvl3pPr>
            <a:lvl4pPr marL="1828800" lvl="3" indent="-298450" algn="l">
              <a:lnSpc>
                <a:spcPct val="100000"/>
              </a:lnSpc>
              <a:spcBef>
                <a:spcPts val="600"/>
              </a:spcBef>
              <a:spcAft>
                <a:spcPts val="0"/>
              </a:spcAft>
              <a:buSzPts val="1100"/>
              <a:buChar char="­"/>
              <a:defRPr sz="1100"/>
            </a:lvl4pPr>
            <a:lvl5pPr marL="2286000" lvl="4" indent="-330200" algn="l">
              <a:lnSpc>
                <a:spcPct val="100000"/>
              </a:lnSpc>
              <a:spcBef>
                <a:spcPts val="600"/>
              </a:spcBef>
              <a:spcAft>
                <a:spcPts val="0"/>
              </a:spcAft>
              <a:buClr>
                <a:schemeClr val="dk1"/>
              </a:buClr>
              <a:buSzPts val="1600"/>
              <a:buChar char="­"/>
              <a:defRPr sz="1600">
                <a:latin typeface="Avenir"/>
                <a:ea typeface="Avenir"/>
                <a:cs typeface="Avenir"/>
                <a:sym typeface="Avenir"/>
              </a:defRPr>
            </a:lvl5pPr>
            <a:lvl6pPr marL="2743200" lvl="5" indent="-292100" algn="l">
              <a:lnSpc>
                <a:spcPct val="100000"/>
              </a:lnSpc>
              <a:spcBef>
                <a:spcPts val="600"/>
              </a:spcBef>
              <a:spcAft>
                <a:spcPts val="0"/>
              </a:spcAft>
              <a:buClr>
                <a:schemeClr val="dk1"/>
              </a:buClr>
              <a:buSzPts val="1000"/>
              <a:buFont typeface="Arial"/>
              <a:buChar char="•"/>
              <a:defRPr sz="1000">
                <a:solidFill>
                  <a:schemeClr val="dk1"/>
                </a:solidFill>
                <a:latin typeface="Avenir"/>
                <a:ea typeface="Avenir"/>
                <a:cs typeface="Avenir"/>
                <a:sym typeface="Avenir"/>
              </a:defRPr>
            </a:lvl6pPr>
            <a:lvl7pPr marL="3200400" lvl="6"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7pPr>
            <a:lvl8pPr marL="3657600" lvl="7"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8pPr>
            <a:lvl9pPr marL="4114800" lvl="8"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9pPr>
          </a:lstStyle>
          <a:p>
            <a:endParaRPr/>
          </a:p>
        </p:txBody>
      </p:sp>
      <p:sp>
        <p:nvSpPr>
          <p:cNvPr id="292" name="Google Shape;292;p43"/>
          <p:cNvSpPr txBox="1">
            <a:spLocks noGrp="1"/>
          </p:cNvSpPr>
          <p:nvPr>
            <p:ph type="dt" idx="10"/>
          </p:nvPr>
        </p:nvSpPr>
        <p:spPr>
          <a:xfrm>
            <a:off x="4994275" y="6458833"/>
            <a:ext cx="2203450" cy="184666"/>
          </a:xfrm>
          <a:prstGeom prst="rect">
            <a:avLst/>
          </a:prstGeom>
          <a:noFill/>
          <a:ln>
            <a:noFill/>
          </a:ln>
        </p:spPr>
        <p:txBody>
          <a:bodyPr spcFirstLastPara="1" wrap="square" lIns="0" tIns="0" rIns="0" bIns="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3" name="Google Shape;293;p43"/>
          <p:cNvSpPr txBox="1">
            <a:spLocks noGrp="1"/>
          </p:cNvSpPr>
          <p:nvPr>
            <p:ph type="ftr" idx="11"/>
          </p:nvPr>
        </p:nvSpPr>
        <p:spPr>
          <a:xfrm>
            <a:off x="685800" y="6458833"/>
            <a:ext cx="4114800" cy="184666"/>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4" name="Google Shape;294;p43"/>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95" name="Google Shape;295;p43"/>
          <p:cNvSpPr/>
          <p:nvPr/>
        </p:nvSpPr>
        <p:spPr>
          <a:xfrm>
            <a:off x="0" y="0"/>
            <a:ext cx="86627" cy="6858000"/>
          </a:xfrm>
          <a:prstGeom prst="rect">
            <a:avLst/>
          </a:prstGeom>
          <a:solidFill>
            <a:srgbClr val="FC66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296" name="Google Shape;296;p43"/>
          <p:cNvSpPr txBox="1">
            <a:spLocks noGrp="1"/>
          </p:cNvSpPr>
          <p:nvPr>
            <p:ph type="subTitle" idx="3"/>
          </p:nvPr>
        </p:nvSpPr>
        <p:spPr>
          <a:xfrm>
            <a:off x="685799" y="914400"/>
            <a:ext cx="10820400" cy="472664"/>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40"/>
              <a:buNone/>
              <a:defRPr sz="1800">
                <a:solidFill>
                  <a:srgbClr val="7F7F7F"/>
                </a:solidFill>
              </a:defRPr>
            </a:lvl1pPr>
            <a:lvl2pPr lvl="1" algn="ctr">
              <a:lnSpc>
                <a:spcPct val="90000"/>
              </a:lnSpc>
              <a:spcBef>
                <a:spcPts val="600"/>
              </a:spcBef>
              <a:spcAft>
                <a:spcPts val="0"/>
              </a:spcAft>
              <a:buSzPts val="1600"/>
              <a:buNone/>
              <a:defRPr sz="2000"/>
            </a:lvl2pPr>
            <a:lvl3pPr lvl="2" algn="ctr">
              <a:lnSpc>
                <a:spcPct val="100000"/>
              </a:lnSpc>
              <a:spcBef>
                <a:spcPts val="600"/>
              </a:spcBef>
              <a:spcAft>
                <a:spcPts val="0"/>
              </a:spcAft>
              <a:buClr>
                <a:schemeClr val="dk1"/>
              </a:buClr>
              <a:buSzPts val="1620"/>
              <a:buNone/>
              <a:defRPr sz="1800"/>
            </a:lvl3pPr>
            <a:lvl4pPr lvl="3" algn="ctr">
              <a:lnSpc>
                <a:spcPct val="100000"/>
              </a:lnSpc>
              <a:spcBef>
                <a:spcPts val="600"/>
              </a:spcBef>
              <a:spcAft>
                <a:spcPts val="0"/>
              </a:spcAft>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100000"/>
              </a:lnSpc>
              <a:spcBef>
                <a:spcPts val="60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a:endParaRPr/>
          </a:p>
        </p:txBody>
      </p:sp>
      <p:sp>
        <p:nvSpPr>
          <p:cNvPr id="297" name="Google Shape;297;p43"/>
          <p:cNvSpPr txBox="1">
            <a:spLocks noGrp="1"/>
          </p:cNvSpPr>
          <p:nvPr>
            <p:ph type="title"/>
          </p:nvPr>
        </p:nvSpPr>
        <p:spPr>
          <a:xfrm>
            <a:off x="685800" y="457200"/>
            <a:ext cx="10820400" cy="41148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800"/>
              <a:buChar cha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DOC Content 3">
  <p:cSld name="DOC Content 3">
    <p:spTree>
      <p:nvGrpSpPr>
        <p:cNvPr id="1" name="Shape 298"/>
        <p:cNvGrpSpPr/>
        <p:nvPr/>
      </p:nvGrpSpPr>
      <p:grpSpPr>
        <a:xfrm>
          <a:off x="0" y="0"/>
          <a:ext cx="0" cy="0"/>
          <a:chOff x="0" y="0"/>
          <a:chExt cx="0" cy="0"/>
        </a:xfrm>
      </p:grpSpPr>
      <p:sp>
        <p:nvSpPr>
          <p:cNvPr id="299" name="Google Shape;299;p44"/>
          <p:cNvSpPr txBox="1">
            <a:spLocks noGrp="1"/>
          </p:cNvSpPr>
          <p:nvPr>
            <p:ph type="body" idx="1"/>
          </p:nvPr>
        </p:nvSpPr>
        <p:spPr>
          <a:xfrm>
            <a:off x="8127998" y="1930400"/>
            <a:ext cx="3378200" cy="3962400"/>
          </a:xfrm>
          <a:prstGeom prst="rect">
            <a:avLst/>
          </a:prstGeom>
          <a:noFill/>
          <a:ln>
            <a:noFill/>
          </a:ln>
        </p:spPr>
        <p:txBody>
          <a:bodyPr spcFirstLastPara="1" wrap="square" lIns="0" tIns="0" rIns="0" bIns="0" anchor="t" anchorCtr="0">
            <a:noAutofit/>
          </a:bodyPr>
          <a:lstStyle>
            <a:lvl1pPr marL="457200" lvl="0" indent="-284480" algn="l">
              <a:lnSpc>
                <a:spcPct val="100000"/>
              </a:lnSpc>
              <a:spcBef>
                <a:spcPts val="0"/>
              </a:spcBef>
              <a:spcAft>
                <a:spcPts val="0"/>
              </a:spcAft>
              <a:buSzPts val="880"/>
              <a:buChar char="​"/>
              <a:defRPr sz="1100"/>
            </a:lvl1pPr>
            <a:lvl2pPr marL="914400" lvl="1" indent="-284480" algn="l">
              <a:lnSpc>
                <a:spcPct val="100000"/>
              </a:lnSpc>
              <a:spcBef>
                <a:spcPts val="600"/>
              </a:spcBef>
              <a:spcAft>
                <a:spcPts val="0"/>
              </a:spcAft>
              <a:buSzPts val="880"/>
              <a:buChar char="•"/>
              <a:defRPr sz="1100"/>
            </a:lvl2pPr>
            <a:lvl3pPr marL="1371600" lvl="2" indent="-291464" algn="l">
              <a:lnSpc>
                <a:spcPct val="100000"/>
              </a:lnSpc>
              <a:spcBef>
                <a:spcPts val="600"/>
              </a:spcBef>
              <a:spcAft>
                <a:spcPts val="0"/>
              </a:spcAft>
              <a:buClr>
                <a:schemeClr val="dk1"/>
              </a:buClr>
              <a:buSzPts val="990"/>
              <a:buChar char="•"/>
              <a:defRPr sz="1100"/>
            </a:lvl3pPr>
            <a:lvl4pPr marL="1828800" lvl="3" indent="-298450" algn="l">
              <a:lnSpc>
                <a:spcPct val="100000"/>
              </a:lnSpc>
              <a:spcBef>
                <a:spcPts val="600"/>
              </a:spcBef>
              <a:spcAft>
                <a:spcPts val="0"/>
              </a:spcAft>
              <a:buSzPts val="1100"/>
              <a:buChar char="­"/>
              <a:defRPr sz="1100"/>
            </a:lvl4pPr>
            <a:lvl5pPr marL="2286000" lvl="4" indent="-330200" algn="l">
              <a:lnSpc>
                <a:spcPct val="100000"/>
              </a:lnSpc>
              <a:spcBef>
                <a:spcPts val="600"/>
              </a:spcBef>
              <a:spcAft>
                <a:spcPts val="0"/>
              </a:spcAft>
              <a:buClr>
                <a:schemeClr val="dk1"/>
              </a:buClr>
              <a:buSzPts val="1600"/>
              <a:buChar char="­"/>
              <a:defRPr sz="1600">
                <a:latin typeface="Avenir"/>
                <a:ea typeface="Avenir"/>
                <a:cs typeface="Avenir"/>
                <a:sym typeface="Avenir"/>
              </a:defRPr>
            </a:lvl5pPr>
            <a:lvl6pPr marL="2743200" lvl="5" indent="-292100" algn="l">
              <a:lnSpc>
                <a:spcPct val="100000"/>
              </a:lnSpc>
              <a:spcBef>
                <a:spcPts val="600"/>
              </a:spcBef>
              <a:spcAft>
                <a:spcPts val="0"/>
              </a:spcAft>
              <a:buClr>
                <a:schemeClr val="dk1"/>
              </a:buClr>
              <a:buSzPts val="1000"/>
              <a:buFont typeface="Arial"/>
              <a:buChar char="•"/>
              <a:defRPr sz="1000">
                <a:solidFill>
                  <a:schemeClr val="dk1"/>
                </a:solidFill>
                <a:latin typeface="Avenir"/>
                <a:ea typeface="Avenir"/>
                <a:cs typeface="Avenir"/>
                <a:sym typeface="Avenir"/>
              </a:defRPr>
            </a:lvl6pPr>
            <a:lvl7pPr marL="3200400" lvl="6"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7pPr>
            <a:lvl8pPr marL="3657600" lvl="7"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8pPr>
            <a:lvl9pPr marL="4114800" lvl="8"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9pPr>
          </a:lstStyle>
          <a:p>
            <a:endParaRPr/>
          </a:p>
        </p:txBody>
      </p:sp>
      <p:sp>
        <p:nvSpPr>
          <p:cNvPr id="300" name="Google Shape;300;p44"/>
          <p:cNvSpPr txBox="1">
            <a:spLocks noGrp="1"/>
          </p:cNvSpPr>
          <p:nvPr>
            <p:ph type="body" idx="2"/>
          </p:nvPr>
        </p:nvSpPr>
        <p:spPr>
          <a:xfrm>
            <a:off x="4406900" y="1930400"/>
            <a:ext cx="3378200" cy="3962400"/>
          </a:xfrm>
          <a:prstGeom prst="rect">
            <a:avLst/>
          </a:prstGeom>
          <a:noFill/>
          <a:ln>
            <a:noFill/>
          </a:ln>
        </p:spPr>
        <p:txBody>
          <a:bodyPr spcFirstLastPara="1" wrap="square" lIns="0" tIns="0" rIns="0" bIns="0" anchor="t" anchorCtr="0">
            <a:noAutofit/>
          </a:bodyPr>
          <a:lstStyle>
            <a:lvl1pPr marL="457200" lvl="0" indent="-284480" algn="l">
              <a:lnSpc>
                <a:spcPct val="100000"/>
              </a:lnSpc>
              <a:spcBef>
                <a:spcPts val="0"/>
              </a:spcBef>
              <a:spcAft>
                <a:spcPts val="0"/>
              </a:spcAft>
              <a:buSzPts val="880"/>
              <a:buChar char="​"/>
              <a:defRPr sz="1100"/>
            </a:lvl1pPr>
            <a:lvl2pPr marL="914400" lvl="1" indent="-284480" algn="l">
              <a:lnSpc>
                <a:spcPct val="100000"/>
              </a:lnSpc>
              <a:spcBef>
                <a:spcPts val="600"/>
              </a:spcBef>
              <a:spcAft>
                <a:spcPts val="0"/>
              </a:spcAft>
              <a:buSzPts val="880"/>
              <a:buChar char="•"/>
              <a:defRPr sz="1100"/>
            </a:lvl2pPr>
            <a:lvl3pPr marL="1371600" lvl="2" indent="-291464" algn="l">
              <a:lnSpc>
                <a:spcPct val="100000"/>
              </a:lnSpc>
              <a:spcBef>
                <a:spcPts val="600"/>
              </a:spcBef>
              <a:spcAft>
                <a:spcPts val="0"/>
              </a:spcAft>
              <a:buClr>
                <a:schemeClr val="dk1"/>
              </a:buClr>
              <a:buSzPts val="990"/>
              <a:buChar char="•"/>
              <a:defRPr sz="1100"/>
            </a:lvl3pPr>
            <a:lvl4pPr marL="1828800" lvl="3" indent="-298450" algn="l">
              <a:lnSpc>
                <a:spcPct val="100000"/>
              </a:lnSpc>
              <a:spcBef>
                <a:spcPts val="600"/>
              </a:spcBef>
              <a:spcAft>
                <a:spcPts val="0"/>
              </a:spcAft>
              <a:buSzPts val="1100"/>
              <a:buChar char="­"/>
              <a:defRPr sz="1100"/>
            </a:lvl4pPr>
            <a:lvl5pPr marL="2286000" lvl="4" indent="-330200" algn="l">
              <a:lnSpc>
                <a:spcPct val="100000"/>
              </a:lnSpc>
              <a:spcBef>
                <a:spcPts val="600"/>
              </a:spcBef>
              <a:spcAft>
                <a:spcPts val="0"/>
              </a:spcAft>
              <a:buClr>
                <a:schemeClr val="dk1"/>
              </a:buClr>
              <a:buSzPts val="1600"/>
              <a:buChar char="­"/>
              <a:defRPr sz="1600">
                <a:latin typeface="Avenir"/>
                <a:ea typeface="Avenir"/>
                <a:cs typeface="Avenir"/>
                <a:sym typeface="Avenir"/>
              </a:defRPr>
            </a:lvl5pPr>
            <a:lvl6pPr marL="2743200" lvl="5" indent="-292100" algn="l">
              <a:lnSpc>
                <a:spcPct val="100000"/>
              </a:lnSpc>
              <a:spcBef>
                <a:spcPts val="600"/>
              </a:spcBef>
              <a:spcAft>
                <a:spcPts val="0"/>
              </a:spcAft>
              <a:buClr>
                <a:schemeClr val="dk1"/>
              </a:buClr>
              <a:buSzPts val="1000"/>
              <a:buFont typeface="Arial"/>
              <a:buChar char="•"/>
              <a:defRPr sz="1000">
                <a:solidFill>
                  <a:schemeClr val="dk1"/>
                </a:solidFill>
                <a:latin typeface="Avenir"/>
                <a:ea typeface="Avenir"/>
                <a:cs typeface="Avenir"/>
                <a:sym typeface="Avenir"/>
              </a:defRPr>
            </a:lvl6pPr>
            <a:lvl7pPr marL="3200400" lvl="6"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7pPr>
            <a:lvl8pPr marL="3657600" lvl="7"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8pPr>
            <a:lvl9pPr marL="4114800" lvl="8"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9pPr>
          </a:lstStyle>
          <a:p>
            <a:endParaRPr/>
          </a:p>
        </p:txBody>
      </p:sp>
      <p:sp>
        <p:nvSpPr>
          <p:cNvPr id="301" name="Google Shape;301;p44"/>
          <p:cNvSpPr txBox="1">
            <a:spLocks noGrp="1"/>
          </p:cNvSpPr>
          <p:nvPr>
            <p:ph type="body" idx="3"/>
          </p:nvPr>
        </p:nvSpPr>
        <p:spPr>
          <a:xfrm>
            <a:off x="685800" y="1930400"/>
            <a:ext cx="3378200" cy="3962400"/>
          </a:xfrm>
          <a:prstGeom prst="rect">
            <a:avLst/>
          </a:prstGeom>
          <a:noFill/>
          <a:ln>
            <a:noFill/>
          </a:ln>
        </p:spPr>
        <p:txBody>
          <a:bodyPr spcFirstLastPara="1" wrap="square" lIns="0" tIns="0" rIns="0" bIns="0" anchor="t" anchorCtr="0">
            <a:noAutofit/>
          </a:bodyPr>
          <a:lstStyle>
            <a:lvl1pPr marL="457200" lvl="0" indent="-284480" algn="l">
              <a:lnSpc>
                <a:spcPct val="100000"/>
              </a:lnSpc>
              <a:spcBef>
                <a:spcPts val="0"/>
              </a:spcBef>
              <a:spcAft>
                <a:spcPts val="0"/>
              </a:spcAft>
              <a:buSzPts val="880"/>
              <a:buChar char="​"/>
              <a:defRPr sz="1100"/>
            </a:lvl1pPr>
            <a:lvl2pPr marL="914400" lvl="1" indent="-284480" algn="l">
              <a:lnSpc>
                <a:spcPct val="100000"/>
              </a:lnSpc>
              <a:spcBef>
                <a:spcPts val="600"/>
              </a:spcBef>
              <a:spcAft>
                <a:spcPts val="0"/>
              </a:spcAft>
              <a:buSzPts val="880"/>
              <a:buChar char="•"/>
              <a:defRPr sz="1100"/>
            </a:lvl2pPr>
            <a:lvl3pPr marL="1371600" lvl="2" indent="-291464" algn="l">
              <a:lnSpc>
                <a:spcPct val="100000"/>
              </a:lnSpc>
              <a:spcBef>
                <a:spcPts val="600"/>
              </a:spcBef>
              <a:spcAft>
                <a:spcPts val="0"/>
              </a:spcAft>
              <a:buClr>
                <a:schemeClr val="dk1"/>
              </a:buClr>
              <a:buSzPts val="990"/>
              <a:buChar char="•"/>
              <a:defRPr sz="1100"/>
            </a:lvl3pPr>
            <a:lvl4pPr marL="1828800" lvl="3" indent="-298450" algn="l">
              <a:lnSpc>
                <a:spcPct val="100000"/>
              </a:lnSpc>
              <a:spcBef>
                <a:spcPts val="600"/>
              </a:spcBef>
              <a:spcAft>
                <a:spcPts val="0"/>
              </a:spcAft>
              <a:buSzPts val="1100"/>
              <a:buChar char="­"/>
              <a:defRPr sz="1100"/>
            </a:lvl4pPr>
            <a:lvl5pPr marL="2286000" lvl="4" indent="-330200" algn="l">
              <a:lnSpc>
                <a:spcPct val="100000"/>
              </a:lnSpc>
              <a:spcBef>
                <a:spcPts val="600"/>
              </a:spcBef>
              <a:spcAft>
                <a:spcPts val="0"/>
              </a:spcAft>
              <a:buClr>
                <a:schemeClr val="dk1"/>
              </a:buClr>
              <a:buSzPts val="1600"/>
              <a:buChar char="­"/>
              <a:defRPr sz="1600">
                <a:latin typeface="Avenir"/>
                <a:ea typeface="Avenir"/>
                <a:cs typeface="Avenir"/>
                <a:sym typeface="Avenir"/>
              </a:defRPr>
            </a:lvl5pPr>
            <a:lvl6pPr marL="2743200" lvl="5" indent="-292100" algn="l">
              <a:lnSpc>
                <a:spcPct val="100000"/>
              </a:lnSpc>
              <a:spcBef>
                <a:spcPts val="600"/>
              </a:spcBef>
              <a:spcAft>
                <a:spcPts val="0"/>
              </a:spcAft>
              <a:buClr>
                <a:schemeClr val="dk1"/>
              </a:buClr>
              <a:buSzPts val="1000"/>
              <a:buFont typeface="Arial"/>
              <a:buChar char="•"/>
              <a:defRPr sz="1000">
                <a:solidFill>
                  <a:schemeClr val="dk1"/>
                </a:solidFill>
                <a:latin typeface="Avenir"/>
                <a:ea typeface="Avenir"/>
                <a:cs typeface="Avenir"/>
                <a:sym typeface="Avenir"/>
              </a:defRPr>
            </a:lvl6pPr>
            <a:lvl7pPr marL="3200400" lvl="6"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7pPr>
            <a:lvl8pPr marL="3657600" lvl="7"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8pPr>
            <a:lvl9pPr marL="4114800" lvl="8" indent="-292100" algn="l">
              <a:lnSpc>
                <a:spcPct val="100000"/>
              </a:lnSpc>
              <a:spcBef>
                <a:spcPts val="0"/>
              </a:spcBef>
              <a:spcAft>
                <a:spcPts val="0"/>
              </a:spcAft>
              <a:buClr>
                <a:schemeClr val="dk1"/>
              </a:buClr>
              <a:buSzPts val="1000"/>
              <a:buFont typeface="Arial"/>
              <a:buChar char="•"/>
              <a:defRPr sz="1000">
                <a:solidFill>
                  <a:schemeClr val="dk1"/>
                </a:solidFill>
                <a:latin typeface="Avenir"/>
                <a:ea typeface="Avenir"/>
                <a:cs typeface="Avenir"/>
                <a:sym typeface="Avenir"/>
              </a:defRPr>
            </a:lvl9pPr>
          </a:lstStyle>
          <a:p>
            <a:endParaRPr/>
          </a:p>
        </p:txBody>
      </p:sp>
      <p:sp>
        <p:nvSpPr>
          <p:cNvPr id="302" name="Google Shape;302;p44"/>
          <p:cNvSpPr txBox="1">
            <a:spLocks noGrp="1"/>
          </p:cNvSpPr>
          <p:nvPr>
            <p:ph type="dt" idx="10"/>
          </p:nvPr>
        </p:nvSpPr>
        <p:spPr>
          <a:xfrm>
            <a:off x="4994275" y="6458833"/>
            <a:ext cx="2203450" cy="184666"/>
          </a:xfrm>
          <a:prstGeom prst="rect">
            <a:avLst/>
          </a:prstGeom>
          <a:noFill/>
          <a:ln>
            <a:noFill/>
          </a:ln>
        </p:spPr>
        <p:txBody>
          <a:bodyPr spcFirstLastPara="1" wrap="square" lIns="0" tIns="0" rIns="0" bIns="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3" name="Google Shape;303;p44"/>
          <p:cNvSpPr txBox="1">
            <a:spLocks noGrp="1"/>
          </p:cNvSpPr>
          <p:nvPr>
            <p:ph type="ftr" idx="11"/>
          </p:nvPr>
        </p:nvSpPr>
        <p:spPr>
          <a:xfrm>
            <a:off x="685800" y="6458833"/>
            <a:ext cx="4114800" cy="184666"/>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44"/>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05" name="Google Shape;305;p44"/>
          <p:cNvSpPr/>
          <p:nvPr/>
        </p:nvSpPr>
        <p:spPr>
          <a:xfrm>
            <a:off x="0" y="0"/>
            <a:ext cx="86627" cy="6858000"/>
          </a:xfrm>
          <a:prstGeom prst="rect">
            <a:avLst/>
          </a:prstGeom>
          <a:solidFill>
            <a:srgbClr val="FC66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306" name="Google Shape;306;p44"/>
          <p:cNvSpPr txBox="1">
            <a:spLocks noGrp="1"/>
          </p:cNvSpPr>
          <p:nvPr>
            <p:ph type="title"/>
          </p:nvPr>
        </p:nvSpPr>
        <p:spPr>
          <a:xfrm>
            <a:off x="685800" y="457200"/>
            <a:ext cx="10820400" cy="41148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800"/>
              <a:buChar cha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7" name="Google Shape;307;p44"/>
          <p:cNvSpPr txBox="1">
            <a:spLocks noGrp="1"/>
          </p:cNvSpPr>
          <p:nvPr>
            <p:ph type="subTitle" idx="4"/>
          </p:nvPr>
        </p:nvSpPr>
        <p:spPr>
          <a:xfrm>
            <a:off x="685800" y="914400"/>
            <a:ext cx="10820400" cy="472664"/>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40"/>
              <a:buNone/>
              <a:defRPr sz="1800">
                <a:solidFill>
                  <a:srgbClr val="7F7F7F"/>
                </a:solidFill>
              </a:defRPr>
            </a:lvl1pPr>
            <a:lvl2pPr lvl="1" algn="ctr">
              <a:lnSpc>
                <a:spcPct val="90000"/>
              </a:lnSpc>
              <a:spcBef>
                <a:spcPts val="600"/>
              </a:spcBef>
              <a:spcAft>
                <a:spcPts val="0"/>
              </a:spcAft>
              <a:buSzPts val="1600"/>
              <a:buNone/>
              <a:defRPr sz="2000"/>
            </a:lvl2pPr>
            <a:lvl3pPr lvl="2" algn="ctr">
              <a:lnSpc>
                <a:spcPct val="100000"/>
              </a:lnSpc>
              <a:spcBef>
                <a:spcPts val="600"/>
              </a:spcBef>
              <a:spcAft>
                <a:spcPts val="0"/>
              </a:spcAft>
              <a:buClr>
                <a:schemeClr val="dk1"/>
              </a:buClr>
              <a:buSzPts val="1620"/>
              <a:buNone/>
              <a:defRPr sz="1800"/>
            </a:lvl3pPr>
            <a:lvl4pPr lvl="3" algn="ctr">
              <a:lnSpc>
                <a:spcPct val="100000"/>
              </a:lnSpc>
              <a:spcBef>
                <a:spcPts val="600"/>
              </a:spcBef>
              <a:spcAft>
                <a:spcPts val="0"/>
              </a:spcAft>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100000"/>
              </a:lnSpc>
              <a:spcBef>
                <a:spcPts val="60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DOC Case Study">
  <p:cSld name="DOC Case Study">
    <p:spTree>
      <p:nvGrpSpPr>
        <p:cNvPr id="1" name="Shape 308"/>
        <p:cNvGrpSpPr/>
        <p:nvPr/>
      </p:nvGrpSpPr>
      <p:grpSpPr>
        <a:xfrm>
          <a:off x="0" y="0"/>
          <a:ext cx="0" cy="0"/>
          <a:chOff x="0" y="0"/>
          <a:chExt cx="0" cy="0"/>
        </a:xfrm>
      </p:grpSpPr>
      <p:pic>
        <p:nvPicPr>
          <p:cNvPr id="309" name="Google Shape;309;p45"/>
          <p:cNvPicPr preferRelativeResize="0"/>
          <p:nvPr/>
        </p:nvPicPr>
        <p:blipFill rotWithShape="1">
          <a:blip r:embed="rId2">
            <a:alphaModFix/>
          </a:blip>
          <a:srcRect/>
          <a:stretch/>
        </p:blipFill>
        <p:spPr>
          <a:xfrm>
            <a:off x="3048" y="1714"/>
            <a:ext cx="3472053" cy="6854571"/>
          </a:xfrm>
          <a:prstGeom prst="rect">
            <a:avLst/>
          </a:prstGeom>
          <a:solidFill>
            <a:srgbClr val="F6F6F6"/>
          </a:solidFill>
          <a:ln>
            <a:noFill/>
          </a:ln>
        </p:spPr>
      </p:pic>
      <p:sp>
        <p:nvSpPr>
          <p:cNvPr id="310" name="Google Shape;310;p45"/>
          <p:cNvSpPr txBox="1">
            <a:spLocks noGrp="1"/>
          </p:cNvSpPr>
          <p:nvPr>
            <p:ph type="body" idx="1"/>
          </p:nvPr>
        </p:nvSpPr>
        <p:spPr>
          <a:xfrm>
            <a:off x="9344884" y="2408238"/>
            <a:ext cx="2178050" cy="3948872"/>
          </a:xfrm>
          <a:prstGeom prst="rect">
            <a:avLst/>
          </a:prstGeom>
          <a:noFill/>
          <a:ln>
            <a:noFill/>
          </a:ln>
        </p:spPr>
        <p:txBody>
          <a:bodyPr spcFirstLastPara="1" wrap="square" lIns="0" tIns="0" rIns="0" bIns="0" anchor="t" anchorCtr="0">
            <a:noAutofit/>
          </a:bodyPr>
          <a:lstStyle>
            <a:lvl1pPr marL="457200" lvl="0" indent="-284480" algn="l">
              <a:lnSpc>
                <a:spcPct val="100000"/>
              </a:lnSpc>
              <a:spcBef>
                <a:spcPts val="0"/>
              </a:spcBef>
              <a:spcAft>
                <a:spcPts val="0"/>
              </a:spcAft>
              <a:buSzPts val="880"/>
              <a:buChar char="​"/>
              <a:defRPr sz="1100"/>
            </a:lvl1pPr>
            <a:lvl2pPr marL="914400" lvl="1" indent="-284480" algn="l">
              <a:lnSpc>
                <a:spcPct val="90000"/>
              </a:lnSpc>
              <a:spcBef>
                <a:spcPts val="600"/>
              </a:spcBef>
              <a:spcAft>
                <a:spcPts val="0"/>
              </a:spcAft>
              <a:buSzPts val="880"/>
              <a:buChar char="•"/>
              <a:defRPr sz="1100"/>
            </a:lvl2pPr>
            <a:lvl3pPr marL="1371600" lvl="2" indent="-291464" algn="l">
              <a:lnSpc>
                <a:spcPct val="100000"/>
              </a:lnSpc>
              <a:spcBef>
                <a:spcPts val="600"/>
              </a:spcBef>
              <a:spcAft>
                <a:spcPts val="0"/>
              </a:spcAft>
              <a:buClr>
                <a:schemeClr val="dk1"/>
              </a:buClr>
              <a:buSzPts val="990"/>
              <a:buChar char="•"/>
              <a:defRPr sz="1100"/>
            </a:lvl3pPr>
            <a:lvl4pPr marL="1828800" lvl="3" indent="-228600" algn="l">
              <a:lnSpc>
                <a:spcPct val="100000"/>
              </a:lnSpc>
              <a:spcBef>
                <a:spcPts val="600"/>
              </a:spcBef>
              <a:spcAft>
                <a:spcPts val="0"/>
              </a:spcAft>
              <a:buSzPts val="1100"/>
              <a:buNone/>
              <a:defRPr sz="1100"/>
            </a:lvl4pPr>
            <a:lvl5pPr marL="2286000" lvl="4" indent="-342900" algn="l">
              <a:lnSpc>
                <a:spcPct val="100000"/>
              </a:lnSpc>
              <a:spcBef>
                <a:spcPts val="600"/>
              </a:spcBef>
              <a:spcAft>
                <a:spcPts val="0"/>
              </a:spcAft>
              <a:buClr>
                <a:schemeClr val="dk1"/>
              </a:buClr>
              <a:buSzPts val="1800"/>
              <a:buChar char="­"/>
              <a:defRPr sz="1800"/>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311" name="Google Shape;311;p45"/>
          <p:cNvSpPr txBox="1">
            <a:spLocks noGrp="1"/>
          </p:cNvSpPr>
          <p:nvPr>
            <p:ph type="body" idx="2"/>
          </p:nvPr>
        </p:nvSpPr>
        <p:spPr>
          <a:xfrm>
            <a:off x="9344885" y="2049011"/>
            <a:ext cx="2172945" cy="249299"/>
          </a:xfrm>
          <a:prstGeom prst="rect">
            <a:avLst/>
          </a:prstGeom>
          <a:noFill/>
          <a:ln>
            <a:noFill/>
          </a:ln>
        </p:spPr>
        <p:txBody>
          <a:bodyPr spcFirstLastPara="1" wrap="square" lIns="0" tIns="0" rIns="0" bIns="0" anchor="b" anchorCtr="0">
            <a:spAutoFit/>
          </a:bodyPr>
          <a:lstStyle>
            <a:lvl1pPr marL="457200" lvl="0" indent="-320040" algn="l">
              <a:lnSpc>
                <a:spcPct val="90000"/>
              </a:lnSpc>
              <a:spcBef>
                <a:spcPts val="0"/>
              </a:spcBef>
              <a:spcAft>
                <a:spcPts val="0"/>
              </a:spcAft>
              <a:buSzPts val="1440"/>
              <a:buFont typeface="Avenir"/>
              <a:buChar char="•"/>
              <a:defRPr sz="1800">
                <a:solidFill>
                  <a:srgbClr val="FC661E"/>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312" name="Google Shape;312;p45"/>
          <p:cNvSpPr txBox="1">
            <a:spLocks noGrp="1"/>
          </p:cNvSpPr>
          <p:nvPr>
            <p:ph type="body" idx="3"/>
          </p:nvPr>
        </p:nvSpPr>
        <p:spPr>
          <a:xfrm>
            <a:off x="330708" y="3429000"/>
            <a:ext cx="2803017" cy="2945887"/>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280"/>
              <a:buFont typeface="Corbel"/>
              <a:buNone/>
              <a:defRPr sz="1600">
                <a:solidFill>
                  <a:schemeClr val="dk1"/>
                </a:solidFill>
              </a:defRPr>
            </a:lvl1pPr>
            <a:lvl2pPr marL="914400" lvl="1" indent="-228600" algn="l">
              <a:lnSpc>
                <a:spcPct val="90000"/>
              </a:lnSpc>
              <a:spcBef>
                <a:spcPts val="600"/>
              </a:spcBef>
              <a:spcAft>
                <a:spcPts val="0"/>
              </a:spcAft>
              <a:buSzPts val="1440"/>
              <a:buNone/>
              <a:defRPr/>
            </a:lvl2pPr>
            <a:lvl3pPr marL="1371600" lvl="2" indent="-331469" algn="l">
              <a:lnSpc>
                <a:spcPct val="100000"/>
              </a:lnSpc>
              <a:spcBef>
                <a:spcPts val="600"/>
              </a:spcBef>
              <a:spcAft>
                <a:spcPts val="0"/>
              </a:spcAft>
              <a:buClr>
                <a:schemeClr val="dk1"/>
              </a:buClr>
              <a:buSzPts val="162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313" name="Google Shape;313;p45"/>
          <p:cNvSpPr txBox="1">
            <a:spLocks noGrp="1"/>
          </p:cNvSpPr>
          <p:nvPr>
            <p:ph type="body" idx="4"/>
          </p:nvPr>
        </p:nvSpPr>
        <p:spPr>
          <a:xfrm>
            <a:off x="6545692" y="2408238"/>
            <a:ext cx="2178050" cy="3948872"/>
          </a:xfrm>
          <a:prstGeom prst="rect">
            <a:avLst/>
          </a:prstGeom>
          <a:noFill/>
          <a:ln>
            <a:noFill/>
          </a:ln>
        </p:spPr>
        <p:txBody>
          <a:bodyPr spcFirstLastPara="1" wrap="square" lIns="0" tIns="0" rIns="0" bIns="0" anchor="t" anchorCtr="0">
            <a:noAutofit/>
          </a:bodyPr>
          <a:lstStyle>
            <a:lvl1pPr marL="457200" lvl="0" indent="-284480" algn="l">
              <a:lnSpc>
                <a:spcPct val="100000"/>
              </a:lnSpc>
              <a:spcBef>
                <a:spcPts val="0"/>
              </a:spcBef>
              <a:spcAft>
                <a:spcPts val="0"/>
              </a:spcAft>
              <a:buSzPts val="880"/>
              <a:buChar char="​"/>
              <a:defRPr sz="1100"/>
            </a:lvl1pPr>
            <a:lvl2pPr marL="914400" lvl="1" indent="-284480" algn="l">
              <a:lnSpc>
                <a:spcPct val="90000"/>
              </a:lnSpc>
              <a:spcBef>
                <a:spcPts val="600"/>
              </a:spcBef>
              <a:spcAft>
                <a:spcPts val="0"/>
              </a:spcAft>
              <a:buSzPts val="880"/>
              <a:buChar char="•"/>
              <a:defRPr sz="1100"/>
            </a:lvl2pPr>
            <a:lvl3pPr marL="1371600" lvl="2" indent="-291464" algn="l">
              <a:lnSpc>
                <a:spcPct val="100000"/>
              </a:lnSpc>
              <a:spcBef>
                <a:spcPts val="600"/>
              </a:spcBef>
              <a:spcAft>
                <a:spcPts val="0"/>
              </a:spcAft>
              <a:buClr>
                <a:schemeClr val="dk1"/>
              </a:buClr>
              <a:buSzPts val="990"/>
              <a:buChar char="•"/>
              <a:defRPr sz="1100"/>
            </a:lvl3pPr>
            <a:lvl4pPr marL="1828800" lvl="3" indent="-228600" algn="l">
              <a:lnSpc>
                <a:spcPct val="100000"/>
              </a:lnSpc>
              <a:spcBef>
                <a:spcPts val="600"/>
              </a:spcBef>
              <a:spcAft>
                <a:spcPts val="0"/>
              </a:spcAft>
              <a:buSzPts val="1100"/>
              <a:buNone/>
              <a:defRPr sz="1100"/>
            </a:lvl4pPr>
            <a:lvl5pPr marL="2286000" lvl="4" indent="-342900" algn="l">
              <a:lnSpc>
                <a:spcPct val="100000"/>
              </a:lnSpc>
              <a:spcBef>
                <a:spcPts val="600"/>
              </a:spcBef>
              <a:spcAft>
                <a:spcPts val="0"/>
              </a:spcAft>
              <a:buClr>
                <a:schemeClr val="dk1"/>
              </a:buClr>
              <a:buSzPts val="1800"/>
              <a:buChar char="­"/>
              <a:defRPr sz="1800"/>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314" name="Google Shape;314;p45"/>
          <p:cNvSpPr txBox="1">
            <a:spLocks noGrp="1"/>
          </p:cNvSpPr>
          <p:nvPr>
            <p:ph type="body" idx="5"/>
          </p:nvPr>
        </p:nvSpPr>
        <p:spPr>
          <a:xfrm>
            <a:off x="6548245" y="2049011"/>
            <a:ext cx="2172945" cy="249299"/>
          </a:xfrm>
          <a:prstGeom prst="rect">
            <a:avLst/>
          </a:prstGeom>
          <a:noFill/>
          <a:ln>
            <a:noFill/>
          </a:ln>
        </p:spPr>
        <p:txBody>
          <a:bodyPr spcFirstLastPara="1" wrap="square" lIns="0" tIns="0" rIns="0" bIns="0" anchor="b" anchorCtr="0">
            <a:spAutoFit/>
          </a:bodyPr>
          <a:lstStyle>
            <a:lvl1pPr marL="457200" lvl="0" indent="-320040" algn="l">
              <a:lnSpc>
                <a:spcPct val="90000"/>
              </a:lnSpc>
              <a:spcBef>
                <a:spcPts val="0"/>
              </a:spcBef>
              <a:spcAft>
                <a:spcPts val="0"/>
              </a:spcAft>
              <a:buSzPts val="1440"/>
              <a:buFont typeface="Avenir"/>
              <a:buChar char="•"/>
              <a:defRPr sz="1800">
                <a:solidFill>
                  <a:srgbClr val="FC661E"/>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315" name="Google Shape;315;p45"/>
          <p:cNvSpPr txBox="1">
            <a:spLocks noGrp="1"/>
          </p:cNvSpPr>
          <p:nvPr>
            <p:ph type="body" idx="6"/>
          </p:nvPr>
        </p:nvSpPr>
        <p:spPr>
          <a:xfrm>
            <a:off x="3746500" y="2408238"/>
            <a:ext cx="2178050" cy="3948872"/>
          </a:xfrm>
          <a:prstGeom prst="rect">
            <a:avLst/>
          </a:prstGeom>
          <a:noFill/>
          <a:ln>
            <a:noFill/>
          </a:ln>
        </p:spPr>
        <p:txBody>
          <a:bodyPr spcFirstLastPara="1" wrap="square" lIns="0" tIns="0" rIns="0" bIns="0" anchor="t" anchorCtr="0">
            <a:noAutofit/>
          </a:bodyPr>
          <a:lstStyle>
            <a:lvl1pPr marL="457200" lvl="0" indent="-284480" algn="l">
              <a:lnSpc>
                <a:spcPct val="100000"/>
              </a:lnSpc>
              <a:spcBef>
                <a:spcPts val="0"/>
              </a:spcBef>
              <a:spcAft>
                <a:spcPts val="0"/>
              </a:spcAft>
              <a:buSzPts val="880"/>
              <a:buChar char="​"/>
              <a:defRPr sz="1100"/>
            </a:lvl1pPr>
            <a:lvl2pPr marL="914400" lvl="1" indent="-284480" algn="l">
              <a:lnSpc>
                <a:spcPct val="90000"/>
              </a:lnSpc>
              <a:spcBef>
                <a:spcPts val="600"/>
              </a:spcBef>
              <a:spcAft>
                <a:spcPts val="0"/>
              </a:spcAft>
              <a:buSzPts val="880"/>
              <a:buChar char="•"/>
              <a:defRPr sz="1100"/>
            </a:lvl2pPr>
            <a:lvl3pPr marL="1371600" lvl="2" indent="-291464" algn="l">
              <a:lnSpc>
                <a:spcPct val="100000"/>
              </a:lnSpc>
              <a:spcBef>
                <a:spcPts val="600"/>
              </a:spcBef>
              <a:spcAft>
                <a:spcPts val="0"/>
              </a:spcAft>
              <a:buClr>
                <a:schemeClr val="dk1"/>
              </a:buClr>
              <a:buSzPts val="990"/>
              <a:buChar char="•"/>
              <a:defRPr sz="1100"/>
            </a:lvl3pPr>
            <a:lvl4pPr marL="1828800" lvl="3" indent="-228600" algn="l">
              <a:lnSpc>
                <a:spcPct val="100000"/>
              </a:lnSpc>
              <a:spcBef>
                <a:spcPts val="600"/>
              </a:spcBef>
              <a:spcAft>
                <a:spcPts val="0"/>
              </a:spcAft>
              <a:buSzPts val="1100"/>
              <a:buNone/>
              <a:defRPr sz="1100"/>
            </a:lvl4pPr>
            <a:lvl5pPr marL="2286000" lvl="4" indent="-342900" algn="l">
              <a:lnSpc>
                <a:spcPct val="100000"/>
              </a:lnSpc>
              <a:spcBef>
                <a:spcPts val="600"/>
              </a:spcBef>
              <a:spcAft>
                <a:spcPts val="0"/>
              </a:spcAft>
              <a:buClr>
                <a:schemeClr val="dk1"/>
              </a:buClr>
              <a:buSzPts val="1800"/>
              <a:buChar char="­"/>
              <a:defRPr sz="1800"/>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316" name="Google Shape;316;p45"/>
          <p:cNvSpPr txBox="1">
            <a:spLocks noGrp="1"/>
          </p:cNvSpPr>
          <p:nvPr>
            <p:ph type="body" idx="7"/>
          </p:nvPr>
        </p:nvSpPr>
        <p:spPr>
          <a:xfrm>
            <a:off x="3751605" y="2049011"/>
            <a:ext cx="2172945" cy="249299"/>
          </a:xfrm>
          <a:prstGeom prst="rect">
            <a:avLst/>
          </a:prstGeom>
          <a:noFill/>
          <a:ln>
            <a:noFill/>
          </a:ln>
        </p:spPr>
        <p:txBody>
          <a:bodyPr spcFirstLastPara="1" wrap="square" lIns="0" tIns="0" rIns="0" bIns="0" anchor="b" anchorCtr="0">
            <a:spAutoFit/>
          </a:bodyPr>
          <a:lstStyle>
            <a:lvl1pPr marL="457200" lvl="0" indent="-320040" algn="l">
              <a:lnSpc>
                <a:spcPct val="90000"/>
              </a:lnSpc>
              <a:spcBef>
                <a:spcPts val="0"/>
              </a:spcBef>
              <a:spcAft>
                <a:spcPts val="0"/>
              </a:spcAft>
              <a:buSzPts val="1440"/>
              <a:buFont typeface="Avenir"/>
              <a:buChar char="•"/>
              <a:defRPr sz="1800">
                <a:solidFill>
                  <a:srgbClr val="FC661E"/>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317" name="Google Shape;317;p45"/>
          <p:cNvSpPr txBox="1">
            <a:spLocks noGrp="1"/>
          </p:cNvSpPr>
          <p:nvPr>
            <p:ph type="body" idx="8"/>
          </p:nvPr>
        </p:nvSpPr>
        <p:spPr>
          <a:xfrm>
            <a:off x="330708" y="2799203"/>
            <a:ext cx="2803017" cy="215444"/>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SzPts val="1120"/>
              <a:buNone/>
              <a:defRPr sz="1400">
                <a:solidFill>
                  <a:schemeClr val="dk1"/>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318" name="Google Shape;318;p45"/>
          <p:cNvSpPr txBox="1">
            <a:spLocks noGrp="1"/>
          </p:cNvSpPr>
          <p:nvPr>
            <p:ph type="body" idx="9"/>
          </p:nvPr>
        </p:nvSpPr>
        <p:spPr>
          <a:xfrm>
            <a:off x="330708" y="2362781"/>
            <a:ext cx="2803017" cy="21544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120"/>
              <a:buNone/>
              <a:defRPr sz="1400">
                <a:solidFill>
                  <a:schemeClr val="dk1"/>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319" name="Google Shape;319;p45"/>
          <p:cNvSpPr txBox="1">
            <a:spLocks noGrp="1"/>
          </p:cNvSpPr>
          <p:nvPr>
            <p:ph type="body" idx="13"/>
          </p:nvPr>
        </p:nvSpPr>
        <p:spPr>
          <a:xfrm>
            <a:off x="330708" y="2052089"/>
            <a:ext cx="2803017" cy="246221"/>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SzPts val="1280"/>
              <a:buNone/>
              <a:defRPr sz="1600">
                <a:solidFill>
                  <a:schemeClr val="dk1"/>
                </a:solidFill>
              </a:defRPr>
            </a:lvl1pPr>
            <a:lvl2pPr marL="914400" lvl="1" indent="-228600" algn="l">
              <a:lnSpc>
                <a:spcPct val="90000"/>
              </a:lnSpc>
              <a:spcBef>
                <a:spcPts val="600"/>
              </a:spcBef>
              <a:spcAft>
                <a:spcPts val="0"/>
              </a:spcAft>
              <a:buSzPts val="1440"/>
              <a:buNone/>
              <a:defRPr/>
            </a:lvl2pPr>
            <a:lvl3pPr marL="1371600" lvl="2" indent="-228600" algn="l">
              <a:lnSpc>
                <a:spcPct val="100000"/>
              </a:lnSpc>
              <a:spcBef>
                <a:spcPts val="600"/>
              </a:spcBef>
              <a:spcAft>
                <a:spcPts val="0"/>
              </a:spcAft>
              <a:buClr>
                <a:schemeClr val="dk1"/>
              </a:buClr>
              <a:buSzPts val="1440"/>
              <a:buNone/>
              <a:defRPr/>
            </a:lvl3pPr>
            <a:lvl4pPr marL="1828800" lvl="3" indent="-228600" algn="l">
              <a:lnSpc>
                <a:spcPct val="100000"/>
              </a:lnSpc>
              <a:spcBef>
                <a:spcPts val="600"/>
              </a:spcBef>
              <a:spcAft>
                <a:spcPts val="0"/>
              </a:spcAft>
              <a:buSzPts val="1400"/>
              <a:buNone/>
              <a:defRPr/>
            </a:lvl4pPr>
            <a:lvl5pPr marL="2286000" lvl="4" indent="-228600" algn="l">
              <a:lnSpc>
                <a:spcPct val="100000"/>
              </a:lnSpc>
              <a:spcBef>
                <a:spcPts val="600"/>
              </a:spcBef>
              <a:spcAft>
                <a:spcPts val="0"/>
              </a:spcAft>
              <a:buClr>
                <a:schemeClr val="dk1"/>
              </a:buClr>
              <a:buSzPts val="1100"/>
              <a:buNone/>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0"/>
              </a:spcBef>
              <a:spcAft>
                <a:spcPts val="0"/>
              </a:spcAft>
              <a:buClr>
                <a:schemeClr val="dk1"/>
              </a:buClr>
              <a:buSzPts val="1800"/>
              <a:buChar char="•"/>
              <a:defRPr/>
            </a:lvl7pPr>
            <a:lvl8pPr marL="3657600" lvl="7" indent="-342900" algn="l">
              <a:lnSpc>
                <a:spcPct val="100000"/>
              </a:lnSpc>
              <a:spcBef>
                <a:spcPts val="0"/>
              </a:spcBef>
              <a:spcAft>
                <a:spcPts val="0"/>
              </a:spcAft>
              <a:buClr>
                <a:schemeClr val="dk1"/>
              </a:buClr>
              <a:buSzPts val="1800"/>
              <a:buChar char="•"/>
              <a:defRPr/>
            </a:lvl8pPr>
            <a:lvl9pPr marL="4114800" lvl="8" indent="-342900" algn="l">
              <a:lnSpc>
                <a:spcPct val="100000"/>
              </a:lnSpc>
              <a:spcBef>
                <a:spcPts val="0"/>
              </a:spcBef>
              <a:spcAft>
                <a:spcPts val="0"/>
              </a:spcAft>
              <a:buClr>
                <a:schemeClr val="dk1"/>
              </a:buClr>
              <a:buSzPts val="1800"/>
              <a:buChar char="•"/>
              <a:defRPr/>
            </a:lvl9pPr>
          </a:lstStyle>
          <a:p>
            <a:endParaRPr/>
          </a:p>
        </p:txBody>
      </p:sp>
      <p:sp>
        <p:nvSpPr>
          <p:cNvPr id="320" name="Google Shape;320;p45"/>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21" name="Google Shape;321;p45"/>
          <p:cNvSpPr>
            <a:spLocks noGrp="1"/>
          </p:cNvSpPr>
          <p:nvPr>
            <p:ph type="pic" idx="14"/>
          </p:nvPr>
        </p:nvSpPr>
        <p:spPr>
          <a:xfrm>
            <a:off x="9344884" y="274957"/>
            <a:ext cx="2161317" cy="1105789"/>
          </a:xfrm>
          <a:prstGeom prst="rect">
            <a:avLst/>
          </a:prstGeom>
          <a:solidFill>
            <a:srgbClr val="FFFFFF"/>
          </a:solidFill>
          <a:ln>
            <a:noFill/>
          </a:ln>
        </p:spPr>
      </p:sp>
      <p:sp>
        <p:nvSpPr>
          <p:cNvPr id="322" name="Google Shape;322;p45"/>
          <p:cNvSpPr txBox="1"/>
          <p:nvPr/>
        </p:nvSpPr>
        <p:spPr>
          <a:xfrm>
            <a:off x="330708" y="498188"/>
            <a:ext cx="2662015" cy="98514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None/>
            </a:pPr>
            <a:r>
              <a:rPr lang="en-US" sz="2800" b="0">
                <a:solidFill>
                  <a:srgbClr val="199BD2"/>
                </a:solidFill>
                <a:latin typeface="Avenir"/>
                <a:ea typeface="Avenir"/>
                <a:cs typeface="Avenir"/>
                <a:sym typeface="Avenir"/>
              </a:rPr>
              <a:t>Customer </a:t>
            </a:r>
            <a:br>
              <a:rPr lang="en-US" sz="2800" b="0">
                <a:solidFill>
                  <a:srgbClr val="199BD2"/>
                </a:solidFill>
                <a:latin typeface="Avenir"/>
                <a:ea typeface="Avenir"/>
                <a:cs typeface="Avenir"/>
                <a:sym typeface="Avenir"/>
              </a:rPr>
            </a:br>
            <a:r>
              <a:rPr lang="en-US" sz="2800" b="0">
                <a:solidFill>
                  <a:srgbClr val="199BD2"/>
                </a:solidFill>
                <a:latin typeface="Avenir"/>
                <a:ea typeface="Avenir"/>
                <a:cs typeface="Avenir"/>
                <a:sym typeface="Avenir"/>
              </a:rPr>
              <a:t>Case Study</a:t>
            </a: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Grid">
  <p:cSld name="Grid">
    <p:spTree>
      <p:nvGrpSpPr>
        <p:cNvPr id="1" name="Shape 323"/>
        <p:cNvGrpSpPr/>
        <p:nvPr/>
      </p:nvGrpSpPr>
      <p:grpSpPr>
        <a:xfrm>
          <a:off x="0" y="0"/>
          <a:ext cx="0" cy="0"/>
          <a:chOff x="0" y="0"/>
          <a:chExt cx="0" cy="0"/>
        </a:xfrm>
      </p:grpSpPr>
      <p:grpSp>
        <p:nvGrpSpPr>
          <p:cNvPr id="324" name="Google Shape;324;p46"/>
          <p:cNvGrpSpPr/>
          <p:nvPr/>
        </p:nvGrpSpPr>
        <p:grpSpPr>
          <a:xfrm>
            <a:off x="0" y="0"/>
            <a:ext cx="12192000" cy="6858000"/>
            <a:chOff x="0" y="0"/>
            <a:chExt cx="12192000" cy="6858000"/>
          </a:xfrm>
        </p:grpSpPr>
        <p:sp>
          <p:nvSpPr>
            <p:cNvPr id="325" name="Google Shape;325;p46"/>
            <p:cNvSpPr/>
            <p:nvPr/>
          </p:nvSpPr>
          <p:spPr>
            <a:xfrm>
              <a:off x="0" y="0"/>
              <a:ext cx="12192000" cy="6858000"/>
            </a:xfrm>
            <a:custGeom>
              <a:avLst/>
              <a:gdLst/>
              <a:ahLst/>
              <a:cxnLst/>
              <a:rect l="l" t="t" r="r" b="b"/>
              <a:pathLst>
                <a:path w="12192000" h="6858000" extrusionOk="0">
                  <a:moveTo>
                    <a:pt x="685799" y="609601"/>
                  </a:moveTo>
                  <a:lnTo>
                    <a:pt x="685799" y="916939"/>
                  </a:lnTo>
                  <a:lnTo>
                    <a:pt x="685800" y="916939"/>
                  </a:lnTo>
                  <a:lnTo>
                    <a:pt x="685800" y="6350000"/>
                  </a:lnTo>
                  <a:lnTo>
                    <a:pt x="11506200" y="6350000"/>
                  </a:lnTo>
                  <a:lnTo>
                    <a:pt x="11506200" y="863600"/>
                  </a:lnTo>
                  <a:lnTo>
                    <a:pt x="11506199" y="863600"/>
                  </a:lnTo>
                  <a:lnTo>
                    <a:pt x="11506199" y="609601"/>
                  </a:lnTo>
                  <a:close/>
                  <a:moveTo>
                    <a:pt x="0" y="0"/>
                  </a:moveTo>
                  <a:lnTo>
                    <a:pt x="12192000" y="0"/>
                  </a:lnTo>
                  <a:lnTo>
                    <a:pt x="12192000" y="6858000"/>
                  </a:lnTo>
                  <a:lnTo>
                    <a:pt x="0" y="6858000"/>
                  </a:lnTo>
                  <a:close/>
                </a:path>
              </a:pathLst>
            </a:custGeom>
            <a:solidFill>
              <a:srgbClr val="FF6699">
                <a:alpha val="6666"/>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14191A"/>
                </a:solidFill>
                <a:latin typeface="Avenir"/>
                <a:ea typeface="Avenir"/>
                <a:cs typeface="Avenir"/>
                <a:sym typeface="Avenir"/>
              </a:endParaRPr>
            </a:p>
          </p:txBody>
        </p:sp>
        <p:grpSp>
          <p:nvGrpSpPr>
            <p:cNvPr id="326" name="Google Shape;326;p46"/>
            <p:cNvGrpSpPr/>
            <p:nvPr/>
          </p:nvGrpSpPr>
          <p:grpSpPr>
            <a:xfrm>
              <a:off x="0" y="965200"/>
              <a:ext cx="12192000" cy="5537200"/>
              <a:chOff x="0" y="965200"/>
              <a:chExt cx="12192000" cy="5537200"/>
            </a:xfrm>
          </p:grpSpPr>
          <p:sp>
            <p:nvSpPr>
              <p:cNvPr id="327" name="Google Shape;327;p46"/>
              <p:cNvSpPr/>
              <p:nvPr/>
            </p:nvSpPr>
            <p:spPr>
              <a:xfrm>
                <a:off x="685800" y="5906515"/>
                <a:ext cx="10820400" cy="444500"/>
              </a:xfrm>
              <a:prstGeom prst="rect">
                <a:avLst/>
              </a:prstGeom>
              <a:solidFill>
                <a:srgbClr val="FFC000">
                  <a:alpha val="2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14191A"/>
                  </a:solidFill>
                  <a:latin typeface="Avenir"/>
                  <a:ea typeface="Avenir"/>
                  <a:cs typeface="Avenir"/>
                  <a:sym typeface="Avenir"/>
                </a:endParaRPr>
              </a:p>
            </p:txBody>
          </p:sp>
          <p:grpSp>
            <p:nvGrpSpPr>
              <p:cNvPr id="328" name="Google Shape;328;p46"/>
              <p:cNvGrpSpPr/>
              <p:nvPr/>
            </p:nvGrpSpPr>
            <p:grpSpPr>
              <a:xfrm>
                <a:off x="342900" y="2235200"/>
                <a:ext cx="11506200" cy="4114800"/>
                <a:chOff x="342900" y="-706164"/>
                <a:chExt cx="11506200" cy="1562145"/>
              </a:xfrm>
            </p:grpSpPr>
            <p:sp>
              <p:nvSpPr>
                <p:cNvPr id="329" name="Google Shape;329;p46"/>
                <p:cNvSpPr/>
                <p:nvPr/>
              </p:nvSpPr>
              <p:spPr>
                <a:xfrm>
                  <a:off x="342900" y="-706164"/>
                  <a:ext cx="342900" cy="156214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330" name="Google Shape;330;p46"/>
                <p:cNvSpPr/>
                <p:nvPr/>
              </p:nvSpPr>
              <p:spPr>
                <a:xfrm>
                  <a:off x="1273175" y="-706164"/>
                  <a:ext cx="342900" cy="1562145"/>
                </a:xfrm>
                <a:prstGeom prst="rect">
                  <a:avLst/>
                </a:prstGeom>
                <a:solidFill>
                  <a:srgbClr val="BFBFBF">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331" name="Google Shape;331;p46"/>
                <p:cNvSpPr/>
                <p:nvPr/>
              </p:nvSpPr>
              <p:spPr>
                <a:xfrm>
                  <a:off x="2203450" y="-706164"/>
                  <a:ext cx="342900" cy="1562145"/>
                </a:xfrm>
                <a:prstGeom prst="rect">
                  <a:avLst/>
                </a:prstGeom>
                <a:solidFill>
                  <a:srgbClr val="BFBFBF">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332" name="Google Shape;332;p46"/>
                <p:cNvSpPr/>
                <p:nvPr/>
              </p:nvSpPr>
              <p:spPr>
                <a:xfrm>
                  <a:off x="3133725" y="-706164"/>
                  <a:ext cx="342900" cy="1562145"/>
                </a:xfrm>
                <a:prstGeom prst="rect">
                  <a:avLst/>
                </a:prstGeom>
                <a:solidFill>
                  <a:srgbClr val="BFBFBF">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333" name="Google Shape;333;p46"/>
                <p:cNvSpPr/>
                <p:nvPr/>
              </p:nvSpPr>
              <p:spPr>
                <a:xfrm>
                  <a:off x="4064000" y="-706164"/>
                  <a:ext cx="342900" cy="1562145"/>
                </a:xfrm>
                <a:prstGeom prst="rect">
                  <a:avLst/>
                </a:prstGeom>
                <a:solidFill>
                  <a:srgbClr val="BFBFBF">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334" name="Google Shape;334;p46"/>
                <p:cNvSpPr/>
                <p:nvPr/>
              </p:nvSpPr>
              <p:spPr>
                <a:xfrm>
                  <a:off x="4994275" y="-706164"/>
                  <a:ext cx="342900" cy="1562145"/>
                </a:xfrm>
                <a:prstGeom prst="rect">
                  <a:avLst/>
                </a:prstGeom>
                <a:solidFill>
                  <a:srgbClr val="BFBFBF">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335" name="Google Shape;335;p46"/>
                <p:cNvSpPr/>
                <p:nvPr/>
              </p:nvSpPr>
              <p:spPr>
                <a:xfrm>
                  <a:off x="5924550" y="-706164"/>
                  <a:ext cx="342900" cy="1562145"/>
                </a:xfrm>
                <a:prstGeom prst="rect">
                  <a:avLst/>
                </a:prstGeom>
                <a:solidFill>
                  <a:srgbClr val="BFBFBF">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336" name="Google Shape;336;p46"/>
                <p:cNvSpPr/>
                <p:nvPr/>
              </p:nvSpPr>
              <p:spPr>
                <a:xfrm>
                  <a:off x="6854825" y="-706164"/>
                  <a:ext cx="342900" cy="1562145"/>
                </a:xfrm>
                <a:prstGeom prst="rect">
                  <a:avLst/>
                </a:prstGeom>
                <a:solidFill>
                  <a:srgbClr val="BFBFBF">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337" name="Google Shape;337;p46"/>
                <p:cNvSpPr/>
                <p:nvPr/>
              </p:nvSpPr>
              <p:spPr>
                <a:xfrm>
                  <a:off x="7785100" y="-706164"/>
                  <a:ext cx="342900" cy="1562145"/>
                </a:xfrm>
                <a:prstGeom prst="rect">
                  <a:avLst/>
                </a:prstGeom>
                <a:solidFill>
                  <a:srgbClr val="BFBFBF">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338" name="Google Shape;338;p46"/>
                <p:cNvSpPr/>
                <p:nvPr/>
              </p:nvSpPr>
              <p:spPr>
                <a:xfrm>
                  <a:off x="8715375" y="-706164"/>
                  <a:ext cx="342900" cy="1562145"/>
                </a:xfrm>
                <a:prstGeom prst="rect">
                  <a:avLst/>
                </a:prstGeom>
                <a:solidFill>
                  <a:srgbClr val="BFBFBF">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339" name="Google Shape;339;p46"/>
                <p:cNvSpPr/>
                <p:nvPr/>
              </p:nvSpPr>
              <p:spPr>
                <a:xfrm>
                  <a:off x="9645650" y="-706164"/>
                  <a:ext cx="342900" cy="1562145"/>
                </a:xfrm>
                <a:prstGeom prst="rect">
                  <a:avLst/>
                </a:prstGeom>
                <a:solidFill>
                  <a:srgbClr val="BFBFBF">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340" name="Google Shape;340;p46"/>
                <p:cNvSpPr/>
                <p:nvPr/>
              </p:nvSpPr>
              <p:spPr>
                <a:xfrm>
                  <a:off x="10575925" y="-706164"/>
                  <a:ext cx="342900" cy="1562145"/>
                </a:xfrm>
                <a:prstGeom prst="rect">
                  <a:avLst/>
                </a:prstGeom>
                <a:solidFill>
                  <a:srgbClr val="BFBFBF">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341" name="Google Shape;341;p46"/>
                <p:cNvSpPr/>
                <p:nvPr/>
              </p:nvSpPr>
              <p:spPr>
                <a:xfrm>
                  <a:off x="11506200" y="-706164"/>
                  <a:ext cx="342900" cy="156214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grpSp>
          <p:grpSp>
            <p:nvGrpSpPr>
              <p:cNvPr id="342" name="Google Shape;342;p46"/>
              <p:cNvGrpSpPr/>
              <p:nvPr/>
            </p:nvGrpSpPr>
            <p:grpSpPr>
              <a:xfrm>
                <a:off x="0" y="965200"/>
                <a:ext cx="12192000" cy="5537200"/>
                <a:chOff x="0" y="965200"/>
                <a:chExt cx="12192000" cy="5537200"/>
              </a:xfrm>
            </p:grpSpPr>
            <p:grpSp>
              <p:nvGrpSpPr>
                <p:cNvPr id="343" name="Google Shape;343;p46"/>
                <p:cNvGrpSpPr/>
                <p:nvPr/>
              </p:nvGrpSpPr>
              <p:grpSpPr>
                <a:xfrm>
                  <a:off x="0" y="2235200"/>
                  <a:ext cx="12192000" cy="4267200"/>
                  <a:chOff x="0" y="2235200"/>
                  <a:chExt cx="12192000" cy="4267200"/>
                </a:xfrm>
              </p:grpSpPr>
              <p:cxnSp>
                <p:nvCxnSpPr>
                  <p:cNvPr id="344" name="Google Shape;344;p46"/>
                  <p:cNvCxnSpPr/>
                  <p:nvPr/>
                </p:nvCxnSpPr>
                <p:spPr>
                  <a:xfrm>
                    <a:off x="0" y="2540000"/>
                    <a:ext cx="12192000" cy="0"/>
                  </a:xfrm>
                  <a:prstGeom prst="straightConnector1">
                    <a:avLst/>
                  </a:prstGeom>
                  <a:noFill/>
                  <a:ln w="9525" cap="flat" cmpd="sng">
                    <a:solidFill>
                      <a:schemeClr val="dk1">
                        <a:alpha val="9803"/>
                      </a:schemeClr>
                    </a:solidFill>
                    <a:prstDash val="solid"/>
                    <a:miter lim="800000"/>
                    <a:headEnd type="none" w="sm" len="sm"/>
                    <a:tailEnd type="none" w="sm" len="sm"/>
                  </a:ln>
                </p:spPr>
              </p:cxnSp>
              <p:cxnSp>
                <p:nvCxnSpPr>
                  <p:cNvPr id="345" name="Google Shape;345;p46"/>
                  <p:cNvCxnSpPr/>
                  <p:nvPr/>
                </p:nvCxnSpPr>
                <p:spPr>
                  <a:xfrm>
                    <a:off x="0" y="2844800"/>
                    <a:ext cx="12192000" cy="0"/>
                  </a:xfrm>
                  <a:prstGeom prst="straightConnector1">
                    <a:avLst/>
                  </a:prstGeom>
                  <a:noFill/>
                  <a:ln w="9525" cap="flat" cmpd="sng">
                    <a:solidFill>
                      <a:schemeClr val="dk1">
                        <a:alpha val="9803"/>
                      </a:schemeClr>
                    </a:solidFill>
                    <a:prstDash val="solid"/>
                    <a:miter lim="800000"/>
                    <a:headEnd type="none" w="sm" len="sm"/>
                    <a:tailEnd type="none" w="sm" len="sm"/>
                  </a:ln>
                </p:spPr>
              </p:cxnSp>
              <p:cxnSp>
                <p:nvCxnSpPr>
                  <p:cNvPr id="346" name="Google Shape;346;p46"/>
                  <p:cNvCxnSpPr/>
                  <p:nvPr/>
                </p:nvCxnSpPr>
                <p:spPr>
                  <a:xfrm>
                    <a:off x="0" y="3149600"/>
                    <a:ext cx="12192000" cy="0"/>
                  </a:xfrm>
                  <a:prstGeom prst="straightConnector1">
                    <a:avLst/>
                  </a:prstGeom>
                  <a:noFill/>
                  <a:ln w="9525" cap="flat" cmpd="sng">
                    <a:solidFill>
                      <a:schemeClr val="dk1">
                        <a:alpha val="9803"/>
                      </a:schemeClr>
                    </a:solidFill>
                    <a:prstDash val="solid"/>
                    <a:miter lim="800000"/>
                    <a:headEnd type="none" w="sm" len="sm"/>
                    <a:tailEnd type="none" w="sm" len="sm"/>
                  </a:ln>
                </p:spPr>
              </p:cxnSp>
              <p:cxnSp>
                <p:nvCxnSpPr>
                  <p:cNvPr id="347" name="Google Shape;347;p46"/>
                  <p:cNvCxnSpPr/>
                  <p:nvPr/>
                </p:nvCxnSpPr>
                <p:spPr>
                  <a:xfrm>
                    <a:off x="0" y="3454400"/>
                    <a:ext cx="12192000" cy="0"/>
                  </a:xfrm>
                  <a:prstGeom prst="straightConnector1">
                    <a:avLst/>
                  </a:prstGeom>
                  <a:noFill/>
                  <a:ln w="9525" cap="flat" cmpd="sng">
                    <a:solidFill>
                      <a:schemeClr val="dk1">
                        <a:alpha val="9803"/>
                      </a:schemeClr>
                    </a:solidFill>
                    <a:prstDash val="solid"/>
                    <a:miter lim="800000"/>
                    <a:headEnd type="none" w="sm" len="sm"/>
                    <a:tailEnd type="none" w="sm" len="sm"/>
                  </a:ln>
                </p:spPr>
              </p:cxnSp>
              <p:cxnSp>
                <p:nvCxnSpPr>
                  <p:cNvPr id="348" name="Google Shape;348;p46"/>
                  <p:cNvCxnSpPr/>
                  <p:nvPr/>
                </p:nvCxnSpPr>
                <p:spPr>
                  <a:xfrm>
                    <a:off x="0" y="3759200"/>
                    <a:ext cx="12192000" cy="0"/>
                  </a:xfrm>
                  <a:prstGeom prst="straightConnector1">
                    <a:avLst/>
                  </a:prstGeom>
                  <a:noFill/>
                  <a:ln w="9525" cap="flat" cmpd="sng">
                    <a:solidFill>
                      <a:schemeClr val="dk1">
                        <a:alpha val="9803"/>
                      </a:schemeClr>
                    </a:solidFill>
                    <a:prstDash val="solid"/>
                    <a:miter lim="800000"/>
                    <a:headEnd type="none" w="sm" len="sm"/>
                    <a:tailEnd type="none" w="sm" len="sm"/>
                  </a:ln>
                </p:spPr>
              </p:cxnSp>
              <p:cxnSp>
                <p:nvCxnSpPr>
                  <p:cNvPr id="349" name="Google Shape;349;p46"/>
                  <p:cNvCxnSpPr/>
                  <p:nvPr/>
                </p:nvCxnSpPr>
                <p:spPr>
                  <a:xfrm>
                    <a:off x="0" y="4064000"/>
                    <a:ext cx="12192000" cy="0"/>
                  </a:xfrm>
                  <a:prstGeom prst="straightConnector1">
                    <a:avLst/>
                  </a:prstGeom>
                  <a:noFill/>
                  <a:ln w="9525" cap="flat" cmpd="sng">
                    <a:solidFill>
                      <a:schemeClr val="dk1">
                        <a:alpha val="9803"/>
                      </a:schemeClr>
                    </a:solidFill>
                    <a:prstDash val="solid"/>
                    <a:miter lim="800000"/>
                    <a:headEnd type="none" w="sm" len="sm"/>
                    <a:tailEnd type="none" w="sm" len="sm"/>
                  </a:ln>
                </p:spPr>
              </p:cxnSp>
              <p:cxnSp>
                <p:nvCxnSpPr>
                  <p:cNvPr id="350" name="Google Shape;350;p46"/>
                  <p:cNvCxnSpPr/>
                  <p:nvPr/>
                </p:nvCxnSpPr>
                <p:spPr>
                  <a:xfrm>
                    <a:off x="0" y="4368800"/>
                    <a:ext cx="12192000" cy="0"/>
                  </a:xfrm>
                  <a:prstGeom prst="straightConnector1">
                    <a:avLst/>
                  </a:prstGeom>
                  <a:noFill/>
                  <a:ln w="9525" cap="flat" cmpd="sng">
                    <a:solidFill>
                      <a:schemeClr val="dk1">
                        <a:alpha val="9803"/>
                      </a:schemeClr>
                    </a:solidFill>
                    <a:prstDash val="solid"/>
                    <a:miter lim="800000"/>
                    <a:headEnd type="none" w="sm" len="sm"/>
                    <a:tailEnd type="none" w="sm" len="sm"/>
                  </a:ln>
                </p:spPr>
              </p:cxnSp>
              <p:cxnSp>
                <p:nvCxnSpPr>
                  <p:cNvPr id="351" name="Google Shape;351;p46"/>
                  <p:cNvCxnSpPr/>
                  <p:nvPr/>
                </p:nvCxnSpPr>
                <p:spPr>
                  <a:xfrm>
                    <a:off x="0" y="4673600"/>
                    <a:ext cx="12192000" cy="0"/>
                  </a:xfrm>
                  <a:prstGeom prst="straightConnector1">
                    <a:avLst/>
                  </a:prstGeom>
                  <a:noFill/>
                  <a:ln w="9525" cap="flat" cmpd="sng">
                    <a:solidFill>
                      <a:schemeClr val="dk1">
                        <a:alpha val="9803"/>
                      </a:schemeClr>
                    </a:solidFill>
                    <a:prstDash val="solid"/>
                    <a:miter lim="800000"/>
                    <a:headEnd type="none" w="sm" len="sm"/>
                    <a:tailEnd type="none" w="sm" len="sm"/>
                  </a:ln>
                </p:spPr>
              </p:cxnSp>
              <p:cxnSp>
                <p:nvCxnSpPr>
                  <p:cNvPr id="352" name="Google Shape;352;p46"/>
                  <p:cNvCxnSpPr/>
                  <p:nvPr/>
                </p:nvCxnSpPr>
                <p:spPr>
                  <a:xfrm>
                    <a:off x="0" y="4978400"/>
                    <a:ext cx="12192000" cy="0"/>
                  </a:xfrm>
                  <a:prstGeom prst="straightConnector1">
                    <a:avLst/>
                  </a:prstGeom>
                  <a:noFill/>
                  <a:ln w="9525" cap="flat" cmpd="sng">
                    <a:solidFill>
                      <a:schemeClr val="dk1">
                        <a:alpha val="9803"/>
                      </a:schemeClr>
                    </a:solidFill>
                    <a:prstDash val="solid"/>
                    <a:miter lim="800000"/>
                    <a:headEnd type="none" w="sm" len="sm"/>
                    <a:tailEnd type="none" w="sm" len="sm"/>
                  </a:ln>
                </p:spPr>
              </p:cxnSp>
              <p:cxnSp>
                <p:nvCxnSpPr>
                  <p:cNvPr id="353" name="Google Shape;353;p46"/>
                  <p:cNvCxnSpPr/>
                  <p:nvPr/>
                </p:nvCxnSpPr>
                <p:spPr>
                  <a:xfrm>
                    <a:off x="0" y="5283200"/>
                    <a:ext cx="12192000" cy="0"/>
                  </a:xfrm>
                  <a:prstGeom prst="straightConnector1">
                    <a:avLst/>
                  </a:prstGeom>
                  <a:noFill/>
                  <a:ln w="9525" cap="flat" cmpd="sng">
                    <a:solidFill>
                      <a:schemeClr val="dk1">
                        <a:alpha val="9803"/>
                      </a:schemeClr>
                    </a:solidFill>
                    <a:prstDash val="solid"/>
                    <a:miter lim="800000"/>
                    <a:headEnd type="none" w="sm" len="sm"/>
                    <a:tailEnd type="none" w="sm" len="sm"/>
                  </a:ln>
                </p:spPr>
              </p:cxnSp>
              <p:cxnSp>
                <p:nvCxnSpPr>
                  <p:cNvPr id="354" name="Google Shape;354;p46"/>
                  <p:cNvCxnSpPr/>
                  <p:nvPr/>
                </p:nvCxnSpPr>
                <p:spPr>
                  <a:xfrm>
                    <a:off x="0" y="5588000"/>
                    <a:ext cx="12192000" cy="0"/>
                  </a:xfrm>
                  <a:prstGeom prst="straightConnector1">
                    <a:avLst/>
                  </a:prstGeom>
                  <a:noFill/>
                  <a:ln w="9525" cap="flat" cmpd="sng">
                    <a:solidFill>
                      <a:schemeClr val="dk1">
                        <a:alpha val="9803"/>
                      </a:schemeClr>
                    </a:solidFill>
                    <a:prstDash val="solid"/>
                    <a:miter lim="800000"/>
                    <a:headEnd type="none" w="sm" len="sm"/>
                    <a:tailEnd type="none" w="sm" len="sm"/>
                  </a:ln>
                </p:spPr>
              </p:cxnSp>
              <p:cxnSp>
                <p:nvCxnSpPr>
                  <p:cNvPr id="355" name="Google Shape;355;p46"/>
                  <p:cNvCxnSpPr/>
                  <p:nvPr/>
                </p:nvCxnSpPr>
                <p:spPr>
                  <a:xfrm>
                    <a:off x="0" y="6502400"/>
                    <a:ext cx="12192000" cy="0"/>
                  </a:xfrm>
                  <a:prstGeom prst="straightConnector1">
                    <a:avLst/>
                  </a:prstGeom>
                  <a:noFill/>
                  <a:ln w="9525" cap="flat" cmpd="sng">
                    <a:solidFill>
                      <a:schemeClr val="dk1">
                        <a:alpha val="49803"/>
                      </a:schemeClr>
                    </a:solidFill>
                    <a:prstDash val="solid"/>
                    <a:miter lim="800000"/>
                    <a:headEnd type="none" w="sm" len="sm"/>
                    <a:tailEnd type="none" w="sm" len="sm"/>
                  </a:ln>
                </p:spPr>
              </p:cxnSp>
              <p:cxnSp>
                <p:nvCxnSpPr>
                  <p:cNvPr id="356" name="Google Shape;356;p46"/>
                  <p:cNvCxnSpPr/>
                  <p:nvPr/>
                </p:nvCxnSpPr>
                <p:spPr>
                  <a:xfrm>
                    <a:off x="0" y="2235200"/>
                    <a:ext cx="12192000" cy="0"/>
                  </a:xfrm>
                  <a:prstGeom prst="straightConnector1">
                    <a:avLst/>
                  </a:prstGeom>
                  <a:noFill/>
                  <a:ln w="9525" cap="flat" cmpd="sng">
                    <a:solidFill>
                      <a:schemeClr val="dk1">
                        <a:alpha val="9803"/>
                      </a:schemeClr>
                    </a:solidFill>
                    <a:prstDash val="solid"/>
                    <a:miter lim="800000"/>
                    <a:headEnd type="none" w="sm" len="sm"/>
                    <a:tailEnd type="none" w="sm" len="sm"/>
                  </a:ln>
                </p:spPr>
              </p:cxnSp>
              <p:cxnSp>
                <p:nvCxnSpPr>
                  <p:cNvPr id="357" name="Google Shape;357;p46"/>
                  <p:cNvCxnSpPr/>
                  <p:nvPr/>
                </p:nvCxnSpPr>
                <p:spPr>
                  <a:xfrm>
                    <a:off x="0" y="5892800"/>
                    <a:ext cx="12192000" cy="0"/>
                  </a:xfrm>
                  <a:prstGeom prst="straightConnector1">
                    <a:avLst/>
                  </a:prstGeom>
                  <a:noFill/>
                  <a:ln w="9525" cap="flat" cmpd="sng">
                    <a:solidFill>
                      <a:schemeClr val="dk1">
                        <a:alpha val="49803"/>
                      </a:schemeClr>
                    </a:solidFill>
                    <a:prstDash val="solid"/>
                    <a:miter lim="800000"/>
                    <a:headEnd type="none" w="sm" len="sm"/>
                    <a:tailEnd type="none" w="sm" len="sm"/>
                  </a:ln>
                </p:spPr>
              </p:cxnSp>
              <p:cxnSp>
                <p:nvCxnSpPr>
                  <p:cNvPr id="358" name="Google Shape;358;p46"/>
                  <p:cNvCxnSpPr/>
                  <p:nvPr/>
                </p:nvCxnSpPr>
                <p:spPr>
                  <a:xfrm>
                    <a:off x="0" y="6197600"/>
                    <a:ext cx="12192000" cy="0"/>
                  </a:xfrm>
                  <a:prstGeom prst="straightConnector1">
                    <a:avLst/>
                  </a:prstGeom>
                  <a:noFill/>
                  <a:ln w="9525" cap="flat" cmpd="sng">
                    <a:solidFill>
                      <a:schemeClr val="dk1">
                        <a:alpha val="49803"/>
                      </a:schemeClr>
                    </a:solidFill>
                    <a:prstDash val="solid"/>
                    <a:miter lim="800000"/>
                    <a:headEnd type="none" w="sm" len="sm"/>
                    <a:tailEnd type="none" w="sm" len="sm"/>
                  </a:ln>
                </p:spPr>
              </p:cxnSp>
              <p:cxnSp>
                <p:nvCxnSpPr>
                  <p:cNvPr id="359" name="Google Shape;359;p46"/>
                  <p:cNvCxnSpPr/>
                  <p:nvPr/>
                </p:nvCxnSpPr>
                <p:spPr>
                  <a:xfrm>
                    <a:off x="0" y="6121400"/>
                    <a:ext cx="12192000" cy="0"/>
                  </a:xfrm>
                  <a:prstGeom prst="straightConnector1">
                    <a:avLst/>
                  </a:prstGeom>
                  <a:noFill/>
                  <a:ln w="9525" cap="flat" cmpd="sng">
                    <a:solidFill>
                      <a:schemeClr val="dk1">
                        <a:alpha val="9803"/>
                      </a:schemeClr>
                    </a:solidFill>
                    <a:prstDash val="solid"/>
                    <a:miter lim="800000"/>
                    <a:headEnd type="none" w="sm" len="sm"/>
                    <a:tailEnd type="none" w="sm" len="sm"/>
                  </a:ln>
                </p:spPr>
              </p:cxnSp>
              <p:cxnSp>
                <p:nvCxnSpPr>
                  <p:cNvPr id="360" name="Google Shape;360;p46"/>
                  <p:cNvCxnSpPr/>
                  <p:nvPr/>
                </p:nvCxnSpPr>
                <p:spPr>
                  <a:xfrm>
                    <a:off x="0" y="6045200"/>
                    <a:ext cx="12192000" cy="0"/>
                  </a:xfrm>
                  <a:prstGeom prst="straightConnector1">
                    <a:avLst/>
                  </a:prstGeom>
                  <a:noFill/>
                  <a:ln w="9525" cap="flat" cmpd="sng">
                    <a:solidFill>
                      <a:schemeClr val="dk1">
                        <a:alpha val="9803"/>
                      </a:schemeClr>
                    </a:solidFill>
                    <a:prstDash val="solid"/>
                    <a:miter lim="800000"/>
                    <a:headEnd type="none" w="sm" len="sm"/>
                    <a:tailEnd type="none" w="sm" len="sm"/>
                  </a:ln>
                </p:spPr>
              </p:cxnSp>
              <p:cxnSp>
                <p:nvCxnSpPr>
                  <p:cNvPr id="361" name="Google Shape;361;p46"/>
                  <p:cNvCxnSpPr/>
                  <p:nvPr/>
                </p:nvCxnSpPr>
                <p:spPr>
                  <a:xfrm>
                    <a:off x="0" y="5941060"/>
                    <a:ext cx="12192000" cy="0"/>
                  </a:xfrm>
                  <a:prstGeom prst="straightConnector1">
                    <a:avLst/>
                  </a:prstGeom>
                  <a:noFill/>
                  <a:ln w="9525" cap="flat" cmpd="sng">
                    <a:solidFill>
                      <a:schemeClr val="dk1">
                        <a:alpha val="9803"/>
                      </a:schemeClr>
                    </a:solidFill>
                    <a:prstDash val="solid"/>
                    <a:miter lim="800000"/>
                    <a:headEnd type="none" w="sm" len="sm"/>
                    <a:tailEnd type="none" w="sm" len="sm"/>
                  </a:ln>
                </p:spPr>
              </p:cxnSp>
              <p:cxnSp>
                <p:nvCxnSpPr>
                  <p:cNvPr id="362" name="Google Shape;362;p46"/>
                  <p:cNvCxnSpPr/>
                  <p:nvPr/>
                </p:nvCxnSpPr>
                <p:spPr>
                  <a:xfrm>
                    <a:off x="0" y="6273800"/>
                    <a:ext cx="12192000" cy="0"/>
                  </a:xfrm>
                  <a:prstGeom prst="straightConnector1">
                    <a:avLst/>
                  </a:prstGeom>
                  <a:noFill/>
                  <a:ln w="9525" cap="flat" cmpd="sng">
                    <a:solidFill>
                      <a:schemeClr val="dk1">
                        <a:alpha val="9803"/>
                      </a:schemeClr>
                    </a:solidFill>
                    <a:prstDash val="solid"/>
                    <a:miter lim="800000"/>
                    <a:headEnd type="none" w="sm" len="sm"/>
                    <a:tailEnd type="none" w="sm" len="sm"/>
                  </a:ln>
                </p:spPr>
              </p:cxnSp>
              <p:cxnSp>
                <p:nvCxnSpPr>
                  <p:cNvPr id="363" name="Google Shape;363;p46"/>
                  <p:cNvCxnSpPr/>
                  <p:nvPr/>
                </p:nvCxnSpPr>
                <p:spPr>
                  <a:xfrm>
                    <a:off x="0" y="6350000"/>
                    <a:ext cx="12192000" cy="0"/>
                  </a:xfrm>
                  <a:prstGeom prst="straightConnector1">
                    <a:avLst/>
                  </a:prstGeom>
                  <a:noFill/>
                  <a:ln w="9525" cap="flat" cmpd="sng">
                    <a:solidFill>
                      <a:schemeClr val="dk1">
                        <a:alpha val="9803"/>
                      </a:schemeClr>
                    </a:solidFill>
                    <a:prstDash val="solid"/>
                    <a:miter lim="800000"/>
                    <a:headEnd type="none" w="sm" len="sm"/>
                    <a:tailEnd type="none" w="sm" len="sm"/>
                  </a:ln>
                </p:spPr>
              </p:cxnSp>
            </p:grpSp>
            <p:grpSp>
              <p:nvGrpSpPr>
                <p:cNvPr id="364" name="Google Shape;364;p46"/>
                <p:cNvGrpSpPr/>
                <p:nvPr/>
              </p:nvGrpSpPr>
              <p:grpSpPr>
                <a:xfrm>
                  <a:off x="0" y="965200"/>
                  <a:ext cx="12192000" cy="416560"/>
                  <a:chOff x="0" y="965200"/>
                  <a:chExt cx="12192000" cy="416560"/>
                </a:xfrm>
              </p:grpSpPr>
              <p:cxnSp>
                <p:nvCxnSpPr>
                  <p:cNvPr id="365" name="Google Shape;365;p46"/>
                  <p:cNvCxnSpPr/>
                  <p:nvPr/>
                </p:nvCxnSpPr>
                <p:spPr>
                  <a:xfrm>
                    <a:off x="0" y="1381760"/>
                    <a:ext cx="12192000" cy="0"/>
                  </a:xfrm>
                  <a:prstGeom prst="straightConnector1">
                    <a:avLst/>
                  </a:prstGeom>
                  <a:noFill/>
                  <a:ln w="9525" cap="flat" cmpd="sng">
                    <a:solidFill>
                      <a:schemeClr val="dk1">
                        <a:alpha val="9803"/>
                      </a:schemeClr>
                    </a:solidFill>
                    <a:prstDash val="solid"/>
                    <a:miter lim="800000"/>
                    <a:headEnd type="none" w="sm" len="sm"/>
                    <a:tailEnd type="none" w="sm" len="sm"/>
                  </a:ln>
                </p:spPr>
              </p:cxnSp>
              <p:cxnSp>
                <p:nvCxnSpPr>
                  <p:cNvPr id="366" name="Google Shape;366;p46"/>
                  <p:cNvCxnSpPr/>
                  <p:nvPr/>
                </p:nvCxnSpPr>
                <p:spPr>
                  <a:xfrm>
                    <a:off x="0" y="965200"/>
                    <a:ext cx="12192000" cy="0"/>
                  </a:xfrm>
                  <a:prstGeom prst="straightConnector1">
                    <a:avLst/>
                  </a:prstGeom>
                  <a:noFill/>
                  <a:ln w="9525" cap="flat" cmpd="sng">
                    <a:solidFill>
                      <a:schemeClr val="dk1">
                        <a:alpha val="9803"/>
                      </a:schemeClr>
                    </a:solidFill>
                    <a:prstDash val="solid"/>
                    <a:miter lim="800000"/>
                    <a:headEnd type="none" w="sm" len="sm"/>
                    <a:tailEnd type="none" w="sm" len="sm"/>
                  </a:ln>
                </p:spPr>
              </p:cxnSp>
            </p:grpSp>
          </p:grpSp>
          <p:sp>
            <p:nvSpPr>
              <p:cNvPr id="367" name="Google Shape;367;p46"/>
              <p:cNvSpPr txBox="1"/>
              <p:nvPr/>
            </p:nvSpPr>
            <p:spPr>
              <a:xfrm>
                <a:off x="697992" y="5900420"/>
                <a:ext cx="7085584" cy="474472"/>
              </a:xfrm>
              <a:prstGeom prst="rect">
                <a:avLst/>
              </a:prstGeom>
              <a:noFill/>
              <a:ln>
                <a:noFill/>
              </a:ln>
            </p:spPr>
            <p:txBody>
              <a:bodyPr spcFirstLastPara="1" wrap="square" lIns="0" tIns="0" rIns="0" bIns="0" anchor="b" anchorCtr="0">
                <a:noAutofit/>
              </a:bodyPr>
              <a:lstStyle/>
              <a:p>
                <a:pPr marL="0" marR="0" lvl="0" indent="0" algn="l" rtl="0">
                  <a:lnSpc>
                    <a:spcPct val="110000"/>
                  </a:lnSpc>
                  <a:spcBef>
                    <a:spcPts val="0"/>
                  </a:spcBef>
                  <a:spcAft>
                    <a:spcPts val="0"/>
                  </a:spcAft>
                  <a:buNone/>
                </a:pPr>
                <a:r>
                  <a:rPr lang="en-US" sz="900">
                    <a:solidFill>
                      <a:srgbClr val="4D4E4F"/>
                    </a:solidFill>
                    <a:latin typeface="Avenir"/>
                    <a:ea typeface="Avenir"/>
                    <a:cs typeface="Avenir"/>
                    <a:sym typeface="Avenir"/>
                  </a:rPr>
                  <a:t>Source goes here, bottom aligned, 10 pt font. Source should be three lines or less. It is okay to widen the source box only if doing so is required to keep the source notes at three lines or less. Keep in mind that the wider the box, the hard to read multiple lines of text. Change the source notes to white over dark backgrounds or dark photography.</a:t>
                </a:r>
                <a:endParaRPr/>
              </a:p>
            </p:txBody>
          </p:sp>
          <p:sp>
            <p:nvSpPr>
              <p:cNvPr id="368" name="Google Shape;368;p46"/>
              <p:cNvSpPr/>
              <p:nvPr/>
            </p:nvSpPr>
            <p:spPr>
              <a:xfrm>
                <a:off x="685800" y="2235200"/>
                <a:ext cx="10820400" cy="4114800"/>
              </a:xfrm>
              <a:prstGeom prst="rect">
                <a:avLst/>
              </a:prstGeom>
              <a:noFill/>
              <a:ln w="9525" cap="flat" cmpd="sng">
                <a:solidFill>
                  <a:srgbClr val="92D05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14191A"/>
                  </a:solidFill>
                  <a:latin typeface="Avenir"/>
                  <a:ea typeface="Avenir"/>
                  <a:cs typeface="Avenir"/>
                  <a:sym typeface="Avenir"/>
                </a:endParaRPr>
              </a:p>
            </p:txBody>
          </p:sp>
          <p:sp>
            <p:nvSpPr>
              <p:cNvPr id="369" name="Google Shape;369;p46"/>
              <p:cNvSpPr/>
              <p:nvPr/>
            </p:nvSpPr>
            <p:spPr>
              <a:xfrm>
                <a:off x="685800" y="1381760"/>
                <a:ext cx="10820400" cy="854710"/>
              </a:xfrm>
              <a:prstGeom prst="rect">
                <a:avLst/>
              </a:prstGeom>
              <a:solidFill>
                <a:srgbClr val="FFC000">
                  <a:alpha val="2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14191A"/>
                  </a:solidFill>
                  <a:latin typeface="Avenir"/>
                  <a:ea typeface="Avenir"/>
                  <a:cs typeface="Avenir"/>
                  <a:sym typeface="Avenir"/>
                </a:endParaRPr>
              </a:p>
            </p:txBody>
          </p:sp>
        </p:grpSp>
      </p:grpSp>
      <p:sp>
        <p:nvSpPr>
          <p:cNvPr id="370" name="Google Shape;370;p46"/>
          <p:cNvSpPr/>
          <p:nvPr/>
        </p:nvSpPr>
        <p:spPr>
          <a:xfrm>
            <a:off x="5236464" y="0"/>
            <a:ext cx="1828800" cy="292608"/>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venir"/>
                <a:ea typeface="Avenir"/>
                <a:cs typeface="Avenir"/>
                <a:sym typeface="Avenir"/>
              </a:rPr>
              <a:t>Do not delete</a:t>
            </a: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body" idx="1"/>
          </p:nvPr>
        </p:nvSpPr>
        <p:spPr>
          <a:xfrm>
            <a:off x="685800" y="1930400"/>
            <a:ext cx="10820400" cy="3962400"/>
          </a:xfrm>
          <a:prstGeom prst="rect">
            <a:avLst/>
          </a:prstGeom>
          <a:noFill/>
          <a:ln>
            <a:noFill/>
          </a:ln>
        </p:spPr>
        <p:txBody>
          <a:bodyPr spcFirstLastPara="1" wrap="square" lIns="0" tIns="0" rIns="0" bIns="0" anchor="t" anchorCtr="0">
            <a:noAutofit/>
          </a:bodyPr>
          <a:lstStyle>
            <a:lvl1pPr marL="457200" marR="0" lvl="0" indent="-330200" algn="l" rtl="0">
              <a:lnSpc>
                <a:spcPct val="100000"/>
              </a:lnSpc>
              <a:spcBef>
                <a:spcPts val="0"/>
              </a:spcBef>
              <a:spcAft>
                <a:spcPts val="0"/>
              </a:spcAft>
              <a:buClr>
                <a:srgbClr val="FC661E"/>
              </a:buClr>
              <a:buSzPts val="1600"/>
              <a:buFont typeface="Arial"/>
              <a:buChar char="​"/>
              <a:defRPr sz="2000" b="0" i="0" u="none" strike="noStrike" cap="none">
                <a:solidFill>
                  <a:schemeClr val="dk1"/>
                </a:solidFill>
                <a:latin typeface="Avenir"/>
                <a:ea typeface="Avenir"/>
                <a:cs typeface="Avenir"/>
                <a:sym typeface="Avenir"/>
              </a:defRPr>
            </a:lvl1pPr>
            <a:lvl2pPr marL="914400" marR="0" lvl="1" indent="-320040" algn="l" rtl="0">
              <a:lnSpc>
                <a:spcPct val="90000"/>
              </a:lnSpc>
              <a:spcBef>
                <a:spcPts val="600"/>
              </a:spcBef>
              <a:spcAft>
                <a:spcPts val="0"/>
              </a:spcAft>
              <a:buClr>
                <a:srgbClr val="FC661E"/>
              </a:buClr>
              <a:buSzPts val="1440"/>
              <a:buFont typeface="Arial"/>
              <a:buChar char="•"/>
              <a:defRPr sz="1800" b="0" i="0" u="none" strike="noStrike" cap="none">
                <a:solidFill>
                  <a:schemeClr val="dk1"/>
                </a:solidFill>
                <a:latin typeface="Avenir"/>
                <a:ea typeface="Avenir"/>
                <a:cs typeface="Avenir"/>
                <a:sym typeface="Avenir"/>
              </a:defRPr>
            </a:lvl2pPr>
            <a:lvl3pPr marL="1371600" marR="0" lvl="2" indent="-320039" algn="l" rtl="0">
              <a:lnSpc>
                <a:spcPct val="100000"/>
              </a:lnSpc>
              <a:spcBef>
                <a:spcPts val="600"/>
              </a:spcBef>
              <a:spcAft>
                <a:spcPts val="0"/>
              </a:spcAft>
              <a:buClr>
                <a:schemeClr val="dk1"/>
              </a:buClr>
              <a:buSzPts val="1440"/>
              <a:buFont typeface="Arial"/>
              <a:buChar char="•"/>
              <a:defRPr sz="1600" b="0" i="0" u="none" strike="noStrike" cap="none">
                <a:solidFill>
                  <a:schemeClr val="dk1"/>
                </a:solidFill>
                <a:latin typeface="Avenir"/>
                <a:ea typeface="Avenir"/>
                <a:cs typeface="Avenir"/>
                <a:sym typeface="Avenir"/>
              </a:defRPr>
            </a:lvl3pPr>
            <a:lvl4pPr marL="1828800" marR="0" lvl="3" indent="-317500" algn="l" rtl="0">
              <a:lnSpc>
                <a:spcPct val="100000"/>
              </a:lnSpc>
              <a:spcBef>
                <a:spcPts val="600"/>
              </a:spcBef>
              <a:spcAft>
                <a:spcPts val="0"/>
              </a:spcAft>
              <a:buClr>
                <a:srgbClr val="FC661E"/>
              </a:buClr>
              <a:buSzPts val="1400"/>
              <a:buFont typeface="Arial"/>
              <a:buChar char="­"/>
              <a:defRPr sz="1400" b="0" i="0" u="none" strike="noStrike" cap="none">
                <a:solidFill>
                  <a:schemeClr val="dk1"/>
                </a:solidFill>
                <a:latin typeface="Avenir"/>
                <a:ea typeface="Avenir"/>
                <a:cs typeface="Avenir"/>
                <a:sym typeface="Avenir"/>
              </a:defRPr>
            </a:lvl4pPr>
            <a:lvl5pPr marL="2286000" marR="0" lvl="4" indent="-298450" algn="l" rtl="0">
              <a:lnSpc>
                <a:spcPct val="100000"/>
              </a:lnSpc>
              <a:spcBef>
                <a:spcPts val="600"/>
              </a:spcBef>
              <a:spcAft>
                <a:spcPts val="0"/>
              </a:spcAft>
              <a:buClr>
                <a:schemeClr val="dk1"/>
              </a:buClr>
              <a:buSzPts val="1100"/>
              <a:buFont typeface="Arial"/>
              <a:buChar char="­"/>
              <a:defRPr sz="1100" b="0" i="0" u="none" strike="noStrike" cap="none">
                <a:solidFill>
                  <a:schemeClr val="dk1"/>
                </a:solidFill>
                <a:latin typeface="Avenir"/>
                <a:ea typeface="Avenir"/>
                <a:cs typeface="Avenir"/>
                <a:sym typeface="Avenir"/>
              </a:defRPr>
            </a:lvl5pPr>
            <a:lvl6pPr marL="2743200" marR="0" lvl="5" indent="-330200"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venir"/>
                <a:ea typeface="Avenir"/>
                <a:cs typeface="Avenir"/>
                <a:sym typeface="Avenir"/>
              </a:defRPr>
            </a:lvl6pPr>
            <a:lvl7pPr marL="3200400" marR="0" lvl="6" indent="-330200" algn="l" rtl="0">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venir"/>
                <a:ea typeface="Avenir"/>
                <a:cs typeface="Avenir"/>
                <a:sym typeface="Avenir"/>
              </a:defRPr>
            </a:lvl7pPr>
            <a:lvl8pPr marL="3657600" marR="0" lvl="7" indent="-330200" algn="l" rtl="0">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venir"/>
                <a:ea typeface="Avenir"/>
                <a:cs typeface="Avenir"/>
                <a:sym typeface="Avenir"/>
              </a:defRPr>
            </a:lvl8pPr>
            <a:lvl9pPr marL="4114800" marR="0" lvl="8" indent="-330200" algn="l" rtl="0">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venir"/>
                <a:ea typeface="Avenir"/>
                <a:cs typeface="Avenir"/>
                <a:sym typeface="Avenir"/>
              </a:defRPr>
            </a:lvl9pPr>
          </a:lstStyle>
          <a:p>
            <a:endParaRPr/>
          </a:p>
        </p:txBody>
      </p:sp>
      <p:sp>
        <p:nvSpPr>
          <p:cNvPr id="11" name="Google Shape;11;p1"/>
          <p:cNvSpPr txBox="1">
            <a:spLocks noGrp="1"/>
          </p:cNvSpPr>
          <p:nvPr>
            <p:ph type="title"/>
          </p:nvPr>
        </p:nvSpPr>
        <p:spPr>
          <a:xfrm>
            <a:off x="685800" y="457200"/>
            <a:ext cx="10820400" cy="41148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dt" idx="10"/>
          </p:nvPr>
        </p:nvSpPr>
        <p:spPr>
          <a:xfrm>
            <a:off x="4994275" y="6458833"/>
            <a:ext cx="2203450" cy="184666"/>
          </a:xfrm>
          <a:prstGeom prst="rect">
            <a:avLst/>
          </a:prstGeom>
          <a:noFill/>
          <a:ln>
            <a:noFill/>
          </a:ln>
        </p:spPr>
        <p:txBody>
          <a:bodyPr spcFirstLastPara="1" wrap="square" lIns="0" tIns="0" rIns="0" bIns="0" anchor="b" anchorCtr="0">
            <a:noAutofit/>
          </a:bodyPr>
          <a:lstStyle>
            <a:lvl1pPr marR="0" lvl="0" algn="ctr" rtl="0">
              <a:spcBef>
                <a:spcPts val="0"/>
              </a:spcBef>
              <a:spcAft>
                <a:spcPts val="0"/>
              </a:spcAft>
              <a:buSzPts val="1400"/>
              <a:buNone/>
              <a:defRPr sz="800" b="0" i="0" u="none" strike="noStrike" cap="none">
                <a:solidFill>
                  <a:srgbClr val="BCB8BC"/>
                </a:solidFill>
                <a:latin typeface="Avenir"/>
                <a:ea typeface="Avenir"/>
                <a:cs typeface="Avenir"/>
                <a:sym typeface="Avenir"/>
              </a:defRPr>
            </a:lvl1pPr>
            <a:lvl2pPr marR="0" lvl="1" algn="l" rtl="0">
              <a:spcBef>
                <a:spcPts val="0"/>
              </a:spcBef>
              <a:spcAft>
                <a:spcPts val="0"/>
              </a:spcAft>
              <a:buSzPts val="1400"/>
              <a:buNone/>
              <a:defRPr sz="1800" b="0" i="0" u="none" strike="noStrike" cap="none">
                <a:solidFill>
                  <a:schemeClr val="dk1"/>
                </a:solidFill>
                <a:latin typeface="Avenir"/>
                <a:ea typeface="Avenir"/>
                <a:cs typeface="Avenir"/>
                <a:sym typeface="Avenir"/>
              </a:defRPr>
            </a:lvl2pPr>
            <a:lvl3pPr marR="0" lvl="2" algn="l" rtl="0">
              <a:spcBef>
                <a:spcPts val="0"/>
              </a:spcBef>
              <a:spcAft>
                <a:spcPts val="0"/>
              </a:spcAft>
              <a:buSzPts val="1400"/>
              <a:buNone/>
              <a:defRPr sz="1800" b="0" i="0" u="none" strike="noStrike" cap="none">
                <a:solidFill>
                  <a:schemeClr val="dk1"/>
                </a:solidFill>
                <a:latin typeface="Avenir"/>
                <a:ea typeface="Avenir"/>
                <a:cs typeface="Avenir"/>
                <a:sym typeface="Avenir"/>
              </a:defRPr>
            </a:lvl3pPr>
            <a:lvl4pPr marR="0" lvl="3" algn="l" rtl="0">
              <a:spcBef>
                <a:spcPts val="0"/>
              </a:spcBef>
              <a:spcAft>
                <a:spcPts val="0"/>
              </a:spcAft>
              <a:buSzPts val="1400"/>
              <a:buNone/>
              <a:defRPr sz="1800" b="0" i="0" u="none" strike="noStrike" cap="none">
                <a:solidFill>
                  <a:schemeClr val="dk1"/>
                </a:solidFill>
                <a:latin typeface="Avenir"/>
                <a:ea typeface="Avenir"/>
                <a:cs typeface="Avenir"/>
                <a:sym typeface="Avenir"/>
              </a:defRPr>
            </a:lvl4pPr>
            <a:lvl5pPr marR="0" lvl="4" algn="l" rtl="0">
              <a:spcBef>
                <a:spcPts val="0"/>
              </a:spcBef>
              <a:spcAft>
                <a:spcPts val="0"/>
              </a:spcAft>
              <a:buSzPts val="1400"/>
              <a:buNone/>
              <a:defRPr sz="1800" b="0" i="0" u="none" strike="noStrike" cap="none">
                <a:solidFill>
                  <a:schemeClr val="dk1"/>
                </a:solidFill>
                <a:latin typeface="Avenir"/>
                <a:ea typeface="Avenir"/>
                <a:cs typeface="Avenir"/>
                <a:sym typeface="Avenir"/>
              </a:defRPr>
            </a:lvl5pPr>
            <a:lvl6pPr marR="0" lvl="5" algn="l" rtl="0">
              <a:spcBef>
                <a:spcPts val="0"/>
              </a:spcBef>
              <a:spcAft>
                <a:spcPts val="0"/>
              </a:spcAft>
              <a:buSzPts val="1400"/>
              <a:buNone/>
              <a:defRPr sz="1800" b="0" i="0" u="none" strike="noStrike" cap="none">
                <a:solidFill>
                  <a:schemeClr val="dk1"/>
                </a:solidFill>
                <a:latin typeface="Avenir"/>
                <a:ea typeface="Avenir"/>
                <a:cs typeface="Avenir"/>
                <a:sym typeface="Avenir"/>
              </a:defRPr>
            </a:lvl6pPr>
            <a:lvl7pPr marR="0" lvl="6" algn="l" rtl="0">
              <a:spcBef>
                <a:spcPts val="0"/>
              </a:spcBef>
              <a:spcAft>
                <a:spcPts val="0"/>
              </a:spcAft>
              <a:buSzPts val="1400"/>
              <a:buNone/>
              <a:defRPr sz="1800" b="0" i="0" u="none" strike="noStrike" cap="none">
                <a:solidFill>
                  <a:schemeClr val="dk1"/>
                </a:solidFill>
                <a:latin typeface="Avenir"/>
                <a:ea typeface="Avenir"/>
                <a:cs typeface="Avenir"/>
                <a:sym typeface="Avenir"/>
              </a:defRPr>
            </a:lvl7pPr>
            <a:lvl8pPr marR="0" lvl="7" algn="l" rtl="0">
              <a:spcBef>
                <a:spcPts val="0"/>
              </a:spcBef>
              <a:spcAft>
                <a:spcPts val="0"/>
              </a:spcAft>
              <a:buSzPts val="1400"/>
              <a:buNone/>
              <a:defRPr sz="1800" b="0" i="0" u="none" strike="noStrike" cap="none">
                <a:solidFill>
                  <a:schemeClr val="dk1"/>
                </a:solidFill>
                <a:latin typeface="Avenir"/>
                <a:ea typeface="Avenir"/>
                <a:cs typeface="Avenir"/>
                <a:sym typeface="Avenir"/>
              </a:defRPr>
            </a:lvl8pPr>
            <a:lvl9pPr marR="0" lvl="8" algn="l" rtl="0">
              <a:spcBef>
                <a:spcPts val="0"/>
              </a:spcBef>
              <a:spcAft>
                <a:spcPts val="0"/>
              </a:spcAft>
              <a:buSzPts val="1400"/>
              <a:buNone/>
              <a:defRPr sz="1800" b="0" i="0" u="none" strike="noStrike" cap="none">
                <a:solidFill>
                  <a:schemeClr val="dk1"/>
                </a:solidFill>
                <a:latin typeface="Avenir"/>
                <a:ea typeface="Avenir"/>
                <a:cs typeface="Avenir"/>
                <a:sym typeface="Avenir"/>
              </a:defRPr>
            </a:lvl9pPr>
          </a:lstStyle>
          <a:p>
            <a:endParaRPr/>
          </a:p>
        </p:txBody>
      </p:sp>
      <p:sp>
        <p:nvSpPr>
          <p:cNvPr id="13" name="Google Shape;13;p1"/>
          <p:cNvSpPr txBox="1">
            <a:spLocks noGrp="1"/>
          </p:cNvSpPr>
          <p:nvPr>
            <p:ph type="ftr" idx="11"/>
          </p:nvPr>
        </p:nvSpPr>
        <p:spPr>
          <a:xfrm>
            <a:off x="685800" y="6458833"/>
            <a:ext cx="4114800" cy="184666"/>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800" b="0" i="0" u="none" strike="noStrike" cap="none">
                <a:solidFill>
                  <a:srgbClr val="BCB8BC"/>
                </a:solidFill>
                <a:latin typeface="Avenir"/>
                <a:ea typeface="Avenir"/>
                <a:cs typeface="Avenir"/>
                <a:sym typeface="Avenir"/>
              </a:defRPr>
            </a:lvl1pPr>
            <a:lvl2pPr marR="0" lvl="1" algn="l" rtl="0">
              <a:spcBef>
                <a:spcPts val="0"/>
              </a:spcBef>
              <a:spcAft>
                <a:spcPts val="0"/>
              </a:spcAft>
              <a:buSzPts val="1400"/>
              <a:buNone/>
              <a:defRPr sz="1800" b="0" i="0" u="none" strike="noStrike" cap="none">
                <a:solidFill>
                  <a:schemeClr val="dk1"/>
                </a:solidFill>
                <a:latin typeface="Avenir"/>
                <a:ea typeface="Avenir"/>
                <a:cs typeface="Avenir"/>
                <a:sym typeface="Avenir"/>
              </a:defRPr>
            </a:lvl2pPr>
            <a:lvl3pPr marR="0" lvl="2" algn="l" rtl="0">
              <a:spcBef>
                <a:spcPts val="0"/>
              </a:spcBef>
              <a:spcAft>
                <a:spcPts val="0"/>
              </a:spcAft>
              <a:buSzPts val="1400"/>
              <a:buNone/>
              <a:defRPr sz="1800" b="0" i="0" u="none" strike="noStrike" cap="none">
                <a:solidFill>
                  <a:schemeClr val="dk1"/>
                </a:solidFill>
                <a:latin typeface="Avenir"/>
                <a:ea typeface="Avenir"/>
                <a:cs typeface="Avenir"/>
                <a:sym typeface="Avenir"/>
              </a:defRPr>
            </a:lvl3pPr>
            <a:lvl4pPr marR="0" lvl="3" algn="l" rtl="0">
              <a:spcBef>
                <a:spcPts val="0"/>
              </a:spcBef>
              <a:spcAft>
                <a:spcPts val="0"/>
              </a:spcAft>
              <a:buSzPts val="1400"/>
              <a:buNone/>
              <a:defRPr sz="1800" b="0" i="0" u="none" strike="noStrike" cap="none">
                <a:solidFill>
                  <a:schemeClr val="dk1"/>
                </a:solidFill>
                <a:latin typeface="Avenir"/>
                <a:ea typeface="Avenir"/>
                <a:cs typeface="Avenir"/>
                <a:sym typeface="Avenir"/>
              </a:defRPr>
            </a:lvl4pPr>
            <a:lvl5pPr marR="0" lvl="4" algn="l" rtl="0">
              <a:spcBef>
                <a:spcPts val="0"/>
              </a:spcBef>
              <a:spcAft>
                <a:spcPts val="0"/>
              </a:spcAft>
              <a:buSzPts val="1400"/>
              <a:buNone/>
              <a:defRPr sz="1800" b="0" i="0" u="none" strike="noStrike" cap="none">
                <a:solidFill>
                  <a:schemeClr val="dk1"/>
                </a:solidFill>
                <a:latin typeface="Avenir"/>
                <a:ea typeface="Avenir"/>
                <a:cs typeface="Avenir"/>
                <a:sym typeface="Avenir"/>
              </a:defRPr>
            </a:lvl5pPr>
            <a:lvl6pPr marR="0" lvl="5" algn="l" rtl="0">
              <a:spcBef>
                <a:spcPts val="0"/>
              </a:spcBef>
              <a:spcAft>
                <a:spcPts val="0"/>
              </a:spcAft>
              <a:buSzPts val="1400"/>
              <a:buNone/>
              <a:defRPr sz="1800" b="0" i="0" u="none" strike="noStrike" cap="none">
                <a:solidFill>
                  <a:schemeClr val="dk1"/>
                </a:solidFill>
                <a:latin typeface="Avenir"/>
                <a:ea typeface="Avenir"/>
                <a:cs typeface="Avenir"/>
                <a:sym typeface="Avenir"/>
              </a:defRPr>
            </a:lvl6pPr>
            <a:lvl7pPr marR="0" lvl="6" algn="l" rtl="0">
              <a:spcBef>
                <a:spcPts val="0"/>
              </a:spcBef>
              <a:spcAft>
                <a:spcPts val="0"/>
              </a:spcAft>
              <a:buSzPts val="1400"/>
              <a:buNone/>
              <a:defRPr sz="1800" b="0" i="0" u="none" strike="noStrike" cap="none">
                <a:solidFill>
                  <a:schemeClr val="dk1"/>
                </a:solidFill>
                <a:latin typeface="Avenir"/>
                <a:ea typeface="Avenir"/>
                <a:cs typeface="Avenir"/>
                <a:sym typeface="Avenir"/>
              </a:defRPr>
            </a:lvl7pPr>
            <a:lvl8pPr marR="0" lvl="7" algn="l" rtl="0">
              <a:spcBef>
                <a:spcPts val="0"/>
              </a:spcBef>
              <a:spcAft>
                <a:spcPts val="0"/>
              </a:spcAft>
              <a:buSzPts val="1400"/>
              <a:buNone/>
              <a:defRPr sz="1800" b="0" i="0" u="none" strike="noStrike" cap="none">
                <a:solidFill>
                  <a:schemeClr val="dk1"/>
                </a:solidFill>
                <a:latin typeface="Avenir"/>
                <a:ea typeface="Avenir"/>
                <a:cs typeface="Avenir"/>
                <a:sym typeface="Avenir"/>
              </a:defRPr>
            </a:lvl8pPr>
            <a:lvl9pPr marR="0" lvl="8" algn="l" rtl="0">
              <a:spcBef>
                <a:spcPts val="0"/>
              </a:spcBef>
              <a:spcAft>
                <a:spcPts val="0"/>
              </a:spcAft>
              <a:buSzPts val="1400"/>
              <a:buNone/>
              <a:defRPr sz="1800" b="0" i="0" u="none" strike="noStrike" cap="none">
                <a:solidFill>
                  <a:schemeClr val="dk1"/>
                </a:solidFill>
                <a:latin typeface="Avenir"/>
                <a:ea typeface="Avenir"/>
                <a:cs typeface="Avenir"/>
                <a:sym typeface="Avenir"/>
              </a:defRPr>
            </a:lvl9pPr>
          </a:lstStyle>
          <a:p>
            <a:endParaRPr/>
          </a:p>
        </p:txBody>
      </p:sp>
      <p:sp>
        <p:nvSpPr>
          <p:cNvPr id="14" name="Google Shape;14;p1"/>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800" b="0" i="0" u="none" strike="noStrike" cap="none">
                <a:solidFill>
                  <a:srgbClr val="BCB8BC"/>
                </a:solidFill>
                <a:latin typeface="Avenir"/>
                <a:ea typeface="Avenir"/>
                <a:cs typeface="Avenir"/>
                <a:sym typeface="Avenir"/>
              </a:defRPr>
            </a:lvl1pPr>
            <a:lvl2pPr marL="0" marR="0" lvl="1" indent="0" algn="r" rtl="0">
              <a:spcBef>
                <a:spcPts val="0"/>
              </a:spcBef>
              <a:buNone/>
              <a:defRPr sz="800" b="0" i="0" u="none" strike="noStrike" cap="none">
                <a:solidFill>
                  <a:srgbClr val="BCB8BC"/>
                </a:solidFill>
                <a:latin typeface="Avenir"/>
                <a:ea typeface="Avenir"/>
                <a:cs typeface="Avenir"/>
                <a:sym typeface="Avenir"/>
              </a:defRPr>
            </a:lvl2pPr>
            <a:lvl3pPr marL="0" marR="0" lvl="2" indent="0" algn="r" rtl="0">
              <a:spcBef>
                <a:spcPts val="0"/>
              </a:spcBef>
              <a:buNone/>
              <a:defRPr sz="800" b="0" i="0" u="none" strike="noStrike" cap="none">
                <a:solidFill>
                  <a:srgbClr val="BCB8BC"/>
                </a:solidFill>
                <a:latin typeface="Avenir"/>
                <a:ea typeface="Avenir"/>
                <a:cs typeface="Avenir"/>
                <a:sym typeface="Avenir"/>
              </a:defRPr>
            </a:lvl3pPr>
            <a:lvl4pPr marL="0" marR="0" lvl="3" indent="0" algn="r" rtl="0">
              <a:spcBef>
                <a:spcPts val="0"/>
              </a:spcBef>
              <a:buNone/>
              <a:defRPr sz="800" b="0" i="0" u="none" strike="noStrike" cap="none">
                <a:solidFill>
                  <a:srgbClr val="BCB8BC"/>
                </a:solidFill>
                <a:latin typeface="Avenir"/>
                <a:ea typeface="Avenir"/>
                <a:cs typeface="Avenir"/>
                <a:sym typeface="Avenir"/>
              </a:defRPr>
            </a:lvl4pPr>
            <a:lvl5pPr marL="0" marR="0" lvl="4" indent="0" algn="r" rtl="0">
              <a:spcBef>
                <a:spcPts val="0"/>
              </a:spcBef>
              <a:buNone/>
              <a:defRPr sz="800" b="0" i="0" u="none" strike="noStrike" cap="none">
                <a:solidFill>
                  <a:srgbClr val="BCB8BC"/>
                </a:solidFill>
                <a:latin typeface="Avenir"/>
                <a:ea typeface="Avenir"/>
                <a:cs typeface="Avenir"/>
                <a:sym typeface="Avenir"/>
              </a:defRPr>
            </a:lvl5pPr>
            <a:lvl6pPr marL="0" marR="0" lvl="5" indent="0" algn="r" rtl="0">
              <a:spcBef>
                <a:spcPts val="0"/>
              </a:spcBef>
              <a:buNone/>
              <a:defRPr sz="800" b="0" i="0" u="none" strike="noStrike" cap="none">
                <a:solidFill>
                  <a:srgbClr val="BCB8BC"/>
                </a:solidFill>
                <a:latin typeface="Avenir"/>
                <a:ea typeface="Avenir"/>
                <a:cs typeface="Avenir"/>
                <a:sym typeface="Avenir"/>
              </a:defRPr>
            </a:lvl6pPr>
            <a:lvl7pPr marL="0" marR="0" lvl="6" indent="0" algn="r" rtl="0">
              <a:spcBef>
                <a:spcPts val="0"/>
              </a:spcBef>
              <a:buNone/>
              <a:defRPr sz="800" b="0" i="0" u="none" strike="noStrike" cap="none">
                <a:solidFill>
                  <a:srgbClr val="BCB8BC"/>
                </a:solidFill>
                <a:latin typeface="Avenir"/>
                <a:ea typeface="Avenir"/>
                <a:cs typeface="Avenir"/>
                <a:sym typeface="Avenir"/>
              </a:defRPr>
            </a:lvl7pPr>
            <a:lvl8pPr marL="0" marR="0" lvl="7" indent="0" algn="r" rtl="0">
              <a:spcBef>
                <a:spcPts val="0"/>
              </a:spcBef>
              <a:buNone/>
              <a:defRPr sz="800" b="0" i="0" u="none" strike="noStrike" cap="none">
                <a:solidFill>
                  <a:srgbClr val="BCB8BC"/>
                </a:solidFill>
                <a:latin typeface="Avenir"/>
                <a:ea typeface="Avenir"/>
                <a:cs typeface="Avenir"/>
                <a:sym typeface="Avenir"/>
              </a:defRPr>
            </a:lvl8pPr>
            <a:lvl9pPr marL="0" marR="0" lvl="8" indent="0" algn="r" rtl="0">
              <a:spcBef>
                <a:spcPts val="0"/>
              </a:spcBef>
              <a:buNone/>
              <a:defRPr sz="800" b="0" i="0" u="none" strike="noStrike" cap="none">
                <a:solidFill>
                  <a:srgbClr val="BCB8BC"/>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hyperlink" Target="https://admin.avalara.com/" TargetMode="External"/><Relationship Id="rId4" Type="http://schemas.openxmlformats.org/officeDocument/2006/relationships/hyperlink" Target="http://sandbox.admin.avalara.com/"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andbox.admin.avalara.com/"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https://taxcode.avatax.avalara.com/"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hyperlink" Target="https://help.avalara.com/FYHP" TargetMode="External"/><Relationship Id="rId3" Type="http://schemas.openxmlformats.org/officeDocument/2006/relationships/hyperlink" Target="https://knowledge.avalara.com/" TargetMode="External"/><Relationship Id="rId7" Type="http://schemas.openxmlformats.org/officeDocument/2006/relationships/hyperlink" Target="https://training.avalara.com/" TargetMode="External"/><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hyperlink" Target="https://www.avalara.com/us/en/legal/professional-services-esow.html" TargetMode="External"/><Relationship Id="rId11" Type="http://schemas.openxmlformats.org/officeDocument/2006/relationships/image" Target="../media/image24.png"/><Relationship Id="rId5" Type="http://schemas.openxmlformats.org/officeDocument/2006/relationships/hyperlink" Target="https://taxcode.avatax.avalara.com/" TargetMode="External"/><Relationship Id="rId10" Type="http://schemas.openxmlformats.org/officeDocument/2006/relationships/hyperlink" Target="https://www.avalara.com/us/en/products/professional-services/sales-tax-risk-assessment.html" TargetMode="External"/><Relationship Id="rId4" Type="http://schemas.openxmlformats.org/officeDocument/2006/relationships/hyperlink" Target="http://sandbox.admin.avalara.com/" TargetMode="External"/><Relationship Id="rId9" Type="http://schemas.openxmlformats.org/officeDocument/2006/relationships/hyperlink" Target="https://help.avalara.com/Frequently_Asked_Questions/Streamlined_Sales_Tax_(SST)_FAQ/About_Streamlined_Sales_Tax"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47"/>
          <p:cNvSpPr txBox="1">
            <a:spLocks noGrp="1"/>
          </p:cNvSpPr>
          <p:nvPr>
            <p:ph type="ctrTitle"/>
          </p:nvPr>
        </p:nvSpPr>
        <p:spPr>
          <a:xfrm>
            <a:off x="4406899" y="3096602"/>
            <a:ext cx="6511925" cy="664797"/>
          </a:xfrm>
          <a:prstGeom prst="rect">
            <a:avLst/>
          </a:prstGeom>
          <a:noFill/>
          <a:ln>
            <a:noFill/>
          </a:ln>
        </p:spPr>
        <p:txBody>
          <a:bodyPr spcFirstLastPara="1" wrap="square" lIns="0" tIns="0" rIns="0" bIns="0" anchor="ctr" anchorCtr="0">
            <a:spAutoFit/>
          </a:bodyPr>
          <a:lstStyle/>
          <a:p>
            <a:pPr marL="0" lvl="0" indent="-304800" algn="l" rtl="0">
              <a:lnSpc>
                <a:spcPct val="90000"/>
              </a:lnSpc>
              <a:spcBef>
                <a:spcPts val="0"/>
              </a:spcBef>
              <a:spcAft>
                <a:spcPts val="0"/>
              </a:spcAft>
              <a:buClr>
                <a:srgbClr val="FC661E"/>
              </a:buClr>
              <a:buSzPts val="4800"/>
              <a:buChar char="​"/>
            </a:pPr>
            <a:r>
              <a:rPr lang="en-US" dirty="0" err="1"/>
              <a:t>AsRaymond</a:t>
            </a:r>
            <a:endParaRPr dirty="0"/>
          </a:p>
        </p:txBody>
      </p:sp>
      <p:pic>
        <p:nvPicPr>
          <p:cNvPr id="376" name="Google Shape;376;p47" descr="A satellite in space above the earth&#10;&#10;Description automatically generated with low confidence"/>
          <p:cNvPicPr preferRelativeResize="0">
            <a:picLocks noGrp="1"/>
          </p:cNvPicPr>
          <p:nvPr>
            <p:ph type="pic" idx="2"/>
          </p:nvPr>
        </p:nvPicPr>
        <p:blipFill rotWithShape="1">
          <a:blip r:embed="rId3">
            <a:alphaModFix/>
          </a:blip>
          <a:srcRect l="2551" r="2551"/>
          <a:stretch/>
        </p:blipFill>
        <p:spPr>
          <a:xfrm>
            <a:off x="0" y="0"/>
            <a:ext cx="3475101" cy="6858000"/>
          </a:xfrm>
          <a:prstGeom prst="rect">
            <a:avLst/>
          </a:prstGeom>
          <a:noFill/>
          <a:ln>
            <a:noFill/>
          </a:ln>
        </p:spPr>
      </p:pic>
      <p:sp>
        <p:nvSpPr>
          <p:cNvPr id="377" name="Google Shape;377;p47"/>
          <p:cNvSpPr txBox="1">
            <a:spLocks noGrp="1"/>
          </p:cNvSpPr>
          <p:nvPr>
            <p:ph type="body" idx="1"/>
          </p:nvPr>
        </p:nvSpPr>
        <p:spPr>
          <a:xfrm>
            <a:off x="4406899" y="5132037"/>
            <a:ext cx="6511925" cy="276999"/>
          </a:xfrm>
          <a:prstGeom prst="rect">
            <a:avLst/>
          </a:prstGeom>
          <a:noFill/>
          <a:ln>
            <a:noFill/>
          </a:ln>
        </p:spPr>
        <p:txBody>
          <a:bodyPr spcFirstLastPara="1" wrap="square" lIns="0" tIns="0" rIns="0" bIns="0" anchor="b" anchorCtr="0">
            <a:spAutoFit/>
          </a:bodyPr>
          <a:lstStyle/>
          <a:p>
            <a:pPr marL="0" lvl="0" indent="0" algn="l" rtl="0">
              <a:lnSpc>
                <a:spcPct val="100000"/>
              </a:lnSpc>
              <a:spcBef>
                <a:spcPts val="0"/>
              </a:spcBef>
              <a:spcAft>
                <a:spcPts val="0"/>
              </a:spcAft>
              <a:buSzPts val="1440"/>
              <a:buNone/>
            </a:pPr>
            <a:r>
              <a:rPr lang="en-US" sz="1800" dirty="0">
                <a:solidFill>
                  <a:schemeClr val="dk1"/>
                </a:solidFill>
              </a:rPr>
              <a:t>Date:- 04/30/25</a:t>
            </a:r>
            <a:endParaRPr dirty="0"/>
          </a:p>
        </p:txBody>
      </p:sp>
      <p:sp>
        <p:nvSpPr>
          <p:cNvPr id="378" name="Google Shape;378;p47"/>
          <p:cNvSpPr txBox="1">
            <a:spLocks noGrp="1"/>
          </p:cNvSpPr>
          <p:nvPr>
            <p:ph type="ftr" idx="11"/>
          </p:nvPr>
        </p:nvSpPr>
        <p:spPr>
          <a:xfrm>
            <a:off x="4406899" y="6546850"/>
            <a:ext cx="4114800" cy="12065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US"/>
              <a:t>© Avalara. Confidential and proprietary.</a:t>
            </a: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48"/>
          <p:cNvSpPr txBox="1">
            <a:spLocks noGrp="1"/>
          </p:cNvSpPr>
          <p:nvPr>
            <p:ph type="body" idx="1"/>
          </p:nvPr>
        </p:nvSpPr>
        <p:spPr>
          <a:xfrm>
            <a:off x="3773657" y="1138861"/>
            <a:ext cx="7747001" cy="4008014"/>
          </a:xfrm>
          <a:prstGeom prst="rect">
            <a:avLst/>
          </a:prstGeom>
          <a:noFill/>
          <a:ln>
            <a:noFill/>
          </a:ln>
        </p:spPr>
        <p:txBody>
          <a:bodyPr spcFirstLastPara="1" wrap="square" lIns="0" tIns="0" rIns="0" bIns="0" anchor="t" anchorCtr="0">
            <a:noAutofit/>
          </a:bodyPr>
          <a:lstStyle/>
          <a:p>
            <a:pPr marL="274320" lvl="0" indent="0" algn="l" rtl="0">
              <a:lnSpc>
                <a:spcPct val="100000"/>
              </a:lnSpc>
              <a:spcBef>
                <a:spcPts val="0"/>
              </a:spcBef>
              <a:spcAft>
                <a:spcPts val="0"/>
              </a:spcAft>
              <a:buNone/>
            </a:pPr>
            <a:r>
              <a:rPr lang="en-US" dirty="0"/>
              <a:t>Team Introductions &amp; Project Scope </a:t>
            </a:r>
            <a:endParaRPr dirty="0"/>
          </a:p>
          <a:p>
            <a:pPr marL="274320" lvl="0" indent="0" algn="l" rtl="0">
              <a:lnSpc>
                <a:spcPct val="100000"/>
              </a:lnSpc>
              <a:spcBef>
                <a:spcPts val="1600"/>
              </a:spcBef>
              <a:spcAft>
                <a:spcPts val="0"/>
              </a:spcAft>
              <a:buNone/>
            </a:pPr>
            <a:r>
              <a:rPr lang="en-US" dirty="0"/>
              <a:t>Company Overview</a:t>
            </a:r>
            <a:endParaRPr dirty="0"/>
          </a:p>
          <a:p>
            <a:pPr marL="274320" lvl="0" indent="0" algn="l" rtl="0">
              <a:lnSpc>
                <a:spcPct val="100000"/>
              </a:lnSpc>
              <a:spcBef>
                <a:spcPts val="1600"/>
              </a:spcBef>
              <a:spcAft>
                <a:spcPts val="0"/>
              </a:spcAft>
              <a:buNone/>
            </a:pPr>
            <a:r>
              <a:rPr lang="en-US" dirty="0"/>
              <a:t>Nexus Collection</a:t>
            </a:r>
            <a:endParaRPr dirty="0"/>
          </a:p>
          <a:p>
            <a:pPr marL="274320" lvl="0" indent="0" algn="l" rtl="0">
              <a:lnSpc>
                <a:spcPct val="100000"/>
              </a:lnSpc>
              <a:spcBef>
                <a:spcPts val="1600"/>
              </a:spcBef>
              <a:spcAft>
                <a:spcPts val="0"/>
              </a:spcAft>
              <a:buNone/>
            </a:pPr>
            <a:r>
              <a:rPr lang="en-US" dirty="0"/>
              <a:t>Forecasted Project Plan Overview </a:t>
            </a:r>
            <a:endParaRPr dirty="0"/>
          </a:p>
          <a:p>
            <a:pPr marL="274320" lvl="0" indent="0" algn="l" rtl="0">
              <a:lnSpc>
                <a:spcPct val="100000"/>
              </a:lnSpc>
              <a:spcBef>
                <a:spcPts val="1600"/>
              </a:spcBef>
              <a:spcAft>
                <a:spcPts val="0"/>
              </a:spcAft>
              <a:buNone/>
            </a:pPr>
            <a:r>
              <a:rPr lang="en-US" dirty="0"/>
              <a:t>Next Steps</a:t>
            </a:r>
            <a:endParaRPr dirty="0"/>
          </a:p>
          <a:p>
            <a:pPr marL="274320" lvl="0" indent="0" algn="l" rtl="0">
              <a:lnSpc>
                <a:spcPct val="100000"/>
              </a:lnSpc>
              <a:spcBef>
                <a:spcPts val="1600"/>
              </a:spcBef>
              <a:spcAft>
                <a:spcPts val="0"/>
              </a:spcAft>
              <a:buNone/>
            </a:pPr>
            <a:r>
              <a:rPr lang="en-US" dirty="0"/>
              <a:t>Questions</a:t>
            </a:r>
            <a:endParaRPr dirty="0"/>
          </a:p>
        </p:txBody>
      </p:sp>
      <p:sp>
        <p:nvSpPr>
          <p:cNvPr id="385" name="Google Shape;385;p48"/>
          <p:cNvSpPr txBox="1">
            <a:spLocks noGrp="1"/>
          </p:cNvSpPr>
          <p:nvPr>
            <p:ph type="body" idx="2"/>
          </p:nvPr>
        </p:nvSpPr>
        <p:spPr>
          <a:xfrm>
            <a:off x="2255287" y="1138861"/>
            <a:ext cx="833377" cy="4580278"/>
          </a:xfrm>
          <a:prstGeom prst="rect">
            <a:avLst/>
          </a:prstGeom>
          <a:noFill/>
          <a:ln>
            <a:noFill/>
          </a:ln>
        </p:spPr>
        <p:txBody>
          <a:bodyPr spcFirstLastPara="1" wrap="square" lIns="0" tIns="0" rIns="0" bIns="0" anchor="t" anchorCtr="0">
            <a:normAutofit/>
          </a:bodyPr>
          <a:lstStyle/>
          <a:p>
            <a:pPr marL="0" lvl="0" indent="0" algn="r" rtl="0">
              <a:lnSpc>
                <a:spcPct val="100000"/>
              </a:lnSpc>
              <a:spcBef>
                <a:spcPts val="0"/>
              </a:spcBef>
              <a:spcAft>
                <a:spcPts val="0"/>
              </a:spcAft>
              <a:buSzPts val="1920"/>
              <a:buNone/>
            </a:pPr>
            <a:r>
              <a:rPr lang="en-US" dirty="0"/>
              <a:t>1</a:t>
            </a:r>
            <a:endParaRPr dirty="0"/>
          </a:p>
          <a:p>
            <a:pPr marL="0" lvl="0" indent="0" algn="r" rtl="0">
              <a:lnSpc>
                <a:spcPct val="100000"/>
              </a:lnSpc>
              <a:spcBef>
                <a:spcPts val="1600"/>
              </a:spcBef>
              <a:spcAft>
                <a:spcPts val="0"/>
              </a:spcAft>
              <a:buSzPts val="1920"/>
              <a:buNone/>
            </a:pPr>
            <a:r>
              <a:rPr lang="en-US" dirty="0"/>
              <a:t>2</a:t>
            </a:r>
            <a:endParaRPr dirty="0"/>
          </a:p>
          <a:p>
            <a:pPr marL="0" lvl="0" indent="0" algn="r" rtl="0">
              <a:lnSpc>
                <a:spcPct val="100000"/>
              </a:lnSpc>
              <a:spcBef>
                <a:spcPts val="1600"/>
              </a:spcBef>
              <a:spcAft>
                <a:spcPts val="0"/>
              </a:spcAft>
              <a:buSzPts val="1920"/>
              <a:buNone/>
            </a:pPr>
            <a:r>
              <a:rPr lang="en-US" dirty="0"/>
              <a:t>3</a:t>
            </a:r>
            <a:endParaRPr dirty="0"/>
          </a:p>
          <a:p>
            <a:pPr marL="0" lvl="0" indent="0" algn="r" rtl="0">
              <a:lnSpc>
                <a:spcPct val="100000"/>
              </a:lnSpc>
              <a:spcBef>
                <a:spcPts val="1600"/>
              </a:spcBef>
              <a:spcAft>
                <a:spcPts val="0"/>
              </a:spcAft>
              <a:buSzPts val="1920"/>
              <a:buNone/>
            </a:pPr>
            <a:r>
              <a:rPr lang="en-US" dirty="0"/>
              <a:t>4</a:t>
            </a:r>
            <a:endParaRPr dirty="0"/>
          </a:p>
          <a:p>
            <a:pPr marL="0" lvl="0" indent="0" algn="r" rtl="0">
              <a:lnSpc>
                <a:spcPct val="100000"/>
              </a:lnSpc>
              <a:spcBef>
                <a:spcPts val="1600"/>
              </a:spcBef>
              <a:spcAft>
                <a:spcPts val="0"/>
              </a:spcAft>
              <a:buSzPts val="1920"/>
              <a:buNone/>
            </a:pPr>
            <a:r>
              <a:rPr lang="en-US" dirty="0"/>
              <a:t>5</a:t>
            </a:r>
            <a:endParaRPr dirty="0"/>
          </a:p>
          <a:p>
            <a:pPr marL="0" lvl="0" indent="0" algn="r" rtl="0">
              <a:lnSpc>
                <a:spcPct val="100000"/>
              </a:lnSpc>
              <a:spcBef>
                <a:spcPts val="1600"/>
              </a:spcBef>
              <a:spcAft>
                <a:spcPts val="0"/>
              </a:spcAft>
              <a:buSzPts val="1920"/>
              <a:buNone/>
            </a:pPr>
            <a:r>
              <a:rPr lang="en-US" dirty="0"/>
              <a:t>6</a:t>
            </a:r>
            <a:endParaRPr dirty="0"/>
          </a:p>
          <a:p>
            <a:pPr marL="0" lvl="0" indent="0" algn="r" rtl="0">
              <a:lnSpc>
                <a:spcPct val="100000"/>
              </a:lnSpc>
              <a:spcBef>
                <a:spcPts val="1600"/>
              </a:spcBef>
              <a:spcAft>
                <a:spcPts val="0"/>
              </a:spcAft>
              <a:buSzPts val="1920"/>
              <a:buNone/>
            </a:pPr>
            <a:endParaRPr dirty="0"/>
          </a:p>
          <a:p>
            <a:pPr marL="0" lvl="0" indent="0" algn="r" rtl="0">
              <a:lnSpc>
                <a:spcPct val="100000"/>
              </a:lnSpc>
              <a:spcBef>
                <a:spcPts val="1600"/>
              </a:spcBef>
              <a:spcAft>
                <a:spcPts val="0"/>
              </a:spcAft>
              <a:buSzPts val="1920"/>
              <a:buNone/>
            </a:pPr>
            <a:endParaRPr dirty="0"/>
          </a:p>
          <a:p>
            <a:pPr marL="0" lvl="0" indent="0" algn="r" rtl="0">
              <a:lnSpc>
                <a:spcPct val="100000"/>
              </a:lnSpc>
              <a:spcBef>
                <a:spcPts val="1600"/>
              </a:spcBef>
              <a:spcAft>
                <a:spcPts val="0"/>
              </a:spcAft>
              <a:buSzPts val="1920"/>
              <a:buNone/>
            </a:pPr>
            <a:endParaRPr dirty="0"/>
          </a:p>
        </p:txBody>
      </p:sp>
      <p:sp>
        <p:nvSpPr>
          <p:cNvPr id="386" name="Google Shape;386;p48"/>
          <p:cNvSpPr txBox="1"/>
          <p:nvPr/>
        </p:nvSpPr>
        <p:spPr>
          <a:xfrm>
            <a:off x="4406899" y="6546850"/>
            <a:ext cx="4114800" cy="120650"/>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None/>
            </a:pPr>
            <a:r>
              <a:rPr lang="en-US" sz="800" b="0" i="0" u="none" strike="noStrike" cap="none">
                <a:solidFill>
                  <a:srgbClr val="7F7F7F"/>
                </a:solidFill>
                <a:latin typeface="Avenir"/>
                <a:ea typeface="Avenir"/>
                <a:cs typeface="Avenir"/>
                <a:sym typeface="Avenir"/>
              </a:rPr>
              <a:t>© Avalara. Confidential and proprietary.</a:t>
            </a:r>
            <a:endParaRPr/>
          </a:p>
        </p:txBody>
      </p:sp>
      <p:pic>
        <p:nvPicPr>
          <p:cNvPr id="387" name="Google Shape;387;p48"/>
          <p:cNvPicPr preferRelativeResize="0"/>
          <p:nvPr/>
        </p:nvPicPr>
        <p:blipFill rotWithShape="1">
          <a:blip r:embed="rId3">
            <a:alphaModFix/>
          </a:blip>
          <a:srcRect/>
          <a:stretch/>
        </p:blipFill>
        <p:spPr>
          <a:xfrm>
            <a:off x="8652353" y="3835782"/>
            <a:ext cx="3539647" cy="283171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9"/>
          <p:cNvSpPr txBox="1">
            <a:spLocks noGrp="1"/>
          </p:cNvSpPr>
          <p:nvPr>
            <p:ph type="body" idx="1"/>
          </p:nvPr>
        </p:nvSpPr>
        <p:spPr>
          <a:xfrm>
            <a:off x="685800" y="1217125"/>
            <a:ext cx="3896400" cy="5325600"/>
          </a:xfrm>
          <a:prstGeom prst="rect">
            <a:avLst/>
          </a:prstGeom>
          <a:noFill/>
          <a:ln>
            <a:noFill/>
          </a:ln>
        </p:spPr>
        <p:txBody>
          <a:bodyPr spcFirstLastPara="1" wrap="square" lIns="0" tIns="0" rIns="0" bIns="0" anchor="t" anchorCtr="0">
            <a:noAutofit/>
          </a:bodyPr>
          <a:lstStyle/>
          <a:p>
            <a:pPr marL="0" lvl="1" indent="0" algn="l" rtl="0">
              <a:lnSpc>
                <a:spcPct val="100000"/>
              </a:lnSpc>
              <a:spcBef>
                <a:spcPts val="0"/>
              </a:spcBef>
              <a:spcAft>
                <a:spcPts val="0"/>
              </a:spcAft>
              <a:buSzPts val="1120"/>
              <a:buNone/>
            </a:pPr>
            <a:r>
              <a:rPr lang="en-US" sz="1400" b="1" dirty="0"/>
              <a:t>Avalara:</a:t>
            </a:r>
            <a:endParaRPr b="1" dirty="0"/>
          </a:p>
          <a:p>
            <a:pPr marL="684213" lvl="2" indent="-338138" algn="l" rtl="0">
              <a:lnSpc>
                <a:spcPct val="100000"/>
              </a:lnSpc>
              <a:spcBef>
                <a:spcPts val="600"/>
              </a:spcBef>
              <a:spcAft>
                <a:spcPts val="0"/>
              </a:spcAft>
              <a:buClr>
                <a:schemeClr val="dk1"/>
              </a:buClr>
              <a:buSzPts val="1260"/>
              <a:buChar char="•"/>
            </a:pPr>
            <a:r>
              <a:rPr lang="en-US" sz="1400" b="1" dirty="0"/>
              <a:t>Ankush</a:t>
            </a:r>
            <a:r>
              <a:rPr lang="en-US" sz="1400" dirty="0"/>
              <a:t>: AvaTax Consultant</a:t>
            </a:r>
            <a:endParaRPr dirty="0"/>
          </a:p>
          <a:p>
            <a:pPr marL="684213" lvl="2" indent="-338138" algn="l" rtl="0">
              <a:lnSpc>
                <a:spcPct val="100000"/>
              </a:lnSpc>
              <a:spcBef>
                <a:spcPts val="600"/>
              </a:spcBef>
              <a:spcAft>
                <a:spcPts val="0"/>
              </a:spcAft>
              <a:buClr>
                <a:schemeClr val="dk1"/>
              </a:buClr>
              <a:buSzPts val="1260"/>
              <a:buChar char="•"/>
            </a:pPr>
            <a:r>
              <a:rPr lang="en-US" sz="1400" b="1" dirty="0"/>
              <a:t>Jagdeep</a:t>
            </a:r>
            <a:r>
              <a:rPr lang="en-US" sz="1400" dirty="0"/>
              <a:t>: Project Manager</a:t>
            </a:r>
            <a:endParaRPr dirty="0"/>
          </a:p>
          <a:p>
            <a:pPr marL="346075" lvl="1" indent="-330835" algn="l" rtl="0">
              <a:lnSpc>
                <a:spcPct val="100000"/>
              </a:lnSpc>
              <a:spcBef>
                <a:spcPts val="600"/>
              </a:spcBef>
              <a:spcAft>
                <a:spcPts val="0"/>
              </a:spcAft>
              <a:buSzPts val="240"/>
              <a:buNone/>
            </a:pPr>
            <a:endParaRPr sz="300" dirty="0"/>
          </a:p>
          <a:p>
            <a:pPr marL="0" lvl="1" indent="0" algn="l" rtl="0">
              <a:lnSpc>
                <a:spcPct val="100000"/>
              </a:lnSpc>
              <a:spcBef>
                <a:spcPts val="600"/>
              </a:spcBef>
              <a:spcAft>
                <a:spcPts val="0"/>
              </a:spcAft>
              <a:buSzPts val="1120"/>
              <a:buNone/>
            </a:pPr>
            <a:r>
              <a:rPr lang="en-US" sz="1400" b="1" dirty="0"/>
              <a:t>Customer Name:</a:t>
            </a:r>
            <a:endParaRPr b="1" dirty="0"/>
          </a:p>
          <a:p>
            <a:pPr marL="684213" lvl="2" indent="-338138" algn="l" rtl="0">
              <a:lnSpc>
                <a:spcPct val="100000"/>
              </a:lnSpc>
              <a:spcBef>
                <a:spcPts val="600"/>
              </a:spcBef>
              <a:spcAft>
                <a:spcPts val="0"/>
              </a:spcAft>
              <a:buClr>
                <a:schemeClr val="dk1"/>
              </a:buClr>
              <a:buSzPts val="1260"/>
              <a:buChar char="•"/>
            </a:pPr>
            <a:r>
              <a:rPr lang="en-US" sz="1400" b="1" dirty="0"/>
              <a:t>Dan Tuller: </a:t>
            </a:r>
            <a:r>
              <a:rPr lang="en-US" sz="1400" dirty="0"/>
              <a:t>Title</a:t>
            </a:r>
            <a:r>
              <a:rPr lang="en-US" sz="1400" b="1" dirty="0"/>
              <a:t>		</a:t>
            </a:r>
            <a:endParaRPr dirty="0"/>
          </a:p>
          <a:p>
            <a:pPr marL="684213" lvl="2" indent="-338138" algn="l" rtl="0">
              <a:lnSpc>
                <a:spcPct val="100000"/>
              </a:lnSpc>
              <a:spcBef>
                <a:spcPts val="600"/>
              </a:spcBef>
              <a:spcAft>
                <a:spcPts val="0"/>
              </a:spcAft>
              <a:buClr>
                <a:schemeClr val="dk1"/>
              </a:buClr>
              <a:buSzPts val="1260"/>
              <a:buChar char="•"/>
            </a:pPr>
            <a:r>
              <a:rPr lang="en-US" sz="1400" b="1" dirty="0"/>
              <a:t>XXXX: </a:t>
            </a:r>
            <a:r>
              <a:rPr lang="en-US" sz="1400" dirty="0"/>
              <a:t>Title</a:t>
            </a:r>
            <a:endParaRPr dirty="0"/>
          </a:p>
          <a:p>
            <a:pPr marL="0" lvl="1" indent="0" algn="l" rtl="0">
              <a:lnSpc>
                <a:spcPct val="100000"/>
              </a:lnSpc>
              <a:spcBef>
                <a:spcPts val="600"/>
              </a:spcBef>
              <a:spcAft>
                <a:spcPts val="0"/>
              </a:spcAft>
              <a:buSzPts val="1120"/>
              <a:buNone/>
            </a:pPr>
            <a:endParaRPr sz="1400" dirty="0"/>
          </a:p>
          <a:p>
            <a:pPr marL="346075" lvl="1" indent="-274955" algn="l" rtl="0">
              <a:lnSpc>
                <a:spcPct val="100000"/>
              </a:lnSpc>
              <a:spcBef>
                <a:spcPts val="600"/>
              </a:spcBef>
              <a:spcAft>
                <a:spcPts val="0"/>
              </a:spcAft>
              <a:buSzPts val="1120"/>
              <a:buNone/>
            </a:pPr>
            <a:endParaRPr sz="1400" dirty="0"/>
          </a:p>
        </p:txBody>
      </p:sp>
      <p:sp>
        <p:nvSpPr>
          <p:cNvPr id="394" name="Google Shape;394;p49"/>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a:t>3</a:t>
            </a:fld>
            <a:endParaRPr/>
          </a:p>
        </p:txBody>
      </p:sp>
      <p:sp>
        <p:nvSpPr>
          <p:cNvPr id="395" name="Google Shape;395;p49"/>
          <p:cNvSpPr txBox="1">
            <a:spLocks noGrp="1"/>
          </p:cNvSpPr>
          <p:nvPr>
            <p:ph type="ftr" idx="11"/>
          </p:nvPr>
        </p:nvSpPr>
        <p:spPr>
          <a:xfrm>
            <a:off x="685800" y="6458833"/>
            <a:ext cx="4114800" cy="184666"/>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US"/>
              <a:t>© Avalara. Confidential and proprietary.</a:t>
            </a:r>
            <a:endParaRPr/>
          </a:p>
        </p:txBody>
      </p:sp>
      <p:sp>
        <p:nvSpPr>
          <p:cNvPr id="396" name="Google Shape;396;p49"/>
          <p:cNvSpPr txBox="1">
            <a:spLocks noGrp="1"/>
          </p:cNvSpPr>
          <p:nvPr>
            <p:ph type="title"/>
          </p:nvPr>
        </p:nvSpPr>
        <p:spPr>
          <a:xfrm>
            <a:off x="685800" y="457200"/>
            <a:ext cx="10820400" cy="411480"/>
          </a:xfrm>
          <a:prstGeom prst="rect">
            <a:avLst/>
          </a:prstGeom>
          <a:noFill/>
          <a:ln>
            <a:noFill/>
          </a:ln>
        </p:spPr>
        <p:txBody>
          <a:bodyPr spcFirstLastPara="1" wrap="square" lIns="0" tIns="0" rIns="0" bIns="0" anchor="t" anchorCtr="0">
            <a:noAutofit/>
          </a:bodyPr>
          <a:lstStyle/>
          <a:p>
            <a:pPr marL="0" lvl="0" indent="-177800" algn="l" rtl="0">
              <a:lnSpc>
                <a:spcPct val="90000"/>
              </a:lnSpc>
              <a:spcBef>
                <a:spcPts val="0"/>
              </a:spcBef>
              <a:spcAft>
                <a:spcPts val="0"/>
              </a:spcAft>
              <a:buClr>
                <a:schemeClr val="dk1"/>
              </a:buClr>
              <a:buSzPts val="2800"/>
              <a:buChar char="​"/>
            </a:pPr>
            <a:r>
              <a:rPr lang="en-US" sz="2800"/>
              <a:t>Team Introductions &amp; Project Scope</a:t>
            </a:r>
            <a:endParaRPr/>
          </a:p>
        </p:txBody>
      </p:sp>
      <p:pic>
        <p:nvPicPr>
          <p:cNvPr id="397" name="Google Shape;397;p49"/>
          <p:cNvPicPr preferRelativeResize="0"/>
          <p:nvPr/>
        </p:nvPicPr>
        <p:blipFill rotWithShape="1">
          <a:blip r:embed="rId3">
            <a:alphaModFix/>
          </a:blip>
          <a:srcRect l="1485" r="1485"/>
          <a:stretch/>
        </p:blipFill>
        <p:spPr>
          <a:xfrm>
            <a:off x="10126750" y="1959327"/>
            <a:ext cx="1828621" cy="3608724"/>
          </a:xfrm>
          <a:prstGeom prst="rect">
            <a:avLst/>
          </a:prstGeom>
          <a:noFill/>
          <a:ln>
            <a:noFill/>
          </a:ln>
        </p:spPr>
      </p:pic>
      <p:sp>
        <p:nvSpPr>
          <p:cNvPr id="398" name="Google Shape;398;p49"/>
          <p:cNvSpPr txBox="1">
            <a:spLocks noGrp="1"/>
          </p:cNvSpPr>
          <p:nvPr>
            <p:ph type="body" idx="1"/>
          </p:nvPr>
        </p:nvSpPr>
        <p:spPr>
          <a:xfrm>
            <a:off x="5102075" y="1217125"/>
            <a:ext cx="4504800" cy="5325600"/>
          </a:xfrm>
          <a:prstGeom prst="rect">
            <a:avLst/>
          </a:prstGeom>
          <a:noFill/>
          <a:ln>
            <a:noFill/>
          </a:ln>
        </p:spPr>
        <p:txBody>
          <a:bodyPr spcFirstLastPara="1" wrap="square" lIns="0" tIns="0" rIns="0" bIns="0" anchor="t" anchorCtr="0">
            <a:noAutofit/>
          </a:bodyPr>
          <a:lstStyle/>
          <a:p>
            <a:pPr marL="0" lvl="1" indent="0" algn="l" rtl="0">
              <a:lnSpc>
                <a:spcPct val="100000"/>
              </a:lnSpc>
              <a:spcBef>
                <a:spcPts val="600"/>
              </a:spcBef>
              <a:spcAft>
                <a:spcPts val="0"/>
              </a:spcAft>
              <a:buSzPts val="1120"/>
              <a:buNone/>
            </a:pPr>
            <a:r>
              <a:rPr lang="en-US" sz="1400" b="1" dirty="0"/>
              <a:t>Project Scope:</a:t>
            </a:r>
            <a:endParaRPr b="1" dirty="0"/>
          </a:p>
          <a:p>
            <a:pPr marL="684212" lvl="2" indent="-338137" algn="l" rtl="0">
              <a:lnSpc>
                <a:spcPct val="100000"/>
              </a:lnSpc>
              <a:spcBef>
                <a:spcPts val="600"/>
              </a:spcBef>
              <a:spcAft>
                <a:spcPts val="0"/>
              </a:spcAft>
              <a:buClr>
                <a:schemeClr val="dk1"/>
              </a:buClr>
              <a:buSzPts val="1260"/>
              <a:buChar char="•"/>
            </a:pPr>
            <a:r>
              <a:rPr lang="en-US" sz="1400" dirty="0"/>
              <a:t>AvaTax Implementation with Infor M3 with API</a:t>
            </a:r>
            <a:endParaRPr sz="1400" dirty="0"/>
          </a:p>
          <a:p>
            <a:pPr marL="346075" lvl="2" indent="0" algn="l" rtl="0">
              <a:lnSpc>
                <a:spcPct val="100000"/>
              </a:lnSpc>
              <a:spcBef>
                <a:spcPts val="600"/>
              </a:spcBef>
              <a:spcAft>
                <a:spcPts val="0"/>
              </a:spcAft>
              <a:buClr>
                <a:schemeClr val="dk1"/>
              </a:buClr>
              <a:buSzPts val="1260"/>
              <a:buNone/>
            </a:pPr>
            <a:endParaRPr sz="1400" dirty="0">
              <a:latin typeface="Avenir"/>
              <a:ea typeface="Avenir"/>
              <a:cs typeface="Avenir"/>
              <a:sym typeface="Avenir"/>
            </a:endParaRPr>
          </a:p>
          <a:p>
            <a:pPr marL="0" lvl="1" indent="0" algn="l" rtl="0">
              <a:lnSpc>
                <a:spcPct val="100000"/>
              </a:lnSpc>
              <a:spcBef>
                <a:spcPts val="600"/>
              </a:spcBef>
              <a:spcAft>
                <a:spcPts val="0"/>
              </a:spcAft>
              <a:buSzPts val="1120"/>
              <a:buNone/>
            </a:pPr>
            <a:r>
              <a:rPr lang="en-US" sz="1400" b="1" dirty="0"/>
              <a:t>Statement of Work Expiration: 04/14/26</a:t>
            </a:r>
            <a:r>
              <a:rPr lang="en-US" sz="1400" dirty="0"/>
              <a:t> </a:t>
            </a:r>
            <a:endParaRPr dirty="0"/>
          </a:p>
          <a:p>
            <a:pPr marL="0" lvl="1" indent="0" algn="l" rtl="0">
              <a:lnSpc>
                <a:spcPct val="100000"/>
              </a:lnSpc>
              <a:spcBef>
                <a:spcPts val="600"/>
              </a:spcBef>
              <a:spcAft>
                <a:spcPts val="0"/>
              </a:spcAft>
              <a:buSzPts val="1120"/>
              <a:buNone/>
            </a:pPr>
            <a:endParaRPr sz="1400" b="1" dirty="0"/>
          </a:p>
          <a:p>
            <a:pPr marL="0" lvl="1" indent="0" algn="l" rtl="0">
              <a:lnSpc>
                <a:spcPct val="100000"/>
              </a:lnSpc>
              <a:spcBef>
                <a:spcPts val="600"/>
              </a:spcBef>
              <a:spcAft>
                <a:spcPts val="0"/>
              </a:spcAft>
              <a:buSzPts val="1120"/>
              <a:buNone/>
            </a:pPr>
            <a:r>
              <a:rPr lang="en-US" sz="1400" b="1" dirty="0"/>
              <a:t>Environments:</a:t>
            </a:r>
            <a:endParaRPr b="1" dirty="0"/>
          </a:p>
          <a:p>
            <a:pPr marL="684212" lvl="2" indent="-338137" algn="l" rtl="0">
              <a:lnSpc>
                <a:spcPct val="100000"/>
              </a:lnSpc>
              <a:spcBef>
                <a:spcPts val="600"/>
              </a:spcBef>
              <a:spcAft>
                <a:spcPts val="0"/>
              </a:spcAft>
              <a:buClr>
                <a:schemeClr val="dk1"/>
              </a:buClr>
              <a:buSzPts val="1260"/>
              <a:buChar char="•"/>
            </a:pPr>
            <a:r>
              <a:rPr lang="en-US" sz="1400" dirty="0"/>
              <a:t>Sandbox (</a:t>
            </a:r>
            <a:r>
              <a:rPr lang="en-IN" sz="1400" b="0" i="0" dirty="0">
                <a:solidFill>
                  <a:srgbClr val="181818"/>
                </a:solidFill>
                <a:effectLst/>
                <a:latin typeface="-apple-system"/>
              </a:rPr>
              <a:t>2007295587</a:t>
            </a:r>
            <a:r>
              <a:rPr lang="en-US" sz="1400" dirty="0"/>
              <a:t>): </a:t>
            </a:r>
            <a:r>
              <a:rPr lang="en-IN" sz="1400" dirty="0">
                <a:effectLst/>
                <a:latin typeface="Segoe UI" panose="020B0502040204020203" pitchFamily="34" charset="0"/>
                <a:hlinkClick r:id="rId4"/>
              </a:rPr>
              <a:t>http://sandbox.admin.avalara.com</a:t>
            </a:r>
            <a:r>
              <a:rPr lang="en-US" sz="1400" dirty="0"/>
              <a:t> – </a:t>
            </a:r>
            <a:r>
              <a:rPr lang="en-IN" sz="1400" dirty="0">
                <a:latin typeface="Roboto" panose="02000000000000000000" pitchFamily="2" charset="0"/>
              </a:rPr>
              <a:t>07/13/2026</a:t>
            </a:r>
            <a:endParaRPr sz="1400" dirty="0"/>
          </a:p>
          <a:p>
            <a:pPr marL="684212" lvl="2" indent="-338137">
              <a:buSzPts val="1260"/>
            </a:pPr>
            <a:r>
              <a:rPr lang="en-US" sz="1400" dirty="0"/>
              <a:t>Production (</a:t>
            </a:r>
            <a:r>
              <a:rPr lang="en-IN" sz="1400" b="0" i="0" dirty="0">
                <a:solidFill>
                  <a:srgbClr val="181818"/>
                </a:solidFill>
                <a:effectLst/>
                <a:latin typeface="-apple-system"/>
              </a:rPr>
              <a:t>2006488282</a:t>
            </a:r>
            <a:r>
              <a:rPr lang="en-US" sz="1400" dirty="0"/>
              <a:t>): </a:t>
            </a:r>
            <a:r>
              <a:rPr lang="en-IN" sz="1400" dirty="0">
                <a:effectLst/>
                <a:latin typeface="Segoe UI" panose="020B0502040204020203" pitchFamily="34" charset="0"/>
                <a:hlinkClick r:id="rId5"/>
              </a:rPr>
              <a:t>https://admin.avalara.com</a:t>
            </a:r>
            <a:endParaRPr lang="en-IN" sz="1400" dirty="0"/>
          </a:p>
          <a:p>
            <a:pPr marL="684212" lvl="2" indent="-338137" algn="l" rtl="0">
              <a:lnSpc>
                <a:spcPct val="100000"/>
              </a:lnSpc>
              <a:spcBef>
                <a:spcPts val="600"/>
              </a:spcBef>
              <a:spcAft>
                <a:spcPts val="0"/>
              </a:spcAft>
              <a:buClr>
                <a:schemeClr val="dk1"/>
              </a:buClr>
              <a:buSzPts val="1260"/>
              <a:buChar char="•"/>
            </a:pPr>
            <a:endParaRPr sz="1400" dirty="0"/>
          </a:p>
          <a:p>
            <a:pPr marL="346075" lvl="1" indent="-274955" algn="l" rtl="0">
              <a:lnSpc>
                <a:spcPct val="100000"/>
              </a:lnSpc>
              <a:spcBef>
                <a:spcPts val="600"/>
              </a:spcBef>
              <a:spcAft>
                <a:spcPts val="0"/>
              </a:spcAft>
              <a:buSzPts val="1120"/>
              <a:buNone/>
            </a:pPr>
            <a:endParaRPr sz="1400" dirty="0"/>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50"/>
          <p:cNvSpPr txBox="1">
            <a:spLocks noGrp="1"/>
          </p:cNvSpPr>
          <p:nvPr>
            <p:ph type="body" idx="1"/>
          </p:nvPr>
        </p:nvSpPr>
        <p:spPr>
          <a:xfrm>
            <a:off x="685800" y="1447800"/>
            <a:ext cx="5562600" cy="4188069"/>
          </a:xfrm>
          <a:prstGeom prst="rect">
            <a:avLst/>
          </a:prstGeom>
          <a:noFill/>
          <a:ln>
            <a:noFill/>
          </a:ln>
        </p:spPr>
        <p:txBody>
          <a:bodyPr spcFirstLastPara="1" wrap="square" lIns="0" tIns="0" rIns="0" bIns="0" anchor="t" anchorCtr="0">
            <a:noAutofit/>
          </a:bodyPr>
          <a:lstStyle/>
          <a:p>
            <a:pPr marL="346075" lvl="1" indent="-346075" algn="l" rtl="0">
              <a:lnSpc>
                <a:spcPct val="100000"/>
              </a:lnSpc>
              <a:spcBef>
                <a:spcPts val="0"/>
              </a:spcBef>
              <a:spcAft>
                <a:spcPts val="0"/>
              </a:spcAft>
              <a:buSzPts val="1120"/>
              <a:buChar char="•"/>
            </a:pPr>
            <a:r>
              <a:rPr lang="en-US" sz="1400" dirty="0">
                <a:latin typeface="Avenir"/>
                <a:ea typeface="Avenir"/>
                <a:cs typeface="Avenir"/>
                <a:sym typeface="Avenir"/>
              </a:rPr>
              <a:t>Implementation Q&amp;A:</a:t>
            </a:r>
            <a:endParaRPr sz="1200" dirty="0"/>
          </a:p>
          <a:p>
            <a:pPr marL="684213" lvl="2" indent="-338137" algn="l" rtl="0">
              <a:lnSpc>
                <a:spcPct val="100000"/>
              </a:lnSpc>
              <a:spcBef>
                <a:spcPts val="600"/>
              </a:spcBef>
              <a:spcAft>
                <a:spcPts val="0"/>
              </a:spcAft>
              <a:buClr>
                <a:schemeClr val="dk1"/>
              </a:buClr>
              <a:buSzPts val="1080"/>
              <a:buChar char="•"/>
            </a:pPr>
            <a:r>
              <a:rPr lang="en-US" sz="1200" dirty="0"/>
              <a:t>Are you an existing or net new client to AvaTax? New Client</a:t>
            </a:r>
            <a:endParaRPr dirty="0"/>
          </a:p>
          <a:p>
            <a:pPr marL="684213" lvl="2" indent="-338137" algn="l" rtl="0">
              <a:lnSpc>
                <a:spcPct val="100000"/>
              </a:lnSpc>
              <a:spcBef>
                <a:spcPts val="600"/>
              </a:spcBef>
              <a:spcAft>
                <a:spcPts val="0"/>
              </a:spcAft>
              <a:buClr>
                <a:schemeClr val="dk1"/>
              </a:buClr>
              <a:buSzPts val="1080"/>
              <a:buChar char="•"/>
            </a:pPr>
            <a:r>
              <a:rPr lang="en-US" sz="1200" dirty="0"/>
              <a:t>What Items/Services are Sold? Not Provided</a:t>
            </a:r>
            <a:endParaRPr dirty="0"/>
          </a:p>
          <a:p>
            <a:pPr marL="684213" lvl="2" indent="-338137" algn="l" rtl="0">
              <a:lnSpc>
                <a:spcPct val="100000"/>
              </a:lnSpc>
              <a:spcBef>
                <a:spcPts val="600"/>
              </a:spcBef>
              <a:spcAft>
                <a:spcPts val="0"/>
              </a:spcAft>
              <a:buClr>
                <a:schemeClr val="dk1"/>
              </a:buClr>
              <a:buSzPts val="1080"/>
              <a:buChar char="•"/>
            </a:pPr>
            <a:r>
              <a:rPr lang="en-US" sz="1200" u="sng" dirty="0"/>
              <a:t>Infor M3:</a:t>
            </a:r>
            <a:endParaRPr dirty="0"/>
          </a:p>
          <a:p>
            <a:pPr marL="914400" lvl="3" indent="-223837" algn="l" rtl="0">
              <a:lnSpc>
                <a:spcPct val="100000"/>
              </a:lnSpc>
              <a:spcBef>
                <a:spcPts val="600"/>
              </a:spcBef>
              <a:spcAft>
                <a:spcPts val="0"/>
              </a:spcAft>
              <a:buSzPts val="1100"/>
              <a:buChar char="­"/>
            </a:pPr>
            <a:r>
              <a:rPr lang="en-US" sz="1100" dirty="0"/>
              <a:t>Live?</a:t>
            </a:r>
            <a:endParaRPr dirty="0"/>
          </a:p>
          <a:p>
            <a:pPr marL="914400" lvl="3" indent="-223837" algn="l" rtl="0">
              <a:lnSpc>
                <a:spcPct val="100000"/>
              </a:lnSpc>
              <a:spcBef>
                <a:spcPts val="600"/>
              </a:spcBef>
              <a:spcAft>
                <a:spcPts val="0"/>
              </a:spcAft>
              <a:buSzPts val="1100"/>
              <a:buChar char="­"/>
            </a:pPr>
            <a:r>
              <a:rPr lang="en-US" sz="1100" dirty="0"/>
              <a:t>Sandbox Available?</a:t>
            </a:r>
            <a:endParaRPr dirty="0"/>
          </a:p>
          <a:p>
            <a:pPr marL="684213" lvl="2" indent="-338137" algn="l" rtl="0">
              <a:lnSpc>
                <a:spcPct val="100000"/>
              </a:lnSpc>
              <a:spcBef>
                <a:spcPts val="600"/>
              </a:spcBef>
              <a:spcAft>
                <a:spcPts val="0"/>
              </a:spcAft>
              <a:buClr>
                <a:schemeClr val="dk1"/>
              </a:buClr>
              <a:buSzPts val="1080"/>
              <a:buChar char="•"/>
            </a:pPr>
            <a:r>
              <a:rPr lang="en-US" sz="1200" dirty="0"/>
              <a:t>Time Zone? EST</a:t>
            </a:r>
            <a:endParaRPr dirty="0"/>
          </a:p>
          <a:p>
            <a:pPr marL="684213" lvl="2" indent="-338137" algn="l" rtl="0">
              <a:lnSpc>
                <a:spcPct val="100000"/>
              </a:lnSpc>
              <a:spcBef>
                <a:spcPts val="600"/>
              </a:spcBef>
              <a:spcAft>
                <a:spcPts val="0"/>
              </a:spcAft>
              <a:buClr>
                <a:schemeClr val="dk1"/>
              </a:buClr>
              <a:buSzPts val="1080"/>
              <a:buChar char="•"/>
            </a:pPr>
            <a:r>
              <a:rPr lang="en-US" sz="1200" dirty="0"/>
              <a:t>Target Go Live? </a:t>
            </a:r>
            <a:r>
              <a:rPr lang="en-US" sz="1200" dirty="0" err="1"/>
              <a:t>Ist</a:t>
            </a:r>
            <a:r>
              <a:rPr lang="en-US" sz="1200" dirty="0"/>
              <a:t> Sept.</a:t>
            </a:r>
            <a:endParaRPr dirty="0"/>
          </a:p>
          <a:p>
            <a:pPr marL="346075" lvl="1" indent="-274955" algn="l" rtl="0">
              <a:lnSpc>
                <a:spcPct val="100000"/>
              </a:lnSpc>
              <a:spcBef>
                <a:spcPts val="600"/>
              </a:spcBef>
              <a:spcAft>
                <a:spcPts val="0"/>
              </a:spcAft>
              <a:buSzPts val="1120"/>
              <a:buNone/>
            </a:pPr>
            <a:endParaRPr sz="1400" dirty="0">
              <a:latin typeface="Avenir"/>
              <a:ea typeface="Avenir"/>
              <a:cs typeface="Avenir"/>
              <a:sym typeface="Avenir"/>
            </a:endParaRPr>
          </a:p>
          <a:p>
            <a:pPr marL="0" lvl="0" indent="0" algn="l" rtl="0">
              <a:lnSpc>
                <a:spcPct val="100000"/>
              </a:lnSpc>
              <a:spcBef>
                <a:spcPts val="600"/>
              </a:spcBef>
              <a:spcAft>
                <a:spcPts val="0"/>
              </a:spcAft>
              <a:buSzPts val="1600"/>
              <a:buNone/>
            </a:pPr>
            <a:endParaRPr dirty="0"/>
          </a:p>
        </p:txBody>
      </p:sp>
      <p:sp>
        <p:nvSpPr>
          <p:cNvPr id="405" name="Google Shape;405;p50"/>
          <p:cNvSpPr txBox="1">
            <a:spLocks noGrp="1"/>
          </p:cNvSpPr>
          <p:nvPr>
            <p:ph type="title"/>
          </p:nvPr>
        </p:nvSpPr>
        <p:spPr>
          <a:xfrm>
            <a:off x="685800" y="457200"/>
            <a:ext cx="10820400" cy="411480"/>
          </a:xfrm>
          <a:prstGeom prst="rect">
            <a:avLst/>
          </a:prstGeom>
          <a:noFill/>
          <a:ln>
            <a:noFill/>
          </a:ln>
        </p:spPr>
        <p:txBody>
          <a:bodyPr spcFirstLastPara="1" wrap="square" lIns="0" tIns="0" rIns="0" bIns="0" anchor="t" anchorCtr="0">
            <a:noAutofit/>
          </a:bodyPr>
          <a:lstStyle/>
          <a:p>
            <a:pPr marL="0" lvl="0" indent="-177800" algn="l" rtl="0">
              <a:lnSpc>
                <a:spcPct val="90000"/>
              </a:lnSpc>
              <a:spcBef>
                <a:spcPts val="0"/>
              </a:spcBef>
              <a:spcAft>
                <a:spcPts val="0"/>
              </a:spcAft>
              <a:buClr>
                <a:schemeClr val="dk1"/>
              </a:buClr>
              <a:buSzPts val="2800"/>
              <a:buChar char="​"/>
            </a:pPr>
            <a:r>
              <a:rPr lang="en-US">
                <a:latin typeface="Avenir"/>
                <a:ea typeface="Avenir"/>
                <a:cs typeface="Avenir"/>
                <a:sym typeface="Avenir"/>
              </a:rPr>
              <a:t>Company Overview</a:t>
            </a:r>
            <a:br>
              <a:rPr lang="en-US">
                <a:latin typeface="Avenir"/>
                <a:ea typeface="Avenir"/>
                <a:cs typeface="Avenir"/>
                <a:sym typeface="Avenir"/>
              </a:rPr>
            </a:br>
            <a:endParaRPr/>
          </a:p>
        </p:txBody>
      </p:sp>
      <p:sp>
        <p:nvSpPr>
          <p:cNvPr id="406" name="Google Shape;406;p50"/>
          <p:cNvSpPr txBox="1"/>
          <p:nvPr/>
        </p:nvSpPr>
        <p:spPr>
          <a:xfrm>
            <a:off x="6096000" y="1386254"/>
            <a:ext cx="5562600" cy="3962400"/>
          </a:xfrm>
          <a:prstGeom prst="rect">
            <a:avLst/>
          </a:prstGeom>
          <a:noFill/>
          <a:ln>
            <a:noFill/>
          </a:ln>
        </p:spPr>
        <p:txBody>
          <a:bodyPr spcFirstLastPara="1" wrap="square" lIns="0" tIns="0" rIns="0" bIns="0" anchor="t" anchorCtr="0">
            <a:noAutofit/>
          </a:bodyPr>
          <a:lstStyle/>
          <a:p>
            <a:pPr marL="346075" marR="0" lvl="1" indent="-346075" algn="l" rtl="0">
              <a:lnSpc>
                <a:spcPct val="100000"/>
              </a:lnSpc>
              <a:spcBef>
                <a:spcPts val="0"/>
              </a:spcBef>
              <a:spcAft>
                <a:spcPts val="0"/>
              </a:spcAft>
              <a:buClr>
                <a:srgbClr val="FC661E"/>
              </a:buClr>
              <a:buSzPts val="1120"/>
              <a:buFont typeface="Arial"/>
              <a:buChar char="•"/>
            </a:pPr>
            <a:r>
              <a:rPr lang="en-US" sz="1400" b="0" i="0" u="none" strike="noStrike" cap="none" dirty="0">
                <a:solidFill>
                  <a:schemeClr val="dk1"/>
                </a:solidFill>
                <a:latin typeface="Avenir"/>
                <a:ea typeface="Avenir"/>
                <a:cs typeface="Avenir"/>
                <a:sym typeface="Avenir"/>
              </a:rPr>
              <a:t>Implementation Questionnaire:</a:t>
            </a:r>
            <a:endParaRPr dirty="0"/>
          </a:p>
          <a:p>
            <a:pPr marL="684212" marR="0" lvl="2" indent="-338137" algn="l" rtl="0">
              <a:lnSpc>
                <a:spcPct val="100000"/>
              </a:lnSpc>
              <a:spcBef>
                <a:spcPts val="600"/>
              </a:spcBef>
              <a:spcAft>
                <a:spcPts val="0"/>
              </a:spcAft>
              <a:buClr>
                <a:schemeClr val="dk1"/>
              </a:buClr>
              <a:buSzPts val="1080"/>
              <a:buFont typeface="Arial"/>
              <a:buChar char="•"/>
            </a:pPr>
            <a:r>
              <a:rPr lang="en-US" sz="1200" b="0" i="0" u="none" strike="noStrike" cap="none" dirty="0">
                <a:solidFill>
                  <a:schemeClr val="dk1"/>
                </a:solidFill>
                <a:latin typeface="Avenir"/>
                <a:ea typeface="Avenir"/>
                <a:cs typeface="Avenir"/>
                <a:sym typeface="Avenir"/>
              </a:rPr>
              <a:t>Any issues or concerns in filling out/submitting? </a:t>
            </a:r>
            <a:endParaRPr dirty="0"/>
          </a:p>
          <a:p>
            <a:pPr marL="346075" marR="0" lvl="2" indent="0" algn="l" rtl="0">
              <a:lnSpc>
                <a:spcPct val="100000"/>
              </a:lnSpc>
              <a:spcBef>
                <a:spcPts val="600"/>
              </a:spcBef>
              <a:spcAft>
                <a:spcPts val="0"/>
              </a:spcAft>
              <a:buClr>
                <a:schemeClr val="dk1"/>
              </a:buClr>
              <a:buSzPts val="1080"/>
              <a:buFont typeface="Arial"/>
              <a:buNone/>
            </a:pPr>
            <a:endParaRPr sz="1200" b="0" i="0" u="none" strike="noStrike" cap="none" dirty="0">
              <a:solidFill>
                <a:schemeClr val="dk1"/>
              </a:solidFill>
              <a:latin typeface="Avenir"/>
              <a:ea typeface="Avenir"/>
              <a:cs typeface="Avenir"/>
              <a:sym typeface="Avenir"/>
            </a:endParaRPr>
          </a:p>
          <a:p>
            <a:pPr marL="346075" marR="0" lvl="1" indent="-346075" algn="l" rtl="0">
              <a:lnSpc>
                <a:spcPct val="100000"/>
              </a:lnSpc>
              <a:spcBef>
                <a:spcPts val="600"/>
              </a:spcBef>
              <a:spcAft>
                <a:spcPts val="0"/>
              </a:spcAft>
              <a:buClr>
                <a:srgbClr val="FC661E"/>
              </a:buClr>
              <a:buSzPts val="1120"/>
              <a:buFont typeface="Arial"/>
              <a:buChar char="•"/>
            </a:pPr>
            <a:r>
              <a:rPr lang="en-US" sz="1400" b="0" i="0" u="none" strike="noStrike" cap="none" dirty="0">
                <a:solidFill>
                  <a:schemeClr val="dk1"/>
                </a:solidFill>
                <a:latin typeface="Avenir"/>
                <a:ea typeface="Avenir"/>
                <a:cs typeface="Avenir"/>
                <a:sym typeface="Avenir"/>
              </a:rPr>
              <a:t>Company Information: </a:t>
            </a:r>
            <a:endParaRPr dirty="0"/>
          </a:p>
          <a:p>
            <a:pPr marL="684212" marR="0" lvl="2" indent="-338137" algn="l" rtl="0">
              <a:lnSpc>
                <a:spcPct val="100000"/>
              </a:lnSpc>
              <a:spcBef>
                <a:spcPts val="600"/>
              </a:spcBef>
              <a:spcAft>
                <a:spcPts val="0"/>
              </a:spcAft>
              <a:buClr>
                <a:schemeClr val="dk1"/>
              </a:buClr>
              <a:buSzPts val="1080"/>
              <a:buFont typeface="Arial"/>
              <a:buChar char="•"/>
            </a:pPr>
            <a:r>
              <a:rPr lang="en-US" sz="1200" b="0" i="0" u="none" strike="noStrike" cap="none" dirty="0">
                <a:solidFill>
                  <a:schemeClr val="dk1"/>
                </a:solidFill>
                <a:latin typeface="Avenir"/>
                <a:ea typeface="Avenir"/>
                <a:cs typeface="Avenir"/>
                <a:sym typeface="Avenir"/>
              </a:rPr>
              <a:t>Legal company name</a:t>
            </a:r>
            <a:r>
              <a:rPr lang="en-US" sz="1200" dirty="0">
                <a:solidFill>
                  <a:schemeClr val="dk1"/>
                </a:solidFill>
                <a:latin typeface="Avenir"/>
                <a:ea typeface="Avenir"/>
                <a:cs typeface="Avenir"/>
                <a:sym typeface="Avenir"/>
              </a:rPr>
              <a:t>: </a:t>
            </a:r>
            <a:r>
              <a:rPr lang="en-US" sz="1200" b="1" dirty="0">
                <a:solidFill>
                  <a:schemeClr val="dk1"/>
                </a:solidFill>
                <a:latin typeface="Avenir"/>
                <a:ea typeface="Avenir"/>
                <a:cs typeface="Avenir"/>
                <a:sym typeface="Avenir"/>
              </a:rPr>
              <a:t>Barnes Group Inc.</a:t>
            </a:r>
          </a:p>
          <a:p>
            <a:pPr marL="684212" marR="0" lvl="2" indent="-338137" algn="l" rtl="0">
              <a:lnSpc>
                <a:spcPct val="100000"/>
              </a:lnSpc>
              <a:spcBef>
                <a:spcPts val="600"/>
              </a:spcBef>
              <a:spcAft>
                <a:spcPts val="0"/>
              </a:spcAft>
              <a:buClr>
                <a:schemeClr val="dk1"/>
              </a:buClr>
              <a:buSzPts val="1080"/>
              <a:buFont typeface="Arial"/>
              <a:buChar char="•"/>
            </a:pPr>
            <a:r>
              <a:rPr lang="en-US" sz="1200" b="0" i="0" u="none" strike="noStrike" cap="none" dirty="0">
                <a:solidFill>
                  <a:schemeClr val="dk1"/>
                </a:solidFill>
                <a:latin typeface="Avenir"/>
                <a:ea typeface="Avenir"/>
                <a:cs typeface="Avenir"/>
                <a:sym typeface="Avenir"/>
              </a:rPr>
              <a:t>Primary company address</a:t>
            </a:r>
            <a:r>
              <a:rPr lang="en-US" sz="1200" dirty="0">
                <a:solidFill>
                  <a:schemeClr val="dk1"/>
                </a:solidFill>
                <a:latin typeface="Avenir"/>
                <a:ea typeface="Avenir"/>
                <a:cs typeface="Avenir"/>
                <a:sym typeface="Avenir"/>
              </a:rPr>
              <a:t>: </a:t>
            </a:r>
            <a:r>
              <a:rPr lang="fr-FR" sz="1200" b="1" dirty="0">
                <a:solidFill>
                  <a:schemeClr val="dk1"/>
                </a:solidFill>
                <a:latin typeface="Avenir"/>
                <a:ea typeface="Avenir"/>
                <a:cs typeface="Avenir"/>
                <a:sym typeface="Avenir"/>
              </a:rPr>
              <a:t>370 W. </a:t>
            </a:r>
            <a:r>
              <a:rPr lang="fr-FR" sz="1200" b="1" dirty="0" err="1">
                <a:solidFill>
                  <a:schemeClr val="dk1"/>
                </a:solidFill>
                <a:latin typeface="Avenir"/>
                <a:ea typeface="Avenir"/>
                <a:cs typeface="Avenir"/>
                <a:sym typeface="Avenir"/>
              </a:rPr>
              <a:t>Dussel</a:t>
            </a:r>
            <a:r>
              <a:rPr lang="fr-FR" sz="1200" b="1" dirty="0">
                <a:solidFill>
                  <a:schemeClr val="dk1"/>
                </a:solidFill>
                <a:latin typeface="Avenir"/>
                <a:ea typeface="Avenir"/>
                <a:cs typeface="Avenir"/>
                <a:sym typeface="Avenir"/>
              </a:rPr>
              <a:t> Drive Suite A</a:t>
            </a:r>
            <a:r>
              <a:rPr lang="en-US" sz="1200" b="1" dirty="0">
                <a:solidFill>
                  <a:schemeClr val="dk1"/>
                </a:solidFill>
                <a:latin typeface="Avenir"/>
                <a:ea typeface="Avenir"/>
                <a:cs typeface="Avenir"/>
                <a:sym typeface="Avenir"/>
              </a:rPr>
              <a:t>, Maumee, Ohio, 43537</a:t>
            </a:r>
            <a:r>
              <a:rPr lang="en-US" sz="1200" dirty="0">
                <a:solidFill>
                  <a:schemeClr val="dk1"/>
                </a:solidFill>
                <a:latin typeface="Avenir"/>
                <a:ea typeface="Avenir"/>
                <a:cs typeface="Avenir"/>
                <a:sym typeface="Avenir"/>
              </a:rPr>
              <a:t> </a:t>
            </a:r>
            <a:r>
              <a:rPr lang="en-US" sz="1200" b="1" dirty="0">
                <a:solidFill>
                  <a:schemeClr val="dk1"/>
                </a:solidFill>
                <a:latin typeface="Avenir"/>
                <a:ea typeface="Avenir"/>
                <a:cs typeface="Avenir"/>
                <a:sym typeface="Avenir"/>
              </a:rPr>
              <a:t>(United States)</a:t>
            </a:r>
            <a:endParaRPr b="1" dirty="0"/>
          </a:p>
          <a:p>
            <a:pPr marL="684212" marR="0" lvl="2" indent="-338137" algn="l" rtl="0">
              <a:lnSpc>
                <a:spcPct val="100000"/>
              </a:lnSpc>
              <a:spcBef>
                <a:spcPts val="600"/>
              </a:spcBef>
              <a:spcAft>
                <a:spcPts val="0"/>
              </a:spcAft>
              <a:buClr>
                <a:schemeClr val="dk1"/>
              </a:buClr>
              <a:buSzPts val="1080"/>
              <a:buChar char="•"/>
            </a:pPr>
            <a:r>
              <a:rPr lang="en-US" sz="1200" b="1" i="0" u="none" strike="noStrike" cap="none" dirty="0">
                <a:solidFill>
                  <a:schemeClr val="dk1"/>
                </a:solidFill>
                <a:latin typeface="Avenir"/>
                <a:ea typeface="Avenir"/>
                <a:cs typeface="Avenir"/>
                <a:sym typeface="Avenir"/>
              </a:rPr>
              <a:t>How many filing entities</a:t>
            </a:r>
            <a:r>
              <a:rPr lang="en-US" sz="1200" b="1" dirty="0">
                <a:solidFill>
                  <a:schemeClr val="dk1"/>
                </a:solidFill>
                <a:latin typeface="Avenir"/>
                <a:ea typeface="Avenir"/>
                <a:cs typeface="Avenir"/>
                <a:sym typeface="Avenir"/>
              </a:rPr>
              <a:t>? None</a:t>
            </a:r>
            <a:endParaRPr sz="1200" b="1" dirty="0">
              <a:solidFill>
                <a:schemeClr val="dk1"/>
              </a:solidFill>
              <a:latin typeface="Avenir"/>
              <a:ea typeface="Avenir"/>
              <a:cs typeface="Avenir"/>
              <a:sym typeface="Avenir"/>
            </a:endParaRPr>
          </a:p>
          <a:p>
            <a:pPr marL="684212" marR="0" lvl="2" indent="-345757" algn="l" rtl="0">
              <a:lnSpc>
                <a:spcPct val="100000"/>
              </a:lnSpc>
              <a:spcBef>
                <a:spcPts val="600"/>
              </a:spcBef>
              <a:spcAft>
                <a:spcPts val="0"/>
              </a:spcAft>
              <a:buClr>
                <a:schemeClr val="dk1"/>
              </a:buClr>
              <a:buSzPts val="1200"/>
              <a:buFont typeface="Avenir"/>
              <a:buChar char="•"/>
            </a:pPr>
            <a:r>
              <a:rPr lang="en-US" sz="1200" b="1" dirty="0">
                <a:solidFill>
                  <a:schemeClr val="dk1"/>
                </a:solidFill>
                <a:latin typeface="Avenir"/>
                <a:ea typeface="Avenir"/>
                <a:cs typeface="Avenir"/>
                <a:sym typeface="Avenir"/>
              </a:rPr>
              <a:t>Company structure?</a:t>
            </a:r>
            <a:endParaRPr sz="1200" b="1" dirty="0">
              <a:solidFill>
                <a:schemeClr val="dk1"/>
              </a:solidFill>
              <a:latin typeface="Avenir"/>
              <a:ea typeface="Avenir"/>
              <a:cs typeface="Avenir"/>
              <a:sym typeface="Avenir"/>
            </a:endParaRPr>
          </a:p>
          <a:p>
            <a:pPr marL="684212" marR="0" lvl="2" indent="-338137" algn="l" rtl="0">
              <a:lnSpc>
                <a:spcPct val="100000"/>
              </a:lnSpc>
              <a:spcBef>
                <a:spcPts val="600"/>
              </a:spcBef>
              <a:spcAft>
                <a:spcPts val="0"/>
              </a:spcAft>
              <a:buClr>
                <a:schemeClr val="dk1"/>
              </a:buClr>
              <a:buSzPts val="1080"/>
              <a:buFont typeface="Arial"/>
              <a:buChar char="•"/>
            </a:pPr>
            <a:r>
              <a:rPr lang="en-US" sz="1200" b="0" i="0" u="none" strike="noStrike" cap="none" dirty="0">
                <a:solidFill>
                  <a:schemeClr val="dk1"/>
                </a:solidFill>
                <a:latin typeface="Avenir"/>
                <a:ea typeface="Avenir"/>
                <a:cs typeface="Avenir"/>
                <a:sym typeface="Avenir"/>
              </a:rPr>
              <a:t>Do you have multiple physical locations (i.e., brick and mortar stores, warehouse, </a:t>
            </a:r>
            <a:r>
              <a:rPr lang="en-US" sz="1200" b="0" i="0" u="none" strike="noStrike" cap="none" dirty="0" err="1">
                <a:solidFill>
                  <a:schemeClr val="dk1"/>
                </a:solidFill>
                <a:latin typeface="Avenir"/>
                <a:ea typeface="Avenir"/>
                <a:cs typeface="Avenir"/>
                <a:sym typeface="Avenir"/>
              </a:rPr>
              <a:t>etc</a:t>
            </a:r>
            <a:r>
              <a:rPr lang="en-US" sz="1200" b="0" i="0" u="none" strike="noStrike" cap="none" dirty="0">
                <a:solidFill>
                  <a:schemeClr val="dk1"/>
                </a:solidFill>
                <a:latin typeface="Avenir"/>
                <a:ea typeface="Avenir"/>
                <a:cs typeface="Avenir"/>
                <a:sym typeface="Avenir"/>
              </a:rPr>
              <a:t>)?  No</a:t>
            </a:r>
            <a:endParaRPr dirty="0"/>
          </a:p>
          <a:p>
            <a:pPr marL="684212" marR="0" lvl="2" indent="-338137" algn="l" rtl="0">
              <a:lnSpc>
                <a:spcPct val="100000"/>
              </a:lnSpc>
              <a:spcBef>
                <a:spcPts val="600"/>
              </a:spcBef>
              <a:spcAft>
                <a:spcPts val="0"/>
              </a:spcAft>
              <a:buClr>
                <a:schemeClr val="dk1"/>
              </a:buClr>
              <a:buSzPts val="1080"/>
              <a:buFont typeface="Arial"/>
              <a:buChar char="•"/>
            </a:pPr>
            <a:r>
              <a:rPr lang="en-US" sz="1200" b="0" i="0" u="none" strike="noStrike" cap="none" dirty="0">
                <a:solidFill>
                  <a:schemeClr val="dk1"/>
                </a:solidFill>
                <a:latin typeface="Avenir"/>
                <a:ea typeface="Avenir"/>
                <a:cs typeface="Avenir"/>
                <a:sym typeface="Avenir"/>
              </a:rPr>
              <a:t>FEIN? </a:t>
            </a:r>
            <a:r>
              <a:rPr lang="en-US" sz="1200" dirty="0">
                <a:solidFill>
                  <a:schemeClr val="dk1"/>
                </a:solidFill>
                <a:latin typeface="Avenir"/>
                <a:ea typeface="Avenir"/>
                <a:cs typeface="Avenir"/>
                <a:sym typeface="Avenir"/>
              </a:rPr>
              <a:t>06-0xxxxxx</a:t>
            </a:r>
            <a:endParaRPr dirty="0"/>
          </a:p>
          <a:p>
            <a:pPr marL="684212" marR="0" lvl="2" indent="-269557" algn="l" rtl="0">
              <a:lnSpc>
                <a:spcPct val="100000"/>
              </a:lnSpc>
              <a:spcBef>
                <a:spcPts val="600"/>
              </a:spcBef>
              <a:spcAft>
                <a:spcPts val="0"/>
              </a:spcAft>
              <a:buClr>
                <a:schemeClr val="dk1"/>
              </a:buClr>
              <a:buSzPts val="1080"/>
              <a:buFont typeface="Arial"/>
              <a:buNone/>
            </a:pPr>
            <a:endParaRPr sz="1200" b="0" i="0" u="none" strike="noStrike" cap="none" dirty="0">
              <a:solidFill>
                <a:srgbClr val="FF0000"/>
              </a:solidFill>
              <a:latin typeface="Avenir"/>
              <a:ea typeface="Avenir"/>
              <a:cs typeface="Avenir"/>
              <a:sym typeface="Avenir"/>
            </a:endParaRPr>
          </a:p>
          <a:p>
            <a:pPr marL="0" marR="0" lvl="0" indent="0" algn="l" rtl="0">
              <a:lnSpc>
                <a:spcPct val="100000"/>
              </a:lnSpc>
              <a:spcBef>
                <a:spcPts val="600"/>
              </a:spcBef>
              <a:spcAft>
                <a:spcPts val="0"/>
              </a:spcAft>
              <a:buClr>
                <a:srgbClr val="FC661E"/>
              </a:buClr>
              <a:buSzPts val="1600"/>
              <a:buFont typeface="Arial"/>
              <a:buNone/>
            </a:pPr>
            <a:endParaRPr sz="2000" b="0" i="0" u="none" strike="noStrike" cap="none" dirty="0">
              <a:solidFill>
                <a:schemeClr val="dk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51"/>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a:t>5</a:t>
            </a:fld>
            <a:endParaRPr/>
          </a:p>
        </p:txBody>
      </p:sp>
      <p:sp>
        <p:nvSpPr>
          <p:cNvPr id="413" name="Google Shape;413;p51"/>
          <p:cNvSpPr txBox="1">
            <a:spLocks noGrp="1"/>
          </p:cNvSpPr>
          <p:nvPr>
            <p:ph type="ftr" idx="11"/>
          </p:nvPr>
        </p:nvSpPr>
        <p:spPr>
          <a:xfrm>
            <a:off x="685800" y="6458833"/>
            <a:ext cx="4114800" cy="184666"/>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US"/>
              <a:t>© Avalara. Confidential and proprietary.</a:t>
            </a:r>
            <a:endParaRPr/>
          </a:p>
        </p:txBody>
      </p:sp>
      <p:grpSp>
        <p:nvGrpSpPr>
          <p:cNvPr id="414" name="Google Shape;414;p51"/>
          <p:cNvGrpSpPr/>
          <p:nvPr/>
        </p:nvGrpSpPr>
        <p:grpSpPr>
          <a:xfrm>
            <a:off x="152802" y="1600163"/>
            <a:ext cx="6822976" cy="4192711"/>
            <a:chOff x="676958" y="1445577"/>
            <a:chExt cx="9849559" cy="5013256"/>
          </a:xfrm>
        </p:grpSpPr>
        <p:grpSp>
          <p:nvGrpSpPr>
            <p:cNvPr id="415" name="Google Shape;415;p51"/>
            <p:cNvGrpSpPr/>
            <p:nvPr/>
          </p:nvGrpSpPr>
          <p:grpSpPr>
            <a:xfrm>
              <a:off x="676958" y="1445577"/>
              <a:ext cx="9849559" cy="5013256"/>
              <a:chOff x="-105105" y="1747463"/>
              <a:chExt cx="8875022" cy="4517234"/>
            </a:xfrm>
          </p:grpSpPr>
          <p:sp>
            <p:nvSpPr>
              <p:cNvPr id="416" name="Google Shape;416;p51"/>
              <p:cNvSpPr/>
              <p:nvPr/>
            </p:nvSpPr>
            <p:spPr>
              <a:xfrm>
                <a:off x="2885126" y="2673648"/>
                <a:ext cx="995049" cy="776443"/>
              </a:xfrm>
              <a:custGeom>
                <a:avLst/>
                <a:gdLst/>
                <a:ahLst/>
                <a:cxnLst/>
                <a:rect l="l" t="t" r="r" b="b"/>
                <a:pathLst>
                  <a:path w="1366443" h="1066244" extrusionOk="0">
                    <a:moveTo>
                      <a:pt x="1355019" y="575645"/>
                    </a:moveTo>
                    <a:lnTo>
                      <a:pt x="1354384" y="606109"/>
                    </a:lnTo>
                    <a:lnTo>
                      <a:pt x="1353115" y="636573"/>
                    </a:lnTo>
                    <a:lnTo>
                      <a:pt x="1352480" y="667038"/>
                    </a:lnTo>
                    <a:lnTo>
                      <a:pt x="1351211" y="697502"/>
                    </a:lnTo>
                    <a:lnTo>
                      <a:pt x="1349942" y="727966"/>
                    </a:lnTo>
                    <a:lnTo>
                      <a:pt x="1349307" y="758430"/>
                    </a:lnTo>
                    <a:lnTo>
                      <a:pt x="1348038" y="788894"/>
                    </a:lnTo>
                    <a:lnTo>
                      <a:pt x="1347403" y="819993"/>
                    </a:lnTo>
                    <a:lnTo>
                      <a:pt x="1346134" y="850457"/>
                    </a:lnTo>
                    <a:lnTo>
                      <a:pt x="1345499" y="880921"/>
                    </a:lnTo>
                    <a:lnTo>
                      <a:pt x="1344230" y="912020"/>
                    </a:lnTo>
                    <a:lnTo>
                      <a:pt x="1343595" y="942484"/>
                    </a:lnTo>
                    <a:lnTo>
                      <a:pt x="1342326" y="973583"/>
                    </a:lnTo>
                    <a:lnTo>
                      <a:pt x="1341691" y="1004682"/>
                    </a:lnTo>
                    <a:lnTo>
                      <a:pt x="1340422" y="1035781"/>
                    </a:lnTo>
                    <a:lnTo>
                      <a:pt x="1339153" y="1066245"/>
                    </a:lnTo>
                    <a:lnTo>
                      <a:pt x="1309323" y="1064975"/>
                    </a:lnTo>
                    <a:lnTo>
                      <a:pt x="1279494" y="1063706"/>
                    </a:lnTo>
                    <a:lnTo>
                      <a:pt x="1249664" y="1062437"/>
                    </a:lnTo>
                    <a:lnTo>
                      <a:pt x="1219200" y="1061167"/>
                    </a:lnTo>
                    <a:lnTo>
                      <a:pt x="1189370" y="1059898"/>
                    </a:lnTo>
                    <a:lnTo>
                      <a:pt x="1159541" y="1058629"/>
                    </a:lnTo>
                    <a:lnTo>
                      <a:pt x="1129712" y="1057359"/>
                    </a:lnTo>
                    <a:lnTo>
                      <a:pt x="1099882" y="1056090"/>
                    </a:lnTo>
                    <a:lnTo>
                      <a:pt x="1070053" y="1054821"/>
                    </a:lnTo>
                    <a:lnTo>
                      <a:pt x="1040223" y="1053551"/>
                    </a:lnTo>
                    <a:lnTo>
                      <a:pt x="1010394" y="1051647"/>
                    </a:lnTo>
                    <a:lnTo>
                      <a:pt x="980564" y="1050378"/>
                    </a:lnTo>
                    <a:lnTo>
                      <a:pt x="950100" y="1048474"/>
                    </a:lnTo>
                    <a:lnTo>
                      <a:pt x="920271" y="1046570"/>
                    </a:lnTo>
                    <a:lnTo>
                      <a:pt x="890441" y="1044666"/>
                    </a:lnTo>
                    <a:lnTo>
                      <a:pt x="860612" y="1042762"/>
                    </a:lnTo>
                    <a:lnTo>
                      <a:pt x="830782" y="1040858"/>
                    </a:lnTo>
                    <a:lnTo>
                      <a:pt x="800953" y="1038954"/>
                    </a:lnTo>
                    <a:lnTo>
                      <a:pt x="771123" y="1037050"/>
                    </a:lnTo>
                    <a:lnTo>
                      <a:pt x="741294" y="1035146"/>
                    </a:lnTo>
                    <a:lnTo>
                      <a:pt x="711464" y="1033242"/>
                    </a:lnTo>
                    <a:lnTo>
                      <a:pt x="681635" y="1031338"/>
                    </a:lnTo>
                    <a:lnTo>
                      <a:pt x="651806" y="1029434"/>
                    </a:lnTo>
                    <a:lnTo>
                      <a:pt x="621976" y="1026895"/>
                    </a:lnTo>
                    <a:lnTo>
                      <a:pt x="592147" y="1024991"/>
                    </a:lnTo>
                    <a:lnTo>
                      <a:pt x="562317" y="1023087"/>
                    </a:lnTo>
                    <a:lnTo>
                      <a:pt x="532487" y="1020548"/>
                    </a:lnTo>
                    <a:lnTo>
                      <a:pt x="502658" y="1018010"/>
                    </a:lnTo>
                    <a:lnTo>
                      <a:pt x="472829" y="1015471"/>
                    </a:lnTo>
                    <a:lnTo>
                      <a:pt x="442999" y="1012932"/>
                    </a:lnTo>
                    <a:lnTo>
                      <a:pt x="413170" y="1010394"/>
                    </a:lnTo>
                    <a:lnTo>
                      <a:pt x="383340" y="1007855"/>
                    </a:lnTo>
                    <a:lnTo>
                      <a:pt x="359858" y="1005951"/>
                    </a:lnTo>
                    <a:lnTo>
                      <a:pt x="335740" y="1004047"/>
                    </a:lnTo>
                    <a:lnTo>
                      <a:pt x="312257" y="1002143"/>
                    </a:lnTo>
                    <a:lnTo>
                      <a:pt x="288140" y="1000239"/>
                    </a:lnTo>
                    <a:lnTo>
                      <a:pt x="264657" y="998335"/>
                    </a:lnTo>
                    <a:lnTo>
                      <a:pt x="240539" y="996431"/>
                    </a:lnTo>
                    <a:lnTo>
                      <a:pt x="216422" y="993892"/>
                    </a:lnTo>
                    <a:lnTo>
                      <a:pt x="192305" y="991988"/>
                    </a:lnTo>
                    <a:lnTo>
                      <a:pt x="168187" y="989450"/>
                    </a:lnTo>
                    <a:lnTo>
                      <a:pt x="144070" y="986911"/>
                    </a:lnTo>
                    <a:lnTo>
                      <a:pt x="119952" y="984372"/>
                    </a:lnTo>
                    <a:lnTo>
                      <a:pt x="95835" y="981834"/>
                    </a:lnTo>
                    <a:lnTo>
                      <a:pt x="71718" y="979295"/>
                    </a:lnTo>
                    <a:lnTo>
                      <a:pt x="48235" y="976756"/>
                    </a:lnTo>
                    <a:lnTo>
                      <a:pt x="24117" y="974852"/>
                    </a:lnTo>
                    <a:lnTo>
                      <a:pt x="0" y="972314"/>
                    </a:lnTo>
                    <a:lnTo>
                      <a:pt x="0" y="972314"/>
                    </a:lnTo>
                    <a:lnTo>
                      <a:pt x="0" y="972314"/>
                    </a:lnTo>
                    <a:lnTo>
                      <a:pt x="0" y="972314"/>
                    </a:lnTo>
                    <a:lnTo>
                      <a:pt x="0" y="972314"/>
                    </a:lnTo>
                    <a:lnTo>
                      <a:pt x="0" y="972314"/>
                    </a:lnTo>
                    <a:lnTo>
                      <a:pt x="0" y="972314"/>
                    </a:lnTo>
                    <a:lnTo>
                      <a:pt x="0" y="972314"/>
                    </a:lnTo>
                    <a:lnTo>
                      <a:pt x="1269" y="957081"/>
                    </a:lnTo>
                    <a:lnTo>
                      <a:pt x="2538" y="941849"/>
                    </a:lnTo>
                    <a:lnTo>
                      <a:pt x="3808" y="926617"/>
                    </a:lnTo>
                    <a:lnTo>
                      <a:pt x="5712" y="911385"/>
                    </a:lnTo>
                    <a:lnTo>
                      <a:pt x="6981" y="896153"/>
                    </a:lnTo>
                    <a:lnTo>
                      <a:pt x="8251" y="880921"/>
                    </a:lnTo>
                    <a:lnTo>
                      <a:pt x="10155" y="865689"/>
                    </a:lnTo>
                    <a:lnTo>
                      <a:pt x="11424" y="850457"/>
                    </a:lnTo>
                    <a:lnTo>
                      <a:pt x="12693" y="835225"/>
                    </a:lnTo>
                    <a:lnTo>
                      <a:pt x="13963" y="819993"/>
                    </a:lnTo>
                    <a:lnTo>
                      <a:pt x="15232" y="804761"/>
                    </a:lnTo>
                    <a:lnTo>
                      <a:pt x="17136" y="789529"/>
                    </a:lnTo>
                    <a:lnTo>
                      <a:pt x="18405" y="774297"/>
                    </a:lnTo>
                    <a:lnTo>
                      <a:pt x="19675" y="759065"/>
                    </a:lnTo>
                    <a:lnTo>
                      <a:pt x="20944" y="743833"/>
                    </a:lnTo>
                    <a:lnTo>
                      <a:pt x="22848" y="728600"/>
                    </a:lnTo>
                    <a:lnTo>
                      <a:pt x="26656" y="690520"/>
                    </a:lnTo>
                    <a:lnTo>
                      <a:pt x="30464" y="652440"/>
                    </a:lnTo>
                    <a:lnTo>
                      <a:pt x="34272" y="614360"/>
                    </a:lnTo>
                    <a:lnTo>
                      <a:pt x="38080" y="576280"/>
                    </a:lnTo>
                    <a:lnTo>
                      <a:pt x="41888" y="538200"/>
                    </a:lnTo>
                    <a:lnTo>
                      <a:pt x="45696" y="500119"/>
                    </a:lnTo>
                    <a:lnTo>
                      <a:pt x="49504" y="462039"/>
                    </a:lnTo>
                    <a:lnTo>
                      <a:pt x="53312" y="423959"/>
                    </a:lnTo>
                    <a:lnTo>
                      <a:pt x="57120" y="385879"/>
                    </a:lnTo>
                    <a:lnTo>
                      <a:pt x="60928" y="347799"/>
                    </a:lnTo>
                    <a:lnTo>
                      <a:pt x="64736" y="309719"/>
                    </a:lnTo>
                    <a:lnTo>
                      <a:pt x="68544" y="271639"/>
                    </a:lnTo>
                    <a:lnTo>
                      <a:pt x="72352" y="233558"/>
                    </a:lnTo>
                    <a:lnTo>
                      <a:pt x="76160" y="196113"/>
                    </a:lnTo>
                    <a:lnTo>
                      <a:pt x="79968" y="158033"/>
                    </a:lnTo>
                    <a:lnTo>
                      <a:pt x="83776" y="120587"/>
                    </a:lnTo>
                    <a:lnTo>
                      <a:pt x="84411" y="113606"/>
                    </a:lnTo>
                    <a:lnTo>
                      <a:pt x="85045" y="105990"/>
                    </a:lnTo>
                    <a:lnTo>
                      <a:pt x="85680" y="98374"/>
                    </a:lnTo>
                    <a:lnTo>
                      <a:pt x="86315" y="91392"/>
                    </a:lnTo>
                    <a:lnTo>
                      <a:pt x="86950" y="83776"/>
                    </a:lnTo>
                    <a:lnTo>
                      <a:pt x="87584" y="76795"/>
                    </a:lnTo>
                    <a:lnTo>
                      <a:pt x="88219" y="69814"/>
                    </a:lnTo>
                    <a:lnTo>
                      <a:pt x="88854" y="62198"/>
                    </a:lnTo>
                    <a:lnTo>
                      <a:pt x="89488" y="55216"/>
                    </a:lnTo>
                    <a:lnTo>
                      <a:pt x="90123" y="47600"/>
                    </a:lnTo>
                    <a:lnTo>
                      <a:pt x="90758" y="40619"/>
                    </a:lnTo>
                    <a:lnTo>
                      <a:pt x="91392" y="33003"/>
                    </a:lnTo>
                    <a:lnTo>
                      <a:pt x="92027" y="26021"/>
                    </a:lnTo>
                    <a:lnTo>
                      <a:pt x="92662" y="18405"/>
                    </a:lnTo>
                    <a:lnTo>
                      <a:pt x="93296" y="11424"/>
                    </a:lnTo>
                    <a:lnTo>
                      <a:pt x="93931" y="3808"/>
                    </a:lnTo>
                    <a:lnTo>
                      <a:pt x="94566" y="0"/>
                    </a:lnTo>
                    <a:lnTo>
                      <a:pt x="104086" y="635"/>
                    </a:lnTo>
                    <a:lnTo>
                      <a:pt x="123761" y="2539"/>
                    </a:lnTo>
                    <a:lnTo>
                      <a:pt x="143435" y="4443"/>
                    </a:lnTo>
                    <a:lnTo>
                      <a:pt x="163110" y="6347"/>
                    </a:lnTo>
                    <a:lnTo>
                      <a:pt x="182785" y="8251"/>
                    </a:lnTo>
                    <a:lnTo>
                      <a:pt x="202459" y="10155"/>
                    </a:lnTo>
                    <a:lnTo>
                      <a:pt x="222134" y="12059"/>
                    </a:lnTo>
                    <a:lnTo>
                      <a:pt x="241809" y="13963"/>
                    </a:lnTo>
                    <a:lnTo>
                      <a:pt x="261484" y="15867"/>
                    </a:lnTo>
                    <a:lnTo>
                      <a:pt x="281159" y="17771"/>
                    </a:lnTo>
                    <a:lnTo>
                      <a:pt x="300833" y="19675"/>
                    </a:lnTo>
                    <a:lnTo>
                      <a:pt x="320508" y="21579"/>
                    </a:lnTo>
                    <a:lnTo>
                      <a:pt x="340183" y="23483"/>
                    </a:lnTo>
                    <a:lnTo>
                      <a:pt x="359858" y="25387"/>
                    </a:lnTo>
                    <a:lnTo>
                      <a:pt x="379532" y="27291"/>
                    </a:lnTo>
                    <a:lnTo>
                      <a:pt x="399207" y="29195"/>
                    </a:lnTo>
                    <a:lnTo>
                      <a:pt x="418882" y="31099"/>
                    </a:lnTo>
                    <a:lnTo>
                      <a:pt x="438556" y="33003"/>
                    </a:lnTo>
                    <a:lnTo>
                      <a:pt x="458231" y="34907"/>
                    </a:lnTo>
                    <a:lnTo>
                      <a:pt x="477906" y="36811"/>
                    </a:lnTo>
                    <a:lnTo>
                      <a:pt x="497581" y="38080"/>
                    </a:lnTo>
                    <a:lnTo>
                      <a:pt x="517256" y="39984"/>
                    </a:lnTo>
                    <a:lnTo>
                      <a:pt x="536930" y="41254"/>
                    </a:lnTo>
                    <a:lnTo>
                      <a:pt x="556605" y="42523"/>
                    </a:lnTo>
                    <a:lnTo>
                      <a:pt x="576280" y="44427"/>
                    </a:lnTo>
                    <a:lnTo>
                      <a:pt x="595954" y="45696"/>
                    </a:lnTo>
                    <a:lnTo>
                      <a:pt x="615629" y="46966"/>
                    </a:lnTo>
                    <a:lnTo>
                      <a:pt x="635304" y="48235"/>
                    </a:lnTo>
                    <a:lnTo>
                      <a:pt x="654979" y="49504"/>
                    </a:lnTo>
                    <a:lnTo>
                      <a:pt x="674654" y="50774"/>
                    </a:lnTo>
                    <a:lnTo>
                      <a:pt x="694328" y="52043"/>
                    </a:lnTo>
                    <a:lnTo>
                      <a:pt x="714003" y="53312"/>
                    </a:lnTo>
                    <a:lnTo>
                      <a:pt x="733678" y="54582"/>
                    </a:lnTo>
                    <a:lnTo>
                      <a:pt x="753353" y="55851"/>
                    </a:lnTo>
                    <a:lnTo>
                      <a:pt x="773027" y="57120"/>
                    </a:lnTo>
                    <a:lnTo>
                      <a:pt x="792702" y="58390"/>
                    </a:lnTo>
                    <a:lnTo>
                      <a:pt x="812377" y="59659"/>
                    </a:lnTo>
                    <a:lnTo>
                      <a:pt x="832052" y="60928"/>
                    </a:lnTo>
                    <a:lnTo>
                      <a:pt x="851727" y="62198"/>
                    </a:lnTo>
                    <a:lnTo>
                      <a:pt x="872036" y="63467"/>
                    </a:lnTo>
                    <a:lnTo>
                      <a:pt x="891711" y="64736"/>
                    </a:lnTo>
                    <a:lnTo>
                      <a:pt x="911385" y="66006"/>
                    </a:lnTo>
                    <a:lnTo>
                      <a:pt x="931695" y="67275"/>
                    </a:lnTo>
                    <a:lnTo>
                      <a:pt x="951369" y="68544"/>
                    </a:lnTo>
                    <a:lnTo>
                      <a:pt x="971044" y="69814"/>
                    </a:lnTo>
                    <a:lnTo>
                      <a:pt x="990719" y="71083"/>
                    </a:lnTo>
                    <a:lnTo>
                      <a:pt x="1010394" y="72352"/>
                    </a:lnTo>
                    <a:lnTo>
                      <a:pt x="1030068" y="72987"/>
                    </a:lnTo>
                    <a:lnTo>
                      <a:pt x="1050378" y="74256"/>
                    </a:lnTo>
                    <a:lnTo>
                      <a:pt x="1070053" y="75526"/>
                    </a:lnTo>
                    <a:lnTo>
                      <a:pt x="1089728" y="76160"/>
                    </a:lnTo>
                    <a:lnTo>
                      <a:pt x="1109402" y="76795"/>
                    </a:lnTo>
                    <a:lnTo>
                      <a:pt x="1129077" y="78064"/>
                    </a:lnTo>
                    <a:lnTo>
                      <a:pt x="1148752" y="78699"/>
                    </a:lnTo>
                    <a:lnTo>
                      <a:pt x="1169061" y="79334"/>
                    </a:lnTo>
                    <a:lnTo>
                      <a:pt x="1188736" y="79968"/>
                    </a:lnTo>
                    <a:lnTo>
                      <a:pt x="1208410" y="80603"/>
                    </a:lnTo>
                    <a:lnTo>
                      <a:pt x="1228085" y="81238"/>
                    </a:lnTo>
                    <a:lnTo>
                      <a:pt x="1247760" y="81872"/>
                    </a:lnTo>
                    <a:lnTo>
                      <a:pt x="1267435" y="82507"/>
                    </a:lnTo>
                    <a:lnTo>
                      <a:pt x="1287744" y="83142"/>
                    </a:lnTo>
                    <a:lnTo>
                      <a:pt x="1307419" y="83776"/>
                    </a:lnTo>
                    <a:lnTo>
                      <a:pt x="1327094" y="84411"/>
                    </a:lnTo>
                    <a:lnTo>
                      <a:pt x="1346769" y="85046"/>
                    </a:lnTo>
                    <a:lnTo>
                      <a:pt x="1366443" y="85680"/>
                    </a:lnTo>
                    <a:lnTo>
                      <a:pt x="1365809" y="116145"/>
                    </a:lnTo>
                    <a:lnTo>
                      <a:pt x="1364539" y="146609"/>
                    </a:lnTo>
                    <a:lnTo>
                      <a:pt x="1363904" y="177073"/>
                    </a:lnTo>
                    <a:lnTo>
                      <a:pt x="1363270" y="207537"/>
                    </a:lnTo>
                    <a:lnTo>
                      <a:pt x="1362001" y="238001"/>
                    </a:lnTo>
                    <a:lnTo>
                      <a:pt x="1361366" y="268465"/>
                    </a:lnTo>
                    <a:lnTo>
                      <a:pt x="1360097" y="298929"/>
                    </a:lnTo>
                    <a:lnTo>
                      <a:pt x="1359462" y="329393"/>
                    </a:lnTo>
                    <a:lnTo>
                      <a:pt x="1358827" y="359858"/>
                    </a:lnTo>
                    <a:lnTo>
                      <a:pt x="1357558" y="390322"/>
                    </a:lnTo>
                    <a:lnTo>
                      <a:pt x="1356923" y="420786"/>
                    </a:lnTo>
                    <a:lnTo>
                      <a:pt x="1355654" y="451250"/>
                    </a:lnTo>
                    <a:lnTo>
                      <a:pt x="1355019" y="481714"/>
                    </a:lnTo>
                    <a:lnTo>
                      <a:pt x="1353750" y="512178"/>
                    </a:lnTo>
                    <a:lnTo>
                      <a:pt x="1353115" y="542642"/>
                    </a:lnTo>
                    <a:lnTo>
                      <a:pt x="1355019" y="575645"/>
                    </a:lnTo>
                    <a:lnTo>
                      <a:pt x="1355019" y="575645"/>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17" name="Google Shape;417;p51"/>
              <p:cNvSpPr/>
              <p:nvPr/>
            </p:nvSpPr>
            <p:spPr>
              <a:xfrm>
                <a:off x="6927714" y="3288794"/>
                <a:ext cx="648885" cy="634557"/>
              </a:xfrm>
              <a:custGeom>
                <a:avLst/>
                <a:gdLst/>
                <a:ahLst/>
                <a:cxnLst/>
                <a:rect l="l" t="t" r="r" b="b"/>
                <a:pathLst>
                  <a:path w="891076" h="871401" extrusionOk="0">
                    <a:moveTo>
                      <a:pt x="533122" y="181516"/>
                    </a:moveTo>
                    <a:lnTo>
                      <a:pt x="554066" y="306545"/>
                    </a:lnTo>
                    <a:lnTo>
                      <a:pt x="554701" y="307180"/>
                    </a:lnTo>
                    <a:lnTo>
                      <a:pt x="555336" y="307180"/>
                    </a:lnTo>
                    <a:lnTo>
                      <a:pt x="557239" y="305911"/>
                    </a:lnTo>
                    <a:lnTo>
                      <a:pt x="559144" y="304007"/>
                    </a:lnTo>
                    <a:lnTo>
                      <a:pt x="576915" y="281158"/>
                    </a:lnTo>
                    <a:lnTo>
                      <a:pt x="578184" y="280524"/>
                    </a:lnTo>
                    <a:lnTo>
                      <a:pt x="585799" y="277350"/>
                    </a:lnTo>
                    <a:lnTo>
                      <a:pt x="587069" y="276716"/>
                    </a:lnTo>
                    <a:lnTo>
                      <a:pt x="587704" y="275447"/>
                    </a:lnTo>
                    <a:lnTo>
                      <a:pt x="588973" y="269735"/>
                    </a:lnTo>
                    <a:lnTo>
                      <a:pt x="589608" y="267196"/>
                    </a:lnTo>
                    <a:lnTo>
                      <a:pt x="591512" y="264023"/>
                    </a:lnTo>
                    <a:lnTo>
                      <a:pt x="595955" y="258945"/>
                    </a:lnTo>
                    <a:lnTo>
                      <a:pt x="604205" y="252598"/>
                    </a:lnTo>
                    <a:lnTo>
                      <a:pt x="604840" y="251964"/>
                    </a:lnTo>
                    <a:lnTo>
                      <a:pt x="605475" y="250694"/>
                    </a:lnTo>
                    <a:lnTo>
                      <a:pt x="607378" y="246886"/>
                    </a:lnTo>
                    <a:lnTo>
                      <a:pt x="610552" y="243713"/>
                    </a:lnTo>
                    <a:lnTo>
                      <a:pt x="611186" y="243078"/>
                    </a:lnTo>
                    <a:lnTo>
                      <a:pt x="611822" y="242444"/>
                    </a:lnTo>
                    <a:lnTo>
                      <a:pt x="612456" y="241174"/>
                    </a:lnTo>
                    <a:lnTo>
                      <a:pt x="613091" y="240540"/>
                    </a:lnTo>
                    <a:lnTo>
                      <a:pt x="614360" y="233558"/>
                    </a:lnTo>
                    <a:lnTo>
                      <a:pt x="614995" y="232289"/>
                    </a:lnTo>
                    <a:lnTo>
                      <a:pt x="615629" y="231020"/>
                    </a:lnTo>
                    <a:lnTo>
                      <a:pt x="616264" y="230385"/>
                    </a:lnTo>
                    <a:lnTo>
                      <a:pt x="622611" y="225308"/>
                    </a:lnTo>
                    <a:lnTo>
                      <a:pt x="623880" y="224673"/>
                    </a:lnTo>
                    <a:lnTo>
                      <a:pt x="625784" y="224673"/>
                    </a:lnTo>
                    <a:lnTo>
                      <a:pt x="629592" y="225308"/>
                    </a:lnTo>
                    <a:lnTo>
                      <a:pt x="633400" y="226577"/>
                    </a:lnTo>
                    <a:lnTo>
                      <a:pt x="637843" y="229116"/>
                    </a:lnTo>
                    <a:lnTo>
                      <a:pt x="640382" y="229750"/>
                    </a:lnTo>
                    <a:lnTo>
                      <a:pt x="641651" y="229750"/>
                    </a:lnTo>
                    <a:lnTo>
                      <a:pt x="643555" y="229116"/>
                    </a:lnTo>
                    <a:lnTo>
                      <a:pt x="645459" y="227846"/>
                    </a:lnTo>
                    <a:lnTo>
                      <a:pt x="646728" y="226577"/>
                    </a:lnTo>
                    <a:lnTo>
                      <a:pt x="647363" y="225308"/>
                    </a:lnTo>
                    <a:lnTo>
                      <a:pt x="648632" y="222134"/>
                    </a:lnTo>
                    <a:lnTo>
                      <a:pt x="657517" y="208172"/>
                    </a:lnTo>
                    <a:lnTo>
                      <a:pt x="659422" y="204363"/>
                    </a:lnTo>
                    <a:lnTo>
                      <a:pt x="660691" y="200556"/>
                    </a:lnTo>
                    <a:lnTo>
                      <a:pt x="661325" y="199921"/>
                    </a:lnTo>
                    <a:lnTo>
                      <a:pt x="661960" y="199286"/>
                    </a:lnTo>
                    <a:lnTo>
                      <a:pt x="662595" y="198651"/>
                    </a:lnTo>
                    <a:lnTo>
                      <a:pt x="663230" y="198017"/>
                    </a:lnTo>
                    <a:lnTo>
                      <a:pt x="663864" y="197382"/>
                    </a:lnTo>
                    <a:lnTo>
                      <a:pt x="667037" y="196113"/>
                    </a:lnTo>
                    <a:lnTo>
                      <a:pt x="668306" y="195478"/>
                    </a:lnTo>
                    <a:lnTo>
                      <a:pt x="668942" y="194843"/>
                    </a:lnTo>
                    <a:lnTo>
                      <a:pt x="668306" y="194209"/>
                    </a:lnTo>
                    <a:lnTo>
                      <a:pt x="667672" y="192939"/>
                    </a:lnTo>
                    <a:lnTo>
                      <a:pt x="667037" y="192305"/>
                    </a:lnTo>
                    <a:lnTo>
                      <a:pt x="667037" y="191036"/>
                    </a:lnTo>
                    <a:lnTo>
                      <a:pt x="667037" y="189766"/>
                    </a:lnTo>
                    <a:lnTo>
                      <a:pt x="667672" y="188497"/>
                    </a:lnTo>
                    <a:lnTo>
                      <a:pt x="669576" y="183419"/>
                    </a:lnTo>
                    <a:lnTo>
                      <a:pt x="670211" y="180881"/>
                    </a:lnTo>
                    <a:lnTo>
                      <a:pt x="670845" y="178977"/>
                    </a:lnTo>
                    <a:lnTo>
                      <a:pt x="670845" y="178342"/>
                    </a:lnTo>
                    <a:lnTo>
                      <a:pt x="671480" y="177707"/>
                    </a:lnTo>
                    <a:lnTo>
                      <a:pt x="672115" y="177073"/>
                    </a:lnTo>
                    <a:lnTo>
                      <a:pt x="672750" y="177073"/>
                    </a:lnTo>
                    <a:lnTo>
                      <a:pt x="674653" y="177707"/>
                    </a:lnTo>
                    <a:lnTo>
                      <a:pt x="675288" y="178342"/>
                    </a:lnTo>
                    <a:lnTo>
                      <a:pt x="677192" y="179611"/>
                    </a:lnTo>
                    <a:lnTo>
                      <a:pt x="679731" y="180881"/>
                    </a:lnTo>
                    <a:lnTo>
                      <a:pt x="680365" y="181516"/>
                    </a:lnTo>
                    <a:lnTo>
                      <a:pt x="680365" y="182150"/>
                    </a:lnTo>
                    <a:lnTo>
                      <a:pt x="679731" y="182785"/>
                    </a:lnTo>
                    <a:lnTo>
                      <a:pt x="678462" y="184054"/>
                    </a:lnTo>
                    <a:lnTo>
                      <a:pt x="678462" y="184689"/>
                    </a:lnTo>
                    <a:lnTo>
                      <a:pt x="677827" y="185323"/>
                    </a:lnTo>
                    <a:lnTo>
                      <a:pt x="677827" y="185958"/>
                    </a:lnTo>
                    <a:lnTo>
                      <a:pt x="677827" y="186593"/>
                    </a:lnTo>
                    <a:lnTo>
                      <a:pt x="677827" y="187227"/>
                    </a:lnTo>
                    <a:lnTo>
                      <a:pt x="677827" y="187862"/>
                    </a:lnTo>
                    <a:lnTo>
                      <a:pt x="678462" y="187862"/>
                    </a:lnTo>
                    <a:lnTo>
                      <a:pt x="679731" y="189131"/>
                    </a:lnTo>
                    <a:lnTo>
                      <a:pt x="680365" y="189766"/>
                    </a:lnTo>
                    <a:lnTo>
                      <a:pt x="681000" y="190401"/>
                    </a:lnTo>
                    <a:lnTo>
                      <a:pt x="688616" y="192305"/>
                    </a:lnTo>
                    <a:lnTo>
                      <a:pt x="692424" y="194209"/>
                    </a:lnTo>
                    <a:lnTo>
                      <a:pt x="693059" y="194843"/>
                    </a:lnTo>
                    <a:lnTo>
                      <a:pt x="694329" y="195478"/>
                    </a:lnTo>
                    <a:lnTo>
                      <a:pt x="699405" y="196113"/>
                    </a:lnTo>
                    <a:lnTo>
                      <a:pt x="715272" y="195478"/>
                    </a:lnTo>
                    <a:lnTo>
                      <a:pt x="715907" y="194843"/>
                    </a:lnTo>
                    <a:lnTo>
                      <a:pt x="722253" y="191670"/>
                    </a:lnTo>
                    <a:lnTo>
                      <a:pt x="736217" y="191036"/>
                    </a:lnTo>
                    <a:lnTo>
                      <a:pt x="741293" y="185958"/>
                    </a:lnTo>
                    <a:lnTo>
                      <a:pt x="741929" y="183419"/>
                    </a:lnTo>
                    <a:lnTo>
                      <a:pt x="740659" y="182785"/>
                    </a:lnTo>
                    <a:lnTo>
                      <a:pt x="736851" y="182150"/>
                    </a:lnTo>
                    <a:lnTo>
                      <a:pt x="736851" y="177073"/>
                    </a:lnTo>
                    <a:lnTo>
                      <a:pt x="740024" y="175169"/>
                    </a:lnTo>
                    <a:lnTo>
                      <a:pt x="743832" y="174534"/>
                    </a:lnTo>
                    <a:lnTo>
                      <a:pt x="746371" y="173265"/>
                    </a:lnTo>
                    <a:lnTo>
                      <a:pt x="739390" y="166918"/>
                    </a:lnTo>
                    <a:lnTo>
                      <a:pt x="741293" y="165014"/>
                    </a:lnTo>
                    <a:lnTo>
                      <a:pt x="743198" y="164379"/>
                    </a:lnTo>
                    <a:lnTo>
                      <a:pt x="747006" y="164379"/>
                    </a:lnTo>
                    <a:lnTo>
                      <a:pt x="748910" y="163745"/>
                    </a:lnTo>
                    <a:lnTo>
                      <a:pt x="753352" y="159937"/>
                    </a:lnTo>
                    <a:lnTo>
                      <a:pt x="757160" y="158667"/>
                    </a:lnTo>
                    <a:lnTo>
                      <a:pt x="765411" y="158667"/>
                    </a:lnTo>
                    <a:lnTo>
                      <a:pt x="769219" y="158033"/>
                    </a:lnTo>
                    <a:lnTo>
                      <a:pt x="770489" y="156763"/>
                    </a:lnTo>
                    <a:lnTo>
                      <a:pt x="773027" y="151686"/>
                    </a:lnTo>
                    <a:lnTo>
                      <a:pt x="774931" y="149147"/>
                    </a:lnTo>
                    <a:lnTo>
                      <a:pt x="779374" y="140897"/>
                    </a:lnTo>
                    <a:lnTo>
                      <a:pt x="780643" y="139627"/>
                    </a:lnTo>
                    <a:lnTo>
                      <a:pt x="782547" y="138358"/>
                    </a:lnTo>
                    <a:lnTo>
                      <a:pt x="784451" y="137089"/>
                    </a:lnTo>
                    <a:lnTo>
                      <a:pt x="794606" y="135819"/>
                    </a:lnTo>
                    <a:lnTo>
                      <a:pt x="804126" y="139627"/>
                    </a:lnTo>
                    <a:lnTo>
                      <a:pt x="821897" y="151051"/>
                    </a:lnTo>
                    <a:lnTo>
                      <a:pt x="826339" y="152955"/>
                    </a:lnTo>
                    <a:lnTo>
                      <a:pt x="830782" y="153590"/>
                    </a:lnTo>
                    <a:lnTo>
                      <a:pt x="835225" y="152955"/>
                    </a:lnTo>
                    <a:lnTo>
                      <a:pt x="837764" y="150417"/>
                    </a:lnTo>
                    <a:lnTo>
                      <a:pt x="839667" y="149147"/>
                    </a:lnTo>
                    <a:lnTo>
                      <a:pt x="845379" y="149782"/>
                    </a:lnTo>
                    <a:lnTo>
                      <a:pt x="846014" y="149147"/>
                    </a:lnTo>
                    <a:lnTo>
                      <a:pt x="846649" y="147243"/>
                    </a:lnTo>
                    <a:lnTo>
                      <a:pt x="849187" y="146609"/>
                    </a:lnTo>
                    <a:lnTo>
                      <a:pt x="851726" y="146609"/>
                    </a:lnTo>
                    <a:lnTo>
                      <a:pt x="853630" y="147243"/>
                    </a:lnTo>
                    <a:lnTo>
                      <a:pt x="857438" y="150417"/>
                    </a:lnTo>
                    <a:lnTo>
                      <a:pt x="857438" y="154225"/>
                    </a:lnTo>
                    <a:lnTo>
                      <a:pt x="854265" y="158033"/>
                    </a:lnTo>
                    <a:lnTo>
                      <a:pt x="849823" y="159937"/>
                    </a:lnTo>
                    <a:lnTo>
                      <a:pt x="851726" y="162475"/>
                    </a:lnTo>
                    <a:lnTo>
                      <a:pt x="856169" y="170726"/>
                    </a:lnTo>
                    <a:lnTo>
                      <a:pt x="857438" y="170091"/>
                    </a:lnTo>
                    <a:lnTo>
                      <a:pt x="857438" y="167553"/>
                    </a:lnTo>
                    <a:lnTo>
                      <a:pt x="858073" y="165014"/>
                    </a:lnTo>
                    <a:lnTo>
                      <a:pt x="859343" y="163110"/>
                    </a:lnTo>
                    <a:lnTo>
                      <a:pt x="861246" y="163745"/>
                    </a:lnTo>
                    <a:lnTo>
                      <a:pt x="863150" y="166283"/>
                    </a:lnTo>
                    <a:lnTo>
                      <a:pt x="863150" y="168187"/>
                    </a:lnTo>
                    <a:lnTo>
                      <a:pt x="862516" y="169457"/>
                    </a:lnTo>
                    <a:lnTo>
                      <a:pt x="862516" y="171361"/>
                    </a:lnTo>
                    <a:lnTo>
                      <a:pt x="865689" y="173899"/>
                    </a:lnTo>
                    <a:lnTo>
                      <a:pt x="868227" y="173265"/>
                    </a:lnTo>
                    <a:lnTo>
                      <a:pt x="871401" y="171361"/>
                    </a:lnTo>
                    <a:lnTo>
                      <a:pt x="874574" y="170726"/>
                    </a:lnTo>
                    <a:lnTo>
                      <a:pt x="875209" y="172630"/>
                    </a:lnTo>
                    <a:lnTo>
                      <a:pt x="872671" y="173899"/>
                    </a:lnTo>
                    <a:lnTo>
                      <a:pt x="872036" y="175803"/>
                    </a:lnTo>
                    <a:lnTo>
                      <a:pt x="872671" y="178342"/>
                    </a:lnTo>
                    <a:lnTo>
                      <a:pt x="874574" y="180881"/>
                    </a:lnTo>
                    <a:lnTo>
                      <a:pt x="870766" y="184689"/>
                    </a:lnTo>
                    <a:lnTo>
                      <a:pt x="873940" y="186593"/>
                    </a:lnTo>
                    <a:lnTo>
                      <a:pt x="883460" y="188497"/>
                    </a:lnTo>
                    <a:lnTo>
                      <a:pt x="885998" y="192305"/>
                    </a:lnTo>
                    <a:lnTo>
                      <a:pt x="885998" y="196748"/>
                    </a:lnTo>
                    <a:lnTo>
                      <a:pt x="885364" y="201825"/>
                    </a:lnTo>
                    <a:lnTo>
                      <a:pt x="886633" y="206268"/>
                    </a:lnTo>
                    <a:lnTo>
                      <a:pt x="890441" y="210076"/>
                    </a:lnTo>
                    <a:lnTo>
                      <a:pt x="891076" y="210076"/>
                    </a:lnTo>
                    <a:lnTo>
                      <a:pt x="891076" y="211345"/>
                    </a:lnTo>
                    <a:lnTo>
                      <a:pt x="890441" y="214518"/>
                    </a:lnTo>
                    <a:lnTo>
                      <a:pt x="888537" y="225308"/>
                    </a:lnTo>
                    <a:lnTo>
                      <a:pt x="886633" y="233558"/>
                    </a:lnTo>
                    <a:lnTo>
                      <a:pt x="884094" y="245617"/>
                    </a:lnTo>
                    <a:lnTo>
                      <a:pt x="882191" y="253233"/>
                    </a:lnTo>
                    <a:lnTo>
                      <a:pt x="881556" y="256406"/>
                    </a:lnTo>
                    <a:lnTo>
                      <a:pt x="880921" y="259580"/>
                    </a:lnTo>
                    <a:lnTo>
                      <a:pt x="879017" y="258310"/>
                    </a:lnTo>
                    <a:lnTo>
                      <a:pt x="876478" y="257041"/>
                    </a:lnTo>
                    <a:lnTo>
                      <a:pt x="863785" y="250694"/>
                    </a:lnTo>
                    <a:lnTo>
                      <a:pt x="851092" y="244348"/>
                    </a:lnTo>
                    <a:lnTo>
                      <a:pt x="838398" y="238001"/>
                    </a:lnTo>
                    <a:lnTo>
                      <a:pt x="825705" y="231654"/>
                    </a:lnTo>
                    <a:lnTo>
                      <a:pt x="813011" y="225308"/>
                    </a:lnTo>
                    <a:lnTo>
                      <a:pt x="800318" y="218961"/>
                    </a:lnTo>
                    <a:lnTo>
                      <a:pt x="787625" y="212614"/>
                    </a:lnTo>
                    <a:lnTo>
                      <a:pt x="774931" y="206268"/>
                    </a:lnTo>
                    <a:lnTo>
                      <a:pt x="771123" y="204363"/>
                    </a:lnTo>
                    <a:lnTo>
                      <a:pt x="768585" y="206268"/>
                    </a:lnTo>
                    <a:lnTo>
                      <a:pt x="766680" y="211345"/>
                    </a:lnTo>
                    <a:lnTo>
                      <a:pt x="766046" y="213883"/>
                    </a:lnTo>
                    <a:lnTo>
                      <a:pt x="766046" y="215788"/>
                    </a:lnTo>
                    <a:lnTo>
                      <a:pt x="766680" y="218326"/>
                    </a:lnTo>
                    <a:lnTo>
                      <a:pt x="769219" y="225308"/>
                    </a:lnTo>
                    <a:lnTo>
                      <a:pt x="769854" y="227846"/>
                    </a:lnTo>
                    <a:lnTo>
                      <a:pt x="769854" y="231020"/>
                    </a:lnTo>
                    <a:lnTo>
                      <a:pt x="769854" y="232289"/>
                    </a:lnTo>
                    <a:lnTo>
                      <a:pt x="769219" y="234828"/>
                    </a:lnTo>
                    <a:lnTo>
                      <a:pt x="767316" y="239905"/>
                    </a:lnTo>
                    <a:lnTo>
                      <a:pt x="762872" y="249425"/>
                    </a:lnTo>
                    <a:lnTo>
                      <a:pt x="762238" y="250694"/>
                    </a:lnTo>
                    <a:lnTo>
                      <a:pt x="762238" y="251964"/>
                    </a:lnTo>
                    <a:lnTo>
                      <a:pt x="762238" y="253233"/>
                    </a:lnTo>
                    <a:lnTo>
                      <a:pt x="762238" y="254502"/>
                    </a:lnTo>
                    <a:lnTo>
                      <a:pt x="762872" y="255772"/>
                    </a:lnTo>
                    <a:lnTo>
                      <a:pt x="763507" y="256406"/>
                    </a:lnTo>
                    <a:lnTo>
                      <a:pt x="764142" y="258945"/>
                    </a:lnTo>
                    <a:lnTo>
                      <a:pt x="764142" y="260214"/>
                    </a:lnTo>
                    <a:lnTo>
                      <a:pt x="764142" y="261484"/>
                    </a:lnTo>
                    <a:lnTo>
                      <a:pt x="763507" y="265292"/>
                    </a:lnTo>
                    <a:lnTo>
                      <a:pt x="763507" y="266561"/>
                    </a:lnTo>
                    <a:lnTo>
                      <a:pt x="763507" y="268465"/>
                    </a:lnTo>
                    <a:lnTo>
                      <a:pt x="764142" y="269735"/>
                    </a:lnTo>
                    <a:lnTo>
                      <a:pt x="764777" y="271004"/>
                    </a:lnTo>
                    <a:lnTo>
                      <a:pt x="766046" y="274177"/>
                    </a:lnTo>
                    <a:lnTo>
                      <a:pt x="766680" y="275447"/>
                    </a:lnTo>
                    <a:lnTo>
                      <a:pt x="766680" y="276716"/>
                    </a:lnTo>
                    <a:lnTo>
                      <a:pt x="766680" y="277350"/>
                    </a:lnTo>
                    <a:lnTo>
                      <a:pt x="766046" y="278620"/>
                    </a:lnTo>
                    <a:lnTo>
                      <a:pt x="761603" y="287505"/>
                    </a:lnTo>
                    <a:lnTo>
                      <a:pt x="755257" y="295121"/>
                    </a:lnTo>
                    <a:lnTo>
                      <a:pt x="749544" y="305911"/>
                    </a:lnTo>
                    <a:lnTo>
                      <a:pt x="747640" y="311623"/>
                    </a:lnTo>
                    <a:lnTo>
                      <a:pt x="747640" y="312892"/>
                    </a:lnTo>
                    <a:lnTo>
                      <a:pt x="747640" y="313527"/>
                    </a:lnTo>
                    <a:lnTo>
                      <a:pt x="748275" y="314161"/>
                    </a:lnTo>
                    <a:lnTo>
                      <a:pt x="748910" y="314796"/>
                    </a:lnTo>
                    <a:lnTo>
                      <a:pt x="748910" y="315431"/>
                    </a:lnTo>
                    <a:lnTo>
                      <a:pt x="748275" y="317969"/>
                    </a:lnTo>
                    <a:lnTo>
                      <a:pt x="744467" y="324951"/>
                    </a:lnTo>
                    <a:lnTo>
                      <a:pt x="743198" y="326220"/>
                    </a:lnTo>
                    <a:lnTo>
                      <a:pt x="741929" y="327489"/>
                    </a:lnTo>
                    <a:lnTo>
                      <a:pt x="739390" y="329393"/>
                    </a:lnTo>
                    <a:lnTo>
                      <a:pt x="737486" y="330028"/>
                    </a:lnTo>
                    <a:lnTo>
                      <a:pt x="736217" y="330663"/>
                    </a:lnTo>
                    <a:lnTo>
                      <a:pt x="735582" y="331932"/>
                    </a:lnTo>
                    <a:lnTo>
                      <a:pt x="734947" y="334471"/>
                    </a:lnTo>
                    <a:lnTo>
                      <a:pt x="733678" y="339548"/>
                    </a:lnTo>
                    <a:lnTo>
                      <a:pt x="732409" y="342087"/>
                    </a:lnTo>
                    <a:lnTo>
                      <a:pt x="731773" y="343356"/>
                    </a:lnTo>
                    <a:lnTo>
                      <a:pt x="730504" y="344625"/>
                    </a:lnTo>
                    <a:lnTo>
                      <a:pt x="726697" y="347164"/>
                    </a:lnTo>
                    <a:lnTo>
                      <a:pt x="725427" y="347799"/>
                    </a:lnTo>
                    <a:lnTo>
                      <a:pt x="724158" y="348433"/>
                    </a:lnTo>
                    <a:lnTo>
                      <a:pt x="722889" y="348433"/>
                    </a:lnTo>
                    <a:lnTo>
                      <a:pt x="722253" y="347799"/>
                    </a:lnTo>
                    <a:lnTo>
                      <a:pt x="721619" y="347164"/>
                    </a:lnTo>
                    <a:lnTo>
                      <a:pt x="720984" y="346530"/>
                    </a:lnTo>
                    <a:lnTo>
                      <a:pt x="720350" y="345895"/>
                    </a:lnTo>
                    <a:lnTo>
                      <a:pt x="719715" y="345260"/>
                    </a:lnTo>
                    <a:lnTo>
                      <a:pt x="719080" y="345260"/>
                    </a:lnTo>
                    <a:lnTo>
                      <a:pt x="718446" y="345895"/>
                    </a:lnTo>
                    <a:lnTo>
                      <a:pt x="715272" y="352876"/>
                    </a:lnTo>
                    <a:lnTo>
                      <a:pt x="710830" y="363031"/>
                    </a:lnTo>
                    <a:lnTo>
                      <a:pt x="705752" y="374455"/>
                    </a:lnTo>
                    <a:lnTo>
                      <a:pt x="701944" y="383975"/>
                    </a:lnTo>
                    <a:lnTo>
                      <a:pt x="701310" y="385244"/>
                    </a:lnTo>
                    <a:lnTo>
                      <a:pt x="700675" y="386514"/>
                    </a:lnTo>
                    <a:lnTo>
                      <a:pt x="699405" y="386514"/>
                    </a:lnTo>
                    <a:lnTo>
                      <a:pt x="691790" y="383340"/>
                    </a:lnTo>
                    <a:lnTo>
                      <a:pt x="682270" y="378898"/>
                    </a:lnTo>
                    <a:lnTo>
                      <a:pt x="675923" y="376359"/>
                    </a:lnTo>
                    <a:lnTo>
                      <a:pt x="675288" y="376359"/>
                    </a:lnTo>
                    <a:lnTo>
                      <a:pt x="674653" y="377628"/>
                    </a:lnTo>
                    <a:lnTo>
                      <a:pt x="668942" y="390322"/>
                    </a:lnTo>
                    <a:lnTo>
                      <a:pt x="667672" y="392860"/>
                    </a:lnTo>
                    <a:lnTo>
                      <a:pt x="667037" y="395399"/>
                    </a:lnTo>
                    <a:lnTo>
                      <a:pt x="667037" y="396668"/>
                    </a:lnTo>
                    <a:lnTo>
                      <a:pt x="666403" y="397938"/>
                    </a:lnTo>
                    <a:lnTo>
                      <a:pt x="665768" y="399842"/>
                    </a:lnTo>
                    <a:lnTo>
                      <a:pt x="663230" y="404919"/>
                    </a:lnTo>
                    <a:lnTo>
                      <a:pt x="662595" y="407458"/>
                    </a:lnTo>
                    <a:lnTo>
                      <a:pt x="662595" y="408727"/>
                    </a:lnTo>
                    <a:lnTo>
                      <a:pt x="663230" y="422690"/>
                    </a:lnTo>
                    <a:lnTo>
                      <a:pt x="663230" y="423959"/>
                    </a:lnTo>
                    <a:lnTo>
                      <a:pt x="662595" y="425229"/>
                    </a:lnTo>
                    <a:lnTo>
                      <a:pt x="661325" y="426498"/>
                    </a:lnTo>
                    <a:lnTo>
                      <a:pt x="658786" y="429037"/>
                    </a:lnTo>
                    <a:lnTo>
                      <a:pt x="656883" y="430941"/>
                    </a:lnTo>
                    <a:lnTo>
                      <a:pt x="654979" y="433479"/>
                    </a:lnTo>
                    <a:lnTo>
                      <a:pt x="653710" y="436653"/>
                    </a:lnTo>
                    <a:lnTo>
                      <a:pt x="653075" y="438557"/>
                    </a:lnTo>
                    <a:lnTo>
                      <a:pt x="653075" y="440461"/>
                    </a:lnTo>
                    <a:lnTo>
                      <a:pt x="652440" y="448711"/>
                    </a:lnTo>
                    <a:lnTo>
                      <a:pt x="652440" y="449346"/>
                    </a:lnTo>
                    <a:lnTo>
                      <a:pt x="652440" y="449981"/>
                    </a:lnTo>
                    <a:lnTo>
                      <a:pt x="652440" y="451250"/>
                    </a:lnTo>
                    <a:lnTo>
                      <a:pt x="652440" y="451885"/>
                    </a:lnTo>
                    <a:lnTo>
                      <a:pt x="651171" y="460770"/>
                    </a:lnTo>
                    <a:lnTo>
                      <a:pt x="650536" y="463309"/>
                    </a:lnTo>
                    <a:lnTo>
                      <a:pt x="649902" y="465847"/>
                    </a:lnTo>
                    <a:lnTo>
                      <a:pt x="647363" y="470925"/>
                    </a:lnTo>
                    <a:lnTo>
                      <a:pt x="643555" y="478541"/>
                    </a:lnTo>
                    <a:lnTo>
                      <a:pt x="638477" y="489330"/>
                    </a:lnTo>
                    <a:lnTo>
                      <a:pt x="637843" y="489965"/>
                    </a:lnTo>
                    <a:lnTo>
                      <a:pt x="637208" y="490599"/>
                    </a:lnTo>
                    <a:lnTo>
                      <a:pt x="635939" y="490599"/>
                    </a:lnTo>
                    <a:lnTo>
                      <a:pt x="623245" y="488695"/>
                    </a:lnTo>
                    <a:lnTo>
                      <a:pt x="612456" y="487426"/>
                    </a:lnTo>
                    <a:lnTo>
                      <a:pt x="602936" y="486157"/>
                    </a:lnTo>
                    <a:lnTo>
                      <a:pt x="593416" y="484887"/>
                    </a:lnTo>
                    <a:lnTo>
                      <a:pt x="592781" y="484887"/>
                    </a:lnTo>
                    <a:lnTo>
                      <a:pt x="592146" y="484887"/>
                    </a:lnTo>
                    <a:lnTo>
                      <a:pt x="592146" y="484253"/>
                    </a:lnTo>
                    <a:lnTo>
                      <a:pt x="592781" y="482349"/>
                    </a:lnTo>
                    <a:lnTo>
                      <a:pt x="592781" y="481714"/>
                    </a:lnTo>
                    <a:lnTo>
                      <a:pt x="592781" y="481079"/>
                    </a:lnTo>
                    <a:lnTo>
                      <a:pt x="592781" y="480445"/>
                    </a:lnTo>
                    <a:lnTo>
                      <a:pt x="592146" y="479175"/>
                    </a:lnTo>
                    <a:lnTo>
                      <a:pt x="581992" y="467117"/>
                    </a:lnTo>
                    <a:lnTo>
                      <a:pt x="581357" y="466482"/>
                    </a:lnTo>
                    <a:lnTo>
                      <a:pt x="580723" y="465847"/>
                    </a:lnTo>
                    <a:lnTo>
                      <a:pt x="580088" y="465847"/>
                    </a:lnTo>
                    <a:lnTo>
                      <a:pt x="562952" y="462674"/>
                    </a:lnTo>
                    <a:lnTo>
                      <a:pt x="561682" y="462674"/>
                    </a:lnTo>
                    <a:lnTo>
                      <a:pt x="561048" y="463943"/>
                    </a:lnTo>
                    <a:lnTo>
                      <a:pt x="560413" y="465847"/>
                    </a:lnTo>
                    <a:lnTo>
                      <a:pt x="559778" y="470290"/>
                    </a:lnTo>
                    <a:lnTo>
                      <a:pt x="559778" y="472829"/>
                    </a:lnTo>
                    <a:lnTo>
                      <a:pt x="559778" y="474733"/>
                    </a:lnTo>
                    <a:lnTo>
                      <a:pt x="560413" y="476002"/>
                    </a:lnTo>
                    <a:lnTo>
                      <a:pt x="560413" y="477271"/>
                    </a:lnTo>
                    <a:lnTo>
                      <a:pt x="560413" y="478541"/>
                    </a:lnTo>
                    <a:lnTo>
                      <a:pt x="559778" y="480445"/>
                    </a:lnTo>
                    <a:lnTo>
                      <a:pt x="557239" y="486157"/>
                    </a:lnTo>
                    <a:lnTo>
                      <a:pt x="557239" y="486791"/>
                    </a:lnTo>
                    <a:lnTo>
                      <a:pt x="557239" y="490599"/>
                    </a:lnTo>
                    <a:lnTo>
                      <a:pt x="559144" y="500754"/>
                    </a:lnTo>
                    <a:lnTo>
                      <a:pt x="559144" y="502024"/>
                    </a:lnTo>
                    <a:lnTo>
                      <a:pt x="558509" y="503928"/>
                    </a:lnTo>
                    <a:lnTo>
                      <a:pt x="555970" y="508370"/>
                    </a:lnTo>
                    <a:lnTo>
                      <a:pt x="555336" y="510909"/>
                    </a:lnTo>
                    <a:lnTo>
                      <a:pt x="554701" y="518525"/>
                    </a:lnTo>
                    <a:lnTo>
                      <a:pt x="554066" y="519794"/>
                    </a:lnTo>
                    <a:lnTo>
                      <a:pt x="552162" y="521698"/>
                    </a:lnTo>
                    <a:lnTo>
                      <a:pt x="548989" y="523602"/>
                    </a:lnTo>
                    <a:lnTo>
                      <a:pt x="548355" y="524237"/>
                    </a:lnTo>
                    <a:lnTo>
                      <a:pt x="547719" y="525506"/>
                    </a:lnTo>
                    <a:lnTo>
                      <a:pt x="547085" y="528045"/>
                    </a:lnTo>
                    <a:lnTo>
                      <a:pt x="546450" y="530584"/>
                    </a:lnTo>
                    <a:lnTo>
                      <a:pt x="545181" y="533122"/>
                    </a:lnTo>
                    <a:lnTo>
                      <a:pt x="544546" y="535026"/>
                    </a:lnTo>
                    <a:lnTo>
                      <a:pt x="544546" y="537565"/>
                    </a:lnTo>
                    <a:lnTo>
                      <a:pt x="545181" y="538834"/>
                    </a:lnTo>
                    <a:lnTo>
                      <a:pt x="546450" y="541373"/>
                    </a:lnTo>
                    <a:lnTo>
                      <a:pt x="547085" y="542642"/>
                    </a:lnTo>
                    <a:lnTo>
                      <a:pt x="547719" y="543912"/>
                    </a:lnTo>
                    <a:lnTo>
                      <a:pt x="547085" y="545816"/>
                    </a:lnTo>
                    <a:lnTo>
                      <a:pt x="546450" y="547720"/>
                    </a:lnTo>
                    <a:lnTo>
                      <a:pt x="543911" y="551528"/>
                    </a:lnTo>
                    <a:lnTo>
                      <a:pt x="540104" y="555336"/>
                    </a:lnTo>
                    <a:lnTo>
                      <a:pt x="538835" y="557240"/>
                    </a:lnTo>
                    <a:lnTo>
                      <a:pt x="535661" y="562952"/>
                    </a:lnTo>
                    <a:lnTo>
                      <a:pt x="528045" y="573106"/>
                    </a:lnTo>
                    <a:lnTo>
                      <a:pt x="527410" y="574376"/>
                    </a:lnTo>
                    <a:lnTo>
                      <a:pt x="527410" y="575645"/>
                    </a:lnTo>
                    <a:lnTo>
                      <a:pt x="528045" y="577549"/>
                    </a:lnTo>
                    <a:lnTo>
                      <a:pt x="528679" y="580088"/>
                    </a:lnTo>
                    <a:lnTo>
                      <a:pt x="528679" y="581992"/>
                    </a:lnTo>
                    <a:lnTo>
                      <a:pt x="526776" y="596589"/>
                    </a:lnTo>
                    <a:lnTo>
                      <a:pt x="523602" y="606109"/>
                    </a:lnTo>
                    <a:lnTo>
                      <a:pt x="519159" y="620072"/>
                    </a:lnTo>
                    <a:lnTo>
                      <a:pt x="514082" y="628323"/>
                    </a:lnTo>
                    <a:lnTo>
                      <a:pt x="505831" y="642285"/>
                    </a:lnTo>
                    <a:lnTo>
                      <a:pt x="498850" y="653075"/>
                    </a:lnTo>
                    <a:lnTo>
                      <a:pt x="493772" y="661960"/>
                    </a:lnTo>
                    <a:lnTo>
                      <a:pt x="486791" y="672750"/>
                    </a:lnTo>
                    <a:lnTo>
                      <a:pt x="486791" y="673384"/>
                    </a:lnTo>
                    <a:lnTo>
                      <a:pt x="486157" y="679096"/>
                    </a:lnTo>
                    <a:lnTo>
                      <a:pt x="485522" y="681000"/>
                    </a:lnTo>
                    <a:lnTo>
                      <a:pt x="481714" y="692424"/>
                    </a:lnTo>
                    <a:lnTo>
                      <a:pt x="476637" y="707022"/>
                    </a:lnTo>
                    <a:lnTo>
                      <a:pt x="476002" y="709560"/>
                    </a:lnTo>
                    <a:lnTo>
                      <a:pt x="476637" y="710195"/>
                    </a:lnTo>
                    <a:lnTo>
                      <a:pt x="477271" y="710830"/>
                    </a:lnTo>
                    <a:lnTo>
                      <a:pt x="477906" y="711464"/>
                    </a:lnTo>
                    <a:lnTo>
                      <a:pt x="481079" y="713368"/>
                    </a:lnTo>
                    <a:lnTo>
                      <a:pt x="483618" y="714638"/>
                    </a:lnTo>
                    <a:lnTo>
                      <a:pt x="489965" y="716542"/>
                    </a:lnTo>
                    <a:lnTo>
                      <a:pt x="490599" y="717176"/>
                    </a:lnTo>
                    <a:lnTo>
                      <a:pt x="491234" y="718446"/>
                    </a:lnTo>
                    <a:lnTo>
                      <a:pt x="491869" y="720985"/>
                    </a:lnTo>
                    <a:lnTo>
                      <a:pt x="491869" y="722254"/>
                    </a:lnTo>
                    <a:lnTo>
                      <a:pt x="491234" y="723523"/>
                    </a:lnTo>
                    <a:lnTo>
                      <a:pt x="489330" y="725427"/>
                    </a:lnTo>
                    <a:lnTo>
                      <a:pt x="485522" y="728600"/>
                    </a:lnTo>
                    <a:lnTo>
                      <a:pt x="482349" y="731139"/>
                    </a:lnTo>
                    <a:lnTo>
                      <a:pt x="481079" y="731774"/>
                    </a:lnTo>
                    <a:lnTo>
                      <a:pt x="479810" y="733043"/>
                    </a:lnTo>
                    <a:lnTo>
                      <a:pt x="477906" y="735582"/>
                    </a:lnTo>
                    <a:lnTo>
                      <a:pt x="477271" y="737486"/>
                    </a:lnTo>
                    <a:lnTo>
                      <a:pt x="477271" y="739390"/>
                    </a:lnTo>
                    <a:lnTo>
                      <a:pt x="477271" y="740659"/>
                    </a:lnTo>
                    <a:lnTo>
                      <a:pt x="477906" y="741929"/>
                    </a:lnTo>
                    <a:lnTo>
                      <a:pt x="478541" y="742563"/>
                    </a:lnTo>
                    <a:lnTo>
                      <a:pt x="479175" y="743198"/>
                    </a:lnTo>
                    <a:lnTo>
                      <a:pt x="481714" y="744467"/>
                    </a:lnTo>
                    <a:lnTo>
                      <a:pt x="482983" y="745102"/>
                    </a:lnTo>
                    <a:lnTo>
                      <a:pt x="483618" y="747641"/>
                    </a:lnTo>
                    <a:lnTo>
                      <a:pt x="482983" y="748910"/>
                    </a:lnTo>
                    <a:lnTo>
                      <a:pt x="482349" y="750179"/>
                    </a:lnTo>
                    <a:lnTo>
                      <a:pt x="460770" y="767950"/>
                    </a:lnTo>
                    <a:lnTo>
                      <a:pt x="455692" y="774297"/>
                    </a:lnTo>
                    <a:lnTo>
                      <a:pt x="455058" y="775566"/>
                    </a:lnTo>
                    <a:lnTo>
                      <a:pt x="453789" y="776201"/>
                    </a:lnTo>
                    <a:lnTo>
                      <a:pt x="453154" y="776201"/>
                    </a:lnTo>
                    <a:lnTo>
                      <a:pt x="451884" y="776201"/>
                    </a:lnTo>
                    <a:lnTo>
                      <a:pt x="451250" y="775566"/>
                    </a:lnTo>
                    <a:lnTo>
                      <a:pt x="450615" y="774931"/>
                    </a:lnTo>
                    <a:lnTo>
                      <a:pt x="449981" y="774297"/>
                    </a:lnTo>
                    <a:lnTo>
                      <a:pt x="449346" y="773027"/>
                    </a:lnTo>
                    <a:lnTo>
                      <a:pt x="449346" y="771758"/>
                    </a:lnTo>
                    <a:lnTo>
                      <a:pt x="448711" y="769854"/>
                    </a:lnTo>
                    <a:lnTo>
                      <a:pt x="448076" y="769219"/>
                    </a:lnTo>
                    <a:lnTo>
                      <a:pt x="447442" y="768585"/>
                    </a:lnTo>
                    <a:lnTo>
                      <a:pt x="446807" y="767950"/>
                    </a:lnTo>
                    <a:lnTo>
                      <a:pt x="444903" y="767950"/>
                    </a:lnTo>
                    <a:lnTo>
                      <a:pt x="443634" y="767950"/>
                    </a:lnTo>
                    <a:lnTo>
                      <a:pt x="439191" y="769219"/>
                    </a:lnTo>
                    <a:lnTo>
                      <a:pt x="434749" y="771758"/>
                    </a:lnTo>
                    <a:lnTo>
                      <a:pt x="427132" y="776835"/>
                    </a:lnTo>
                    <a:lnTo>
                      <a:pt x="418247" y="783182"/>
                    </a:lnTo>
                    <a:lnTo>
                      <a:pt x="409996" y="790163"/>
                    </a:lnTo>
                    <a:lnTo>
                      <a:pt x="401745" y="797145"/>
                    </a:lnTo>
                    <a:lnTo>
                      <a:pt x="401111" y="797779"/>
                    </a:lnTo>
                    <a:lnTo>
                      <a:pt x="399842" y="798414"/>
                    </a:lnTo>
                    <a:lnTo>
                      <a:pt x="399207" y="798414"/>
                    </a:lnTo>
                    <a:lnTo>
                      <a:pt x="398572" y="798414"/>
                    </a:lnTo>
                    <a:lnTo>
                      <a:pt x="397937" y="797779"/>
                    </a:lnTo>
                    <a:lnTo>
                      <a:pt x="397303" y="797145"/>
                    </a:lnTo>
                    <a:lnTo>
                      <a:pt x="396668" y="796510"/>
                    </a:lnTo>
                    <a:lnTo>
                      <a:pt x="396034" y="795875"/>
                    </a:lnTo>
                    <a:lnTo>
                      <a:pt x="395399" y="795875"/>
                    </a:lnTo>
                    <a:lnTo>
                      <a:pt x="391591" y="795875"/>
                    </a:lnTo>
                    <a:lnTo>
                      <a:pt x="390956" y="795241"/>
                    </a:lnTo>
                    <a:lnTo>
                      <a:pt x="390322" y="794606"/>
                    </a:lnTo>
                    <a:lnTo>
                      <a:pt x="389687" y="792702"/>
                    </a:lnTo>
                    <a:lnTo>
                      <a:pt x="389052" y="792067"/>
                    </a:lnTo>
                    <a:lnTo>
                      <a:pt x="388417" y="791433"/>
                    </a:lnTo>
                    <a:lnTo>
                      <a:pt x="387783" y="791433"/>
                    </a:lnTo>
                    <a:lnTo>
                      <a:pt x="382071" y="791433"/>
                    </a:lnTo>
                    <a:lnTo>
                      <a:pt x="380167" y="791433"/>
                    </a:lnTo>
                    <a:lnTo>
                      <a:pt x="378263" y="792067"/>
                    </a:lnTo>
                    <a:lnTo>
                      <a:pt x="375724" y="793337"/>
                    </a:lnTo>
                    <a:lnTo>
                      <a:pt x="374455" y="794606"/>
                    </a:lnTo>
                    <a:lnTo>
                      <a:pt x="373820" y="795875"/>
                    </a:lnTo>
                    <a:lnTo>
                      <a:pt x="373185" y="797145"/>
                    </a:lnTo>
                    <a:lnTo>
                      <a:pt x="373185" y="798414"/>
                    </a:lnTo>
                    <a:lnTo>
                      <a:pt x="373185" y="799684"/>
                    </a:lnTo>
                    <a:lnTo>
                      <a:pt x="373185" y="800953"/>
                    </a:lnTo>
                    <a:lnTo>
                      <a:pt x="373185" y="802222"/>
                    </a:lnTo>
                    <a:lnTo>
                      <a:pt x="373820" y="803492"/>
                    </a:lnTo>
                    <a:lnTo>
                      <a:pt x="377628" y="807934"/>
                    </a:lnTo>
                    <a:lnTo>
                      <a:pt x="378263" y="809204"/>
                    </a:lnTo>
                    <a:lnTo>
                      <a:pt x="378263" y="811107"/>
                    </a:lnTo>
                    <a:lnTo>
                      <a:pt x="377628" y="813646"/>
                    </a:lnTo>
                    <a:lnTo>
                      <a:pt x="376994" y="814916"/>
                    </a:lnTo>
                    <a:lnTo>
                      <a:pt x="376359" y="816185"/>
                    </a:lnTo>
                    <a:lnTo>
                      <a:pt x="364935" y="826340"/>
                    </a:lnTo>
                    <a:lnTo>
                      <a:pt x="363665" y="826974"/>
                    </a:lnTo>
                    <a:lnTo>
                      <a:pt x="362396" y="826974"/>
                    </a:lnTo>
                    <a:lnTo>
                      <a:pt x="359223" y="825070"/>
                    </a:lnTo>
                    <a:lnTo>
                      <a:pt x="357954" y="825070"/>
                    </a:lnTo>
                    <a:lnTo>
                      <a:pt x="356049" y="825705"/>
                    </a:lnTo>
                    <a:lnTo>
                      <a:pt x="350972" y="829513"/>
                    </a:lnTo>
                    <a:lnTo>
                      <a:pt x="349068" y="830148"/>
                    </a:lnTo>
                    <a:lnTo>
                      <a:pt x="329394" y="836494"/>
                    </a:lnTo>
                    <a:lnTo>
                      <a:pt x="314796" y="847918"/>
                    </a:lnTo>
                    <a:lnTo>
                      <a:pt x="312892" y="848553"/>
                    </a:lnTo>
                    <a:lnTo>
                      <a:pt x="312257" y="848553"/>
                    </a:lnTo>
                    <a:lnTo>
                      <a:pt x="311623" y="847918"/>
                    </a:lnTo>
                    <a:lnTo>
                      <a:pt x="310988" y="847284"/>
                    </a:lnTo>
                    <a:lnTo>
                      <a:pt x="309718" y="846014"/>
                    </a:lnTo>
                    <a:lnTo>
                      <a:pt x="309084" y="845380"/>
                    </a:lnTo>
                    <a:lnTo>
                      <a:pt x="308449" y="844745"/>
                    </a:lnTo>
                    <a:lnTo>
                      <a:pt x="306545" y="843476"/>
                    </a:lnTo>
                    <a:lnTo>
                      <a:pt x="295121" y="838398"/>
                    </a:lnTo>
                    <a:lnTo>
                      <a:pt x="294487" y="837764"/>
                    </a:lnTo>
                    <a:lnTo>
                      <a:pt x="293217" y="836494"/>
                    </a:lnTo>
                    <a:lnTo>
                      <a:pt x="288140" y="831417"/>
                    </a:lnTo>
                    <a:lnTo>
                      <a:pt x="287505" y="830782"/>
                    </a:lnTo>
                    <a:lnTo>
                      <a:pt x="286236" y="830148"/>
                    </a:lnTo>
                    <a:lnTo>
                      <a:pt x="284331" y="830148"/>
                    </a:lnTo>
                    <a:lnTo>
                      <a:pt x="281793" y="830782"/>
                    </a:lnTo>
                    <a:lnTo>
                      <a:pt x="280524" y="832052"/>
                    </a:lnTo>
                    <a:lnTo>
                      <a:pt x="279889" y="833321"/>
                    </a:lnTo>
                    <a:lnTo>
                      <a:pt x="279255" y="834590"/>
                    </a:lnTo>
                    <a:lnTo>
                      <a:pt x="278620" y="839033"/>
                    </a:lnTo>
                    <a:lnTo>
                      <a:pt x="277985" y="840937"/>
                    </a:lnTo>
                    <a:lnTo>
                      <a:pt x="277350" y="843476"/>
                    </a:lnTo>
                    <a:lnTo>
                      <a:pt x="275447" y="846649"/>
                    </a:lnTo>
                    <a:lnTo>
                      <a:pt x="274177" y="847918"/>
                    </a:lnTo>
                    <a:lnTo>
                      <a:pt x="272908" y="848553"/>
                    </a:lnTo>
                    <a:lnTo>
                      <a:pt x="265291" y="851092"/>
                    </a:lnTo>
                    <a:lnTo>
                      <a:pt x="262118" y="852361"/>
                    </a:lnTo>
                    <a:lnTo>
                      <a:pt x="260849" y="853630"/>
                    </a:lnTo>
                    <a:lnTo>
                      <a:pt x="259580" y="854900"/>
                    </a:lnTo>
                    <a:lnTo>
                      <a:pt x="251329" y="867593"/>
                    </a:lnTo>
                    <a:lnTo>
                      <a:pt x="250060" y="868862"/>
                    </a:lnTo>
                    <a:lnTo>
                      <a:pt x="248790" y="869497"/>
                    </a:lnTo>
                    <a:lnTo>
                      <a:pt x="244348" y="870766"/>
                    </a:lnTo>
                    <a:lnTo>
                      <a:pt x="232289" y="871401"/>
                    </a:lnTo>
                    <a:lnTo>
                      <a:pt x="229750" y="870766"/>
                    </a:lnTo>
                    <a:lnTo>
                      <a:pt x="224038" y="868228"/>
                    </a:lnTo>
                    <a:lnTo>
                      <a:pt x="216422" y="865689"/>
                    </a:lnTo>
                    <a:lnTo>
                      <a:pt x="215153" y="865054"/>
                    </a:lnTo>
                    <a:lnTo>
                      <a:pt x="213249" y="863785"/>
                    </a:lnTo>
                    <a:lnTo>
                      <a:pt x="210075" y="859977"/>
                    </a:lnTo>
                    <a:lnTo>
                      <a:pt x="209441" y="859342"/>
                    </a:lnTo>
                    <a:lnTo>
                      <a:pt x="208806" y="858708"/>
                    </a:lnTo>
                    <a:lnTo>
                      <a:pt x="207537" y="858073"/>
                    </a:lnTo>
                    <a:lnTo>
                      <a:pt x="206268" y="857438"/>
                    </a:lnTo>
                    <a:lnTo>
                      <a:pt x="204363" y="856804"/>
                    </a:lnTo>
                    <a:lnTo>
                      <a:pt x="199921" y="856804"/>
                    </a:lnTo>
                    <a:lnTo>
                      <a:pt x="197382" y="857438"/>
                    </a:lnTo>
                    <a:lnTo>
                      <a:pt x="194843" y="857438"/>
                    </a:lnTo>
                    <a:lnTo>
                      <a:pt x="194209" y="857438"/>
                    </a:lnTo>
                    <a:lnTo>
                      <a:pt x="191670" y="856804"/>
                    </a:lnTo>
                    <a:lnTo>
                      <a:pt x="189766" y="855534"/>
                    </a:lnTo>
                    <a:lnTo>
                      <a:pt x="189131" y="854900"/>
                    </a:lnTo>
                    <a:lnTo>
                      <a:pt x="188497" y="854265"/>
                    </a:lnTo>
                    <a:lnTo>
                      <a:pt x="185958" y="849822"/>
                    </a:lnTo>
                    <a:lnTo>
                      <a:pt x="185323" y="849188"/>
                    </a:lnTo>
                    <a:lnTo>
                      <a:pt x="184689" y="848553"/>
                    </a:lnTo>
                    <a:lnTo>
                      <a:pt x="182784" y="847284"/>
                    </a:lnTo>
                    <a:lnTo>
                      <a:pt x="171995" y="842206"/>
                    </a:lnTo>
                    <a:lnTo>
                      <a:pt x="171361" y="841572"/>
                    </a:lnTo>
                    <a:lnTo>
                      <a:pt x="170726" y="840937"/>
                    </a:lnTo>
                    <a:lnTo>
                      <a:pt x="170091" y="839668"/>
                    </a:lnTo>
                    <a:lnTo>
                      <a:pt x="170091" y="838398"/>
                    </a:lnTo>
                    <a:lnTo>
                      <a:pt x="169456" y="837129"/>
                    </a:lnTo>
                    <a:lnTo>
                      <a:pt x="169456" y="830782"/>
                    </a:lnTo>
                    <a:lnTo>
                      <a:pt x="169456" y="829513"/>
                    </a:lnTo>
                    <a:lnTo>
                      <a:pt x="169456" y="828244"/>
                    </a:lnTo>
                    <a:lnTo>
                      <a:pt x="168822" y="826974"/>
                    </a:lnTo>
                    <a:lnTo>
                      <a:pt x="168187" y="825705"/>
                    </a:lnTo>
                    <a:lnTo>
                      <a:pt x="167553" y="825070"/>
                    </a:lnTo>
                    <a:lnTo>
                      <a:pt x="166918" y="824436"/>
                    </a:lnTo>
                    <a:lnTo>
                      <a:pt x="166283" y="823801"/>
                    </a:lnTo>
                    <a:lnTo>
                      <a:pt x="158667" y="820628"/>
                    </a:lnTo>
                    <a:lnTo>
                      <a:pt x="158033" y="819993"/>
                    </a:lnTo>
                    <a:lnTo>
                      <a:pt x="157398" y="819358"/>
                    </a:lnTo>
                    <a:lnTo>
                      <a:pt x="157398" y="818089"/>
                    </a:lnTo>
                    <a:lnTo>
                      <a:pt x="158033" y="816819"/>
                    </a:lnTo>
                    <a:lnTo>
                      <a:pt x="158667" y="816185"/>
                    </a:lnTo>
                    <a:lnTo>
                      <a:pt x="163110" y="811742"/>
                    </a:lnTo>
                    <a:lnTo>
                      <a:pt x="163110" y="811742"/>
                    </a:lnTo>
                    <a:lnTo>
                      <a:pt x="163110" y="811107"/>
                    </a:lnTo>
                    <a:lnTo>
                      <a:pt x="163110" y="809838"/>
                    </a:lnTo>
                    <a:lnTo>
                      <a:pt x="163110" y="808569"/>
                    </a:lnTo>
                    <a:lnTo>
                      <a:pt x="162475" y="807299"/>
                    </a:lnTo>
                    <a:lnTo>
                      <a:pt x="161841" y="806030"/>
                    </a:lnTo>
                    <a:lnTo>
                      <a:pt x="161206" y="804761"/>
                    </a:lnTo>
                    <a:lnTo>
                      <a:pt x="160571" y="804126"/>
                    </a:lnTo>
                    <a:lnTo>
                      <a:pt x="158667" y="802857"/>
                    </a:lnTo>
                    <a:lnTo>
                      <a:pt x="154860" y="801587"/>
                    </a:lnTo>
                    <a:lnTo>
                      <a:pt x="152321" y="801587"/>
                    </a:lnTo>
                    <a:lnTo>
                      <a:pt x="146608" y="804126"/>
                    </a:lnTo>
                    <a:lnTo>
                      <a:pt x="144070" y="804126"/>
                    </a:lnTo>
                    <a:lnTo>
                      <a:pt x="127568" y="801587"/>
                    </a:lnTo>
                    <a:lnTo>
                      <a:pt x="124395" y="800953"/>
                    </a:lnTo>
                    <a:lnTo>
                      <a:pt x="123126" y="799684"/>
                    </a:lnTo>
                    <a:lnTo>
                      <a:pt x="123126" y="798414"/>
                    </a:lnTo>
                    <a:lnTo>
                      <a:pt x="123126" y="797145"/>
                    </a:lnTo>
                    <a:lnTo>
                      <a:pt x="122491" y="795875"/>
                    </a:lnTo>
                    <a:lnTo>
                      <a:pt x="121856" y="794606"/>
                    </a:lnTo>
                    <a:lnTo>
                      <a:pt x="121222" y="793972"/>
                    </a:lnTo>
                    <a:lnTo>
                      <a:pt x="119317" y="792702"/>
                    </a:lnTo>
                    <a:lnTo>
                      <a:pt x="112336" y="788259"/>
                    </a:lnTo>
                    <a:lnTo>
                      <a:pt x="110433" y="788259"/>
                    </a:lnTo>
                    <a:lnTo>
                      <a:pt x="109797" y="788894"/>
                    </a:lnTo>
                    <a:lnTo>
                      <a:pt x="109163" y="789529"/>
                    </a:lnTo>
                    <a:lnTo>
                      <a:pt x="108528" y="788894"/>
                    </a:lnTo>
                    <a:lnTo>
                      <a:pt x="104086" y="784451"/>
                    </a:lnTo>
                    <a:lnTo>
                      <a:pt x="101547" y="782547"/>
                    </a:lnTo>
                    <a:lnTo>
                      <a:pt x="99643" y="781913"/>
                    </a:lnTo>
                    <a:lnTo>
                      <a:pt x="97739" y="781278"/>
                    </a:lnTo>
                    <a:lnTo>
                      <a:pt x="89488" y="779374"/>
                    </a:lnTo>
                    <a:lnTo>
                      <a:pt x="87584" y="778739"/>
                    </a:lnTo>
                    <a:lnTo>
                      <a:pt x="86315" y="777470"/>
                    </a:lnTo>
                    <a:lnTo>
                      <a:pt x="85046" y="773662"/>
                    </a:lnTo>
                    <a:lnTo>
                      <a:pt x="80603" y="766046"/>
                    </a:lnTo>
                    <a:lnTo>
                      <a:pt x="79968" y="764777"/>
                    </a:lnTo>
                    <a:lnTo>
                      <a:pt x="79968" y="763507"/>
                    </a:lnTo>
                    <a:lnTo>
                      <a:pt x="78064" y="760969"/>
                    </a:lnTo>
                    <a:lnTo>
                      <a:pt x="74891" y="757795"/>
                    </a:lnTo>
                    <a:lnTo>
                      <a:pt x="60294" y="747006"/>
                    </a:lnTo>
                    <a:lnTo>
                      <a:pt x="59659" y="746371"/>
                    </a:lnTo>
                    <a:lnTo>
                      <a:pt x="59024" y="745102"/>
                    </a:lnTo>
                    <a:lnTo>
                      <a:pt x="58389" y="742563"/>
                    </a:lnTo>
                    <a:lnTo>
                      <a:pt x="55850" y="734947"/>
                    </a:lnTo>
                    <a:lnTo>
                      <a:pt x="55216" y="733043"/>
                    </a:lnTo>
                    <a:lnTo>
                      <a:pt x="53947" y="731774"/>
                    </a:lnTo>
                    <a:lnTo>
                      <a:pt x="52043" y="729235"/>
                    </a:lnTo>
                    <a:lnTo>
                      <a:pt x="50774" y="727966"/>
                    </a:lnTo>
                    <a:lnTo>
                      <a:pt x="49504" y="727331"/>
                    </a:lnTo>
                    <a:lnTo>
                      <a:pt x="40619" y="722888"/>
                    </a:lnTo>
                    <a:lnTo>
                      <a:pt x="39349" y="721619"/>
                    </a:lnTo>
                    <a:lnTo>
                      <a:pt x="38715" y="720350"/>
                    </a:lnTo>
                    <a:lnTo>
                      <a:pt x="38715" y="719715"/>
                    </a:lnTo>
                    <a:lnTo>
                      <a:pt x="40619" y="715272"/>
                    </a:lnTo>
                    <a:lnTo>
                      <a:pt x="41254" y="714003"/>
                    </a:lnTo>
                    <a:lnTo>
                      <a:pt x="41254" y="713368"/>
                    </a:lnTo>
                    <a:lnTo>
                      <a:pt x="40619" y="712099"/>
                    </a:lnTo>
                    <a:lnTo>
                      <a:pt x="39984" y="710195"/>
                    </a:lnTo>
                    <a:lnTo>
                      <a:pt x="38715" y="708926"/>
                    </a:lnTo>
                    <a:lnTo>
                      <a:pt x="38080" y="708291"/>
                    </a:lnTo>
                    <a:lnTo>
                      <a:pt x="26021" y="700675"/>
                    </a:lnTo>
                    <a:lnTo>
                      <a:pt x="24117" y="699406"/>
                    </a:lnTo>
                    <a:lnTo>
                      <a:pt x="22848" y="697502"/>
                    </a:lnTo>
                    <a:lnTo>
                      <a:pt x="20944" y="694328"/>
                    </a:lnTo>
                    <a:lnTo>
                      <a:pt x="19675" y="692424"/>
                    </a:lnTo>
                    <a:lnTo>
                      <a:pt x="1904" y="674019"/>
                    </a:lnTo>
                    <a:lnTo>
                      <a:pt x="635" y="672115"/>
                    </a:lnTo>
                    <a:lnTo>
                      <a:pt x="0" y="670845"/>
                    </a:lnTo>
                    <a:lnTo>
                      <a:pt x="0" y="669576"/>
                    </a:lnTo>
                    <a:lnTo>
                      <a:pt x="0" y="668942"/>
                    </a:lnTo>
                    <a:lnTo>
                      <a:pt x="635" y="668307"/>
                    </a:lnTo>
                    <a:lnTo>
                      <a:pt x="1269" y="667672"/>
                    </a:lnTo>
                    <a:lnTo>
                      <a:pt x="4442" y="664499"/>
                    </a:lnTo>
                    <a:lnTo>
                      <a:pt x="5712" y="662595"/>
                    </a:lnTo>
                    <a:lnTo>
                      <a:pt x="6347" y="661325"/>
                    </a:lnTo>
                    <a:lnTo>
                      <a:pt x="6347" y="660691"/>
                    </a:lnTo>
                    <a:lnTo>
                      <a:pt x="6347" y="659422"/>
                    </a:lnTo>
                    <a:lnTo>
                      <a:pt x="5712" y="655613"/>
                    </a:lnTo>
                    <a:lnTo>
                      <a:pt x="5712" y="654344"/>
                    </a:lnTo>
                    <a:lnTo>
                      <a:pt x="5712" y="653075"/>
                    </a:lnTo>
                    <a:lnTo>
                      <a:pt x="6347" y="652440"/>
                    </a:lnTo>
                    <a:lnTo>
                      <a:pt x="6981" y="651805"/>
                    </a:lnTo>
                    <a:lnTo>
                      <a:pt x="9520" y="651171"/>
                    </a:lnTo>
                    <a:lnTo>
                      <a:pt x="10155" y="650536"/>
                    </a:lnTo>
                    <a:lnTo>
                      <a:pt x="10789" y="649901"/>
                    </a:lnTo>
                    <a:lnTo>
                      <a:pt x="10789" y="648632"/>
                    </a:lnTo>
                    <a:lnTo>
                      <a:pt x="10789" y="647363"/>
                    </a:lnTo>
                    <a:lnTo>
                      <a:pt x="10155" y="646093"/>
                    </a:lnTo>
                    <a:lnTo>
                      <a:pt x="9520" y="643555"/>
                    </a:lnTo>
                    <a:lnTo>
                      <a:pt x="8886" y="637843"/>
                    </a:lnTo>
                    <a:lnTo>
                      <a:pt x="8886" y="634669"/>
                    </a:lnTo>
                    <a:lnTo>
                      <a:pt x="8250" y="632131"/>
                    </a:lnTo>
                    <a:lnTo>
                      <a:pt x="6981" y="629592"/>
                    </a:lnTo>
                    <a:lnTo>
                      <a:pt x="1904" y="622611"/>
                    </a:lnTo>
                    <a:lnTo>
                      <a:pt x="1269" y="620707"/>
                    </a:lnTo>
                    <a:lnTo>
                      <a:pt x="1269" y="620072"/>
                    </a:lnTo>
                    <a:lnTo>
                      <a:pt x="1269" y="619437"/>
                    </a:lnTo>
                    <a:lnTo>
                      <a:pt x="1269" y="613091"/>
                    </a:lnTo>
                    <a:lnTo>
                      <a:pt x="635" y="610552"/>
                    </a:lnTo>
                    <a:lnTo>
                      <a:pt x="635" y="609283"/>
                    </a:lnTo>
                    <a:lnTo>
                      <a:pt x="635" y="609283"/>
                    </a:lnTo>
                    <a:lnTo>
                      <a:pt x="8250" y="611187"/>
                    </a:lnTo>
                    <a:lnTo>
                      <a:pt x="16501" y="608648"/>
                    </a:lnTo>
                    <a:lnTo>
                      <a:pt x="32368" y="600397"/>
                    </a:lnTo>
                    <a:lnTo>
                      <a:pt x="46330" y="596589"/>
                    </a:lnTo>
                    <a:lnTo>
                      <a:pt x="49504" y="594685"/>
                    </a:lnTo>
                    <a:lnTo>
                      <a:pt x="51408" y="589608"/>
                    </a:lnTo>
                    <a:lnTo>
                      <a:pt x="52043" y="585165"/>
                    </a:lnTo>
                    <a:lnTo>
                      <a:pt x="52677" y="562952"/>
                    </a:lnTo>
                    <a:lnTo>
                      <a:pt x="53947" y="557240"/>
                    </a:lnTo>
                    <a:lnTo>
                      <a:pt x="56486" y="554701"/>
                    </a:lnTo>
                    <a:lnTo>
                      <a:pt x="66006" y="554701"/>
                    </a:lnTo>
                    <a:lnTo>
                      <a:pt x="69814" y="553432"/>
                    </a:lnTo>
                    <a:lnTo>
                      <a:pt x="72352" y="548989"/>
                    </a:lnTo>
                    <a:lnTo>
                      <a:pt x="72352" y="546450"/>
                    </a:lnTo>
                    <a:lnTo>
                      <a:pt x="71083" y="543277"/>
                    </a:lnTo>
                    <a:lnTo>
                      <a:pt x="69814" y="540104"/>
                    </a:lnTo>
                    <a:lnTo>
                      <a:pt x="67275" y="536296"/>
                    </a:lnTo>
                    <a:lnTo>
                      <a:pt x="67275" y="533757"/>
                    </a:lnTo>
                    <a:lnTo>
                      <a:pt x="67909" y="529949"/>
                    </a:lnTo>
                    <a:lnTo>
                      <a:pt x="66006" y="524237"/>
                    </a:lnTo>
                    <a:lnTo>
                      <a:pt x="63467" y="520429"/>
                    </a:lnTo>
                    <a:lnTo>
                      <a:pt x="60928" y="517256"/>
                    </a:lnTo>
                    <a:lnTo>
                      <a:pt x="59024" y="513448"/>
                    </a:lnTo>
                    <a:lnTo>
                      <a:pt x="58389" y="507736"/>
                    </a:lnTo>
                    <a:lnTo>
                      <a:pt x="60928" y="503928"/>
                    </a:lnTo>
                    <a:lnTo>
                      <a:pt x="64101" y="500754"/>
                    </a:lnTo>
                    <a:lnTo>
                      <a:pt x="65370" y="494407"/>
                    </a:lnTo>
                    <a:lnTo>
                      <a:pt x="67275" y="489965"/>
                    </a:lnTo>
                    <a:lnTo>
                      <a:pt x="67909" y="487426"/>
                    </a:lnTo>
                    <a:lnTo>
                      <a:pt x="67275" y="477271"/>
                    </a:lnTo>
                    <a:lnTo>
                      <a:pt x="69179" y="469021"/>
                    </a:lnTo>
                    <a:lnTo>
                      <a:pt x="72987" y="458866"/>
                    </a:lnTo>
                    <a:lnTo>
                      <a:pt x="78064" y="449346"/>
                    </a:lnTo>
                    <a:lnTo>
                      <a:pt x="83142" y="443634"/>
                    </a:lnTo>
                    <a:lnTo>
                      <a:pt x="87584" y="442999"/>
                    </a:lnTo>
                    <a:lnTo>
                      <a:pt x="91393" y="444903"/>
                    </a:lnTo>
                    <a:lnTo>
                      <a:pt x="94566" y="447442"/>
                    </a:lnTo>
                    <a:lnTo>
                      <a:pt x="100913" y="448711"/>
                    </a:lnTo>
                    <a:lnTo>
                      <a:pt x="104086" y="451250"/>
                    </a:lnTo>
                    <a:lnTo>
                      <a:pt x="106624" y="455058"/>
                    </a:lnTo>
                    <a:lnTo>
                      <a:pt x="107894" y="458866"/>
                    </a:lnTo>
                    <a:lnTo>
                      <a:pt x="108528" y="460135"/>
                    </a:lnTo>
                    <a:lnTo>
                      <a:pt x="109163" y="461405"/>
                    </a:lnTo>
                    <a:lnTo>
                      <a:pt x="109797" y="463309"/>
                    </a:lnTo>
                    <a:lnTo>
                      <a:pt x="109163" y="464578"/>
                    </a:lnTo>
                    <a:lnTo>
                      <a:pt x="108528" y="465213"/>
                    </a:lnTo>
                    <a:lnTo>
                      <a:pt x="107894" y="465847"/>
                    </a:lnTo>
                    <a:lnTo>
                      <a:pt x="107259" y="466482"/>
                    </a:lnTo>
                    <a:lnTo>
                      <a:pt x="107259" y="469655"/>
                    </a:lnTo>
                    <a:lnTo>
                      <a:pt x="106624" y="471559"/>
                    </a:lnTo>
                    <a:lnTo>
                      <a:pt x="106624" y="472829"/>
                    </a:lnTo>
                    <a:lnTo>
                      <a:pt x="108528" y="475367"/>
                    </a:lnTo>
                    <a:lnTo>
                      <a:pt x="112336" y="476637"/>
                    </a:lnTo>
                    <a:lnTo>
                      <a:pt x="116144" y="474098"/>
                    </a:lnTo>
                    <a:lnTo>
                      <a:pt x="119317" y="469655"/>
                    </a:lnTo>
                    <a:lnTo>
                      <a:pt x="121222" y="465847"/>
                    </a:lnTo>
                    <a:lnTo>
                      <a:pt x="121856" y="459501"/>
                    </a:lnTo>
                    <a:lnTo>
                      <a:pt x="122491" y="456327"/>
                    </a:lnTo>
                    <a:lnTo>
                      <a:pt x="124395" y="454423"/>
                    </a:lnTo>
                    <a:lnTo>
                      <a:pt x="126934" y="455058"/>
                    </a:lnTo>
                    <a:lnTo>
                      <a:pt x="130742" y="458231"/>
                    </a:lnTo>
                    <a:lnTo>
                      <a:pt x="133281" y="458866"/>
                    </a:lnTo>
                    <a:lnTo>
                      <a:pt x="137088" y="456962"/>
                    </a:lnTo>
                    <a:lnTo>
                      <a:pt x="136454" y="454423"/>
                    </a:lnTo>
                    <a:lnTo>
                      <a:pt x="133915" y="450615"/>
                    </a:lnTo>
                    <a:lnTo>
                      <a:pt x="132011" y="446807"/>
                    </a:lnTo>
                    <a:lnTo>
                      <a:pt x="131376" y="437922"/>
                    </a:lnTo>
                    <a:lnTo>
                      <a:pt x="130107" y="433479"/>
                    </a:lnTo>
                    <a:lnTo>
                      <a:pt x="127568" y="432210"/>
                    </a:lnTo>
                    <a:lnTo>
                      <a:pt x="126299" y="431575"/>
                    </a:lnTo>
                    <a:lnTo>
                      <a:pt x="124395" y="430941"/>
                    </a:lnTo>
                    <a:lnTo>
                      <a:pt x="122491" y="429671"/>
                    </a:lnTo>
                    <a:lnTo>
                      <a:pt x="121856" y="428402"/>
                    </a:lnTo>
                    <a:lnTo>
                      <a:pt x="120587" y="425229"/>
                    </a:lnTo>
                    <a:lnTo>
                      <a:pt x="120587" y="424594"/>
                    </a:lnTo>
                    <a:lnTo>
                      <a:pt x="121856" y="424594"/>
                    </a:lnTo>
                    <a:lnTo>
                      <a:pt x="130742" y="418882"/>
                    </a:lnTo>
                    <a:lnTo>
                      <a:pt x="132011" y="416343"/>
                    </a:lnTo>
                    <a:lnTo>
                      <a:pt x="131376" y="410631"/>
                    </a:lnTo>
                    <a:lnTo>
                      <a:pt x="128837" y="401746"/>
                    </a:lnTo>
                    <a:lnTo>
                      <a:pt x="128837" y="398572"/>
                    </a:lnTo>
                    <a:lnTo>
                      <a:pt x="129473" y="394764"/>
                    </a:lnTo>
                    <a:lnTo>
                      <a:pt x="137088" y="382706"/>
                    </a:lnTo>
                    <a:lnTo>
                      <a:pt x="138993" y="373820"/>
                    </a:lnTo>
                    <a:lnTo>
                      <a:pt x="142801" y="371916"/>
                    </a:lnTo>
                    <a:lnTo>
                      <a:pt x="147243" y="371282"/>
                    </a:lnTo>
                    <a:lnTo>
                      <a:pt x="151051" y="368743"/>
                    </a:lnTo>
                    <a:lnTo>
                      <a:pt x="152321" y="370012"/>
                    </a:lnTo>
                    <a:lnTo>
                      <a:pt x="153590" y="368743"/>
                    </a:lnTo>
                    <a:lnTo>
                      <a:pt x="154224" y="368108"/>
                    </a:lnTo>
                    <a:lnTo>
                      <a:pt x="155494" y="368108"/>
                    </a:lnTo>
                    <a:lnTo>
                      <a:pt x="157398" y="368743"/>
                    </a:lnTo>
                    <a:lnTo>
                      <a:pt x="159302" y="365570"/>
                    </a:lnTo>
                    <a:lnTo>
                      <a:pt x="158667" y="356050"/>
                    </a:lnTo>
                    <a:lnTo>
                      <a:pt x="159302" y="351607"/>
                    </a:lnTo>
                    <a:lnTo>
                      <a:pt x="171361" y="335740"/>
                    </a:lnTo>
                    <a:lnTo>
                      <a:pt x="173900" y="333836"/>
                    </a:lnTo>
                    <a:lnTo>
                      <a:pt x="182150" y="332567"/>
                    </a:lnTo>
                    <a:lnTo>
                      <a:pt x="184689" y="334471"/>
                    </a:lnTo>
                    <a:lnTo>
                      <a:pt x="187227" y="338279"/>
                    </a:lnTo>
                    <a:lnTo>
                      <a:pt x="190401" y="342087"/>
                    </a:lnTo>
                    <a:lnTo>
                      <a:pt x="194843" y="344625"/>
                    </a:lnTo>
                    <a:lnTo>
                      <a:pt x="199286" y="343356"/>
                    </a:lnTo>
                    <a:lnTo>
                      <a:pt x="204998" y="336375"/>
                    </a:lnTo>
                    <a:lnTo>
                      <a:pt x="208806" y="333836"/>
                    </a:lnTo>
                    <a:lnTo>
                      <a:pt x="212614" y="332567"/>
                    </a:lnTo>
                    <a:lnTo>
                      <a:pt x="216422" y="330663"/>
                    </a:lnTo>
                    <a:lnTo>
                      <a:pt x="220230" y="328124"/>
                    </a:lnTo>
                    <a:lnTo>
                      <a:pt x="222769" y="325585"/>
                    </a:lnTo>
                    <a:lnTo>
                      <a:pt x="227211" y="318604"/>
                    </a:lnTo>
                    <a:lnTo>
                      <a:pt x="230385" y="315431"/>
                    </a:lnTo>
                    <a:lnTo>
                      <a:pt x="237367" y="311623"/>
                    </a:lnTo>
                    <a:lnTo>
                      <a:pt x="239905" y="307180"/>
                    </a:lnTo>
                    <a:lnTo>
                      <a:pt x="243078" y="298295"/>
                    </a:lnTo>
                    <a:lnTo>
                      <a:pt x="248156" y="290679"/>
                    </a:lnTo>
                    <a:lnTo>
                      <a:pt x="266561" y="270369"/>
                    </a:lnTo>
                    <a:lnTo>
                      <a:pt x="278620" y="260214"/>
                    </a:lnTo>
                    <a:lnTo>
                      <a:pt x="278620" y="257676"/>
                    </a:lnTo>
                    <a:lnTo>
                      <a:pt x="279889" y="250694"/>
                    </a:lnTo>
                    <a:lnTo>
                      <a:pt x="279889" y="249425"/>
                    </a:lnTo>
                    <a:lnTo>
                      <a:pt x="279255" y="246886"/>
                    </a:lnTo>
                    <a:lnTo>
                      <a:pt x="279255" y="245617"/>
                    </a:lnTo>
                    <a:lnTo>
                      <a:pt x="279889" y="244348"/>
                    </a:lnTo>
                    <a:lnTo>
                      <a:pt x="282428" y="241174"/>
                    </a:lnTo>
                    <a:lnTo>
                      <a:pt x="282428" y="236097"/>
                    </a:lnTo>
                    <a:lnTo>
                      <a:pt x="281158" y="232924"/>
                    </a:lnTo>
                    <a:lnTo>
                      <a:pt x="278620" y="230385"/>
                    </a:lnTo>
                    <a:lnTo>
                      <a:pt x="274811" y="227846"/>
                    </a:lnTo>
                    <a:lnTo>
                      <a:pt x="273542" y="225308"/>
                    </a:lnTo>
                    <a:lnTo>
                      <a:pt x="274811" y="222769"/>
                    </a:lnTo>
                    <a:lnTo>
                      <a:pt x="278620" y="219596"/>
                    </a:lnTo>
                    <a:lnTo>
                      <a:pt x="279255" y="217057"/>
                    </a:lnTo>
                    <a:lnTo>
                      <a:pt x="279255" y="211980"/>
                    </a:lnTo>
                    <a:lnTo>
                      <a:pt x="279255" y="209441"/>
                    </a:lnTo>
                    <a:lnTo>
                      <a:pt x="279889" y="206268"/>
                    </a:lnTo>
                    <a:lnTo>
                      <a:pt x="280524" y="203729"/>
                    </a:lnTo>
                    <a:lnTo>
                      <a:pt x="283062" y="198651"/>
                    </a:lnTo>
                    <a:lnTo>
                      <a:pt x="283062" y="196748"/>
                    </a:lnTo>
                    <a:lnTo>
                      <a:pt x="281793" y="194209"/>
                    </a:lnTo>
                    <a:lnTo>
                      <a:pt x="280524" y="191670"/>
                    </a:lnTo>
                    <a:lnTo>
                      <a:pt x="279889" y="189131"/>
                    </a:lnTo>
                    <a:lnTo>
                      <a:pt x="279889" y="185323"/>
                    </a:lnTo>
                    <a:lnTo>
                      <a:pt x="281793" y="185323"/>
                    </a:lnTo>
                    <a:lnTo>
                      <a:pt x="284331" y="185958"/>
                    </a:lnTo>
                    <a:lnTo>
                      <a:pt x="286870" y="185323"/>
                    </a:lnTo>
                    <a:lnTo>
                      <a:pt x="287505" y="182785"/>
                    </a:lnTo>
                    <a:lnTo>
                      <a:pt x="286870" y="180881"/>
                    </a:lnTo>
                    <a:lnTo>
                      <a:pt x="285601" y="178977"/>
                    </a:lnTo>
                    <a:lnTo>
                      <a:pt x="284967" y="177073"/>
                    </a:lnTo>
                    <a:lnTo>
                      <a:pt x="285601" y="172630"/>
                    </a:lnTo>
                    <a:lnTo>
                      <a:pt x="286870" y="169457"/>
                    </a:lnTo>
                    <a:lnTo>
                      <a:pt x="287505" y="165649"/>
                    </a:lnTo>
                    <a:lnTo>
                      <a:pt x="286870" y="159937"/>
                    </a:lnTo>
                    <a:lnTo>
                      <a:pt x="284967" y="149782"/>
                    </a:lnTo>
                    <a:lnTo>
                      <a:pt x="284967" y="144705"/>
                    </a:lnTo>
                    <a:lnTo>
                      <a:pt x="286236" y="138358"/>
                    </a:lnTo>
                    <a:lnTo>
                      <a:pt x="288775" y="128838"/>
                    </a:lnTo>
                    <a:lnTo>
                      <a:pt x="289409" y="124395"/>
                    </a:lnTo>
                    <a:lnTo>
                      <a:pt x="289409" y="115510"/>
                    </a:lnTo>
                    <a:lnTo>
                      <a:pt x="290044" y="109798"/>
                    </a:lnTo>
                    <a:lnTo>
                      <a:pt x="292582" y="99643"/>
                    </a:lnTo>
                    <a:lnTo>
                      <a:pt x="293852" y="97739"/>
                    </a:lnTo>
                    <a:lnTo>
                      <a:pt x="298295" y="92662"/>
                    </a:lnTo>
                    <a:lnTo>
                      <a:pt x="298929" y="90758"/>
                    </a:lnTo>
                    <a:lnTo>
                      <a:pt x="299564" y="82507"/>
                    </a:lnTo>
                    <a:lnTo>
                      <a:pt x="300198" y="81238"/>
                    </a:lnTo>
                    <a:lnTo>
                      <a:pt x="299564" y="78064"/>
                    </a:lnTo>
                    <a:lnTo>
                      <a:pt x="297025" y="72987"/>
                    </a:lnTo>
                    <a:lnTo>
                      <a:pt x="297025" y="71718"/>
                    </a:lnTo>
                    <a:lnTo>
                      <a:pt x="297025" y="69179"/>
                    </a:lnTo>
                    <a:lnTo>
                      <a:pt x="296390" y="67910"/>
                    </a:lnTo>
                    <a:lnTo>
                      <a:pt x="295121" y="67275"/>
                    </a:lnTo>
                    <a:lnTo>
                      <a:pt x="293852" y="66640"/>
                    </a:lnTo>
                    <a:lnTo>
                      <a:pt x="292582" y="66640"/>
                    </a:lnTo>
                    <a:lnTo>
                      <a:pt x="291948" y="66640"/>
                    </a:lnTo>
                    <a:lnTo>
                      <a:pt x="291313" y="60928"/>
                    </a:lnTo>
                    <a:lnTo>
                      <a:pt x="293852" y="50774"/>
                    </a:lnTo>
                    <a:lnTo>
                      <a:pt x="293852" y="45062"/>
                    </a:lnTo>
                    <a:lnTo>
                      <a:pt x="292582" y="41888"/>
                    </a:lnTo>
                    <a:lnTo>
                      <a:pt x="290044" y="38080"/>
                    </a:lnTo>
                    <a:lnTo>
                      <a:pt x="284331" y="30464"/>
                    </a:lnTo>
                    <a:lnTo>
                      <a:pt x="276716" y="23483"/>
                    </a:lnTo>
                    <a:lnTo>
                      <a:pt x="274177" y="19675"/>
                    </a:lnTo>
                    <a:lnTo>
                      <a:pt x="275447" y="14597"/>
                    </a:lnTo>
                    <a:lnTo>
                      <a:pt x="278620" y="11424"/>
                    </a:lnTo>
                    <a:lnTo>
                      <a:pt x="283062" y="8885"/>
                    </a:lnTo>
                    <a:lnTo>
                      <a:pt x="288140" y="7616"/>
                    </a:lnTo>
                    <a:lnTo>
                      <a:pt x="291948" y="8885"/>
                    </a:lnTo>
                    <a:lnTo>
                      <a:pt x="299564" y="1269"/>
                    </a:lnTo>
                    <a:lnTo>
                      <a:pt x="302103" y="0"/>
                    </a:lnTo>
                    <a:lnTo>
                      <a:pt x="302103" y="0"/>
                    </a:lnTo>
                    <a:lnTo>
                      <a:pt x="302103" y="0"/>
                    </a:lnTo>
                    <a:lnTo>
                      <a:pt x="302103" y="0"/>
                    </a:lnTo>
                    <a:lnTo>
                      <a:pt x="302103" y="0"/>
                    </a:lnTo>
                    <a:lnTo>
                      <a:pt x="302103" y="0"/>
                    </a:lnTo>
                    <a:lnTo>
                      <a:pt x="302103" y="0"/>
                    </a:lnTo>
                    <a:lnTo>
                      <a:pt x="302103" y="0"/>
                    </a:lnTo>
                    <a:lnTo>
                      <a:pt x="302103" y="0"/>
                    </a:lnTo>
                    <a:lnTo>
                      <a:pt x="305910" y="19675"/>
                    </a:lnTo>
                    <a:lnTo>
                      <a:pt x="309084" y="39349"/>
                    </a:lnTo>
                    <a:lnTo>
                      <a:pt x="312892" y="59024"/>
                    </a:lnTo>
                    <a:lnTo>
                      <a:pt x="316700" y="78699"/>
                    </a:lnTo>
                    <a:lnTo>
                      <a:pt x="320508" y="98374"/>
                    </a:lnTo>
                    <a:lnTo>
                      <a:pt x="324316" y="118049"/>
                    </a:lnTo>
                    <a:lnTo>
                      <a:pt x="327489" y="137723"/>
                    </a:lnTo>
                    <a:lnTo>
                      <a:pt x="331297" y="157398"/>
                    </a:lnTo>
                    <a:lnTo>
                      <a:pt x="334471" y="174534"/>
                    </a:lnTo>
                    <a:lnTo>
                      <a:pt x="337644" y="191670"/>
                    </a:lnTo>
                    <a:lnTo>
                      <a:pt x="340817" y="208806"/>
                    </a:lnTo>
                    <a:lnTo>
                      <a:pt x="343991" y="225942"/>
                    </a:lnTo>
                    <a:lnTo>
                      <a:pt x="368743" y="221500"/>
                    </a:lnTo>
                    <a:lnTo>
                      <a:pt x="393495" y="217057"/>
                    </a:lnTo>
                    <a:lnTo>
                      <a:pt x="418247" y="212614"/>
                    </a:lnTo>
                    <a:lnTo>
                      <a:pt x="442999" y="208172"/>
                    </a:lnTo>
                    <a:lnTo>
                      <a:pt x="467751" y="203729"/>
                    </a:lnTo>
                    <a:lnTo>
                      <a:pt x="492503" y="199286"/>
                    </a:lnTo>
                    <a:lnTo>
                      <a:pt x="517256" y="194843"/>
                    </a:lnTo>
                    <a:lnTo>
                      <a:pt x="533122" y="181516"/>
                    </a:lnTo>
                    <a:lnTo>
                      <a:pt x="533122" y="181516"/>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18" name="Google Shape;418;p51"/>
              <p:cNvSpPr/>
              <p:nvPr/>
            </p:nvSpPr>
            <p:spPr>
              <a:xfrm>
                <a:off x="5360038" y="2329333"/>
                <a:ext cx="802324" cy="806946"/>
              </a:xfrm>
              <a:custGeom>
                <a:avLst/>
                <a:gdLst/>
                <a:ahLst/>
                <a:cxnLst/>
                <a:rect l="l" t="t" r="r" b="b"/>
                <a:pathLst>
                  <a:path w="1101786" h="1108132" extrusionOk="0">
                    <a:moveTo>
                      <a:pt x="358588" y="78064"/>
                    </a:moveTo>
                    <a:lnTo>
                      <a:pt x="359224" y="81872"/>
                    </a:lnTo>
                    <a:lnTo>
                      <a:pt x="361762" y="83142"/>
                    </a:lnTo>
                    <a:lnTo>
                      <a:pt x="369378" y="76795"/>
                    </a:lnTo>
                    <a:lnTo>
                      <a:pt x="378898" y="73622"/>
                    </a:lnTo>
                    <a:lnTo>
                      <a:pt x="380802" y="69814"/>
                    </a:lnTo>
                    <a:lnTo>
                      <a:pt x="377628" y="69814"/>
                    </a:lnTo>
                    <a:lnTo>
                      <a:pt x="378898" y="66640"/>
                    </a:lnTo>
                    <a:lnTo>
                      <a:pt x="382706" y="62832"/>
                    </a:lnTo>
                    <a:lnTo>
                      <a:pt x="387148" y="60928"/>
                    </a:lnTo>
                    <a:lnTo>
                      <a:pt x="391592" y="60294"/>
                    </a:lnTo>
                    <a:lnTo>
                      <a:pt x="394130" y="58390"/>
                    </a:lnTo>
                    <a:lnTo>
                      <a:pt x="394130" y="55851"/>
                    </a:lnTo>
                    <a:lnTo>
                      <a:pt x="390957" y="52043"/>
                    </a:lnTo>
                    <a:lnTo>
                      <a:pt x="387148" y="52678"/>
                    </a:lnTo>
                    <a:lnTo>
                      <a:pt x="376994" y="58390"/>
                    </a:lnTo>
                    <a:lnTo>
                      <a:pt x="375090" y="60928"/>
                    </a:lnTo>
                    <a:lnTo>
                      <a:pt x="373186" y="64102"/>
                    </a:lnTo>
                    <a:lnTo>
                      <a:pt x="360493" y="72987"/>
                    </a:lnTo>
                    <a:lnTo>
                      <a:pt x="358588" y="78064"/>
                    </a:lnTo>
                    <a:close/>
                    <a:moveTo>
                      <a:pt x="390957" y="39984"/>
                    </a:moveTo>
                    <a:lnTo>
                      <a:pt x="394130" y="39984"/>
                    </a:lnTo>
                    <a:lnTo>
                      <a:pt x="397304" y="40619"/>
                    </a:lnTo>
                    <a:lnTo>
                      <a:pt x="399842" y="42523"/>
                    </a:lnTo>
                    <a:lnTo>
                      <a:pt x="398573" y="38715"/>
                    </a:lnTo>
                    <a:lnTo>
                      <a:pt x="399207" y="36176"/>
                    </a:lnTo>
                    <a:lnTo>
                      <a:pt x="401112" y="33638"/>
                    </a:lnTo>
                    <a:lnTo>
                      <a:pt x="403015" y="31733"/>
                    </a:lnTo>
                    <a:lnTo>
                      <a:pt x="403015" y="27925"/>
                    </a:lnTo>
                    <a:lnTo>
                      <a:pt x="400477" y="27925"/>
                    </a:lnTo>
                    <a:lnTo>
                      <a:pt x="393495" y="30464"/>
                    </a:lnTo>
                    <a:lnTo>
                      <a:pt x="384610" y="33003"/>
                    </a:lnTo>
                    <a:lnTo>
                      <a:pt x="382706" y="34272"/>
                    </a:lnTo>
                    <a:lnTo>
                      <a:pt x="380167" y="38715"/>
                    </a:lnTo>
                    <a:lnTo>
                      <a:pt x="382071" y="39984"/>
                    </a:lnTo>
                    <a:lnTo>
                      <a:pt x="390957" y="39984"/>
                    </a:lnTo>
                    <a:close/>
                    <a:moveTo>
                      <a:pt x="324951" y="35542"/>
                    </a:moveTo>
                    <a:lnTo>
                      <a:pt x="328125" y="34272"/>
                    </a:lnTo>
                    <a:lnTo>
                      <a:pt x="330663" y="31099"/>
                    </a:lnTo>
                    <a:lnTo>
                      <a:pt x="331932" y="27925"/>
                    </a:lnTo>
                    <a:lnTo>
                      <a:pt x="328759" y="24752"/>
                    </a:lnTo>
                    <a:lnTo>
                      <a:pt x="326855" y="27291"/>
                    </a:lnTo>
                    <a:lnTo>
                      <a:pt x="321778" y="31099"/>
                    </a:lnTo>
                    <a:lnTo>
                      <a:pt x="321778" y="33638"/>
                    </a:lnTo>
                    <a:lnTo>
                      <a:pt x="324951" y="35542"/>
                    </a:lnTo>
                    <a:close/>
                    <a:moveTo>
                      <a:pt x="1028165" y="488061"/>
                    </a:moveTo>
                    <a:lnTo>
                      <a:pt x="1023722" y="487426"/>
                    </a:lnTo>
                    <a:lnTo>
                      <a:pt x="1019914" y="484253"/>
                    </a:lnTo>
                    <a:lnTo>
                      <a:pt x="1013568" y="476637"/>
                    </a:lnTo>
                    <a:lnTo>
                      <a:pt x="1007221" y="472829"/>
                    </a:lnTo>
                    <a:lnTo>
                      <a:pt x="1003413" y="476002"/>
                    </a:lnTo>
                    <a:lnTo>
                      <a:pt x="1000240" y="479175"/>
                    </a:lnTo>
                    <a:lnTo>
                      <a:pt x="995797" y="476637"/>
                    </a:lnTo>
                    <a:lnTo>
                      <a:pt x="989450" y="484887"/>
                    </a:lnTo>
                    <a:lnTo>
                      <a:pt x="986911" y="487426"/>
                    </a:lnTo>
                    <a:lnTo>
                      <a:pt x="987546" y="482983"/>
                    </a:lnTo>
                    <a:lnTo>
                      <a:pt x="983103" y="482983"/>
                    </a:lnTo>
                    <a:lnTo>
                      <a:pt x="978026" y="486157"/>
                    </a:lnTo>
                    <a:lnTo>
                      <a:pt x="974218" y="490600"/>
                    </a:lnTo>
                    <a:lnTo>
                      <a:pt x="971680" y="494407"/>
                    </a:lnTo>
                    <a:lnTo>
                      <a:pt x="966602" y="505197"/>
                    </a:lnTo>
                    <a:lnTo>
                      <a:pt x="962160" y="517256"/>
                    </a:lnTo>
                    <a:lnTo>
                      <a:pt x="964063" y="521064"/>
                    </a:lnTo>
                    <a:lnTo>
                      <a:pt x="962794" y="525506"/>
                    </a:lnTo>
                    <a:lnTo>
                      <a:pt x="960255" y="529314"/>
                    </a:lnTo>
                    <a:lnTo>
                      <a:pt x="958986" y="532488"/>
                    </a:lnTo>
                    <a:lnTo>
                      <a:pt x="957082" y="535026"/>
                    </a:lnTo>
                    <a:lnTo>
                      <a:pt x="944388" y="542008"/>
                    </a:lnTo>
                    <a:lnTo>
                      <a:pt x="936773" y="548989"/>
                    </a:lnTo>
                    <a:lnTo>
                      <a:pt x="932964" y="553432"/>
                    </a:lnTo>
                    <a:lnTo>
                      <a:pt x="931695" y="557874"/>
                    </a:lnTo>
                    <a:lnTo>
                      <a:pt x="930426" y="563587"/>
                    </a:lnTo>
                    <a:lnTo>
                      <a:pt x="926617" y="566760"/>
                    </a:lnTo>
                    <a:lnTo>
                      <a:pt x="921541" y="567394"/>
                    </a:lnTo>
                    <a:lnTo>
                      <a:pt x="917097" y="566760"/>
                    </a:lnTo>
                    <a:lnTo>
                      <a:pt x="913290" y="564856"/>
                    </a:lnTo>
                    <a:lnTo>
                      <a:pt x="909482" y="561682"/>
                    </a:lnTo>
                    <a:lnTo>
                      <a:pt x="906943" y="558509"/>
                    </a:lnTo>
                    <a:lnTo>
                      <a:pt x="908847" y="557240"/>
                    </a:lnTo>
                    <a:lnTo>
                      <a:pt x="909482" y="549624"/>
                    </a:lnTo>
                    <a:lnTo>
                      <a:pt x="909482" y="544546"/>
                    </a:lnTo>
                    <a:lnTo>
                      <a:pt x="910116" y="542008"/>
                    </a:lnTo>
                    <a:lnTo>
                      <a:pt x="911386" y="540104"/>
                    </a:lnTo>
                    <a:lnTo>
                      <a:pt x="912655" y="536930"/>
                    </a:lnTo>
                    <a:lnTo>
                      <a:pt x="913924" y="536296"/>
                    </a:lnTo>
                    <a:lnTo>
                      <a:pt x="914559" y="535026"/>
                    </a:lnTo>
                    <a:lnTo>
                      <a:pt x="913290" y="531218"/>
                    </a:lnTo>
                    <a:lnTo>
                      <a:pt x="912655" y="529949"/>
                    </a:lnTo>
                    <a:lnTo>
                      <a:pt x="913290" y="524237"/>
                    </a:lnTo>
                    <a:lnTo>
                      <a:pt x="913924" y="521698"/>
                    </a:lnTo>
                    <a:lnTo>
                      <a:pt x="915828" y="519160"/>
                    </a:lnTo>
                    <a:lnTo>
                      <a:pt x="919636" y="515352"/>
                    </a:lnTo>
                    <a:lnTo>
                      <a:pt x="921541" y="512813"/>
                    </a:lnTo>
                    <a:lnTo>
                      <a:pt x="922175" y="510274"/>
                    </a:lnTo>
                    <a:lnTo>
                      <a:pt x="922175" y="507736"/>
                    </a:lnTo>
                    <a:lnTo>
                      <a:pt x="922810" y="504562"/>
                    </a:lnTo>
                    <a:lnTo>
                      <a:pt x="923444" y="501389"/>
                    </a:lnTo>
                    <a:lnTo>
                      <a:pt x="924079" y="498850"/>
                    </a:lnTo>
                    <a:lnTo>
                      <a:pt x="932964" y="486791"/>
                    </a:lnTo>
                    <a:lnTo>
                      <a:pt x="935503" y="479810"/>
                    </a:lnTo>
                    <a:lnTo>
                      <a:pt x="932964" y="472829"/>
                    </a:lnTo>
                    <a:lnTo>
                      <a:pt x="937407" y="465847"/>
                    </a:lnTo>
                    <a:lnTo>
                      <a:pt x="945658" y="461405"/>
                    </a:lnTo>
                    <a:lnTo>
                      <a:pt x="961524" y="456327"/>
                    </a:lnTo>
                    <a:lnTo>
                      <a:pt x="965333" y="454423"/>
                    </a:lnTo>
                    <a:lnTo>
                      <a:pt x="968506" y="451885"/>
                    </a:lnTo>
                    <a:lnTo>
                      <a:pt x="970410" y="448077"/>
                    </a:lnTo>
                    <a:lnTo>
                      <a:pt x="970410" y="442999"/>
                    </a:lnTo>
                    <a:lnTo>
                      <a:pt x="969775" y="437922"/>
                    </a:lnTo>
                    <a:lnTo>
                      <a:pt x="969775" y="435383"/>
                    </a:lnTo>
                    <a:lnTo>
                      <a:pt x="970410" y="433479"/>
                    </a:lnTo>
                    <a:lnTo>
                      <a:pt x="974218" y="425863"/>
                    </a:lnTo>
                    <a:lnTo>
                      <a:pt x="974853" y="423959"/>
                    </a:lnTo>
                    <a:lnTo>
                      <a:pt x="964698" y="421420"/>
                    </a:lnTo>
                    <a:lnTo>
                      <a:pt x="961524" y="419517"/>
                    </a:lnTo>
                    <a:lnTo>
                      <a:pt x="960890" y="418247"/>
                    </a:lnTo>
                    <a:lnTo>
                      <a:pt x="959621" y="416978"/>
                    </a:lnTo>
                    <a:lnTo>
                      <a:pt x="957082" y="414439"/>
                    </a:lnTo>
                    <a:lnTo>
                      <a:pt x="952639" y="410631"/>
                    </a:lnTo>
                    <a:lnTo>
                      <a:pt x="949466" y="407458"/>
                    </a:lnTo>
                    <a:lnTo>
                      <a:pt x="948196" y="405554"/>
                    </a:lnTo>
                    <a:lnTo>
                      <a:pt x="947562" y="403650"/>
                    </a:lnTo>
                    <a:lnTo>
                      <a:pt x="947562" y="396034"/>
                    </a:lnTo>
                    <a:lnTo>
                      <a:pt x="948196" y="392860"/>
                    </a:lnTo>
                    <a:lnTo>
                      <a:pt x="950735" y="382706"/>
                    </a:lnTo>
                    <a:lnTo>
                      <a:pt x="954543" y="372551"/>
                    </a:lnTo>
                    <a:lnTo>
                      <a:pt x="955813" y="370012"/>
                    </a:lnTo>
                    <a:lnTo>
                      <a:pt x="958351" y="366839"/>
                    </a:lnTo>
                    <a:lnTo>
                      <a:pt x="958986" y="365570"/>
                    </a:lnTo>
                    <a:lnTo>
                      <a:pt x="958986" y="364300"/>
                    </a:lnTo>
                    <a:lnTo>
                      <a:pt x="958351" y="363031"/>
                    </a:lnTo>
                    <a:lnTo>
                      <a:pt x="957082" y="361127"/>
                    </a:lnTo>
                    <a:lnTo>
                      <a:pt x="955178" y="359223"/>
                    </a:lnTo>
                    <a:lnTo>
                      <a:pt x="953909" y="357954"/>
                    </a:lnTo>
                    <a:lnTo>
                      <a:pt x="952639" y="357319"/>
                    </a:lnTo>
                    <a:lnTo>
                      <a:pt x="951370" y="357319"/>
                    </a:lnTo>
                    <a:lnTo>
                      <a:pt x="950101" y="357954"/>
                    </a:lnTo>
                    <a:lnTo>
                      <a:pt x="937407" y="366204"/>
                    </a:lnTo>
                    <a:lnTo>
                      <a:pt x="936137" y="366839"/>
                    </a:lnTo>
                    <a:lnTo>
                      <a:pt x="934868" y="366839"/>
                    </a:lnTo>
                    <a:lnTo>
                      <a:pt x="933599" y="366839"/>
                    </a:lnTo>
                    <a:lnTo>
                      <a:pt x="929156" y="366204"/>
                    </a:lnTo>
                    <a:lnTo>
                      <a:pt x="927887" y="366204"/>
                    </a:lnTo>
                    <a:lnTo>
                      <a:pt x="926617" y="366839"/>
                    </a:lnTo>
                    <a:lnTo>
                      <a:pt x="924714" y="368108"/>
                    </a:lnTo>
                    <a:lnTo>
                      <a:pt x="923444" y="368743"/>
                    </a:lnTo>
                    <a:lnTo>
                      <a:pt x="921541" y="368743"/>
                    </a:lnTo>
                    <a:lnTo>
                      <a:pt x="918367" y="367474"/>
                    </a:lnTo>
                    <a:lnTo>
                      <a:pt x="917097" y="366204"/>
                    </a:lnTo>
                    <a:lnTo>
                      <a:pt x="916463" y="364935"/>
                    </a:lnTo>
                    <a:lnTo>
                      <a:pt x="916463" y="363666"/>
                    </a:lnTo>
                    <a:lnTo>
                      <a:pt x="917733" y="358588"/>
                    </a:lnTo>
                    <a:lnTo>
                      <a:pt x="917733" y="356684"/>
                    </a:lnTo>
                    <a:lnTo>
                      <a:pt x="917733" y="354780"/>
                    </a:lnTo>
                    <a:lnTo>
                      <a:pt x="917097" y="351607"/>
                    </a:lnTo>
                    <a:lnTo>
                      <a:pt x="917097" y="349703"/>
                    </a:lnTo>
                    <a:lnTo>
                      <a:pt x="917733" y="348433"/>
                    </a:lnTo>
                    <a:lnTo>
                      <a:pt x="918367" y="347164"/>
                    </a:lnTo>
                    <a:lnTo>
                      <a:pt x="924079" y="342087"/>
                    </a:lnTo>
                    <a:lnTo>
                      <a:pt x="924714" y="340817"/>
                    </a:lnTo>
                    <a:lnTo>
                      <a:pt x="925348" y="339548"/>
                    </a:lnTo>
                    <a:lnTo>
                      <a:pt x="926617" y="337010"/>
                    </a:lnTo>
                    <a:lnTo>
                      <a:pt x="927253" y="334471"/>
                    </a:lnTo>
                    <a:lnTo>
                      <a:pt x="927253" y="333201"/>
                    </a:lnTo>
                    <a:lnTo>
                      <a:pt x="927253" y="332567"/>
                    </a:lnTo>
                    <a:lnTo>
                      <a:pt x="927253" y="330663"/>
                    </a:lnTo>
                    <a:lnTo>
                      <a:pt x="924714" y="323681"/>
                    </a:lnTo>
                    <a:lnTo>
                      <a:pt x="922175" y="319239"/>
                    </a:lnTo>
                    <a:lnTo>
                      <a:pt x="922175" y="316700"/>
                    </a:lnTo>
                    <a:lnTo>
                      <a:pt x="922810" y="315431"/>
                    </a:lnTo>
                    <a:lnTo>
                      <a:pt x="924079" y="314796"/>
                    </a:lnTo>
                    <a:lnTo>
                      <a:pt x="924714" y="314161"/>
                    </a:lnTo>
                    <a:lnTo>
                      <a:pt x="925348" y="313527"/>
                    </a:lnTo>
                    <a:lnTo>
                      <a:pt x="925983" y="312257"/>
                    </a:lnTo>
                    <a:lnTo>
                      <a:pt x="925983" y="310353"/>
                    </a:lnTo>
                    <a:lnTo>
                      <a:pt x="925348" y="307180"/>
                    </a:lnTo>
                    <a:lnTo>
                      <a:pt x="924714" y="305276"/>
                    </a:lnTo>
                    <a:lnTo>
                      <a:pt x="924079" y="304007"/>
                    </a:lnTo>
                    <a:lnTo>
                      <a:pt x="920271" y="299564"/>
                    </a:lnTo>
                    <a:lnTo>
                      <a:pt x="918367" y="297025"/>
                    </a:lnTo>
                    <a:lnTo>
                      <a:pt x="918367" y="295121"/>
                    </a:lnTo>
                    <a:lnTo>
                      <a:pt x="918367" y="293852"/>
                    </a:lnTo>
                    <a:lnTo>
                      <a:pt x="920271" y="291948"/>
                    </a:lnTo>
                    <a:lnTo>
                      <a:pt x="920906" y="291313"/>
                    </a:lnTo>
                    <a:lnTo>
                      <a:pt x="921541" y="290044"/>
                    </a:lnTo>
                    <a:lnTo>
                      <a:pt x="921541" y="289409"/>
                    </a:lnTo>
                    <a:lnTo>
                      <a:pt x="920906" y="288775"/>
                    </a:lnTo>
                    <a:lnTo>
                      <a:pt x="919636" y="287505"/>
                    </a:lnTo>
                    <a:lnTo>
                      <a:pt x="917097" y="284967"/>
                    </a:lnTo>
                    <a:lnTo>
                      <a:pt x="914559" y="282428"/>
                    </a:lnTo>
                    <a:lnTo>
                      <a:pt x="912655" y="281159"/>
                    </a:lnTo>
                    <a:lnTo>
                      <a:pt x="908213" y="278620"/>
                    </a:lnTo>
                    <a:lnTo>
                      <a:pt x="907577" y="277985"/>
                    </a:lnTo>
                    <a:lnTo>
                      <a:pt x="905039" y="275447"/>
                    </a:lnTo>
                    <a:lnTo>
                      <a:pt x="904404" y="274812"/>
                    </a:lnTo>
                    <a:lnTo>
                      <a:pt x="903135" y="274177"/>
                    </a:lnTo>
                    <a:lnTo>
                      <a:pt x="901866" y="273543"/>
                    </a:lnTo>
                    <a:lnTo>
                      <a:pt x="900596" y="273543"/>
                    </a:lnTo>
                    <a:lnTo>
                      <a:pt x="892346" y="273543"/>
                    </a:lnTo>
                    <a:lnTo>
                      <a:pt x="889173" y="272908"/>
                    </a:lnTo>
                    <a:lnTo>
                      <a:pt x="887903" y="272273"/>
                    </a:lnTo>
                    <a:lnTo>
                      <a:pt x="886634" y="271639"/>
                    </a:lnTo>
                    <a:lnTo>
                      <a:pt x="885999" y="271004"/>
                    </a:lnTo>
                    <a:lnTo>
                      <a:pt x="883460" y="268465"/>
                    </a:lnTo>
                    <a:lnTo>
                      <a:pt x="882826" y="267830"/>
                    </a:lnTo>
                    <a:lnTo>
                      <a:pt x="882191" y="267830"/>
                    </a:lnTo>
                    <a:lnTo>
                      <a:pt x="881556" y="267830"/>
                    </a:lnTo>
                    <a:lnTo>
                      <a:pt x="877748" y="269735"/>
                    </a:lnTo>
                    <a:lnTo>
                      <a:pt x="874575" y="270369"/>
                    </a:lnTo>
                    <a:lnTo>
                      <a:pt x="873306" y="270369"/>
                    </a:lnTo>
                    <a:lnTo>
                      <a:pt x="870132" y="269735"/>
                    </a:lnTo>
                    <a:lnTo>
                      <a:pt x="866959" y="269100"/>
                    </a:lnTo>
                    <a:lnTo>
                      <a:pt x="864420" y="267830"/>
                    </a:lnTo>
                    <a:lnTo>
                      <a:pt x="863150" y="266561"/>
                    </a:lnTo>
                    <a:lnTo>
                      <a:pt x="861247" y="264657"/>
                    </a:lnTo>
                    <a:lnTo>
                      <a:pt x="860612" y="262753"/>
                    </a:lnTo>
                    <a:lnTo>
                      <a:pt x="860612" y="260849"/>
                    </a:lnTo>
                    <a:lnTo>
                      <a:pt x="861247" y="259580"/>
                    </a:lnTo>
                    <a:lnTo>
                      <a:pt x="861881" y="258310"/>
                    </a:lnTo>
                    <a:lnTo>
                      <a:pt x="865689" y="253233"/>
                    </a:lnTo>
                    <a:lnTo>
                      <a:pt x="866324" y="251964"/>
                    </a:lnTo>
                    <a:lnTo>
                      <a:pt x="866959" y="250694"/>
                    </a:lnTo>
                    <a:lnTo>
                      <a:pt x="866959" y="248156"/>
                    </a:lnTo>
                    <a:lnTo>
                      <a:pt x="866324" y="246252"/>
                    </a:lnTo>
                    <a:lnTo>
                      <a:pt x="860612" y="237366"/>
                    </a:lnTo>
                    <a:lnTo>
                      <a:pt x="858708" y="236097"/>
                    </a:lnTo>
                    <a:lnTo>
                      <a:pt x="856804" y="235462"/>
                    </a:lnTo>
                    <a:lnTo>
                      <a:pt x="853630" y="234828"/>
                    </a:lnTo>
                    <a:lnTo>
                      <a:pt x="852361" y="234193"/>
                    </a:lnTo>
                    <a:lnTo>
                      <a:pt x="847284" y="231020"/>
                    </a:lnTo>
                    <a:lnTo>
                      <a:pt x="846015" y="230385"/>
                    </a:lnTo>
                    <a:lnTo>
                      <a:pt x="844746" y="230385"/>
                    </a:lnTo>
                    <a:lnTo>
                      <a:pt x="842207" y="231020"/>
                    </a:lnTo>
                    <a:lnTo>
                      <a:pt x="840937" y="231020"/>
                    </a:lnTo>
                    <a:lnTo>
                      <a:pt x="839668" y="231020"/>
                    </a:lnTo>
                    <a:lnTo>
                      <a:pt x="836495" y="230385"/>
                    </a:lnTo>
                    <a:lnTo>
                      <a:pt x="833321" y="229116"/>
                    </a:lnTo>
                    <a:lnTo>
                      <a:pt x="832052" y="228481"/>
                    </a:lnTo>
                    <a:lnTo>
                      <a:pt x="830782" y="228481"/>
                    </a:lnTo>
                    <a:lnTo>
                      <a:pt x="824436" y="229116"/>
                    </a:lnTo>
                    <a:lnTo>
                      <a:pt x="821262" y="229116"/>
                    </a:lnTo>
                    <a:lnTo>
                      <a:pt x="819993" y="229116"/>
                    </a:lnTo>
                    <a:lnTo>
                      <a:pt x="814916" y="225942"/>
                    </a:lnTo>
                    <a:lnTo>
                      <a:pt x="813012" y="225308"/>
                    </a:lnTo>
                    <a:lnTo>
                      <a:pt x="811108" y="225308"/>
                    </a:lnTo>
                    <a:lnTo>
                      <a:pt x="807300" y="226577"/>
                    </a:lnTo>
                    <a:lnTo>
                      <a:pt x="805396" y="226577"/>
                    </a:lnTo>
                    <a:lnTo>
                      <a:pt x="803492" y="226577"/>
                    </a:lnTo>
                    <a:lnTo>
                      <a:pt x="797145" y="224038"/>
                    </a:lnTo>
                    <a:lnTo>
                      <a:pt x="795876" y="223404"/>
                    </a:lnTo>
                    <a:lnTo>
                      <a:pt x="794607" y="223404"/>
                    </a:lnTo>
                    <a:lnTo>
                      <a:pt x="793337" y="224038"/>
                    </a:lnTo>
                    <a:lnTo>
                      <a:pt x="792068" y="224038"/>
                    </a:lnTo>
                    <a:lnTo>
                      <a:pt x="790163" y="223404"/>
                    </a:lnTo>
                    <a:lnTo>
                      <a:pt x="786990" y="221500"/>
                    </a:lnTo>
                    <a:lnTo>
                      <a:pt x="785087" y="220865"/>
                    </a:lnTo>
                    <a:lnTo>
                      <a:pt x="783182" y="220230"/>
                    </a:lnTo>
                    <a:lnTo>
                      <a:pt x="781913" y="220230"/>
                    </a:lnTo>
                    <a:lnTo>
                      <a:pt x="780643" y="220865"/>
                    </a:lnTo>
                    <a:lnTo>
                      <a:pt x="779374" y="221500"/>
                    </a:lnTo>
                    <a:lnTo>
                      <a:pt x="777470" y="222769"/>
                    </a:lnTo>
                    <a:lnTo>
                      <a:pt x="776201" y="223404"/>
                    </a:lnTo>
                    <a:lnTo>
                      <a:pt x="774932" y="223404"/>
                    </a:lnTo>
                    <a:lnTo>
                      <a:pt x="773662" y="223404"/>
                    </a:lnTo>
                    <a:lnTo>
                      <a:pt x="772393" y="223404"/>
                    </a:lnTo>
                    <a:lnTo>
                      <a:pt x="771123" y="224038"/>
                    </a:lnTo>
                    <a:lnTo>
                      <a:pt x="767316" y="227212"/>
                    </a:lnTo>
                    <a:lnTo>
                      <a:pt x="766047" y="227846"/>
                    </a:lnTo>
                    <a:lnTo>
                      <a:pt x="764142" y="227846"/>
                    </a:lnTo>
                    <a:lnTo>
                      <a:pt x="757796" y="225308"/>
                    </a:lnTo>
                    <a:lnTo>
                      <a:pt x="753988" y="224673"/>
                    </a:lnTo>
                    <a:lnTo>
                      <a:pt x="750814" y="223404"/>
                    </a:lnTo>
                    <a:lnTo>
                      <a:pt x="748910" y="222769"/>
                    </a:lnTo>
                    <a:lnTo>
                      <a:pt x="747006" y="222769"/>
                    </a:lnTo>
                    <a:lnTo>
                      <a:pt x="745737" y="222769"/>
                    </a:lnTo>
                    <a:lnTo>
                      <a:pt x="741929" y="224673"/>
                    </a:lnTo>
                    <a:lnTo>
                      <a:pt x="740660" y="224673"/>
                    </a:lnTo>
                    <a:lnTo>
                      <a:pt x="738755" y="224673"/>
                    </a:lnTo>
                    <a:lnTo>
                      <a:pt x="737486" y="223404"/>
                    </a:lnTo>
                    <a:lnTo>
                      <a:pt x="736217" y="222769"/>
                    </a:lnTo>
                    <a:lnTo>
                      <a:pt x="734948" y="222769"/>
                    </a:lnTo>
                    <a:lnTo>
                      <a:pt x="732409" y="223404"/>
                    </a:lnTo>
                    <a:lnTo>
                      <a:pt x="731140" y="223404"/>
                    </a:lnTo>
                    <a:lnTo>
                      <a:pt x="728601" y="223404"/>
                    </a:lnTo>
                    <a:lnTo>
                      <a:pt x="724158" y="221500"/>
                    </a:lnTo>
                    <a:lnTo>
                      <a:pt x="712734" y="217057"/>
                    </a:lnTo>
                    <a:lnTo>
                      <a:pt x="701310" y="212614"/>
                    </a:lnTo>
                    <a:lnTo>
                      <a:pt x="689886" y="208172"/>
                    </a:lnTo>
                    <a:lnTo>
                      <a:pt x="678462" y="203729"/>
                    </a:lnTo>
                    <a:lnTo>
                      <a:pt x="674654" y="202460"/>
                    </a:lnTo>
                    <a:lnTo>
                      <a:pt x="668307" y="201190"/>
                    </a:lnTo>
                    <a:lnTo>
                      <a:pt x="666403" y="201190"/>
                    </a:lnTo>
                    <a:lnTo>
                      <a:pt x="661326" y="200556"/>
                    </a:lnTo>
                    <a:lnTo>
                      <a:pt x="653075" y="199286"/>
                    </a:lnTo>
                    <a:lnTo>
                      <a:pt x="641651" y="197382"/>
                    </a:lnTo>
                    <a:lnTo>
                      <a:pt x="628958" y="195478"/>
                    </a:lnTo>
                    <a:lnTo>
                      <a:pt x="614360" y="192939"/>
                    </a:lnTo>
                    <a:lnTo>
                      <a:pt x="598494" y="190401"/>
                    </a:lnTo>
                    <a:lnTo>
                      <a:pt x="582627" y="187862"/>
                    </a:lnTo>
                    <a:lnTo>
                      <a:pt x="566760" y="185323"/>
                    </a:lnTo>
                    <a:lnTo>
                      <a:pt x="550893" y="182785"/>
                    </a:lnTo>
                    <a:lnTo>
                      <a:pt x="536296" y="180246"/>
                    </a:lnTo>
                    <a:lnTo>
                      <a:pt x="523602" y="177707"/>
                    </a:lnTo>
                    <a:lnTo>
                      <a:pt x="512813" y="175803"/>
                    </a:lnTo>
                    <a:lnTo>
                      <a:pt x="504562" y="174534"/>
                    </a:lnTo>
                    <a:lnTo>
                      <a:pt x="499485" y="173899"/>
                    </a:lnTo>
                    <a:lnTo>
                      <a:pt x="497581" y="173265"/>
                    </a:lnTo>
                    <a:lnTo>
                      <a:pt x="492504" y="172630"/>
                    </a:lnTo>
                    <a:lnTo>
                      <a:pt x="491869" y="171995"/>
                    </a:lnTo>
                    <a:lnTo>
                      <a:pt x="491234" y="170726"/>
                    </a:lnTo>
                    <a:lnTo>
                      <a:pt x="489331" y="166283"/>
                    </a:lnTo>
                    <a:lnTo>
                      <a:pt x="485522" y="159937"/>
                    </a:lnTo>
                    <a:lnTo>
                      <a:pt x="479811" y="149782"/>
                    </a:lnTo>
                    <a:lnTo>
                      <a:pt x="476002" y="143435"/>
                    </a:lnTo>
                    <a:lnTo>
                      <a:pt x="473464" y="139627"/>
                    </a:lnTo>
                    <a:lnTo>
                      <a:pt x="470925" y="137089"/>
                    </a:lnTo>
                    <a:lnTo>
                      <a:pt x="468386" y="134550"/>
                    </a:lnTo>
                    <a:lnTo>
                      <a:pt x="466482" y="133915"/>
                    </a:lnTo>
                    <a:lnTo>
                      <a:pt x="464579" y="133281"/>
                    </a:lnTo>
                    <a:lnTo>
                      <a:pt x="462674" y="133281"/>
                    </a:lnTo>
                    <a:lnTo>
                      <a:pt x="460135" y="132646"/>
                    </a:lnTo>
                    <a:lnTo>
                      <a:pt x="458866" y="132011"/>
                    </a:lnTo>
                    <a:lnTo>
                      <a:pt x="456962" y="130742"/>
                    </a:lnTo>
                    <a:lnTo>
                      <a:pt x="455058" y="130107"/>
                    </a:lnTo>
                    <a:lnTo>
                      <a:pt x="451885" y="129473"/>
                    </a:lnTo>
                    <a:lnTo>
                      <a:pt x="450615" y="128838"/>
                    </a:lnTo>
                    <a:lnTo>
                      <a:pt x="448077" y="125665"/>
                    </a:lnTo>
                    <a:lnTo>
                      <a:pt x="446807" y="125030"/>
                    </a:lnTo>
                    <a:lnTo>
                      <a:pt x="445538" y="125030"/>
                    </a:lnTo>
                    <a:lnTo>
                      <a:pt x="442365" y="127569"/>
                    </a:lnTo>
                    <a:lnTo>
                      <a:pt x="441095" y="128203"/>
                    </a:lnTo>
                    <a:lnTo>
                      <a:pt x="439826" y="128203"/>
                    </a:lnTo>
                    <a:lnTo>
                      <a:pt x="437922" y="128203"/>
                    </a:lnTo>
                    <a:lnTo>
                      <a:pt x="436653" y="127569"/>
                    </a:lnTo>
                    <a:lnTo>
                      <a:pt x="436018" y="126934"/>
                    </a:lnTo>
                    <a:lnTo>
                      <a:pt x="435384" y="124395"/>
                    </a:lnTo>
                    <a:lnTo>
                      <a:pt x="434114" y="119952"/>
                    </a:lnTo>
                    <a:lnTo>
                      <a:pt x="434749" y="118683"/>
                    </a:lnTo>
                    <a:lnTo>
                      <a:pt x="430306" y="122491"/>
                    </a:lnTo>
                    <a:lnTo>
                      <a:pt x="426498" y="122491"/>
                    </a:lnTo>
                    <a:lnTo>
                      <a:pt x="418247" y="118683"/>
                    </a:lnTo>
                    <a:lnTo>
                      <a:pt x="404919" y="116779"/>
                    </a:lnTo>
                    <a:lnTo>
                      <a:pt x="387784" y="109163"/>
                    </a:lnTo>
                    <a:lnTo>
                      <a:pt x="373186" y="98374"/>
                    </a:lnTo>
                    <a:lnTo>
                      <a:pt x="369378" y="96470"/>
                    </a:lnTo>
                    <a:lnTo>
                      <a:pt x="370647" y="97104"/>
                    </a:lnTo>
                    <a:lnTo>
                      <a:pt x="374455" y="100912"/>
                    </a:lnTo>
                    <a:lnTo>
                      <a:pt x="372551" y="100912"/>
                    </a:lnTo>
                    <a:lnTo>
                      <a:pt x="370647" y="101547"/>
                    </a:lnTo>
                    <a:lnTo>
                      <a:pt x="368744" y="102182"/>
                    </a:lnTo>
                    <a:lnTo>
                      <a:pt x="366839" y="103451"/>
                    </a:lnTo>
                    <a:lnTo>
                      <a:pt x="366839" y="104720"/>
                    </a:lnTo>
                    <a:lnTo>
                      <a:pt x="373186" y="104086"/>
                    </a:lnTo>
                    <a:lnTo>
                      <a:pt x="370013" y="109163"/>
                    </a:lnTo>
                    <a:lnTo>
                      <a:pt x="365570" y="112971"/>
                    </a:lnTo>
                    <a:lnTo>
                      <a:pt x="344626" y="123126"/>
                    </a:lnTo>
                    <a:lnTo>
                      <a:pt x="339548" y="124395"/>
                    </a:lnTo>
                    <a:lnTo>
                      <a:pt x="334471" y="122491"/>
                    </a:lnTo>
                    <a:lnTo>
                      <a:pt x="336375" y="117414"/>
                    </a:lnTo>
                    <a:lnTo>
                      <a:pt x="338914" y="112336"/>
                    </a:lnTo>
                    <a:lnTo>
                      <a:pt x="349068" y="98374"/>
                    </a:lnTo>
                    <a:lnTo>
                      <a:pt x="349703" y="95200"/>
                    </a:lnTo>
                    <a:lnTo>
                      <a:pt x="348434" y="92662"/>
                    </a:lnTo>
                    <a:lnTo>
                      <a:pt x="347165" y="90123"/>
                    </a:lnTo>
                    <a:lnTo>
                      <a:pt x="346530" y="87584"/>
                    </a:lnTo>
                    <a:lnTo>
                      <a:pt x="346530" y="83142"/>
                    </a:lnTo>
                    <a:lnTo>
                      <a:pt x="347165" y="78064"/>
                    </a:lnTo>
                    <a:lnTo>
                      <a:pt x="349068" y="73622"/>
                    </a:lnTo>
                    <a:lnTo>
                      <a:pt x="352242" y="71083"/>
                    </a:lnTo>
                    <a:lnTo>
                      <a:pt x="354780" y="68544"/>
                    </a:lnTo>
                    <a:lnTo>
                      <a:pt x="358588" y="57120"/>
                    </a:lnTo>
                    <a:lnTo>
                      <a:pt x="361127" y="53312"/>
                    </a:lnTo>
                    <a:lnTo>
                      <a:pt x="359858" y="50774"/>
                    </a:lnTo>
                    <a:lnTo>
                      <a:pt x="359224" y="50139"/>
                    </a:lnTo>
                    <a:lnTo>
                      <a:pt x="363031" y="47600"/>
                    </a:lnTo>
                    <a:lnTo>
                      <a:pt x="362397" y="45696"/>
                    </a:lnTo>
                    <a:lnTo>
                      <a:pt x="359858" y="44427"/>
                    </a:lnTo>
                    <a:lnTo>
                      <a:pt x="358588" y="43158"/>
                    </a:lnTo>
                    <a:lnTo>
                      <a:pt x="357319" y="38715"/>
                    </a:lnTo>
                    <a:lnTo>
                      <a:pt x="355415" y="37445"/>
                    </a:lnTo>
                    <a:lnTo>
                      <a:pt x="350338" y="38080"/>
                    </a:lnTo>
                    <a:lnTo>
                      <a:pt x="349703" y="37445"/>
                    </a:lnTo>
                    <a:lnTo>
                      <a:pt x="349068" y="36176"/>
                    </a:lnTo>
                    <a:lnTo>
                      <a:pt x="348434" y="34272"/>
                    </a:lnTo>
                    <a:lnTo>
                      <a:pt x="347799" y="33638"/>
                    </a:lnTo>
                    <a:lnTo>
                      <a:pt x="345895" y="33003"/>
                    </a:lnTo>
                    <a:lnTo>
                      <a:pt x="343991" y="32368"/>
                    </a:lnTo>
                    <a:lnTo>
                      <a:pt x="340183" y="32368"/>
                    </a:lnTo>
                    <a:lnTo>
                      <a:pt x="338914" y="33003"/>
                    </a:lnTo>
                    <a:lnTo>
                      <a:pt x="338279" y="34907"/>
                    </a:lnTo>
                    <a:lnTo>
                      <a:pt x="337645" y="36811"/>
                    </a:lnTo>
                    <a:lnTo>
                      <a:pt x="337010" y="38080"/>
                    </a:lnTo>
                    <a:lnTo>
                      <a:pt x="335106" y="38715"/>
                    </a:lnTo>
                    <a:lnTo>
                      <a:pt x="333201" y="39349"/>
                    </a:lnTo>
                    <a:lnTo>
                      <a:pt x="329394" y="39984"/>
                    </a:lnTo>
                    <a:lnTo>
                      <a:pt x="328125" y="39984"/>
                    </a:lnTo>
                    <a:lnTo>
                      <a:pt x="325586" y="39349"/>
                    </a:lnTo>
                    <a:lnTo>
                      <a:pt x="324317" y="39349"/>
                    </a:lnTo>
                    <a:lnTo>
                      <a:pt x="322412" y="39984"/>
                    </a:lnTo>
                    <a:lnTo>
                      <a:pt x="321143" y="41254"/>
                    </a:lnTo>
                    <a:lnTo>
                      <a:pt x="320508" y="42523"/>
                    </a:lnTo>
                    <a:lnTo>
                      <a:pt x="319874" y="43158"/>
                    </a:lnTo>
                    <a:lnTo>
                      <a:pt x="312258" y="46966"/>
                    </a:lnTo>
                    <a:lnTo>
                      <a:pt x="310354" y="48870"/>
                    </a:lnTo>
                    <a:lnTo>
                      <a:pt x="309719" y="50139"/>
                    </a:lnTo>
                    <a:lnTo>
                      <a:pt x="309719" y="52043"/>
                    </a:lnTo>
                    <a:lnTo>
                      <a:pt x="309084" y="53312"/>
                    </a:lnTo>
                    <a:lnTo>
                      <a:pt x="307815" y="53947"/>
                    </a:lnTo>
                    <a:lnTo>
                      <a:pt x="304007" y="54582"/>
                    </a:lnTo>
                    <a:lnTo>
                      <a:pt x="302738" y="55216"/>
                    </a:lnTo>
                    <a:lnTo>
                      <a:pt x="301468" y="56486"/>
                    </a:lnTo>
                    <a:lnTo>
                      <a:pt x="298930" y="62198"/>
                    </a:lnTo>
                    <a:lnTo>
                      <a:pt x="296391" y="64102"/>
                    </a:lnTo>
                    <a:lnTo>
                      <a:pt x="292583" y="62198"/>
                    </a:lnTo>
                    <a:lnTo>
                      <a:pt x="292583" y="60928"/>
                    </a:lnTo>
                    <a:lnTo>
                      <a:pt x="292583" y="60294"/>
                    </a:lnTo>
                    <a:lnTo>
                      <a:pt x="292583" y="59659"/>
                    </a:lnTo>
                    <a:lnTo>
                      <a:pt x="292583" y="58390"/>
                    </a:lnTo>
                    <a:lnTo>
                      <a:pt x="289410" y="62198"/>
                    </a:lnTo>
                    <a:lnTo>
                      <a:pt x="285601" y="64102"/>
                    </a:lnTo>
                    <a:lnTo>
                      <a:pt x="283063" y="62832"/>
                    </a:lnTo>
                    <a:lnTo>
                      <a:pt x="283698" y="57755"/>
                    </a:lnTo>
                    <a:lnTo>
                      <a:pt x="278620" y="59659"/>
                    </a:lnTo>
                    <a:lnTo>
                      <a:pt x="270370" y="67910"/>
                    </a:lnTo>
                    <a:lnTo>
                      <a:pt x="257041" y="77430"/>
                    </a:lnTo>
                    <a:lnTo>
                      <a:pt x="248791" y="85680"/>
                    </a:lnTo>
                    <a:lnTo>
                      <a:pt x="246252" y="83776"/>
                    </a:lnTo>
                    <a:lnTo>
                      <a:pt x="233559" y="90123"/>
                    </a:lnTo>
                    <a:lnTo>
                      <a:pt x="219596" y="93296"/>
                    </a:lnTo>
                    <a:lnTo>
                      <a:pt x="180881" y="110432"/>
                    </a:lnTo>
                    <a:lnTo>
                      <a:pt x="154860" y="116145"/>
                    </a:lnTo>
                    <a:lnTo>
                      <a:pt x="150417" y="116145"/>
                    </a:lnTo>
                    <a:lnTo>
                      <a:pt x="138993" y="111702"/>
                    </a:lnTo>
                    <a:lnTo>
                      <a:pt x="136454" y="111067"/>
                    </a:lnTo>
                    <a:lnTo>
                      <a:pt x="133281" y="109798"/>
                    </a:lnTo>
                    <a:lnTo>
                      <a:pt x="128838" y="105990"/>
                    </a:lnTo>
                    <a:lnTo>
                      <a:pt x="125030" y="102182"/>
                    </a:lnTo>
                    <a:lnTo>
                      <a:pt x="123761" y="99643"/>
                    </a:lnTo>
                    <a:lnTo>
                      <a:pt x="121222" y="100912"/>
                    </a:lnTo>
                    <a:lnTo>
                      <a:pt x="118684" y="103451"/>
                    </a:lnTo>
                    <a:lnTo>
                      <a:pt x="117414" y="105990"/>
                    </a:lnTo>
                    <a:lnTo>
                      <a:pt x="116145" y="109798"/>
                    </a:lnTo>
                    <a:lnTo>
                      <a:pt x="115510" y="110432"/>
                    </a:lnTo>
                    <a:lnTo>
                      <a:pt x="114876" y="111067"/>
                    </a:lnTo>
                    <a:lnTo>
                      <a:pt x="112337" y="111702"/>
                    </a:lnTo>
                    <a:lnTo>
                      <a:pt x="111067" y="112336"/>
                    </a:lnTo>
                    <a:lnTo>
                      <a:pt x="110433" y="112971"/>
                    </a:lnTo>
                    <a:lnTo>
                      <a:pt x="109798" y="114241"/>
                    </a:lnTo>
                    <a:lnTo>
                      <a:pt x="109164" y="115510"/>
                    </a:lnTo>
                    <a:lnTo>
                      <a:pt x="109164" y="116779"/>
                    </a:lnTo>
                    <a:lnTo>
                      <a:pt x="108529" y="123126"/>
                    </a:lnTo>
                    <a:lnTo>
                      <a:pt x="107894" y="124395"/>
                    </a:lnTo>
                    <a:lnTo>
                      <a:pt x="107259" y="125030"/>
                    </a:lnTo>
                    <a:lnTo>
                      <a:pt x="106625" y="125665"/>
                    </a:lnTo>
                    <a:lnTo>
                      <a:pt x="105990" y="126299"/>
                    </a:lnTo>
                    <a:lnTo>
                      <a:pt x="103451" y="126934"/>
                    </a:lnTo>
                    <a:lnTo>
                      <a:pt x="100278" y="127569"/>
                    </a:lnTo>
                    <a:lnTo>
                      <a:pt x="97105" y="127569"/>
                    </a:lnTo>
                    <a:lnTo>
                      <a:pt x="94566" y="126934"/>
                    </a:lnTo>
                    <a:lnTo>
                      <a:pt x="93931" y="126934"/>
                    </a:lnTo>
                    <a:lnTo>
                      <a:pt x="93297" y="127569"/>
                    </a:lnTo>
                    <a:lnTo>
                      <a:pt x="93931" y="132646"/>
                    </a:lnTo>
                    <a:lnTo>
                      <a:pt x="94566" y="147878"/>
                    </a:lnTo>
                    <a:lnTo>
                      <a:pt x="95836" y="163110"/>
                    </a:lnTo>
                    <a:lnTo>
                      <a:pt x="96470" y="178342"/>
                    </a:lnTo>
                    <a:lnTo>
                      <a:pt x="97739" y="193574"/>
                    </a:lnTo>
                    <a:lnTo>
                      <a:pt x="98374" y="208806"/>
                    </a:lnTo>
                    <a:lnTo>
                      <a:pt x="99644" y="224038"/>
                    </a:lnTo>
                    <a:lnTo>
                      <a:pt x="100913" y="239270"/>
                    </a:lnTo>
                    <a:lnTo>
                      <a:pt x="101547" y="254502"/>
                    </a:lnTo>
                    <a:lnTo>
                      <a:pt x="102182" y="258310"/>
                    </a:lnTo>
                    <a:lnTo>
                      <a:pt x="102817" y="265926"/>
                    </a:lnTo>
                    <a:lnTo>
                      <a:pt x="99644" y="266561"/>
                    </a:lnTo>
                    <a:lnTo>
                      <a:pt x="97105" y="268465"/>
                    </a:lnTo>
                    <a:lnTo>
                      <a:pt x="94566" y="271004"/>
                    </a:lnTo>
                    <a:lnTo>
                      <a:pt x="92662" y="274177"/>
                    </a:lnTo>
                    <a:lnTo>
                      <a:pt x="92027" y="277351"/>
                    </a:lnTo>
                    <a:lnTo>
                      <a:pt x="90124" y="279889"/>
                    </a:lnTo>
                    <a:lnTo>
                      <a:pt x="86316" y="279889"/>
                    </a:lnTo>
                    <a:lnTo>
                      <a:pt x="81873" y="279255"/>
                    </a:lnTo>
                    <a:lnTo>
                      <a:pt x="78699" y="279255"/>
                    </a:lnTo>
                    <a:lnTo>
                      <a:pt x="76160" y="281793"/>
                    </a:lnTo>
                    <a:lnTo>
                      <a:pt x="72352" y="288140"/>
                    </a:lnTo>
                    <a:lnTo>
                      <a:pt x="69814" y="289409"/>
                    </a:lnTo>
                    <a:lnTo>
                      <a:pt x="62198" y="290044"/>
                    </a:lnTo>
                    <a:lnTo>
                      <a:pt x="60294" y="290679"/>
                    </a:lnTo>
                    <a:lnTo>
                      <a:pt x="59025" y="291948"/>
                    </a:lnTo>
                    <a:lnTo>
                      <a:pt x="57756" y="293217"/>
                    </a:lnTo>
                    <a:lnTo>
                      <a:pt x="57120" y="293852"/>
                    </a:lnTo>
                    <a:lnTo>
                      <a:pt x="57120" y="294487"/>
                    </a:lnTo>
                    <a:lnTo>
                      <a:pt x="55217" y="298295"/>
                    </a:lnTo>
                    <a:lnTo>
                      <a:pt x="54582" y="299564"/>
                    </a:lnTo>
                    <a:lnTo>
                      <a:pt x="53312" y="300199"/>
                    </a:lnTo>
                    <a:lnTo>
                      <a:pt x="48870" y="300833"/>
                    </a:lnTo>
                    <a:lnTo>
                      <a:pt x="39350" y="307180"/>
                    </a:lnTo>
                    <a:lnTo>
                      <a:pt x="36177" y="307815"/>
                    </a:lnTo>
                    <a:lnTo>
                      <a:pt x="31099" y="310988"/>
                    </a:lnTo>
                    <a:lnTo>
                      <a:pt x="26022" y="317335"/>
                    </a:lnTo>
                    <a:lnTo>
                      <a:pt x="19675" y="330663"/>
                    </a:lnTo>
                    <a:lnTo>
                      <a:pt x="20944" y="337644"/>
                    </a:lnTo>
                    <a:lnTo>
                      <a:pt x="16502" y="345260"/>
                    </a:lnTo>
                    <a:lnTo>
                      <a:pt x="1904" y="360492"/>
                    </a:lnTo>
                    <a:lnTo>
                      <a:pt x="635" y="363666"/>
                    </a:lnTo>
                    <a:lnTo>
                      <a:pt x="0" y="367474"/>
                    </a:lnTo>
                    <a:lnTo>
                      <a:pt x="0" y="385879"/>
                    </a:lnTo>
                    <a:lnTo>
                      <a:pt x="3809" y="394130"/>
                    </a:lnTo>
                    <a:lnTo>
                      <a:pt x="11424" y="395399"/>
                    </a:lnTo>
                    <a:lnTo>
                      <a:pt x="20944" y="394764"/>
                    </a:lnTo>
                    <a:lnTo>
                      <a:pt x="27926" y="396668"/>
                    </a:lnTo>
                    <a:lnTo>
                      <a:pt x="30464" y="400476"/>
                    </a:lnTo>
                    <a:lnTo>
                      <a:pt x="33638" y="409362"/>
                    </a:lnTo>
                    <a:lnTo>
                      <a:pt x="35542" y="412535"/>
                    </a:lnTo>
                    <a:lnTo>
                      <a:pt x="38715" y="416343"/>
                    </a:lnTo>
                    <a:lnTo>
                      <a:pt x="42523" y="419517"/>
                    </a:lnTo>
                    <a:lnTo>
                      <a:pt x="45062" y="423325"/>
                    </a:lnTo>
                    <a:lnTo>
                      <a:pt x="46331" y="427767"/>
                    </a:lnTo>
                    <a:lnTo>
                      <a:pt x="45697" y="432210"/>
                    </a:lnTo>
                    <a:lnTo>
                      <a:pt x="40619" y="441095"/>
                    </a:lnTo>
                    <a:lnTo>
                      <a:pt x="39984" y="446807"/>
                    </a:lnTo>
                    <a:lnTo>
                      <a:pt x="39350" y="451250"/>
                    </a:lnTo>
                    <a:lnTo>
                      <a:pt x="36811" y="454423"/>
                    </a:lnTo>
                    <a:lnTo>
                      <a:pt x="34272" y="456962"/>
                    </a:lnTo>
                    <a:lnTo>
                      <a:pt x="31733" y="460135"/>
                    </a:lnTo>
                    <a:lnTo>
                      <a:pt x="30464" y="463943"/>
                    </a:lnTo>
                    <a:lnTo>
                      <a:pt x="29830" y="468386"/>
                    </a:lnTo>
                    <a:lnTo>
                      <a:pt x="30464" y="479175"/>
                    </a:lnTo>
                    <a:lnTo>
                      <a:pt x="29830" y="484253"/>
                    </a:lnTo>
                    <a:lnTo>
                      <a:pt x="29830" y="486791"/>
                    </a:lnTo>
                    <a:lnTo>
                      <a:pt x="30464" y="488061"/>
                    </a:lnTo>
                    <a:lnTo>
                      <a:pt x="34272" y="495677"/>
                    </a:lnTo>
                    <a:lnTo>
                      <a:pt x="34907" y="500754"/>
                    </a:lnTo>
                    <a:lnTo>
                      <a:pt x="34272" y="505832"/>
                    </a:lnTo>
                    <a:lnTo>
                      <a:pt x="31733" y="509640"/>
                    </a:lnTo>
                    <a:lnTo>
                      <a:pt x="27926" y="510909"/>
                    </a:lnTo>
                    <a:lnTo>
                      <a:pt x="25387" y="513448"/>
                    </a:lnTo>
                    <a:lnTo>
                      <a:pt x="27291" y="518525"/>
                    </a:lnTo>
                    <a:lnTo>
                      <a:pt x="32369" y="529314"/>
                    </a:lnTo>
                    <a:lnTo>
                      <a:pt x="34907" y="539469"/>
                    </a:lnTo>
                    <a:lnTo>
                      <a:pt x="36177" y="549624"/>
                    </a:lnTo>
                    <a:lnTo>
                      <a:pt x="35542" y="551528"/>
                    </a:lnTo>
                    <a:lnTo>
                      <a:pt x="33003" y="555970"/>
                    </a:lnTo>
                    <a:lnTo>
                      <a:pt x="32369" y="558509"/>
                    </a:lnTo>
                    <a:lnTo>
                      <a:pt x="33638" y="566125"/>
                    </a:lnTo>
                    <a:lnTo>
                      <a:pt x="34272" y="569298"/>
                    </a:lnTo>
                    <a:lnTo>
                      <a:pt x="33638" y="576280"/>
                    </a:lnTo>
                    <a:lnTo>
                      <a:pt x="26657" y="592147"/>
                    </a:lnTo>
                    <a:lnTo>
                      <a:pt x="31733" y="595955"/>
                    </a:lnTo>
                    <a:lnTo>
                      <a:pt x="43792" y="602301"/>
                    </a:lnTo>
                    <a:lnTo>
                      <a:pt x="57120" y="613725"/>
                    </a:lnTo>
                    <a:lnTo>
                      <a:pt x="60929" y="615629"/>
                    </a:lnTo>
                    <a:lnTo>
                      <a:pt x="62198" y="617533"/>
                    </a:lnTo>
                    <a:lnTo>
                      <a:pt x="62832" y="620072"/>
                    </a:lnTo>
                    <a:lnTo>
                      <a:pt x="63467" y="621341"/>
                    </a:lnTo>
                    <a:lnTo>
                      <a:pt x="71718" y="625784"/>
                    </a:lnTo>
                    <a:lnTo>
                      <a:pt x="100278" y="628323"/>
                    </a:lnTo>
                    <a:lnTo>
                      <a:pt x="107259" y="630227"/>
                    </a:lnTo>
                    <a:lnTo>
                      <a:pt x="113606" y="634669"/>
                    </a:lnTo>
                    <a:lnTo>
                      <a:pt x="119318" y="640381"/>
                    </a:lnTo>
                    <a:lnTo>
                      <a:pt x="125030" y="650536"/>
                    </a:lnTo>
                    <a:lnTo>
                      <a:pt x="126934" y="653075"/>
                    </a:lnTo>
                    <a:lnTo>
                      <a:pt x="128838" y="654979"/>
                    </a:lnTo>
                    <a:lnTo>
                      <a:pt x="131377" y="655614"/>
                    </a:lnTo>
                    <a:lnTo>
                      <a:pt x="152956" y="657518"/>
                    </a:lnTo>
                    <a:lnTo>
                      <a:pt x="163111" y="660056"/>
                    </a:lnTo>
                    <a:lnTo>
                      <a:pt x="192940" y="682270"/>
                    </a:lnTo>
                    <a:lnTo>
                      <a:pt x="200556" y="693059"/>
                    </a:lnTo>
                    <a:lnTo>
                      <a:pt x="216423" y="717811"/>
                    </a:lnTo>
                    <a:lnTo>
                      <a:pt x="220231" y="722254"/>
                    </a:lnTo>
                    <a:lnTo>
                      <a:pt x="227846" y="724792"/>
                    </a:lnTo>
                    <a:lnTo>
                      <a:pt x="250694" y="741929"/>
                    </a:lnTo>
                    <a:lnTo>
                      <a:pt x="253233" y="743198"/>
                    </a:lnTo>
                    <a:lnTo>
                      <a:pt x="255772" y="743833"/>
                    </a:lnTo>
                    <a:lnTo>
                      <a:pt x="273543" y="742563"/>
                    </a:lnTo>
                    <a:lnTo>
                      <a:pt x="274812" y="743198"/>
                    </a:lnTo>
                    <a:lnTo>
                      <a:pt x="286237" y="750814"/>
                    </a:lnTo>
                    <a:lnTo>
                      <a:pt x="287506" y="751449"/>
                    </a:lnTo>
                    <a:lnTo>
                      <a:pt x="289410" y="752083"/>
                    </a:lnTo>
                    <a:lnTo>
                      <a:pt x="296391" y="752083"/>
                    </a:lnTo>
                    <a:lnTo>
                      <a:pt x="298930" y="752718"/>
                    </a:lnTo>
                    <a:lnTo>
                      <a:pt x="300199" y="753987"/>
                    </a:lnTo>
                    <a:lnTo>
                      <a:pt x="300833" y="755257"/>
                    </a:lnTo>
                    <a:lnTo>
                      <a:pt x="301468" y="756526"/>
                    </a:lnTo>
                    <a:lnTo>
                      <a:pt x="302103" y="758430"/>
                    </a:lnTo>
                    <a:lnTo>
                      <a:pt x="303372" y="761603"/>
                    </a:lnTo>
                    <a:lnTo>
                      <a:pt x="307815" y="766681"/>
                    </a:lnTo>
                    <a:lnTo>
                      <a:pt x="309719" y="769854"/>
                    </a:lnTo>
                    <a:lnTo>
                      <a:pt x="317970" y="772393"/>
                    </a:lnTo>
                    <a:lnTo>
                      <a:pt x="320508" y="773662"/>
                    </a:lnTo>
                    <a:lnTo>
                      <a:pt x="322412" y="775566"/>
                    </a:lnTo>
                    <a:lnTo>
                      <a:pt x="323681" y="778105"/>
                    </a:lnTo>
                    <a:lnTo>
                      <a:pt x="324951" y="780643"/>
                    </a:lnTo>
                    <a:lnTo>
                      <a:pt x="326220" y="786355"/>
                    </a:lnTo>
                    <a:lnTo>
                      <a:pt x="326855" y="792067"/>
                    </a:lnTo>
                    <a:lnTo>
                      <a:pt x="326855" y="799049"/>
                    </a:lnTo>
                    <a:lnTo>
                      <a:pt x="326855" y="801588"/>
                    </a:lnTo>
                    <a:lnTo>
                      <a:pt x="327490" y="803492"/>
                    </a:lnTo>
                    <a:lnTo>
                      <a:pt x="328125" y="805395"/>
                    </a:lnTo>
                    <a:lnTo>
                      <a:pt x="329394" y="807300"/>
                    </a:lnTo>
                    <a:lnTo>
                      <a:pt x="331932" y="809838"/>
                    </a:lnTo>
                    <a:lnTo>
                      <a:pt x="333201" y="811742"/>
                    </a:lnTo>
                    <a:lnTo>
                      <a:pt x="333837" y="814281"/>
                    </a:lnTo>
                    <a:lnTo>
                      <a:pt x="335106" y="818724"/>
                    </a:lnTo>
                    <a:lnTo>
                      <a:pt x="335740" y="823166"/>
                    </a:lnTo>
                    <a:lnTo>
                      <a:pt x="334471" y="836494"/>
                    </a:lnTo>
                    <a:lnTo>
                      <a:pt x="334471" y="839033"/>
                    </a:lnTo>
                    <a:lnTo>
                      <a:pt x="336375" y="845380"/>
                    </a:lnTo>
                    <a:lnTo>
                      <a:pt x="336375" y="847918"/>
                    </a:lnTo>
                    <a:lnTo>
                      <a:pt x="336375" y="855534"/>
                    </a:lnTo>
                    <a:lnTo>
                      <a:pt x="337010" y="858708"/>
                    </a:lnTo>
                    <a:lnTo>
                      <a:pt x="338914" y="865054"/>
                    </a:lnTo>
                    <a:lnTo>
                      <a:pt x="339548" y="868228"/>
                    </a:lnTo>
                    <a:lnTo>
                      <a:pt x="339548" y="871401"/>
                    </a:lnTo>
                    <a:lnTo>
                      <a:pt x="338914" y="877113"/>
                    </a:lnTo>
                    <a:lnTo>
                      <a:pt x="338914" y="877748"/>
                    </a:lnTo>
                    <a:lnTo>
                      <a:pt x="338914" y="880921"/>
                    </a:lnTo>
                    <a:lnTo>
                      <a:pt x="339548" y="884094"/>
                    </a:lnTo>
                    <a:lnTo>
                      <a:pt x="340183" y="886633"/>
                    </a:lnTo>
                    <a:lnTo>
                      <a:pt x="341452" y="889172"/>
                    </a:lnTo>
                    <a:lnTo>
                      <a:pt x="344626" y="894249"/>
                    </a:lnTo>
                    <a:lnTo>
                      <a:pt x="345895" y="896788"/>
                    </a:lnTo>
                    <a:lnTo>
                      <a:pt x="346530" y="899327"/>
                    </a:lnTo>
                    <a:lnTo>
                      <a:pt x="347799" y="906308"/>
                    </a:lnTo>
                    <a:lnTo>
                      <a:pt x="349703" y="908847"/>
                    </a:lnTo>
                    <a:lnTo>
                      <a:pt x="352242" y="910116"/>
                    </a:lnTo>
                    <a:lnTo>
                      <a:pt x="368744" y="915193"/>
                    </a:lnTo>
                    <a:lnTo>
                      <a:pt x="373820" y="920271"/>
                    </a:lnTo>
                    <a:lnTo>
                      <a:pt x="375090" y="929156"/>
                    </a:lnTo>
                    <a:lnTo>
                      <a:pt x="371917" y="936772"/>
                    </a:lnTo>
                    <a:lnTo>
                      <a:pt x="363031" y="950735"/>
                    </a:lnTo>
                    <a:lnTo>
                      <a:pt x="361762" y="959620"/>
                    </a:lnTo>
                    <a:lnTo>
                      <a:pt x="364300" y="976756"/>
                    </a:lnTo>
                    <a:lnTo>
                      <a:pt x="366205" y="985007"/>
                    </a:lnTo>
                    <a:lnTo>
                      <a:pt x="366839" y="993892"/>
                    </a:lnTo>
                    <a:lnTo>
                      <a:pt x="367474" y="996431"/>
                    </a:lnTo>
                    <a:lnTo>
                      <a:pt x="368744" y="998970"/>
                    </a:lnTo>
                    <a:lnTo>
                      <a:pt x="370013" y="1010394"/>
                    </a:lnTo>
                    <a:lnTo>
                      <a:pt x="371282" y="1015471"/>
                    </a:lnTo>
                    <a:lnTo>
                      <a:pt x="373820" y="1019279"/>
                    </a:lnTo>
                    <a:lnTo>
                      <a:pt x="379533" y="1024991"/>
                    </a:lnTo>
                    <a:lnTo>
                      <a:pt x="382071" y="1028165"/>
                    </a:lnTo>
                    <a:lnTo>
                      <a:pt x="383341" y="1032607"/>
                    </a:lnTo>
                    <a:lnTo>
                      <a:pt x="384610" y="1042762"/>
                    </a:lnTo>
                    <a:lnTo>
                      <a:pt x="385879" y="1047205"/>
                    </a:lnTo>
                    <a:lnTo>
                      <a:pt x="392861" y="1058629"/>
                    </a:lnTo>
                    <a:lnTo>
                      <a:pt x="395399" y="1061802"/>
                    </a:lnTo>
                    <a:lnTo>
                      <a:pt x="399842" y="1064341"/>
                    </a:lnTo>
                    <a:lnTo>
                      <a:pt x="408093" y="1066879"/>
                    </a:lnTo>
                    <a:lnTo>
                      <a:pt x="440461" y="1070687"/>
                    </a:lnTo>
                    <a:lnTo>
                      <a:pt x="449346" y="1073226"/>
                    </a:lnTo>
                    <a:lnTo>
                      <a:pt x="453789" y="1073226"/>
                    </a:lnTo>
                    <a:lnTo>
                      <a:pt x="458232" y="1074495"/>
                    </a:lnTo>
                    <a:lnTo>
                      <a:pt x="461405" y="1077669"/>
                    </a:lnTo>
                    <a:lnTo>
                      <a:pt x="465848" y="1087189"/>
                    </a:lnTo>
                    <a:lnTo>
                      <a:pt x="467752" y="1089728"/>
                    </a:lnTo>
                    <a:lnTo>
                      <a:pt x="472829" y="1096074"/>
                    </a:lnTo>
                    <a:lnTo>
                      <a:pt x="474733" y="1099882"/>
                    </a:lnTo>
                    <a:lnTo>
                      <a:pt x="474733" y="1102421"/>
                    </a:lnTo>
                    <a:lnTo>
                      <a:pt x="472829" y="1108133"/>
                    </a:lnTo>
                    <a:lnTo>
                      <a:pt x="472829" y="1108133"/>
                    </a:lnTo>
                    <a:lnTo>
                      <a:pt x="472829" y="1108133"/>
                    </a:lnTo>
                    <a:lnTo>
                      <a:pt x="472829" y="1108133"/>
                    </a:lnTo>
                    <a:lnTo>
                      <a:pt x="472829" y="1108133"/>
                    </a:lnTo>
                    <a:lnTo>
                      <a:pt x="472829" y="1108133"/>
                    </a:lnTo>
                    <a:lnTo>
                      <a:pt x="472829" y="1108133"/>
                    </a:lnTo>
                    <a:lnTo>
                      <a:pt x="472829" y="1108133"/>
                    </a:lnTo>
                    <a:lnTo>
                      <a:pt x="472829" y="1108133"/>
                    </a:lnTo>
                    <a:lnTo>
                      <a:pt x="472829" y="1108133"/>
                    </a:lnTo>
                    <a:lnTo>
                      <a:pt x="472829" y="1108133"/>
                    </a:lnTo>
                    <a:lnTo>
                      <a:pt x="472829" y="1108133"/>
                    </a:lnTo>
                    <a:lnTo>
                      <a:pt x="472829" y="1108133"/>
                    </a:lnTo>
                    <a:lnTo>
                      <a:pt x="472829" y="1108133"/>
                    </a:lnTo>
                    <a:lnTo>
                      <a:pt x="472829" y="1108133"/>
                    </a:lnTo>
                    <a:lnTo>
                      <a:pt x="506467" y="1105594"/>
                    </a:lnTo>
                    <a:lnTo>
                      <a:pt x="540104" y="1103055"/>
                    </a:lnTo>
                    <a:lnTo>
                      <a:pt x="573107" y="1100517"/>
                    </a:lnTo>
                    <a:lnTo>
                      <a:pt x="606109" y="1097978"/>
                    </a:lnTo>
                    <a:lnTo>
                      <a:pt x="639747" y="1095440"/>
                    </a:lnTo>
                    <a:lnTo>
                      <a:pt x="673385" y="1092901"/>
                    </a:lnTo>
                    <a:lnTo>
                      <a:pt x="706387" y="1089728"/>
                    </a:lnTo>
                    <a:lnTo>
                      <a:pt x="739390" y="1087189"/>
                    </a:lnTo>
                    <a:lnTo>
                      <a:pt x="772393" y="1084015"/>
                    </a:lnTo>
                    <a:lnTo>
                      <a:pt x="806030" y="1080842"/>
                    </a:lnTo>
                    <a:lnTo>
                      <a:pt x="839033" y="1077669"/>
                    </a:lnTo>
                    <a:lnTo>
                      <a:pt x="872036" y="1074495"/>
                    </a:lnTo>
                    <a:lnTo>
                      <a:pt x="905039" y="1071322"/>
                    </a:lnTo>
                    <a:lnTo>
                      <a:pt x="938676" y="1068149"/>
                    </a:lnTo>
                    <a:lnTo>
                      <a:pt x="971680" y="1064975"/>
                    </a:lnTo>
                    <a:lnTo>
                      <a:pt x="1004682" y="1061802"/>
                    </a:lnTo>
                    <a:lnTo>
                      <a:pt x="1001509" y="1043397"/>
                    </a:lnTo>
                    <a:lnTo>
                      <a:pt x="1001509" y="1040858"/>
                    </a:lnTo>
                    <a:lnTo>
                      <a:pt x="1002143" y="1038319"/>
                    </a:lnTo>
                    <a:lnTo>
                      <a:pt x="1002143" y="1035781"/>
                    </a:lnTo>
                    <a:lnTo>
                      <a:pt x="1000240" y="1031973"/>
                    </a:lnTo>
                    <a:lnTo>
                      <a:pt x="999604" y="1028799"/>
                    </a:lnTo>
                    <a:lnTo>
                      <a:pt x="998970" y="1025626"/>
                    </a:lnTo>
                    <a:lnTo>
                      <a:pt x="998970" y="1023087"/>
                    </a:lnTo>
                    <a:lnTo>
                      <a:pt x="1000240" y="1018644"/>
                    </a:lnTo>
                    <a:lnTo>
                      <a:pt x="1003413" y="1010394"/>
                    </a:lnTo>
                    <a:lnTo>
                      <a:pt x="1003413" y="993892"/>
                    </a:lnTo>
                    <a:lnTo>
                      <a:pt x="1002778" y="989450"/>
                    </a:lnTo>
                    <a:lnTo>
                      <a:pt x="1000240" y="984372"/>
                    </a:lnTo>
                    <a:lnTo>
                      <a:pt x="991354" y="975487"/>
                    </a:lnTo>
                    <a:lnTo>
                      <a:pt x="988815" y="972314"/>
                    </a:lnTo>
                    <a:lnTo>
                      <a:pt x="988181" y="969775"/>
                    </a:lnTo>
                    <a:lnTo>
                      <a:pt x="985642" y="950100"/>
                    </a:lnTo>
                    <a:lnTo>
                      <a:pt x="983738" y="944388"/>
                    </a:lnTo>
                    <a:lnTo>
                      <a:pt x="979930" y="939311"/>
                    </a:lnTo>
                    <a:lnTo>
                      <a:pt x="974853" y="938676"/>
                    </a:lnTo>
                    <a:lnTo>
                      <a:pt x="972949" y="935503"/>
                    </a:lnTo>
                    <a:lnTo>
                      <a:pt x="973583" y="931060"/>
                    </a:lnTo>
                    <a:lnTo>
                      <a:pt x="976122" y="922175"/>
                    </a:lnTo>
                    <a:lnTo>
                      <a:pt x="976122" y="920271"/>
                    </a:lnTo>
                    <a:lnTo>
                      <a:pt x="976122" y="917097"/>
                    </a:lnTo>
                    <a:lnTo>
                      <a:pt x="975487" y="915828"/>
                    </a:lnTo>
                    <a:lnTo>
                      <a:pt x="971680" y="913289"/>
                    </a:lnTo>
                    <a:lnTo>
                      <a:pt x="970410" y="910751"/>
                    </a:lnTo>
                    <a:lnTo>
                      <a:pt x="970410" y="905039"/>
                    </a:lnTo>
                    <a:lnTo>
                      <a:pt x="971044" y="901231"/>
                    </a:lnTo>
                    <a:lnTo>
                      <a:pt x="971044" y="897423"/>
                    </a:lnTo>
                    <a:lnTo>
                      <a:pt x="969141" y="891711"/>
                    </a:lnTo>
                    <a:lnTo>
                      <a:pt x="967236" y="887268"/>
                    </a:lnTo>
                    <a:lnTo>
                      <a:pt x="965967" y="884729"/>
                    </a:lnTo>
                    <a:lnTo>
                      <a:pt x="964698" y="875844"/>
                    </a:lnTo>
                    <a:lnTo>
                      <a:pt x="967871" y="856804"/>
                    </a:lnTo>
                    <a:lnTo>
                      <a:pt x="968506" y="849188"/>
                    </a:lnTo>
                    <a:lnTo>
                      <a:pt x="978026" y="825705"/>
                    </a:lnTo>
                    <a:lnTo>
                      <a:pt x="979930" y="815550"/>
                    </a:lnTo>
                    <a:lnTo>
                      <a:pt x="977391" y="807934"/>
                    </a:lnTo>
                    <a:lnTo>
                      <a:pt x="978026" y="802222"/>
                    </a:lnTo>
                    <a:lnTo>
                      <a:pt x="979295" y="797145"/>
                    </a:lnTo>
                    <a:lnTo>
                      <a:pt x="988181" y="776201"/>
                    </a:lnTo>
                    <a:lnTo>
                      <a:pt x="991989" y="764142"/>
                    </a:lnTo>
                    <a:lnTo>
                      <a:pt x="990084" y="762873"/>
                    </a:lnTo>
                    <a:lnTo>
                      <a:pt x="990720" y="760334"/>
                    </a:lnTo>
                    <a:lnTo>
                      <a:pt x="990084" y="759699"/>
                    </a:lnTo>
                    <a:lnTo>
                      <a:pt x="988815" y="757795"/>
                    </a:lnTo>
                    <a:lnTo>
                      <a:pt x="990084" y="755257"/>
                    </a:lnTo>
                    <a:lnTo>
                      <a:pt x="990720" y="752718"/>
                    </a:lnTo>
                    <a:lnTo>
                      <a:pt x="990084" y="750179"/>
                    </a:lnTo>
                    <a:lnTo>
                      <a:pt x="989450" y="747641"/>
                    </a:lnTo>
                    <a:lnTo>
                      <a:pt x="984373" y="741294"/>
                    </a:lnTo>
                    <a:lnTo>
                      <a:pt x="983738" y="740025"/>
                    </a:lnTo>
                    <a:lnTo>
                      <a:pt x="981834" y="737486"/>
                    </a:lnTo>
                    <a:lnTo>
                      <a:pt x="981200" y="731139"/>
                    </a:lnTo>
                    <a:lnTo>
                      <a:pt x="980564" y="712734"/>
                    </a:lnTo>
                    <a:lnTo>
                      <a:pt x="980564" y="710195"/>
                    </a:lnTo>
                    <a:lnTo>
                      <a:pt x="983103" y="704483"/>
                    </a:lnTo>
                    <a:lnTo>
                      <a:pt x="983103" y="701944"/>
                    </a:lnTo>
                    <a:lnTo>
                      <a:pt x="983103" y="695598"/>
                    </a:lnTo>
                    <a:lnTo>
                      <a:pt x="983738" y="690520"/>
                    </a:lnTo>
                    <a:lnTo>
                      <a:pt x="990720" y="668307"/>
                    </a:lnTo>
                    <a:lnTo>
                      <a:pt x="993258" y="663864"/>
                    </a:lnTo>
                    <a:lnTo>
                      <a:pt x="995797" y="661326"/>
                    </a:lnTo>
                    <a:lnTo>
                      <a:pt x="1005951" y="654979"/>
                    </a:lnTo>
                    <a:lnTo>
                      <a:pt x="1009124" y="651171"/>
                    </a:lnTo>
                    <a:lnTo>
                      <a:pt x="1011663" y="646728"/>
                    </a:lnTo>
                    <a:lnTo>
                      <a:pt x="1013568" y="641651"/>
                    </a:lnTo>
                    <a:lnTo>
                      <a:pt x="1014202" y="636573"/>
                    </a:lnTo>
                    <a:lnTo>
                      <a:pt x="1012298" y="632765"/>
                    </a:lnTo>
                    <a:lnTo>
                      <a:pt x="1004048" y="623245"/>
                    </a:lnTo>
                    <a:lnTo>
                      <a:pt x="1001509" y="614995"/>
                    </a:lnTo>
                    <a:lnTo>
                      <a:pt x="1001509" y="612456"/>
                    </a:lnTo>
                    <a:lnTo>
                      <a:pt x="1002778" y="607379"/>
                    </a:lnTo>
                    <a:lnTo>
                      <a:pt x="1003413" y="603571"/>
                    </a:lnTo>
                    <a:lnTo>
                      <a:pt x="1005317" y="598493"/>
                    </a:lnTo>
                    <a:lnTo>
                      <a:pt x="1005951" y="595955"/>
                    </a:lnTo>
                    <a:lnTo>
                      <a:pt x="1005317" y="590243"/>
                    </a:lnTo>
                    <a:lnTo>
                      <a:pt x="1007855" y="562317"/>
                    </a:lnTo>
                    <a:lnTo>
                      <a:pt x="1010394" y="551528"/>
                    </a:lnTo>
                    <a:lnTo>
                      <a:pt x="1014202" y="542008"/>
                    </a:lnTo>
                    <a:lnTo>
                      <a:pt x="1021818" y="530584"/>
                    </a:lnTo>
                    <a:lnTo>
                      <a:pt x="1023088" y="525506"/>
                    </a:lnTo>
                    <a:lnTo>
                      <a:pt x="1024991" y="521064"/>
                    </a:lnTo>
                    <a:lnTo>
                      <a:pt x="1025626" y="519794"/>
                    </a:lnTo>
                    <a:lnTo>
                      <a:pt x="1025626" y="517256"/>
                    </a:lnTo>
                    <a:lnTo>
                      <a:pt x="1026261" y="514717"/>
                    </a:lnTo>
                    <a:lnTo>
                      <a:pt x="1030069" y="498216"/>
                    </a:lnTo>
                    <a:lnTo>
                      <a:pt x="1029434" y="493138"/>
                    </a:lnTo>
                    <a:lnTo>
                      <a:pt x="1028165" y="488061"/>
                    </a:lnTo>
                    <a:close/>
                    <a:moveTo>
                      <a:pt x="368108" y="44427"/>
                    </a:moveTo>
                    <a:lnTo>
                      <a:pt x="371282" y="41888"/>
                    </a:lnTo>
                    <a:lnTo>
                      <a:pt x="373186" y="39984"/>
                    </a:lnTo>
                    <a:lnTo>
                      <a:pt x="372551" y="37445"/>
                    </a:lnTo>
                    <a:lnTo>
                      <a:pt x="370013" y="33638"/>
                    </a:lnTo>
                    <a:lnTo>
                      <a:pt x="368744" y="33003"/>
                    </a:lnTo>
                    <a:lnTo>
                      <a:pt x="365570" y="31733"/>
                    </a:lnTo>
                    <a:lnTo>
                      <a:pt x="363666" y="31099"/>
                    </a:lnTo>
                    <a:lnTo>
                      <a:pt x="363031" y="33003"/>
                    </a:lnTo>
                    <a:lnTo>
                      <a:pt x="362397" y="34907"/>
                    </a:lnTo>
                    <a:lnTo>
                      <a:pt x="361762" y="36811"/>
                    </a:lnTo>
                    <a:lnTo>
                      <a:pt x="360493" y="38715"/>
                    </a:lnTo>
                    <a:lnTo>
                      <a:pt x="366205" y="42523"/>
                    </a:lnTo>
                    <a:lnTo>
                      <a:pt x="368108" y="44427"/>
                    </a:lnTo>
                    <a:close/>
                    <a:moveTo>
                      <a:pt x="422690" y="11424"/>
                    </a:moveTo>
                    <a:lnTo>
                      <a:pt x="421421" y="3173"/>
                    </a:lnTo>
                    <a:lnTo>
                      <a:pt x="422055" y="2539"/>
                    </a:lnTo>
                    <a:lnTo>
                      <a:pt x="422690" y="1904"/>
                    </a:lnTo>
                    <a:lnTo>
                      <a:pt x="422690" y="1269"/>
                    </a:lnTo>
                    <a:lnTo>
                      <a:pt x="422690" y="0"/>
                    </a:lnTo>
                    <a:lnTo>
                      <a:pt x="416978" y="635"/>
                    </a:lnTo>
                    <a:lnTo>
                      <a:pt x="413805" y="5077"/>
                    </a:lnTo>
                    <a:lnTo>
                      <a:pt x="412535" y="12059"/>
                    </a:lnTo>
                    <a:lnTo>
                      <a:pt x="412535" y="20309"/>
                    </a:lnTo>
                    <a:lnTo>
                      <a:pt x="420152" y="16501"/>
                    </a:lnTo>
                    <a:lnTo>
                      <a:pt x="422690" y="11424"/>
                    </a:lnTo>
                    <a:close/>
                    <a:moveTo>
                      <a:pt x="1099248" y="347799"/>
                    </a:moveTo>
                    <a:lnTo>
                      <a:pt x="1100517" y="343991"/>
                    </a:lnTo>
                    <a:lnTo>
                      <a:pt x="1101787" y="339548"/>
                    </a:lnTo>
                    <a:lnTo>
                      <a:pt x="1101152" y="335740"/>
                    </a:lnTo>
                    <a:lnTo>
                      <a:pt x="1098613" y="333201"/>
                    </a:lnTo>
                    <a:lnTo>
                      <a:pt x="1095440" y="333201"/>
                    </a:lnTo>
                    <a:lnTo>
                      <a:pt x="1092267" y="335105"/>
                    </a:lnTo>
                    <a:lnTo>
                      <a:pt x="1089093" y="335740"/>
                    </a:lnTo>
                    <a:lnTo>
                      <a:pt x="1086555" y="333201"/>
                    </a:lnTo>
                    <a:lnTo>
                      <a:pt x="1084650" y="331297"/>
                    </a:lnTo>
                    <a:lnTo>
                      <a:pt x="1083381" y="333201"/>
                    </a:lnTo>
                    <a:lnTo>
                      <a:pt x="1082747" y="337010"/>
                    </a:lnTo>
                    <a:lnTo>
                      <a:pt x="1082747" y="340817"/>
                    </a:lnTo>
                    <a:lnTo>
                      <a:pt x="1084016" y="346530"/>
                    </a:lnTo>
                    <a:lnTo>
                      <a:pt x="1083381" y="349068"/>
                    </a:lnTo>
                    <a:lnTo>
                      <a:pt x="1080842" y="351607"/>
                    </a:lnTo>
                    <a:lnTo>
                      <a:pt x="1082747" y="352242"/>
                    </a:lnTo>
                    <a:lnTo>
                      <a:pt x="1085285" y="351607"/>
                    </a:lnTo>
                    <a:lnTo>
                      <a:pt x="1089728" y="350338"/>
                    </a:lnTo>
                    <a:lnTo>
                      <a:pt x="1101152" y="350338"/>
                    </a:lnTo>
                    <a:lnTo>
                      <a:pt x="1099883" y="347799"/>
                    </a:lnTo>
                    <a:lnTo>
                      <a:pt x="1099248" y="347799"/>
                    </a:lnTo>
                    <a:close/>
                    <a:moveTo>
                      <a:pt x="1080208" y="372551"/>
                    </a:moveTo>
                    <a:lnTo>
                      <a:pt x="1079573" y="370647"/>
                    </a:lnTo>
                    <a:lnTo>
                      <a:pt x="1080208" y="368743"/>
                    </a:lnTo>
                    <a:lnTo>
                      <a:pt x="1080842" y="365570"/>
                    </a:lnTo>
                    <a:lnTo>
                      <a:pt x="1079573" y="364935"/>
                    </a:lnTo>
                    <a:lnTo>
                      <a:pt x="1075130" y="366204"/>
                    </a:lnTo>
                    <a:lnTo>
                      <a:pt x="1069418" y="366839"/>
                    </a:lnTo>
                    <a:lnTo>
                      <a:pt x="1066880" y="366204"/>
                    </a:lnTo>
                    <a:lnTo>
                      <a:pt x="1064341" y="364300"/>
                    </a:lnTo>
                    <a:lnTo>
                      <a:pt x="1063707" y="366204"/>
                    </a:lnTo>
                    <a:lnTo>
                      <a:pt x="1063071" y="368108"/>
                    </a:lnTo>
                    <a:lnTo>
                      <a:pt x="1063071" y="370012"/>
                    </a:lnTo>
                    <a:lnTo>
                      <a:pt x="1063071" y="372551"/>
                    </a:lnTo>
                    <a:lnTo>
                      <a:pt x="1062437" y="373820"/>
                    </a:lnTo>
                    <a:lnTo>
                      <a:pt x="1061168" y="374455"/>
                    </a:lnTo>
                    <a:lnTo>
                      <a:pt x="1059264" y="375090"/>
                    </a:lnTo>
                    <a:lnTo>
                      <a:pt x="1057994" y="375724"/>
                    </a:lnTo>
                    <a:lnTo>
                      <a:pt x="1056090" y="386514"/>
                    </a:lnTo>
                    <a:lnTo>
                      <a:pt x="1056090" y="389687"/>
                    </a:lnTo>
                    <a:lnTo>
                      <a:pt x="1054821" y="392226"/>
                    </a:lnTo>
                    <a:lnTo>
                      <a:pt x="1049109" y="395399"/>
                    </a:lnTo>
                    <a:lnTo>
                      <a:pt x="1047840" y="397938"/>
                    </a:lnTo>
                    <a:lnTo>
                      <a:pt x="1047205" y="400476"/>
                    </a:lnTo>
                    <a:lnTo>
                      <a:pt x="1044031" y="400476"/>
                    </a:lnTo>
                    <a:lnTo>
                      <a:pt x="1040223" y="399842"/>
                    </a:lnTo>
                    <a:lnTo>
                      <a:pt x="1037685" y="399842"/>
                    </a:lnTo>
                    <a:lnTo>
                      <a:pt x="1035147" y="402380"/>
                    </a:lnTo>
                    <a:lnTo>
                      <a:pt x="1033877" y="406188"/>
                    </a:lnTo>
                    <a:lnTo>
                      <a:pt x="1033242" y="411266"/>
                    </a:lnTo>
                    <a:lnTo>
                      <a:pt x="1033242" y="418882"/>
                    </a:lnTo>
                    <a:lnTo>
                      <a:pt x="1032608" y="421420"/>
                    </a:lnTo>
                    <a:lnTo>
                      <a:pt x="1030703" y="425229"/>
                    </a:lnTo>
                    <a:lnTo>
                      <a:pt x="1030703" y="426498"/>
                    </a:lnTo>
                    <a:lnTo>
                      <a:pt x="1031338" y="429037"/>
                    </a:lnTo>
                    <a:lnTo>
                      <a:pt x="1031338" y="429671"/>
                    </a:lnTo>
                    <a:lnTo>
                      <a:pt x="1030703" y="430306"/>
                    </a:lnTo>
                    <a:lnTo>
                      <a:pt x="1028165" y="430306"/>
                    </a:lnTo>
                    <a:lnTo>
                      <a:pt x="1027530" y="430306"/>
                    </a:lnTo>
                    <a:lnTo>
                      <a:pt x="1018644" y="444269"/>
                    </a:lnTo>
                    <a:lnTo>
                      <a:pt x="1014837" y="453154"/>
                    </a:lnTo>
                    <a:lnTo>
                      <a:pt x="1013568" y="463943"/>
                    </a:lnTo>
                    <a:lnTo>
                      <a:pt x="1016106" y="473463"/>
                    </a:lnTo>
                    <a:lnTo>
                      <a:pt x="1021818" y="482349"/>
                    </a:lnTo>
                    <a:lnTo>
                      <a:pt x="1028800" y="487426"/>
                    </a:lnTo>
                    <a:lnTo>
                      <a:pt x="1036416" y="486791"/>
                    </a:lnTo>
                    <a:lnTo>
                      <a:pt x="1038954" y="484253"/>
                    </a:lnTo>
                    <a:lnTo>
                      <a:pt x="1046570" y="471559"/>
                    </a:lnTo>
                    <a:lnTo>
                      <a:pt x="1047840" y="469021"/>
                    </a:lnTo>
                    <a:lnTo>
                      <a:pt x="1048474" y="463943"/>
                    </a:lnTo>
                    <a:lnTo>
                      <a:pt x="1049109" y="462039"/>
                    </a:lnTo>
                    <a:lnTo>
                      <a:pt x="1050378" y="460135"/>
                    </a:lnTo>
                    <a:lnTo>
                      <a:pt x="1054187" y="457597"/>
                    </a:lnTo>
                    <a:lnTo>
                      <a:pt x="1055456" y="455693"/>
                    </a:lnTo>
                    <a:lnTo>
                      <a:pt x="1050378" y="451885"/>
                    </a:lnTo>
                    <a:lnTo>
                      <a:pt x="1051648" y="444269"/>
                    </a:lnTo>
                    <a:lnTo>
                      <a:pt x="1058629" y="430306"/>
                    </a:lnTo>
                    <a:lnTo>
                      <a:pt x="1059898" y="425229"/>
                    </a:lnTo>
                    <a:lnTo>
                      <a:pt x="1060533" y="422690"/>
                    </a:lnTo>
                    <a:lnTo>
                      <a:pt x="1062437" y="421420"/>
                    </a:lnTo>
                    <a:lnTo>
                      <a:pt x="1063707" y="422055"/>
                    </a:lnTo>
                    <a:lnTo>
                      <a:pt x="1065610" y="422690"/>
                    </a:lnTo>
                    <a:lnTo>
                      <a:pt x="1066880" y="423325"/>
                    </a:lnTo>
                    <a:lnTo>
                      <a:pt x="1067515" y="422690"/>
                    </a:lnTo>
                    <a:lnTo>
                      <a:pt x="1066880" y="418247"/>
                    </a:lnTo>
                    <a:lnTo>
                      <a:pt x="1066880" y="416978"/>
                    </a:lnTo>
                    <a:lnTo>
                      <a:pt x="1067515" y="414439"/>
                    </a:lnTo>
                    <a:lnTo>
                      <a:pt x="1068149" y="413804"/>
                    </a:lnTo>
                    <a:lnTo>
                      <a:pt x="1069418" y="413804"/>
                    </a:lnTo>
                    <a:lnTo>
                      <a:pt x="1070688" y="413170"/>
                    </a:lnTo>
                    <a:lnTo>
                      <a:pt x="1071322" y="411266"/>
                    </a:lnTo>
                    <a:lnTo>
                      <a:pt x="1063707" y="405554"/>
                    </a:lnTo>
                    <a:lnTo>
                      <a:pt x="1061802" y="402380"/>
                    </a:lnTo>
                    <a:lnTo>
                      <a:pt x="1064341" y="401111"/>
                    </a:lnTo>
                    <a:lnTo>
                      <a:pt x="1066880" y="401111"/>
                    </a:lnTo>
                    <a:lnTo>
                      <a:pt x="1071957" y="403015"/>
                    </a:lnTo>
                    <a:lnTo>
                      <a:pt x="1071322" y="400476"/>
                    </a:lnTo>
                    <a:lnTo>
                      <a:pt x="1068784" y="397303"/>
                    </a:lnTo>
                    <a:lnTo>
                      <a:pt x="1068149" y="394764"/>
                    </a:lnTo>
                    <a:lnTo>
                      <a:pt x="1068149" y="390322"/>
                    </a:lnTo>
                    <a:lnTo>
                      <a:pt x="1069418" y="382706"/>
                    </a:lnTo>
                    <a:lnTo>
                      <a:pt x="1068784" y="381436"/>
                    </a:lnTo>
                    <a:lnTo>
                      <a:pt x="1067515" y="380167"/>
                    </a:lnTo>
                    <a:lnTo>
                      <a:pt x="1066880" y="378898"/>
                    </a:lnTo>
                    <a:lnTo>
                      <a:pt x="1069418" y="377628"/>
                    </a:lnTo>
                    <a:lnTo>
                      <a:pt x="1071322" y="378263"/>
                    </a:lnTo>
                    <a:lnTo>
                      <a:pt x="1078938" y="382071"/>
                    </a:lnTo>
                    <a:lnTo>
                      <a:pt x="1080842" y="376994"/>
                    </a:lnTo>
                    <a:lnTo>
                      <a:pt x="1079573" y="375090"/>
                    </a:lnTo>
                    <a:lnTo>
                      <a:pt x="1080208" y="372551"/>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19" name="Google Shape;419;p51"/>
              <p:cNvSpPr/>
              <p:nvPr/>
            </p:nvSpPr>
            <p:spPr>
              <a:xfrm>
                <a:off x="1272620" y="1747463"/>
                <a:ext cx="992276" cy="654430"/>
              </a:xfrm>
              <a:custGeom>
                <a:avLst/>
                <a:gdLst/>
                <a:ahLst/>
                <a:cxnLst/>
                <a:rect l="l" t="t" r="r" b="b"/>
                <a:pathLst>
                  <a:path w="1362635" h="898691" extrusionOk="0">
                    <a:moveTo>
                      <a:pt x="354146" y="119318"/>
                    </a:moveTo>
                    <a:lnTo>
                      <a:pt x="349068" y="118049"/>
                    </a:lnTo>
                    <a:lnTo>
                      <a:pt x="347164" y="118683"/>
                    </a:lnTo>
                    <a:lnTo>
                      <a:pt x="345895" y="119953"/>
                    </a:lnTo>
                    <a:lnTo>
                      <a:pt x="345895" y="120587"/>
                    </a:lnTo>
                    <a:lnTo>
                      <a:pt x="347164" y="121857"/>
                    </a:lnTo>
                    <a:lnTo>
                      <a:pt x="347799" y="123126"/>
                    </a:lnTo>
                    <a:lnTo>
                      <a:pt x="348434" y="123761"/>
                    </a:lnTo>
                    <a:lnTo>
                      <a:pt x="348434" y="125030"/>
                    </a:lnTo>
                    <a:lnTo>
                      <a:pt x="347164" y="127569"/>
                    </a:lnTo>
                    <a:lnTo>
                      <a:pt x="347799" y="128203"/>
                    </a:lnTo>
                    <a:lnTo>
                      <a:pt x="348434" y="128203"/>
                    </a:lnTo>
                    <a:lnTo>
                      <a:pt x="349068" y="127569"/>
                    </a:lnTo>
                    <a:lnTo>
                      <a:pt x="351607" y="126299"/>
                    </a:lnTo>
                    <a:lnTo>
                      <a:pt x="354146" y="123761"/>
                    </a:lnTo>
                    <a:lnTo>
                      <a:pt x="354780" y="123126"/>
                    </a:lnTo>
                    <a:lnTo>
                      <a:pt x="354146" y="123126"/>
                    </a:lnTo>
                    <a:lnTo>
                      <a:pt x="353511" y="122491"/>
                    </a:lnTo>
                    <a:lnTo>
                      <a:pt x="354146" y="119318"/>
                    </a:lnTo>
                    <a:lnTo>
                      <a:pt x="354146" y="119318"/>
                    </a:lnTo>
                    <a:close/>
                    <a:moveTo>
                      <a:pt x="342722" y="142801"/>
                    </a:moveTo>
                    <a:lnTo>
                      <a:pt x="345895" y="140897"/>
                    </a:lnTo>
                    <a:lnTo>
                      <a:pt x="347799" y="137723"/>
                    </a:lnTo>
                    <a:lnTo>
                      <a:pt x="348434" y="133915"/>
                    </a:lnTo>
                    <a:lnTo>
                      <a:pt x="347164" y="130107"/>
                    </a:lnTo>
                    <a:lnTo>
                      <a:pt x="343991" y="132646"/>
                    </a:lnTo>
                    <a:lnTo>
                      <a:pt x="342087" y="132011"/>
                    </a:lnTo>
                    <a:lnTo>
                      <a:pt x="340818" y="128838"/>
                    </a:lnTo>
                    <a:lnTo>
                      <a:pt x="340818" y="125030"/>
                    </a:lnTo>
                    <a:lnTo>
                      <a:pt x="343356" y="117414"/>
                    </a:lnTo>
                    <a:lnTo>
                      <a:pt x="343991" y="112971"/>
                    </a:lnTo>
                    <a:lnTo>
                      <a:pt x="342087" y="105990"/>
                    </a:lnTo>
                    <a:lnTo>
                      <a:pt x="340183" y="105990"/>
                    </a:lnTo>
                    <a:lnTo>
                      <a:pt x="335106" y="109163"/>
                    </a:lnTo>
                    <a:lnTo>
                      <a:pt x="334471" y="110432"/>
                    </a:lnTo>
                    <a:lnTo>
                      <a:pt x="333201" y="112336"/>
                    </a:lnTo>
                    <a:lnTo>
                      <a:pt x="332567" y="114875"/>
                    </a:lnTo>
                    <a:lnTo>
                      <a:pt x="333201" y="117414"/>
                    </a:lnTo>
                    <a:lnTo>
                      <a:pt x="330663" y="118049"/>
                    </a:lnTo>
                    <a:lnTo>
                      <a:pt x="328124" y="120587"/>
                    </a:lnTo>
                    <a:lnTo>
                      <a:pt x="326220" y="124395"/>
                    </a:lnTo>
                    <a:lnTo>
                      <a:pt x="326220" y="129473"/>
                    </a:lnTo>
                    <a:lnTo>
                      <a:pt x="328759" y="131377"/>
                    </a:lnTo>
                    <a:lnTo>
                      <a:pt x="332567" y="133281"/>
                    </a:lnTo>
                    <a:lnTo>
                      <a:pt x="335106" y="135185"/>
                    </a:lnTo>
                    <a:lnTo>
                      <a:pt x="333201" y="138993"/>
                    </a:lnTo>
                    <a:lnTo>
                      <a:pt x="342722" y="142801"/>
                    </a:lnTo>
                    <a:close/>
                    <a:moveTo>
                      <a:pt x="327489" y="79968"/>
                    </a:moveTo>
                    <a:lnTo>
                      <a:pt x="325586" y="80603"/>
                    </a:lnTo>
                    <a:lnTo>
                      <a:pt x="320508" y="83776"/>
                    </a:lnTo>
                    <a:lnTo>
                      <a:pt x="319239" y="85046"/>
                    </a:lnTo>
                    <a:lnTo>
                      <a:pt x="318604" y="87584"/>
                    </a:lnTo>
                    <a:lnTo>
                      <a:pt x="319239" y="89488"/>
                    </a:lnTo>
                    <a:lnTo>
                      <a:pt x="320508" y="93296"/>
                    </a:lnTo>
                    <a:lnTo>
                      <a:pt x="322412" y="95835"/>
                    </a:lnTo>
                    <a:lnTo>
                      <a:pt x="324316" y="94566"/>
                    </a:lnTo>
                    <a:lnTo>
                      <a:pt x="325586" y="91392"/>
                    </a:lnTo>
                    <a:lnTo>
                      <a:pt x="326220" y="88219"/>
                    </a:lnTo>
                    <a:lnTo>
                      <a:pt x="327489" y="86950"/>
                    </a:lnTo>
                    <a:lnTo>
                      <a:pt x="329394" y="88219"/>
                    </a:lnTo>
                    <a:lnTo>
                      <a:pt x="331932" y="91392"/>
                    </a:lnTo>
                    <a:lnTo>
                      <a:pt x="332567" y="93931"/>
                    </a:lnTo>
                    <a:lnTo>
                      <a:pt x="332567" y="96470"/>
                    </a:lnTo>
                    <a:lnTo>
                      <a:pt x="333201" y="99008"/>
                    </a:lnTo>
                    <a:lnTo>
                      <a:pt x="335740" y="100278"/>
                    </a:lnTo>
                    <a:lnTo>
                      <a:pt x="340818" y="100912"/>
                    </a:lnTo>
                    <a:lnTo>
                      <a:pt x="343356" y="100278"/>
                    </a:lnTo>
                    <a:lnTo>
                      <a:pt x="345895" y="99008"/>
                    </a:lnTo>
                    <a:lnTo>
                      <a:pt x="340183" y="84411"/>
                    </a:lnTo>
                    <a:lnTo>
                      <a:pt x="341452" y="82507"/>
                    </a:lnTo>
                    <a:lnTo>
                      <a:pt x="341452" y="81238"/>
                    </a:lnTo>
                    <a:lnTo>
                      <a:pt x="341452" y="79968"/>
                    </a:lnTo>
                    <a:lnTo>
                      <a:pt x="342087" y="77430"/>
                    </a:lnTo>
                    <a:lnTo>
                      <a:pt x="343356" y="75526"/>
                    </a:lnTo>
                    <a:lnTo>
                      <a:pt x="345260" y="74891"/>
                    </a:lnTo>
                    <a:lnTo>
                      <a:pt x="346530" y="76160"/>
                    </a:lnTo>
                    <a:lnTo>
                      <a:pt x="347164" y="78064"/>
                    </a:lnTo>
                    <a:lnTo>
                      <a:pt x="347164" y="80603"/>
                    </a:lnTo>
                    <a:lnTo>
                      <a:pt x="348434" y="87584"/>
                    </a:lnTo>
                    <a:lnTo>
                      <a:pt x="350972" y="95200"/>
                    </a:lnTo>
                    <a:lnTo>
                      <a:pt x="352242" y="97739"/>
                    </a:lnTo>
                    <a:lnTo>
                      <a:pt x="354146" y="99008"/>
                    </a:lnTo>
                    <a:lnTo>
                      <a:pt x="356050" y="99008"/>
                    </a:lnTo>
                    <a:lnTo>
                      <a:pt x="356684" y="97739"/>
                    </a:lnTo>
                    <a:lnTo>
                      <a:pt x="357319" y="96470"/>
                    </a:lnTo>
                    <a:lnTo>
                      <a:pt x="357954" y="95200"/>
                    </a:lnTo>
                    <a:lnTo>
                      <a:pt x="366204" y="92027"/>
                    </a:lnTo>
                    <a:lnTo>
                      <a:pt x="367474" y="91392"/>
                    </a:lnTo>
                    <a:lnTo>
                      <a:pt x="368743" y="89488"/>
                    </a:lnTo>
                    <a:lnTo>
                      <a:pt x="351607" y="74891"/>
                    </a:lnTo>
                    <a:lnTo>
                      <a:pt x="345260" y="72352"/>
                    </a:lnTo>
                    <a:lnTo>
                      <a:pt x="341452" y="71718"/>
                    </a:lnTo>
                    <a:lnTo>
                      <a:pt x="339548" y="71718"/>
                    </a:lnTo>
                    <a:lnTo>
                      <a:pt x="329394" y="79334"/>
                    </a:lnTo>
                    <a:lnTo>
                      <a:pt x="327489" y="79968"/>
                    </a:lnTo>
                    <a:close/>
                    <a:moveTo>
                      <a:pt x="340818" y="229750"/>
                    </a:moveTo>
                    <a:lnTo>
                      <a:pt x="341452" y="232924"/>
                    </a:lnTo>
                    <a:lnTo>
                      <a:pt x="342722" y="238001"/>
                    </a:lnTo>
                    <a:lnTo>
                      <a:pt x="345260" y="241809"/>
                    </a:lnTo>
                    <a:lnTo>
                      <a:pt x="348434" y="242444"/>
                    </a:lnTo>
                    <a:lnTo>
                      <a:pt x="350972" y="238636"/>
                    </a:lnTo>
                    <a:lnTo>
                      <a:pt x="351607" y="232924"/>
                    </a:lnTo>
                    <a:lnTo>
                      <a:pt x="350972" y="227212"/>
                    </a:lnTo>
                    <a:lnTo>
                      <a:pt x="349703" y="220865"/>
                    </a:lnTo>
                    <a:lnTo>
                      <a:pt x="348434" y="219596"/>
                    </a:lnTo>
                    <a:lnTo>
                      <a:pt x="346530" y="218961"/>
                    </a:lnTo>
                    <a:lnTo>
                      <a:pt x="344626" y="219596"/>
                    </a:lnTo>
                    <a:lnTo>
                      <a:pt x="347164" y="223404"/>
                    </a:lnTo>
                    <a:lnTo>
                      <a:pt x="347799" y="228481"/>
                    </a:lnTo>
                    <a:lnTo>
                      <a:pt x="347164" y="232289"/>
                    </a:lnTo>
                    <a:lnTo>
                      <a:pt x="344626" y="231654"/>
                    </a:lnTo>
                    <a:lnTo>
                      <a:pt x="343991" y="231020"/>
                    </a:lnTo>
                    <a:lnTo>
                      <a:pt x="344626" y="225942"/>
                    </a:lnTo>
                    <a:lnTo>
                      <a:pt x="343991" y="224038"/>
                    </a:lnTo>
                    <a:lnTo>
                      <a:pt x="342087" y="224038"/>
                    </a:lnTo>
                    <a:lnTo>
                      <a:pt x="341452" y="225942"/>
                    </a:lnTo>
                    <a:lnTo>
                      <a:pt x="340818" y="229750"/>
                    </a:lnTo>
                    <a:close/>
                    <a:moveTo>
                      <a:pt x="343991" y="59659"/>
                    </a:moveTo>
                    <a:lnTo>
                      <a:pt x="343991" y="59659"/>
                    </a:lnTo>
                    <a:lnTo>
                      <a:pt x="343991" y="60928"/>
                    </a:lnTo>
                    <a:lnTo>
                      <a:pt x="344626" y="61563"/>
                    </a:lnTo>
                    <a:lnTo>
                      <a:pt x="343991" y="61563"/>
                    </a:lnTo>
                    <a:lnTo>
                      <a:pt x="344626" y="62198"/>
                    </a:lnTo>
                    <a:lnTo>
                      <a:pt x="345895" y="62832"/>
                    </a:lnTo>
                    <a:lnTo>
                      <a:pt x="346530" y="62198"/>
                    </a:lnTo>
                    <a:lnTo>
                      <a:pt x="345895" y="61563"/>
                    </a:lnTo>
                    <a:lnTo>
                      <a:pt x="346530" y="61563"/>
                    </a:lnTo>
                    <a:lnTo>
                      <a:pt x="347164" y="62832"/>
                    </a:lnTo>
                    <a:lnTo>
                      <a:pt x="349068" y="63467"/>
                    </a:lnTo>
                    <a:lnTo>
                      <a:pt x="347164" y="60294"/>
                    </a:lnTo>
                    <a:lnTo>
                      <a:pt x="346530" y="60294"/>
                    </a:lnTo>
                    <a:lnTo>
                      <a:pt x="345260" y="59024"/>
                    </a:lnTo>
                    <a:lnTo>
                      <a:pt x="347164" y="58390"/>
                    </a:lnTo>
                    <a:lnTo>
                      <a:pt x="348434" y="58390"/>
                    </a:lnTo>
                    <a:lnTo>
                      <a:pt x="350338" y="59024"/>
                    </a:lnTo>
                    <a:lnTo>
                      <a:pt x="349068" y="57120"/>
                    </a:lnTo>
                    <a:lnTo>
                      <a:pt x="346530" y="55851"/>
                    </a:lnTo>
                    <a:lnTo>
                      <a:pt x="343991" y="55851"/>
                    </a:lnTo>
                    <a:lnTo>
                      <a:pt x="343991" y="59024"/>
                    </a:lnTo>
                    <a:lnTo>
                      <a:pt x="343991" y="59659"/>
                    </a:lnTo>
                    <a:lnTo>
                      <a:pt x="343991" y="59659"/>
                    </a:lnTo>
                    <a:lnTo>
                      <a:pt x="343991" y="59659"/>
                    </a:lnTo>
                    <a:close/>
                    <a:moveTo>
                      <a:pt x="322412" y="104086"/>
                    </a:moveTo>
                    <a:lnTo>
                      <a:pt x="322412" y="105355"/>
                    </a:lnTo>
                    <a:lnTo>
                      <a:pt x="327489" y="108528"/>
                    </a:lnTo>
                    <a:lnTo>
                      <a:pt x="328759" y="107894"/>
                    </a:lnTo>
                    <a:lnTo>
                      <a:pt x="329394" y="106624"/>
                    </a:lnTo>
                    <a:lnTo>
                      <a:pt x="330028" y="105990"/>
                    </a:lnTo>
                    <a:lnTo>
                      <a:pt x="330663" y="105355"/>
                    </a:lnTo>
                    <a:lnTo>
                      <a:pt x="331298" y="105355"/>
                    </a:lnTo>
                    <a:lnTo>
                      <a:pt x="332567" y="105990"/>
                    </a:lnTo>
                    <a:lnTo>
                      <a:pt x="333201" y="105990"/>
                    </a:lnTo>
                    <a:lnTo>
                      <a:pt x="333836" y="105990"/>
                    </a:lnTo>
                    <a:lnTo>
                      <a:pt x="335106" y="105355"/>
                    </a:lnTo>
                    <a:lnTo>
                      <a:pt x="336375" y="103451"/>
                    </a:lnTo>
                    <a:lnTo>
                      <a:pt x="336375" y="101547"/>
                    </a:lnTo>
                    <a:lnTo>
                      <a:pt x="335106" y="100912"/>
                    </a:lnTo>
                    <a:lnTo>
                      <a:pt x="333836" y="100912"/>
                    </a:lnTo>
                    <a:lnTo>
                      <a:pt x="333201" y="101547"/>
                    </a:lnTo>
                    <a:lnTo>
                      <a:pt x="333201" y="102816"/>
                    </a:lnTo>
                    <a:lnTo>
                      <a:pt x="332567" y="102816"/>
                    </a:lnTo>
                    <a:lnTo>
                      <a:pt x="331932" y="101547"/>
                    </a:lnTo>
                    <a:lnTo>
                      <a:pt x="332567" y="100278"/>
                    </a:lnTo>
                    <a:lnTo>
                      <a:pt x="332567" y="99643"/>
                    </a:lnTo>
                    <a:lnTo>
                      <a:pt x="329394" y="98374"/>
                    </a:lnTo>
                    <a:lnTo>
                      <a:pt x="328124" y="97104"/>
                    </a:lnTo>
                    <a:lnTo>
                      <a:pt x="321778" y="97739"/>
                    </a:lnTo>
                    <a:lnTo>
                      <a:pt x="319874" y="97104"/>
                    </a:lnTo>
                    <a:lnTo>
                      <a:pt x="318604" y="97739"/>
                    </a:lnTo>
                    <a:lnTo>
                      <a:pt x="319239" y="98374"/>
                    </a:lnTo>
                    <a:lnTo>
                      <a:pt x="321143" y="99008"/>
                    </a:lnTo>
                    <a:lnTo>
                      <a:pt x="321778" y="99643"/>
                    </a:lnTo>
                    <a:lnTo>
                      <a:pt x="323047" y="102816"/>
                    </a:lnTo>
                    <a:lnTo>
                      <a:pt x="323047" y="103451"/>
                    </a:lnTo>
                    <a:lnTo>
                      <a:pt x="322412" y="104086"/>
                    </a:lnTo>
                    <a:close/>
                    <a:moveTo>
                      <a:pt x="382071" y="154859"/>
                    </a:moveTo>
                    <a:lnTo>
                      <a:pt x="380167" y="155494"/>
                    </a:lnTo>
                    <a:lnTo>
                      <a:pt x="377628" y="157398"/>
                    </a:lnTo>
                    <a:lnTo>
                      <a:pt x="375090" y="158033"/>
                    </a:lnTo>
                    <a:lnTo>
                      <a:pt x="370647" y="157398"/>
                    </a:lnTo>
                    <a:lnTo>
                      <a:pt x="367474" y="161841"/>
                    </a:lnTo>
                    <a:lnTo>
                      <a:pt x="347799" y="185323"/>
                    </a:lnTo>
                    <a:lnTo>
                      <a:pt x="345895" y="189766"/>
                    </a:lnTo>
                    <a:lnTo>
                      <a:pt x="346530" y="195478"/>
                    </a:lnTo>
                    <a:lnTo>
                      <a:pt x="347799" y="197382"/>
                    </a:lnTo>
                    <a:lnTo>
                      <a:pt x="349703" y="199286"/>
                    </a:lnTo>
                    <a:lnTo>
                      <a:pt x="351607" y="201190"/>
                    </a:lnTo>
                    <a:lnTo>
                      <a:pt x="353511" y="201825"/>
                    </a:lnTo>
                    <a:lnTo>
                      <a:pt x="354146" y="203094"/>
                    </a:lnTo>
                    <a:lnTo>
                      <a:pt x="356684" y="210710"/>
                    </a:lnTo>
                    <a:lnTo>
                      <a:pt x="361762" y="208806"/>
                    </a:lnTo>
                    <a:lnTo>
                      <a:pt x="365570" y="209441"/>
                    </a:lnTo>
                    <a:lnTo>
                      <a:pt x="368108" y="211980"/>
                    </a:lnTo>
                    <a:lnTo>
                      <a:pt x="368108" y="217692"/>
                    </a:lnTo>
                    <a:lnTo>
                      <a:pt x="363031" y="229750"/>
                    </a:lnTo>
                    <a:lnTo>
                      <a:pt x="363031" y="233558"/>
                    </a:lnTo>
                    <a:lnTo>
                      <a:pt x="365570" y="238636"/>
                    </a:lnTo>
                    <a:lnTo>
                      <a:pt x="364935" y="242444"/>
                    </a:lnTo>
                    <a:lnTo>
                      <a:pt x="366204" y="247521"/>
                    </a:lnTo>
                    <a:lnTo>
                      <a:pt x="368743" y="251964"/>
                    </a:lnTo>
                    <a:lnTo>
                      <a:pt x="370647" y="254502"/>
                    </a:lnTo>
                    <a:lnTo>
                      <a:pt x="371916" y="257041"/>
                    </a:lnTo>
                    <a:lnTo>
                      <a:pt x="373186" y="258310"/>
                    </a:lnTo>
                    <a:lnTo>
                      <a:pt x="375724" y="258945"/>
                    </a:lnTo>
                    <a:lnTo>
                      <a:pt x="377628" y="258310"/>
                    </a:lnTo>
                    <a:lnTo>
                      <a:pt x="381436" y="255772"/>
                    </a:lnTo>
                    <a:lnTo>
                      <a:pt x="383975" y="255772"/>
                    </a:lnTo>
                    <a:lnTo>
                      <a:pt x="386514" y="258310"/>
                    </a:lnTo>
                    <a:lnTo>
                      <a:pt x="387148" y="262753"/>
                    </a:lnTo>
                    <a:lnTo>
                      <a:pt x="387148" y="268465"/>
                    </a:lnTo>
                    <a:lnTo>
                      <a:pt x="386514" y="273543"/>
                    </a:lnTo>
                    <a:lnTo>
                      <a:pt x="387148" y="274812"/>
                    </a:lnTo>
                    <a:lnTo>
                      <a:pt x="389687" y="274812"/>
                    </a:lnTo>
                    <a:lnTo>
                      <a:pt x="393495" y="274177"/>
                    </a:lnTo>
                    <a:lnTo>
                      <a:pt x="394130" y="274812"/>
                    </a:lnTo>
                    <a:lnTo>
                      <a:pt x="394130" y="276081"/>
                    </a:lnTo>
                    <a:lnTo>
                      <a:pt x="394130" y="277351"/>
                    </a:lnTo>
                    <a:lnTo>
                      <a:pt x="395399" y="277985"/>
                    </a:lnTo>
                    <a:lnTo>
                      <a:pt x="396034" y="277351"/>
                    </a:lnTo>
                    <a:lnTo>
                      <a:pt x="396668" y="276081"/>
                    </a:lnTo>
                    <a:lnTo>
                      <a:pt x="397938" y="275447"/>
                    </a:lnTo>
                    <a:lnTo>
                      <a:pt x="402381" y="271004"/>
                    </a:lnTo>
                    <a:lnTo>
                      <a:pt x="403650" y="270369"/>
                    </a:lnTo>
                    <a:lnTo>
                      <a:pt x="404285" y="269735"/>
                    </a:lnTo>
                    <a:lnTo>
                      <a:pt x="404285" y="267196"/>
                    </a:lnTo>
                    <a:lnTo>
                      <a:pt x="403650" y="263388"/>
                    </a:lnTo>
                    <a:lnTo>
                      <a:pt x="403650" y="256406"/>
                    </a:lnTo>
                    <a:lnTo>
                      <a:pt x="401746" y="251964"/>
                    </a:lnTo>
                    <a:lnTo>
                      <a:pt x="389687" y="240540"/>
                    </a:lnTo>
                    <a:lnTo>
                      <a:pt x="387148" y="237366"/>
                    </a:lnTo>
                    <a:lnTo>
                      <a:pt x="385244" y="233558"/>
                    </a:lnTo>
                    <a:lnTo>
                      <a:pt x="382071" y="230385"/>
                    </a:lnTo>
                    <a:lnTo>
                      <a:pt x="379532" y="232924"/>
                    </a:lnTo>
                    <a:lnTo>
                      <a:pt x="378898" y="238001"/>
                    </a:lnTo>
                    <a:lnTo>
                      <a:pt x="380167" y="243078"/>
                    </a:lnTo>
                    <a:lnTo>
                      <a:pt x="376994" y="248156"/>
                    </a:lnTo>
                    <a:lnTo>
                      <a:pt x="374455" y="248790"/>
                    </a:lnTo>
                    <a:lnTo>
                      <a:pt x="373186" y="245617"/>
                    </a:lnTo>
                    <a:lnTo>
                      <a:pt x="373820" y="234193"/>
                    </a:lnTo>
                    <a:lnTo>
                      <a:pt x="375724" y="221500"/>
                    </a:lnTo>
                    <a:lnTo>
                      <a:pt x="375724" y="210710"/>
                    </a:lnTo>
                    <a:lnTo>
                      <a:pt x="375090" y="205633"/>
                    </a:lnTo>
                    <a:lnTo>
                      <a:pt x="373186" y="201190"/>
                    </a:lnTo>
                    <a:lnTo>
                      <a:pt x="370012" y="198652"/>
                    </a:lnTo>
                    <a:lnTo>
                      <a:pt x="368108" y="198017"/>
                    </a:lnTo>
                    <a:lnTo>
                      <a:pt x="364300" y="194844"/>
                    </a:lnTo>
                    <a:lnTo>
                      <a:pt x="361762" y="194209"/>
                    </a:lnTo>
                    <a:lnTo>
                      <a:pt x="356050" y="194844"/>
                    </a:lnTo>
                    <a:lnTo>
                      <a:pt x="353511" y="194209"/>
                    </a:lnTo>
                    <a:lnTo>
                      <a:pt x="351607" y="191036"/>
                    </a:lnTo>
                    <a:lnTo>
                      <a:pt x="361762" y="191036"/>
                    </a:lnTo>
                    <a:lnTo>
                      <a:pt x="364300" y="189766"/>
                    </a:lnTo>
                    <a:lnTo>
                      <a:pt x="365570" y="187227"/>
                    </a:lnTo>
                    <a:lnTo>
                      <a:pt x="366839" y="182785"/>
                    </a:lnTo>
                    <a:lnTo>
                      <a:pt x="368108" y="181515"/>
                    </a:lnTo>
                    <a:lnTo>
                      <a:pt x="369378" y="186593"/>
                    </a:lnTo>
                    <a:lnTo>
                      <a:pt x="371282" y="183419"/>
                    </a:lnTo>
                    <a:lnTo>
                      <a:pt x="373820" y="179611"/>
                    </a:lnTo>
                    <a:lnTo>
                      <a:pt x="376994" y="178342"/>
                    </a:lnTo>
                    <a:lnTo>
                      <a:pt x="379532" y="181515"/>
                    </a:lnTo>
                    <a:lnTo>
                      <a:pt x="381436" y="184689"/>
                    </a:lnTo>
                    <a:lnTo>
                      <a:pt x="383975" y="186593"/>
                    </a:lnTo>
                    <a:lnTo>
                      <a:pt x="386514" y="186593"/>
                    </a:lnTo>
                    <a:lnTo>
                      <a:pt x="389053" y="184689"/>
                    </a:lnTo>
                    <a:lnTo>
                      <a:pt x="390322" y="178342"/>
                    </a:lnTo>
                    <a:lnTo>
                      <a:pt x="381436" y="168187"/>
                    </a:lnTo>
                    <a:lnTo>
                      <a:pt x="382071" y="163110"/>
                    </a:lnTo>
                    <a:lnTo>
                      <a:pt x="381436" y="162475"/>
                    </a:lnTo>
                    <a:lnTo>
                      <a:pt x="381436" y="161841"/>
                    </a:lnTo>
                    <a:lnTo>
                      <a:pt x="381436" y="159937"/>
                    </a:lnTo>
                    <a:lnTo>
                      <a:pt x="382071" y="154859"/>
                    </a:lnTo>
                    <a:close/>
                    <a:moveTo>
                      <a:pt x="390956" y="82507"/>
                    </a:moveTo>
                    <a:lnTo>
                      <a:pt x="390322" y="81872"/>
                    </a:lnTo>
                    <a:lnTo>
                      <a:pt x="387783" y="81872"/>
                    </a:lnTo>
                    <a:lnTo>
                      <a:pt x="386514" y="81238"/>
                    </a:lnTo>
                    <a:lnTo>
                      <a:pt x="387783" y="82507"/>
                    </a:lnTo>
                    <a:lnTo>
                      <a:pt x="390956" y="86315"/>
                    </a:lnTo>
                    <a:lnTo>
                      <a:pt x="392861" y="85680"/>
                    </a:lnTo>
                    <a:lnTo>
                      <a:pt x="393495" y="82507"/>
                    </a:lnTo>
                    <a:lnTo>
                      <a:pt x="392861" y="81238"/>
                    </a:lnTo>
                    <a:lnTo>
                      <a:pt x="391591" y="79968"/>
                    </a:lnTo>
                    <a:lnTo>
                      <a:pt x="391591" y="80603"/>
                    </a:lnTo>
                    <a:lnTo>
                      <a:pt x="391591" y="82507"/>
                    </a:lnTo>
                    <a:lnTo>
                      <a:pt x="390956" y="82507"/>
                    </a:lnTo>
                    <a:lnTo>
                      <a:pt x="390956" y="82507"/>
                    </a:lnTo>
                    <a:close/>
                    <a:moveTo>
                      <a:pt x="383975" y="81872"/>
                    </a:moveTo>
                    <a:lnTo>
                      <a:pt x="380802" y="73622"/>
                    </a:lnTo>
                    <a:lnTo>
                      <a:pt x="378263" y="71718"/>
                    </a:lnTo>
                    <a:lnTo>
                      <a:pt x="376994" y="74891"/>
                    </a:lnTo>
                    <a:lnTo>
                      <a:pt x="376994" y="77430"/>
                    </a:lnTo>
                    <a:lnTo>
                      <a:pt x="378898" y="79968"/>
                    </a:lnTo>
                    <a:lnTo>
                      <a:pt x="382071" y="85046"/>
                    </a:lnTo>
                    <a:lnTo>
                      <a:pt x="383975" y="89488"/>
                    </a:lnTo>
                    <a:lnTo>
                      <a:pt x="384610" y="91392"/>
                    </a:lnTo>
                    <a:lnTo>
                      <a:pt x="387783" y="95200"/>
                    </a:lnTo>
                    <a:lnTo>
                      <a:pt x="389687" y="97104"/>
                    </a:lnTo>
                    <a:lnTo>
                      <a:pt x="390956" y="96470"/>
                    </a:lnTo>
                    <a:lnTo>
                      <a:pt x="390956" y="93931"/>
                    </a:lnTo>
                    <a:lnTo>
                      <a:pt x="390322" y="91392"/>
                    </a:lnTo>
                    <a:lnTo>
                      <a:pt x="389687" y="88854"/>
                    </a:lnTo>
                    <a:lnTo>
                      <a:pt x="389053" y="86950"/>
                    </a:lnTo>
                    <a:lnTo>
                      <a:pt x="387148" y="85046"/>
                    </a:lnTo>
                    <a:lnTo>
                      <a:pt x="384610" y="82507"/>
                    </a:lnTo>
                    <a:lnTo>
                      <a:pt x="383975" y="81872"/>
                    </a:lnTo>
                    <a:close/>
                    <a:moveTo>
                      <a:pt x="375090" y="99643"/>
                    </a:moveTo>
                    <a:lnTo>
                      <a:pt x="377628" y="102816"/>
                    </a:lnTo>
                    <a:lnTo>
                      <a:pt x="380802" y="104720"/>
                    </a:lnTo>
                    <a:lnTo>
                      <a:pt x="380802" y="102816"/>
                    </a:lnTo>
                    <a:lnTo>
                      <a:pt x="380802" y="100912"/>
                    </a:lnTo>
                    <a:lnTo>
                      <a:pt x="380167" y="99643"/>
                    </a:lnTo>
                    <a:lnTo>
                      <a:pt x="376359" y="99008"/>
                    </a:lnTo>
                    <a:lnTo>
                      <a:pt x="375090" y="99643"/>
                    </a:lnTo>
                    <a:close/>
                    <a:moveTo>
                      <a:pt x="373820" y="106624"/>
                    </a:moveTo>
                    <a:lnTo>
                      <a:pt x="373186" y="104720"/>
                    </a:lnTo>
                    <a:lnTo>
                      <a:pt x="371282" y="102816"/>
                    </a:lnTo>
                    <a:lnTo>
                      <a:pt x="368743" y="103451"/>
                    </a:lnTo>
                    <a:lnTo>
                      <a:pt x="366839" y="105355"/>
                    </a:lnTo>
                    <a:lnTo>
                      <a:pt x="366204" y="108528"/>
                    </a:lnTo>
                    <a:lnTo>
                      <a:pt x="366839" y="115510"/>
                    </a:lnTo>
                    <a:lnTo>
                      <a:pt x="368108" y="117414"/>
                    </a:lnTo>
                    <a:lnTo>
                      <a:pt x="370012" y="118049"/>
                    </a:lnTo>
                    <a:lnTo>
                      <a:pt x="371916" y="118049"/>
                    </a:lnTo>
                    <a:lnTo>
                      <a:pt x="373186" y="117414"/>
                    </a:lnTo>
                    <a:lnTo>
                      <a:pt x="373820" y="114875"/>
                    </a:lnTo>
                    <a:lnTo>
                      <a:pt x="375090" y="113606"/>
                    </a:lnTo>
                    <a:lnTo>
                      <a:pt x="375724" y="112971"/>
                    </a:lnTo>
                    <a:lnTo>
                      <a:pt x="375090" y="111702"/>
                    </a:lnTo>
                    <a:lnTo>
                      <a:pt x="373186" y="107894"/>
                    </a:lnTo>
                    <a:lnTo>
                      <a:pt x="373820" y="106624"/>
                    </a:lnTo>
                    <a:close/>
                    <a:moveTo>
                      <a:pt x="357319" y="398572"/>
                    </a:moveTo>
                    <a:lnTo>
                      <a:pt x="354780" y="399207"/>
                    </a:lnTo>
                    <a:lnTo>
                      <a:pt x="352876" y="401746"/>
                    </a:lnTo>
                    <a:lnTo>
                      <a:pt x="352242" y="404919"/>
                    </a:lnTo>
                    <a:lnTo>
                      <a:pt x="352876" y="408092"/>
                    </a:lnTo>
                    <a:lnTo>
                      <a:pt x="356684" y="406188"/>
                    </a:lnTo>
                    <a:lnTo>
                      <a:pt x="363666" y="401746"/>
                    </a:lnTo>
                    <a:lnTo>
                      <a:pt x="371916" y="400476"/>
                    </a:lnTo>
                    <a:lnTo>
                      <a:pt x="373186" y="400476"/>
                    </a:lnTo>
                    <a:lnTo>
                      <a:pt x="370012" y="397303"/>
                    </a:lnTo>
                    <a:lnTo>
                      <a:pt x="366839" y="395399"/>
                    </a:lnTo>
                    <a:lnTo>
                      <a:pt x="364300" y="392860"/>
                    </a:lnTo>
                    <a:lnTo>
                      <a:pt x="363031" y="388418"/>
                    </a:lnTo>
                    <a:lnTo>
                      <a:pt x="363031" y="385879"/>
                    </a:lnTo>
                    <a:lnTo>
                      <a:pt x="363666" y="380802"/>
                    </a:lnTo>
                    <a:lnTo>
                      <a:pt x="363666" y="378263"/>
                    </a:lnTo>
                    <a:lnTo>
                      <a:pt x="363031" y="375724"/>
                    </a:lnTo>
                    <a:lnTo>
                      <a:pt x="361762" y="374455"/>
                    </a:lnTo>
                    <a:lnTo>
                      <a:pt x="361127" y="372551"/>
                    </a:lnTo>
                    <a:lnTo>
                      <a:pt x="363031" y="369378"/>
                    </a:lnTo>
                    <a:lnTo>
                      <a:pt x="360492" y="370012"/>
                    </a:lnTo>
                    <a:lnTo>
                      <a:pt x="356684" y="372551"/>
                    </a:lnTo>
                    <a:lnTo>
                      <a:pt x="353511" y="375724"/>
                    </a:lnTo>
                    <a:lnTo>
                      <a:pt x="351607" y="378263"/>
                    </a:lnTo>
                    <a:lnTo>
                      <a:pt x="346530" y="395399"/>
                    </a:lnTo>
                    <a:lnTo>
                      <a:pt x="345895" y="396668"/>
                    </a:lnTo>
                    <a:lnTo>
                      <a:pt x="344626" y="398572"/>
                    </a:lnTo>
                    <a:lnTo>
                      <a:pt x="343356" y="400476"/>
                    </a:lnTo>
                    <a:lnTo>
                      <a:pt x="343356" y="403015"/>
                    </a:lnTo>
                    <a:lnTo>
                      <a:pt x="344626" y="405554"/>
                    </a:lnTo>
                    <a:lnTo>
                      <a:pt x="345895" y="406823"/>
                    </a:lnTo>
                    <a:lnTo>
                      <a:pt x="347164" y="407458"/>
                    </a:lnTo>
                    <a:lnTo>
                      <a:pt x="348434" y="406823"/>
                    </a:lnTo>
                    <a:lnTo>
                      <a:pt x="349703" y="404919"/>
                    </a:lnTo>
                    <a:lnTo>
                      <a:pt x="350338" y="402380"/>
                    </a:lnTo>
                    <a:lnTo>
                      <a:pt x="350972" y="397938"/>
                    </a:lnTo>
                    <a:lnTo>
                      <a:pt x="352242" y="396668"/>
                    </a:lnTo>
                    <a:lnTo>
                      <a:pt x="354146" y="396034"/>
                    </a:lnTo>
                    <a:lnTo>
                      <a:pt x="357954" y="395399"/>
                    </a:lnTo>
                    <a:lnTo>
                      <a:pt x="357319" y="393495"/>
                    </a:lnTo>
                    <a:lnTo>
                      <a:pt x="360492" y="393495"/>
                    </a:lnTo>
                    <a:lnTo>
                      <a:pt x="361127" y="395399"/>
                    </a:lnTo>
                    <a:lnTo>
                      <a:pt x="360492" y="397938"/>
                    </a:lnTo>
                    <a:lnTo>
                      <a:pt x="357319" y="398572"/>
                    </a:lnTo>
                    <a:close/>
                    <a:moveTo>
                      <a:pt x="346530" y="341452"/>
                    </a:moveTo>
                    <a:lnTo>
                      <a:pt x="347164" y="343356"/>
                    </a:lnTo>
                    <a:lnTo>
                      <a:pt x="349703" y="343356"/>
                    </a:lnTo>
                    <a:lnTo>
                      <a:pt x="352242" y="344626"/>
                    </a:lnTo>
                    <a:lnTo>
                      <a:pt x="354780" y="350338"/>
                    </a:lnTo>
                    <a:lnTo>
                      <a:pt x="358588" y="351607"/>
                    </a:lnTo>
                    <a:lnTo>
                      <a:pt x="361127" y="349703"/>
                    </a:lnTo>
                    <a:lnTo>
                      <a:pt x="363031" y="348434"/>
                    </a:lnTo>
                    <a:lnTo>
                      <a:pt x="361762" y="347799"/>
                    </a:lnTo>
                    <a:lnTo>
                      <a:pt x="361127" y="346530"/>
                    </a:lnTo>
                    <a:lnTo>
                      <a:pt x="361127" y="344626"/>
                    </a:lnTo>
                    <a:lnTo>
                      <a:pt x="361127" y="343356"/>
                    </a:lnTo>
                    <a:lnTo>
                      <a:pt x="360492" y="342087"/>
                    </a:lnTo>
                    <a:lnTo>
                      <a:pt x="361127" y="340183"/>
                    </a:lnTo>
                    <a:lnTo>
                      <a:pt x="359858" y="337644"/>
                    </a:lnTo>
                    <a:lnTo>
                      <a:pt x="361127" y="337644"/>
                    </a:lnTo>
                    <a:lnTo>
                      <a:pt x="362396" y="337009"/>
                    </a:lnTo>
                    <a:lnTo>
                      <a:pt x="364300" y="335740"/>
                    </a:lnTo>
                    <a:lnTo>
                      <a:pt x="363031" y="333836"/>
                    </a:lnTo>
                    <a:lnTo>
                      <a:pt x="362396" y="330028"/>
                    </a:lnTo>
                    <a:lnTo>
                      <a:pt x="363031" y="322412"/>
                    </a:lnTo>
                    <a:lnTo>
                      <a:pt x="362396" y="320508"/>
                    </a:lnTo>
                    <a:lnTo>
                      <a:pt x="361127" y="318604"/>
                    </a:lnTo>
                    <a:lnTo>
                      <a:pt x="359223" y="316700"/>
                    </a:lnTo>
                    <a:lnTo>
                      <a:pt x="357319" y="316065"/>
                    </a:lnTo>
                    <a:lnTo>
                      <a:pt x="355415" y="316700"/>
                    </a:lnTo>
                    <a:lnTo>
                      <a:pt x="354780" y="318604"/>
                    </a:lnTo>
                    <a:lnTo>
                      <a:pt x="354146" y="321143"/>
                    </a:lnTo>
                    <a:lnTo>
                      <a:pt x="352876" y="323681"/>
                    </a:lnTo>
                    <a:lnTo>
                      <a:pt x="349068" y="326855"/>
                    </a:lnTo>
                    <a:lnTo>
                      <a:pt x="348434" y="328124"/>
                    </a:lnTo>
                    <a:lnTo>
                      <a:pt x="347799" y="331932"/>
                    </a:lnTo>
                    <a:lnTo>
                      <a:pt x="347799" y="334471"/>
                    </a:lnTo>
                    <a:lnTo>
                      <a:pt x="348434" y="337009"/>
                    </a:lnTo>
                    <a:lnTo>
                      <a:pt x="347799" y="339548"/>
                    </a:lnTo>
                    <a:lnTo>
                      <a:pt x="346530" y="341452"/>
                    </a:lnTo>
                    <a:close/>
                    <a:moveTo>
                      <a:pt x="304007" y="435383"/>
                    </a:moveTo>
                    <a:lnTo>
                      <a:pt x="301468" y="435383"/>
                    </a:lnTo>
                    <a:lnTo>
                      <a:pt x="300199" y="437287"/>
                    </a:lnTo>
                    <a:lnTo>
                      <a:pt x="298929" y="439191"/>
                    </a:lnTo>
                    <a:lnTo>
                      <a:pt x="297025" y="439826"/>
                    </a:lnTo>
                    <a:lnTo>
                      <a:pt x="295121" y="440461"/>
                    </a:lnTo>
                    <a:lnTo>
                      <a:pt x="295121" y="442999"/>
                    </a:lnTo>
                    <a:lnTo>
                      <a:pt x="295756" y="443634"/>
                    </a:lnTo>
                    <a:lnTo>
                      <a:pt x="297660" y="446807"/>
                    </a:lnTo>
                    <a:lnTo>
                      <a:pt x="298929" y="448077"/>
                    </a:lnTo>
                    <a:lnTo>
                      <a:pt x="300199" y="449346"/>
                    </a:lnTo>
                    <a:lnTo>
                      <a:pt x="300833" y="449346"/>
                    </a:lnTo>
                    <a:lnTo>
                      <a:pt x="303372" y="448711"/>
                    </a:lnTo>
                    <a:lnTo>
                      <a:pt x="305911" y="446807"/>
                    </a:lnTo>
                    <a:lnTo>
                      <a:pt x="307180" y="442999"/>
                    </a:lnTo>
                    <a:lnTo>
                      <a:pt x="307815" y="441095"/>
                    </a:lnTo>
                    <a:lnTo>
                      <a:pt x="307815" y="438557"/>
                    </a:lnTo>
                    <a:lnTo>
                      <a:pt x="306545" y="437287"/>
                    </a:lnTo>
                    <a:lnTo>
                      <a:pt x="304007" y="435383"/>
                    </a:lnTo>
                    <a:close/>
                    <a:moveTo>
                      <a:pt x="279889" y="408727"/>
                    </a:moveTo>
                    <a:lnTo>
                      <a:pt x="280524" y="406188"/>
                    </a:lnTo>
                    <a:lnTo>
                      <a:pt x="283063" y="404919"/>
                    </a:lnTo>
                    <a:lnTo>
                      <a:pt x="284967" y="402380"/>
                    </a:lnTo>
                    <a:lnTo>
                      <a:pt x="282428" y="403015"/>
                    </a:lnTo>
                    <a:lnTo>
                      <a:pt x="281159" y="403650"/>
                    </a:lnTo>
                    <a:lnTo>
                      <a:pt x="277985" y="404284"/>
                    </a:lnTo>
                    <a:lnTo>
                      <a:pt x="276081" y="404919"/>
                    </a:lnTo>
                    <a:lnTo>
                      <a:pt x="273543" y="404284"/>
                    </a:lnTo>
                    <a:lnTo>
                      <a:pt x="272273" y="406188"/>
                    </a:lnTo>
                    <a:lnTo>
                      <a:pt x="271004" y="409362"/>
                    </a:lnTo>
                    <a:lnTo>
                      <a:pt x="269100" y="413170"/>
                    </a:lnTo>
                    <a:lnTo>
                      <a:pt x="268465" y="415074"/>
                    </a:lnTo>
                    <a:lnTo>
                      <a:pt x="269735" y="417613"/>
                    </a:lnTo>
                    <a:lnTo>
                      <a:pt x="271639" y="420151"/>
                    </a:lnTo>
                    <a:lnTo>
                      <a:pt x="272273" y="422690"/>
                    </a:lnTo>
                    <a:lnTo>
                      <a:pt x="272273" y="424594"/>
                    </a:lnTo>
                    <a:lnTo>
                      <a:pt x="272908" y="427767"/>
                    </a:lnTo>
                    <a:lnTo>
                      <a:pt x="272908" y="429671"/>
                    </a:lnTo>
                    <a:lnTo>
                      <a:pt x="273543" y="430941"/>
                    </a:lnTo>
                    <a:lnTo>
                      <a:pt x="276716" y="429037"/>
                    </a:lnTo>
                    <a:lnTo>
                      <a:pt x="279255" y="425863"/>
                    </a:lnTo>
                    <a:lnTo>
                      <a:pt x="279889" y="422690"/>
                    </a:lnTo>
                    <a:lnTo>
                      <a:pt x="280524" y="419516"/>
                    </a:lnTo>
                    <a:lnTo>
                      <a:pt x="279255" y="416343"/>
                    </a:lnTo>
                    <a:lnTo>
                      <a:pt x="277985" y="413170"/>
                    </a:lnTo>
                    <a:lnTo>
                      <a:pt x="278620" y="409996"/>
                    </a:lnTo>
                    <a:lnTo>
                      <a:pt x="279889" y="408727"/>
                    </a:lnTo>
                    <a:close/>
                    <a:moveTo>
                      <a:pt x="45062" y="552162"/>
                    </a:moveTo>
                    <a:lnTo>
                      <a:pt x="43792" y="554066"/>
                    </a:lnTo>
                    <a:lnTo>
                      <a:pt x="45696" y="556605"/>
                    </a:lnTo>
                    <a:lnTo>
                      <a:pt x="48870" y="564856"/>
                    </a:lnTo>
                    <a:lnTo>
                      <a:pt x="50139" y="562317"/>
                    </a:lnTo>
                    <a:lnTo>
                      <a:pt x="50774" y="559778"/>
                    </a:lnTo>
                    <a:lnTo>
                      <a:pt x="52043" y="554066"/>
                    </a:lnTo>
                    <a:lnTo>
                      <a:pt x="51408" y="552162"/>
                    </a:lnTo>
                    <a:lnTo>
                      <a:pt x="48870" y="548989"/>
                    </a:lnTo>
                    <a:lnTo>
                      <a:pt x="48235" y="545816"/>
                    </a:lnTo>
                    <a:lnTo>
                      <a:pt x="48235" y="545181"/>
                    </a:lnTo>
                    <a:lnTo>
                      <a:pt x="47600" y="543277"/>
                    </a:lnTo>
                    <a:lnTo>
                      <a:pt x="46331" y="544546"/>
                    </a:lnTo>
                    <a:lnTo>
                      <a:pt x="44427" y="545816"/>
                    </a:lnTo>
                    <a:lnTo>
                      <a:pt x="45062" y="548354"/>
                    </a:lnTo>
                    <a:lnTo>
                      <a:pt x="45062" y="550893"/>
                    </a:lnTo>
                    <a:lnTo>
                      <a:pt x="45062" y="552162"/>
                    </a:lnTo>
                    <a:close/>
                    <a:moveTo>
                      <a:pt x="296391" y="77430"/>
                    </a:moveTo>
                    <a:lnTo>
                      <a:pt x="298929" y="78699"/>
                    </a:lnTo>
                    <a:lnTo>
                      <a:pt x="300199" y="79968"/>
                    </a:lnTo>
                    <a:lnTo>
                      <a:pt x="305276" y="81872"/>
                    </a:lnTo>
                    <a:lnTo>
                      <a:pt x="305276" y="81872"/>
                    </a:lnTo>
                    <a:lnTo>
                      <a:pt x="304641" y="81238"/>
                    </a:lnTo>
                    <a:lnTo>
                      <a:pt x="304007" y="81238"/>
                    </a:lnTo>
                    <a:lnTo>
                      <a:pt x="303372" y="79968"/>
                    </a:lnTo>
                    <a:lnTo>
                      <a:pt x="301468" y="79334"/>
                    </a:lnTo>
                    <a:lnTo>
                      <a:pt x="298929" y="78064"/>
                    </a:lnTo>
                    <a:lnTo>
                      <a:pt x="298295" y="77430"/>
                    </a:lnTo>
                    <a:lnTo>
                      <a:pt x="296391" y="76795"/>
                    </a:lnTo>
                    <a:lnTo>
                      <a:pt x="296391" y="77430"/>
                    </a:lnTo>
                    <a:close/>
                    <a:moveTo>
                      <a:pt x="319239" y="71083"/>
                    </a:moveTo>
                    <a:lnTo>
                      <a:pt x="318604" y="74891"/>
                    </a:lnTo>
                    <a:lnTo>
                      <a:pt x="319239" y="75526"/>
                    </a:lnTo>
                    <a:lnTo>
                      <a:pt x="324316" y="74256"/>
                    </a:lnTo>
                    <a:lnTo>
                      <a:pt x="324951" y="72987"/>
                    </a:lnTo>
                    <a:lnTo>
                      <a:pt x="324951" y="71718"/>
                    </a:lnTo>
                    <a:lnTo>
                      <a:pt x="325586" y="67275"/>
                    </a:lnTo>
                    <a:lnTo>
                      <a:pt x="324951" y="66006"/>
                    </a:lnTo>
                    <a:lnTo>
                      <a:pt x="319874" y="66006"/>
                    </a:lnTo>
                    <a:lnTo>
                      <a:pt x="318604" y="66640"/>
                    </a:lnTo>
                    <a:lnTo>
                      <a:pt x="316066" y="67910"/>
                    </a:lnTo>
                    <a:lnTo>
                      <a:pt x="314796" y="68544"/>
                    </a:lnTo>
                    <a:lnTo>
                      <a:pt x="319239" y="71083"/>
                    </a:lnTo>
                    <a:lnTo>
                      <a:pt x="319239" y="71083"/>
                    </a:lnTo>
                    <a:close/>
                    <a:moveTo>
                      <a:pt x="301468" y="85046"/>
                    </a:moveTo>
                    <a:lnTo>
                      <a:pt x="296391" y="85046"/>
                    </a:lnTo>
                    <a:lnTo>
                      <a:pt x="292583" y="88219"/>
                    </a:lnTo>
                    <a:lnTo>
                      <a:pt x="291948" y="93296"/>
                    </a:lnTo>
                    <a:lnTo>
                      <a:pt x="291948" y="94566"/>
                    </a:lnTo>
                    <a:lnTo>
                      <a:pt x="291948" y="101547"/>
                    </a:lnTo>
                    <a:lnTo>
                      <a:pt x="292583" y="109163"/>
                    </a:lnTo>
                    <a:lnTo>
                      <a:pt x="293217" y="111067"/>
                    </a:lnTo>
                    <a:lnTo>
                      <a:pt x="294487" y="113606"/>
                    </a:lnTo>
                    <a:lnTo>
                      <a:pt x="295756" y="115510"/>
                    </a:lnTo>
                    <a:lnTo>
                      <a:pt x="297660" y="117414"/>
                    </a:lnTo>
                    <a:lnTo>
                      <a:pt x="299564" y="118683"/>
                    </a:lnTo>
                    <a:lnTo>
                      <a:pt x="301468" y="119318"/>
                    </a:lnTo>
                    <a:lnTo>
                      <a:pt x="305276" y="119953"/>
                    </a:lnTo>
                    <a:lnTo>
                      <a:pt x="305911" y="120587"/>
                    </a:lnTo>
                    <a:lnTo>
                      <a:pt x="307815" y="122491"/>
                    </a:lnTo>
                    <a:lnTo>
                      <a:pt x="309084" y="124395"/>
                    </a:lnTo>
                    <a:lnTo>
                      <a:pt x="309719" y="126299"/>
                    </a:lnTo>
                    <a:lnTo>
                      <a:pt x="310988" y="127569"/>
                    </a:lnTo>
                    <a:lnTo>
                      <a:pt x="313527" y="128838"/>
                    </a:lnTo>
                    <a:lnTo>
                      <a:pt x="316066" y="128838"/>
                    </a:lnTo>
                    <a:lnTo>
                      <a:pt x="317969" y="128838"/>
                    </a:lnTo>
                    <a:lnTo>
                      <a:pt x="319874" y="128838"/>
                    </a:lnTo>
                    <a:lnTo>
                      <a:pt x="322412" y="130742"/>
                    </a:lnTo>
                    <a:lnTo>
                      <a:pt x="323047" y="129473"/>
                    </a:lnTo>
                    <a:lnTo>
                      <a:pt x="320508" y="127569"/>
                    </a:lnTo>
                    <a:lnTo>
                      <a:pt x="319239" y="126299"/>
                    </a:lnTo>
                    <a:lnTo>
                      <a:pt x="317969" y="125030"/>
                    </a:lnTo>
                    <a:lnTo>
                      <a:pt x="316066" y="118683"/>
                    </a:lnTo>
                    <a:lnTo>
                      <a:pt x="315431" y="118049"/>
                    </a:lnTo>
                    <a:lnTo>
                      <a:pt x="316700" y="115510"/>
                    </a:lnTo>
                    <a:lnTo>
                      <a:pt x="317969" y="115510"/>
                    </a:lnTo>
                    <a:lnTo>
                      <a:pt x="319239" y="116145"/>
                    </a:lnTo>
                    <a:lnTo>
                      <a:pt x="321143" y="115510"/>
                    </a:lnTo>
                    <a:lnTo>
                      <a:pt x="323681" y="112971"/>
                    </a:lnTo>
                    <a:lnTo>
                      <a:pt x="324316" y="111702"/>
                    </a:lnTo>
                    <a:lnTo>
                      <a:pt x="320508" y="109163"/>
                    </a:lnTo>
                    <a:lnTo>
                      <a:pt x="317969" y="102816"/>
                    </a:lnTo>
                    <a:lnTo>
                      <a:pt x="312892" y="99008"/>
                    </a:lnTo>
                    <a:lnTo>
                      <a:pt x="310354" y="95835"/>
                    </a:lnTo>
                    <a:lnTo>
                      <a:pt x="305911" y="91392"/>
                    </a:lnTo>
                    <a:lnTo>
                      <a:pt x="305276" y="88219"/>
                    </a:lnTo>
                    <a:lnTo>
                      <a:pt x="301468" y="85046"/>
                    </a:lnTo>
                    <a:close/>
                    <a:moveTo>
                      <a:pt x="1343595" y="187227"/>
                    </a:moveTo>
                    <a:lnTo>
                      <a:pt x="1305515" y="181515"/>
                    </a:lnTo>
                    <a:lnTo>
                      <a:pt x="1267435" y="175803"/>
                    </a:lnTo>
                    <a:lnTo>
                      <a:pt x="1229355" y="169457"/>
                    </a:lnTo>
                    <a:lnTo>
                      <a:pt x="1191275" y="163110"/>
                    </a:lnTo>
                    <a:lnTo>
                      <a:pt x="1153829" y="156763"/>
                    </a:lnTo>
                    <a:lnTo>
                      <a:pt x="1115749" y="150417"/>
                    </a:lnTo>
                    <a:lnTo>
                      <a:pt x="1077669" y="144070"/>
                    </a:lnTo>
                    <a:lnTo>
                      <a:pt x="1040223" y="137723"/>
                    </a:lnTo>
                    <a:lnTo>
                      <a:pt x="1002143" y="131377"/>
                    </a:lnTo>
                    <a:lnTo>
                      <a:pt x="964698" y="124395"/>
                    </a:lnTo>
                    <a:lnTo>
                      <a:pt x="926617" y="117414"/>
                    </a:lnTo>
                    <a:lnTo>
                      <a:pt x="889807" y="110432"/>
                    </a:lnTo>
                    <a:lnTo>
                      <a:pt x="852361" y="103451"/>
                    </a:lnTo>
                    <a:lnTo>
                      <a:pt x="814916" y="96470"/>
                    </a:lnTo>
                    <a:lnTo>
                      <a:pt x="777470" y="89488"/>
                    </a:lnTo>
                    <a:lnTo>
                      <a:pt x="740025" y="82507"/>
                    </a:lnTo>
                    <a:lnTo>
                      <a:pt x="702579" y="75526"/>
                    </a:lnTo>
                    <a:lnTo>
                      <a:pt x="665134" y="68544"/>
                    </a:lnTo>
                    <a:lnTo>
                      <a:pt x="627688" y="60928"/>
                    </a:lnTo>
                    <a:lnTo>
                      <a:pt x="590243" y="53947"/>
                    </a:lnTo>
                    <a:lnTo>
                      <a:pt x="552797" y="46331"/>
                    </a:lnTo>
                    <a:lnTo>
                      <a:pt x="515352" y="38715"/>
                    </a:lnTo>
                    <a:lnTo>
                      <a:pt x="477906" y="31099"/>
                    </a:lnTo>
                    <a:lnTo>
                      <a:pt x="440461" y="23483"/>
                    </a:lnTo>
                    <a:lnTo>
                      <a:pt x="403015" y="15867"/>
                    </a:lnTo>
                    <a:lnTo>
                      <a:pt x="385879" y="12059"/>
                    </a:lnTo>
                    <a:lnTo>
                      <a:pt x="385879" y="12059"/>
                    </a:lnTo>
                    <a:lnTo>
                      <a:pt x="387148" y="15867"/>
                    </a:lnTo>
                    <a:lnTo>
                      <a:pt x="387783" y="20309"/>
                    </a:lnTo>
                    <a:lnTo>
                      <a:pt x="380167" y="17136"/>
                    </a:lnTo>
                    <a:lnTo>
                      <a:pt x="376359" y="17136"/>
                    </a:lnTo>
                    <a:lnTo>
                      <a:pt x="373820" y="19040"/>
                    </a:lnTo>
                    <a:lnTo>
                      <a:pt x="373820" y="23483"/>
                    </a:lnTo>
                    <a:lnTo>
                      <a:pt x="382071" y="24752"/>
                    </a:lnTo>
                    <a:lnTo>
                      <a:pt x="383341" y="29195"/>
                    </a:lnTo>
                    <a:lnTo>
                      <a:pt x="382706" y="30464"/>
                    </a:lnTo>
                    <a:lnTo>
                      <a:pt x="380802" y="31733"/>
                    </a:lnTo>
                    <a:lnTo>
                      <a:pt x="378898" y="33637"/>
                    </a:lnTo>
                    <a:lnTo>
                      <a:pt x="377628" y="36176"/>
                    </a:lnTo>
                    <a:lnTo>
                      <a:pt x="377628" y="39350"/>
                    </a:lnTo>
                    <a:lnTo>
                      <a:pt x="378898" y="41888"/>
                    </a:lnTo>
                    <a:lnTo>
                      <a:pt x="385244" y="49504"/>
                    </a:lnTo>
                    <a:lnTo>
                      <a:pt x="386514" y="52043"/>
                    </a:lnTo>
                    <a:lnTo>
                      <a:pt x="386514" y="55851"/>
                    </a:lnTo>
                    <a:lnTo>
                      <a:pt x="384610" y="61563"/>
                    </a:lnTo>
                    <a:lnTo>
                      <a:pt x="387148" y="59024"/>
                    </a:lnTo>
                    <a:lnTo>
                      <a:pt x="389687" y="61563"/>
                    </a:lnTo>
                    <a:lnTo>
                      <a:pt x="392226" y="66006"/>
                    </a:lnTo>
                    <a:lnTo>
                      <a:pt x="392861" y="69179"/>
                    </a:lnTo>
                    <a:lnTo>
                      <a:pt x="392226" y="70448"/>
                    </a:lnTo>
                    <a:lnTo>
                      <a:pt x="389053" y="72352"/>
                    </a:lnTo>
                    <a:lnTo>
                      <a:pt x="388418" y="73622"/>
                    </a:lnTo>
                    <a:lnTo>
                      <a:pt x="388418" y="76160"/>
                    </a:lnTo>
                    <a:lnTo>
                      <a:pt x="389053" y="78699"/>
                    </a:lnTo>
                    <a:lnTo>
                      <a:pt x="390322" y="79968"/>
                    </a:lnTo>
                    <a:lnTo>
                      <a:pt x="392226" y="79334"/>
                    </a:lnTo>
                    <a:lnTo>
                      <a:pt x="399207" y="71718"/>
                    </a:lnTo>
                    <a:lnTo>
                      <a:pt x="403015" y="68544"/>
                    </a:lnTo>
                    <a:lnTo>
                      <a:pt x="406823" y="67910"/>
                    </a:lnTo>
                    <a:lnTo>
                      <a:pt x="409997" y="69179"/>
                    </a:lnTo>
                    <a:lnTo>
                      <a:pt x="413805" y="72352"/>
                    </a:lnTo>
                    <a:lnTo>
                      <a:pt x="416978" y="76160"/>
                    </a:lnTo>
                    <a:lnTo>
                      <a:pt x="417613" y="79968"/>
                    </a:lnTo>
                    <a:lnTo>
                      <a:pt x="412535" y="86315"/>
                    </a:lnTo>
                    <a:lnTo>
                      <a:pt x="411266" y="90123"/>
                    </a:lnTo>
                    <a:lnTo>
                      <a:pt x="415074" y="92662"/>
                    </a:lnTo>
                    <a:lnTo>
                      <a:pt x="415074" y="93931"/>
                    </a:lnTo>
                    <a:lnTo>
                      <a:pt x="414439" y="100278"/>
                    </a:lnTo>
                    <a:lnTo>
                      <a:pt x="415074" y="102816"/>
                    </a:lnTo>
                    <a:lnTo>
                      <a:pt x="416343" y="105355"/>
                    </a:lnTo>
                    <a:lnTo>
                      <a:pt x="417613" y="106624"/>
                    </a:lnTo>
                    <a:lnTo>
                      <a:pt x="418882" y="107259"/>
                    </a:lnTo>
                    <a:lnTo>
                      <a:pt x="420151" y="108528"/>
                    </a:lnTo>
                    <a:lnTo>
                      <a:pt x="421421" y="113606"/>
                    </a:lnTo>
                    <a:lnTo>
                      <a:pt x="420786" y="118683"/>
                    </a:lnTo>
                    <a:lnTo>
                      <a:pt x="418882" y="122491"/>
                    </a:lnTo>
                    <a:lnTo>
                      <a:pt x="415074" y="123126"/>
                    </a:lnTo>
                    <a:lnTo>
                      <a:pt x="412535" y="121222"/>
                    </a:lnTo>
                    <a:lnTo>
                      <a:pt x="406823" y="114241"/>
                    </a:lnTo>
                    <a:lnTo>
                      <a:pt x="403650" y="112336"/>
                    </a:lnTo>
                    <a:lnTo>
                      <a:pt x="399842" y="112336"/>
                    </a:lnTo>
                    <a:lnTo>
                      <a:pt x="401111" y="114875"/>
                    </a:lnTo>
                    <a:lnTo>
                      <a:pt x="406823" y="120587"/>
                    </a:lnTo>
                    <a:lnTo>
                      <a:pt x="408093" y="124395"/>
                    </a:lnTo>
                    <a:lnTo>
                      <a:pt x="408727" y="128203"/>
                    </a:lnTo>
                    <a:lnTo>
                      <a:pt x="408727" y="132011"/>
                    </a:lnTo>
                    <a:lnTo>
                      <a:pt x="408093" y="138358"/>
                    </a:lnTo>
                    <a:lnTo>
                      <a:pt x="408093" y="140897"/>
                    </a:lnTo>
                    <a:lnTo>
                      <a:pt x="408093" y="142166"/>
                    </a:lnTo>
                    <a:lnTo>
                      <a:pt x="407458" y="143435"/>
                    </a:lnTo>
                    <a:lnTo>
                      <a:pt x="405554" y="145339"/>
                    </a:lnTo>
                    <a:lnTo>
                      <a:pt x="403015" y="145974"/>
                    </a:lnTo>
                    <a:lnTo>
                      <a:pt x="400476" y="144705"/>
                    </a:lnTo>
                    <a:lnTo>
                      <a:pt x="398573" y="142801"/>
                    </a:lnTo>
                    <a:lnTo>
                      <a:pt x="395399" y="137089"/>
                    </a:lnTo>
                    <a:lnTo>
                      <a:pt x="392861" y="134550"/>
                    </a:lnTo>
                    <a:lnTo>
                      <a:pt x="388418" y="135819"/>
                    </a:lnTo>
                    <a:lnTo>
                      <a:pt x="387148" y="142166"/>
                    </a:lnTo>
                    <a:lnTo>
                      <a:pt x="385244" y="137723"/>
                    </a:lnTo>
                    <a:lnTo>
                      <a:pt x="383341" y="130742"/>
                    </a:lnTo>
                    <a:lnTo>
                      <a:pt x="380802" y="126299"/>
                    </a:lnTo>
                    <a:lnTo>
                      <a:pt x="375724" y="128838"/>
                    </a:lnTo>
                    <a:lnTo>
                      <a:pt x="373186" y="129473"/>
                    </a:lnTo>
                    <a:lnTo>
                      <a:pt x="370647" y="128838"/>
                    </a:lnTo>
                    <a:lnTo>
                      <a:pt x="368108" y="128838"/>
                    </a:lnTo>
                    <a:lnTo>
                      <a:pt x="367474" y="131377"/>
                    </a:lnTo>
                    <a:lnTo>
                      <a:pt x="368743" y="132646"/>
                    </a:lnTo>
                    <a:lnTo>
                      <a:pt x="371282" y="133281"/>
                    </a:lnTo>
                    <a:lnTo>
                      <a:pt x="373186" y="135185"/>
                    </a:lnTo>
                    <a:lnTo>
                      <a:pt x="373186" y="139627"/>
                    </a:lnTo>
                    <a:lnTo>
                      <a:pt x="371916" y="141531"/>
                    </a:lnTo>
                    <a:lnTo>
                      <a:pt x="370012" y="142801"/>
                    </a:lnTo>
                    <a:lnTo>
                      <a:pt x="368743" y="144705"/>
                    </a:lnTo>
                    <a:lnTo>
                      <a:pt x="369378" y="149147"/>
                    </a:lnTo>
                    <a:lnTo>
                      <a:pt x="371282" y="151051"/>
                    </a:lnTo>
                    <a:lnTo>
                      <a:pt x="373820" y="152321"/>
                    </a:lnTo>
                    <a:lnTo>
                      <a:pt x="376994" y="152321"/>
                    </a:lnTo>
                    <a:lnTo>
                      <a:pt x="379532" y="151686"/>
                    </a:lnTo>
                    <a:lnTo>
                      <a:pt x="380802" y="150417"/>
                    </a:lnTo>
                    <a:lnTo>
                      <a:pt x="384610" y="146609"/>
                    </a:lnTo>
                    <a:lnTo>
                      <a:pt x="385879" y="145974"/>
                    </a:lnTo>
                    <a:lnTo>
                      <a:pt x="387783" y="146609"/>
                    </a:lnTo>
                    <a:lnTo>
                      <a:pt x="390322" y="147878"/>
                    </a:lnTo>
                    <a:lnTo>
                      <a:pt x="390956" y="149782"/>
                    </a:lnTo>
                    <a:lnTo>
                      <a:pt x="387783" y="151686"/>
                    </a:lnTo>
                    <a:lnTo>
                      <a:pt x="387148" y="153590"/>
                    </a:lnTo>
                    <a:lnTo>
                      <a:pt x="389053" y="156129"/>
                    </a:lnTo>
                    <a:lnTo>
                      <a:pt x="390956" y="163110"/>
                    </a:lnTo>
                    <a:lnTo>
                      <a:pt x="392861" y="165014"/>
                    </a:lnTo>
                    <a:lnTo>
                      <a:pt x="395399" y="165649"/>
                    </a:lnTo>
                    <a:lnTo>
                      <a:pt x="397938" y="166918"/>
                    </a:lnTo>
                    <a:lnTo>
                      <a:pt x="399842" y="168822"/>
                    </a:lnTo>
                    <a:lnTo>
                      <a:pt x="403015" y="173899"/>
                    </a:lnTo>
                    <a:lnTo>
                      <a:pt x="407458" y="177707"/>
                    </a:lnTo>
                    <a:lnTo>
                      <a:pt x="411901" y="183419"/>
                    </a:lnTo>
                    <a:lnTo>
                      <a:pt x="412535" y="184689"/>
                    </a:lnTo>
                    <a:lnTo>
                      <a:pt x="413805" y="186593"/>
                    </a:lnTo>
                    <a:lnTo>
                      <a:pt x="413805" y="189131"/>
                    </a:lnTo>
                    <a:lnTo>
                      <a:pt x="414439" y="190401"/>
                    </a:lnTo>
                    <a:lnTo>
                      <a:pt x="410631" y="194844"/>
                    </a:lnTo>
                    <a:lnTo>
                      <a:pt x="409362" y="197382"/>
                    </a:lnTo>
                    <a:lnTo>
                      <a:pt x="409997" y="199921"/>
                    </a:lnTo>
                    <a:lnTo>
                      <a:pt x="407458" y="200556"/>
                    </a:lnTo>
                    <a:lnTo>
                      <a:pt x="406188" y="198652"/>
                    </a:lnTo>
                    <a:lnTo>
                      <a:pt x="405554" y="196113"/>
                    </a:lnTo>
                    <a:lnTo>
                      <a:pt x="403650" y="193574"/>
                    </a:lnTo>
                    <a:lnTo>
                      <a:pt x="401111" y="192940"/>
                    </a:lnTo>
                    <a:lnTo>
                      <a:pt x="397938" y="192305"/>
                    </a:lnTo>
                    <a:lnTo>
                      <a:pt x="391591" y="192940"/>
                    </a:lnTo>
                    <a:lnTo>
                      <a:pt x="387148" y="195478"/>
                    </a:lnTo>
                    <a:lnTo>
                      <a:pt x="384610" y="199921"/>
                    </a:lnTo>
                    <a:lnTo>
                      <a:pt x="383341" y="204998"/>
                    </a:lnTo>
                    <a:lnTo>
                      <a:pt x="383341" y="211345"/>
                    </a:lnTo>
                    <a:lnTo>
                      <a:pt x="385244" y="217692"/>
                    </a:lnTo>
                    <a:lnTo>
                      <a:pt x="387783" y="222134"/>
                    </a:lnTo>
                    <a:lnTo>
                      <a:pt x="400476" y="234828"/>
                    </a:lnTo>
                    <a:lnTo>
                      <a:pt x="401746" y="236732"/>
                    </a:lnTo>
                    <a:lnTo>
                      <a:pt x="404285" y="242444"/>
                    </a:lnTo>
                    <a:lnTo>
                      <a:pt x="406188" y="244348"/>
                    </a:lnTo>
                    <a:lnTo>
                      <a:pt x="409362" y="244982"/>
                    </a:lnTo>
                    <a:lnTo>
                      <a:pt x="407458" y="236732"/>
                    </a:lnTo>
                    <a:lnTo>
                      <a:pt x="405554" y="232289"/>
                    </a:lnTo>
                    <a:lnTo>
                      <a:pt x="403015" y="230385"/>
                    </a:lnTo>
                    <a:lnTo>
                      <a:pt x="400476" y="229116"/>
                    </a:lnTo>
                    <a:lnTo>
                      <a:pt x="397938" y="225942"/>
                    </a:lnTo>
                    <a:lnTo>
                      <a:pt x="395399" y="222769"/>
                    </a:lnTo>
                    <a:lnTo>
                      <a:pt x="394130" y="220230"/>
                    </a:lnTo>
                    <a:lnTo>
                      <a:pt x="393495" y="216422"/>
                    </a:lnTo>
                    <a:lnTo>
                      <a:pt x="393495" y="211980"/>
                    </a:lnTo>
                    <a:lnTo>
                      <a:pt x="394764" y="208806"/>
                    </a:lnTo>
                    <a:lnTo>
                      <a:pt x="398573" y="206902"/>
                    </a:lnTo>
                    <a:lnTo>
                      <a:pt x="399207" y="201825"/>
                    </a:lnTo>
                    <a:lnTo>
                      <a:pt x="400476" y="199921"/>
                    </a:lnTo>
                    <a:lnTo>
                      <a:pt x="401746" y="199921"/>
                    </a:lnTo>
                    <a:lnTo>
                      <a:pt x="403015" y="200556"/>
                    </a:lnTo>
                    <a:lnTo>
                      <a:pt x="403650" y="201825"/>
                    </a:lnTo>
                    <a:lnTo>
                      <a:pt x="404285" y="202460"/>
                    </a:lnTo>
                    <a:lnTo>
                      <a:pt x="411266" y="206902"/>
                    </a:lnTo>
                    <a:lnTo>
                      <a:pt x="411901" y="212614"/>
                    </a:lnTo>
                    <a:lnTo>
                      <a:pt x="409997" y="219596"/>
                    </a:lnTo>
                    <a:lnTo>
                      <a:pt x="409362" y="228481"/>
                    </a:lnTo>
                    <a:lnTo>
                      <a:pt x="411901" y="236732"/>
                    </a:lnTo>
                    <a:lnTo>
                      <a:pt x="416343" y="243713"/>
                    </a:lnTo>
                    <a:lnTo>
                      <a:pt x="426498" y="255137"/>
                    </a:lnTo>
                    <a:lnTo>
                      <a:pt x="429671" y="253233"/>
                    </a:lnTo>
                    <a:lnTo>
                      <a:pt x="432210" y="253868"/>
                    </a:lnTo>
                    <a:lnTo>
                      <a:pt x="432845" y="255137"/>
                    </a:lnTo>
                    <a:lnTo>
                      <a:pt x="434114" y="255772"/>
                    </a:lnTo>
                    <a:lnTo>
                      <a:pt x="434114" y="257041"/>
                    </a:lnTo>
                    <a:lnTo>
                      <a:pt x="433479" y="257676"/>
                    </a:lnTo>
                    <a:lnTo>
                      <a:pt x="432210" y="258310"/>
                    </a:lnTo>
                    <a:lnTo>
                      <a:pt x="430941" y="258945"/>
                    </a:lnTo>
                    <a:lnTo>
                      <a:pt x="429671" y="262118"/>
                    </a:lnTo>
                    <a:lnTo>
                      <a:pt x="428402" y="265292"/>
                    </a:lnTo>
                    <a:lnTo>
                      <a:pt x="424594" y="266561"/>
                    </a:lnTo>
                    <a:lnTo>
                      <a:pt x="422690" y="267196"/>
                    </a:lnTo>
                    <a:lnTo>
                      <a:pt x="416343" y="267196"/>
                    </a:lnTo>
                    <a:lnTo>
                      <a:pt x="414439" y="267831"/>
                    </a:lnTo>
                    <a:lnTo>
                      <a:pt x="413170" y="269100"/>
                    </a:lnTo>
                    <a:lnTo>
                      <a:pt x="409362" y="271004"/>
                    </a:lnTo>
                    <a:lnTo>
                      <a:pt x="408093" y="271639"/>
                    </a:lnTo>
                    <a:lnTo>
                      <a:pt x="406823" y="273543"/>
                    </a:lnTo>
                    <a:lnTo>
                      <a:pt x="406188" y="276081"/>
                    </a:lnTo>
                    <a:lnTo>
                      <a:pt x="403650" y="279255"/>
                    </a:lnTo>
                    <a:lnTo>
                      <a:pt x="402381" y="283063"/>
                    </a:lnTo>
                    <a:lnTo>
                      <a:pt x="401111" y="288140"/>
                    </a:lnTo>
                    <a:lnTo>
                      <a:pt x="397938" y="291313"/>
                    </a:lnTo>
                    <a:lnTo>
                      <a:pt x="392226" y="294487"/>
                    </a:lnTo>
                    <a:lnTo>
                      <a:pt x="389687" y="297025"/>
                    </a:lnTo>
                    <a:lnTo>
                      <a:pt x="387783" y="299564"/>
                    </a:lnTo>
                    <a:lnTo>
                      <a:pt x="385879" y="303372"/>
                    </a:lnTo>
                    <a:lnTo>
                      <a:pt x="384610" y="307815"/>
                    </a:lnTo>
                    <a:lnTo>
                      <a:pt x="385244" y="311623"/>
                    </a:lnTo>
                    <a:lnTo>
                      <a:pt x="386514" y="314161"/>
                    </a:lnTo>
                    <a:lnTo>
                      <a:pt x="386514" y="317969"/>
                    </a:lnTo>
                    <a:lnTo>
                      <a:pt x="386514" y="321777"/>
                    </a:lnTo>
                    <a:lnTo>
                      <a:pt x="385244" y="324316"/>
                    </a:lnTo>
                    <a:lnTo>
                      <a:pt x="381436" y="328124"/>
                    </a:lnTo>
                    <a:lnTo>
                      <a:pt x="380167" y="330028"/>
                    </a:lnTo>
                    <a:lnTo>
                      <a:pt x="379532" y="331932"/>
                    </a:lnTo>
                    <a:lnTo>
                      <a:pt x="378263" y="333201"/>
                    </a:lnTo>
                    <a:lnTo>
                      <a:pt x="375724" y="333201"/>
                    </a:lnTo>
                    <a:lnTo>
                      <a:pt x="375090" y="333836"/>
                    </a:lnTo>
                    <a:lnTo>
                      <a:pt x="375724" y="336375"/>
                    </a:lnTo>
                    <a:lnTo>
                      <a:pt x="376994" y="338913"/>
                    </a:lnTo>
                    <a:lnTo>
                      <a:pt x="378263" y="340183"/>
                    </a:lnTo>
                    <a:lnTo>
                      <a:pt x="385244" y="344626"/>
                    </a:lnTo>
                    <a:lnTo>
                      <a:pt x="387148" y="347799"/>
                    </a:lnTo>
                    <a:lnTo>
                      <a:pt x="387783" y="350972"/>
                    </a:lnTo>
                    <a:lnTo>
                      <a:pt x="387148" y="354780"/>
                    </a:lnTo>
                    <a:lnTo>
                      <a:pt x="385244" y="359223"/>
                    </a:lnTo>
                    <a:lnTo>
                      <a:pt x="383975" y="356684"/>
                    </a:lnTo>
                    <a:lnTo>
                      <a:pt x="382706" y="352876"/>
                    </a:lnTo>
                    <a:lnTo>
                      <a:pt x="381436" y="350338"/>
                    </a:lnTo>
                    <a:lnTo>
                      <a:pt x="378898" y="350338"/>
                    </a:lnTo>
                    <a:lnTo>
                      <a:pt x="376359" y="352876"/>
                    </a:lnTo>
                    <a:lnTo>
                      <a:pt x="375090" y="354146"/>
                    </a:lnTo>
                    <a:lnTo>
                      <a:pt x="375090" y="356684"/>
                    </a:lnTo>
                    <a:lnTo>
                      <a:pt x="376359" y="368108"/>
                    </a:lnTo>
                    <a:lnTo>
                      <a:pt x="376994" y="370647"/>
                    </a:lnTo>
                    <a:lnTo>
                      <a:pt x="378263" y="374455"/>
                    </a:lnTo>
                    <a:lnTo>
                      <a:pt x="378263" y="376994"/>
                    </a:lnTo>
                    <a:lnTo>
                      <a:pt x="375724" y="387148"/>
                    </a:lnTo>
                    <a:lnTo>
                      <a:pt x="376359" y="390322"/>
                    </a:lnTo>
                    <a:lnTo>
                      <a:pt x="380167" y="397303"/>
                    </a:lnTo>
                    <a:lnTo>
                      <a:pt x="380802" y="400476"/>
                    </a:lnTo>
                    <a:lnTo>
                      <a:pt x="380167" y="404919"/>
                    </a:lnTo>
                    <a:lnTo>
                      <a:pt x="378263" y="408092"/>
                    </a:lnTo>
                    <a:lnTo>
                      <a:pt x="375724" y="409996"/>
                    </a:lnTo>
                    <a:lnTo>
                      <a:pt x="370012" y="410631"/>
                    </a:lnTo>
                    <a:lnTo>
                      <a:pt x="366204" y="411266"/>
                    </a:lnTo>
                    <a:lnTo>
                      <a:pt x="362396" y="412535"/>
                    </a:lnTo>
                    <a:lnTo>
                      <a:pt x="359858" y="414439"/>
                    </a:lnTo>
                    <a:lnTo>
                      <a:pt x="357954" y="416343"/>
                    </a:lnTo>
                    <a:lnTo>
                      <a:pt x="357954" y="418247"/>
                    </a:lnTo>
                    <a:lnTo>
                      <a:pt x="359223" y="420151"/>
                    </a:lnTo>
                    <a:lnTo>
                      <a:pt x="361762" y="422690"/>
                    </a:lnTo>
                    <a:lnTo>
                      <a:pt x="357954" y="424594"/>
                    </a:lnTo>
                    <a:lnTo>
                      <a:pt x="355415" y="425229"/>
                    </a:lnTo>
                    <a:lnTo>
                      <a:pt x="352876" y="423959"/>
                    </a:lnTo>
                    <a:lnTo>
                      <a:pt x="347799" y="417613"/>
                    </a:lnTo>
                    <a:lnTo>
                      <a:pt x="342722" y="412535"/>
                    </a:lnTo>
                    <a:lnTo>
                      <a:pt x="340183" y="409362"/>
                    </a:lnTo>
                    <a:lnTo>
                      <a:pt x="338279" y="418247"/>
                    </a:lnTo>
                    <a:lnTo>
                      <a:pt x="334471" y="426498"/>
                    </a:lnTo>
                    <a:lnTo>
                      <a:pt x="329394" y="433479"/>
                    </a:lnTo>
                    <a:lnTo>
                      <a:pt x="310988" y="449346"/>
                    </a:lnTo>
                    <a:lnTo>
                      <a:pt x="304007" y="453789"/>
                    </a:lnTo>
                    <a:lnTo>
                      <a:pt x="297025" y="456327"/>
                    </a:lnTo>
                    <a:lnTo>
                      <a:pt x="297025" y="453789"/>
                    </a:lnTo>
                    <a:lnTo>
                      <a:pt x="295756" y="450615"/>
                    </a:lnTo>
                    <a:lnTo>
                      <a:pt x="293852" y="448077"/>
                    </a:lnTo>
                    <a:lnTo>
                      <a:pt x="290044" y="445538"/>
                    </a:lnTo>
                    <a:lnTo>
                      <a:pt x="288775" y="442999"/>
                    </a:lnTo>
                    <a:lnTo>
                      <a:pt x="288140" y="439826"/>
                    </a:lnTo>
                    <a:lnTo>
                      <a:pt x="287505" y="437287"/>
                    </a:lnTo>
                    <a:lnTo>
                      <a:pt x="284332" y="434749"/>
                    </a:lnTo>
                    <a:lnTo>
                      <a:pt x="283063" y="436018"/>
                    </a:lnTo>
                    <a:lnTo>
                      <a:pt x="282428" y="439826"/>
                    </a:lnTo>
                    <a:lnTo>
                      <a:pt x="282428" y="440461"/>
                    </a:lnTo>
                    <a:lnTo>
                      <a:pt x="280524" y="441095"/>
                    </a:lnTo>
                    <a:lnTo>
                      <a:pt x="277351" y="441730"/>
                    </a:lnTo>
                    <a:lnTo>
                      <a:pt x="274812" y="441730"/>
                    </a:lnTo>
                    <a:lnTo>
                      <a:pt x="276716" y="440461"/>
                    </a:lnTo>
                    <a:lnTo>
                      <a:pt x="277985" y="438557"/>
                    </a:lnTo>
                    <a:lnTo>
                      <a:pt x="278620" y="436653"/>
                    </a:lnTo>
                    <a:lnTo>
                      <a:pt x="277985" y="434114"/>
                    </a:lnTo>
                    <a:lnTo>
                      <a:pt x="269735" y="437922"/>
                    </a:lnTo>
                    <a:lnTo>
                      <a:pt x="267831" y="440461"/>
                    </a:lnTo>
                    <a:lnTo>
                      <a:pt x="267196" y="442999"/>
                    </a:lnTo>
                    <a:lnTo>
                      <a:pt x="267196" y="446173"/>
                    </a:lnTo>
                    <a:lnTo>
                      <a:pt x="266561" y="448711"/>
                    </a:lnTo>
                    <a:lnTo>
                      <a:pt x="264023" y="450615"/>
                    </a:lnTo>
                    <a:lnTo>
                      <a:pt x="264657" y="453789"/>
                    </a:lnTo>
                    <a:lnTo>
                      <a:pt x="265292" y="457597"/>
                    </a:lnTo>
                    <a:lnTo>
                      <a:pt x="264657" y="460135"/>
                    </a:lnTo>
                    <a:lnTo>
                      <a:pt x="262119" y="459501"/>
                    </a:lnTo>
                    <a:lnTo>
                      <a:pt x="260849" y="456962"/>
                    </a:lnTo>
                    <a:lnTo>
                      <a:pt x="260849" y="451250"/>
                    </a:lnTo>
                    <a:lnTo>
                      <a:pt x="259580" y="448077"/>
                    </a:lnTo>
                    <a:lnTo>
                      <a:pt x="260849" y="446173"/>
                    </a:lnTo>
                    <a:lnTo>
                      <a:pt x="261484" y="443634"/>
                    </a:lnTo>
                    <a:lnTo>
                      <a:pt x="261484" y="441095"/>
                    </a:lnTo>
                    <a:lnTo>
                      <a:pt x="260849" y="438557"/>
                    </a:lnTo>
                    <a:lnTo>
                      <a:pt x="257676" y="443634"/>
                    </a:lnTo>
                    <a:lnTo>
                      <a:pt x="253868" y="446807"/>
                    </a:lnTo>
                    <a:lnTo>
                      <a:pt x="249425" y="448077"/>
                    </a:lnTo>
                    <a:lnTo>
                      <a:pt x="245617" y="446807"/>
                    </a:lnTo>
                    <a:lnTo>
                      <a:pt x="249425" y="445538"/>
                    </a:lnTo>
                    <a:lnTo>
                      <a:pt x="251964" y="443634"/>
                    </a:lnTo>
                    <a:lnTo>
                      <a:pt x="262753" y="431575"/>
                    </a:lnTo>
                    <a:lnTo>
                      <a:pt x="264023" y="428402"/>
                    </a:lnTo>
                    <a:lnTo>
                      <a:pt x="262119" y="427133"/>
                    </a:lnTo>
                    <a:lnTo>
                      <a:pt x="257041" y="432845"/>
                    </a:lnTo>
                    <a:lnTo>
                      <a:pt x="256407" y="433479"/>
                    </a:lnTo>
                    <a:lnTo>
                      <a:pt x="255137" y="433479"/>
                    </a:lnTo>
                    <a:lnTo>
                      <a:pt x="238001" y="440461"/>
                    </a:lnTo>
                    <a:lnTo>
                      <a:pt x="234193" y="441095"/>
                    </a:lnTo>
                    <a:lnTo>
                      <a:pt x="236732" y="437922"/>
                    </a:lnTo>
                    <a:lnTo>
                      <a:pt x="240540" y="437287"/>
                    </a:lnTo>
                    <a:lnTo>
                      <a:pt x="244348" y="437287"/>
                    </a:lnTo>
                    <a:lnTo>
                      <a:pt x="246887" y="436018"/>
                    </a:lnTo>
                    <a:lnTo>
                      <a:pt x="246887" y="432210"/>
                    </a:lnTo>
                    <a:lnTo>
                      <a:pt x="243713" y="431575"/>
                    </a:lnTo>
                    <a:lnTo>
                      <a:pt x="239270" y="432210"/>
                    </a:lnTo>
                    <a:lnTo>
                      <a:pt x="236097" y="432845"/>
                    </a:lnTo>
                    <a:lnTo>
                      <a:pt x="238636" y="429671"/>
                    </a:lnTo>
                    <a:lnTo>
                      <a:pt x="243713" y="428402"/>
                    </a:lnTo>
                    <a:lnTo>
                      <a:pt x="253233" y="427767"/>
                    </a:lnTo>
                    <a:lnTo>
                      <a:pt x="258311" y="425229"/>
                    </a:lnTo>
                    <a:lnTo>
                      <a:pt x="262119" y="420786"/>
                    </a:lnTo>
                    <a:lnTo>
                      <a:pt x="271004" y="404284"/>
                    </a:lnTo>
                    <a:lnTo>
                      <a:pt x="272273" y="403015"/>
                    </a:lnTo>
                    <a:lnTo>
                      <a:pt x="275447" y="403015"/>
                    </a:lnTo>
                    <a:lnTo>
                      <a:pt x="277985" y="402380"/>
                    </a:lnTo>
                    <a:lnTo>
                      <a:pt x="281159" y="401111"/>
                    </a:lnTo>
                    <a:lnTo>
                      <a:pt x="286236" y="397938"/>
                    </a:lnTo>
                    <a:lnTo>
                      <a:pt x="288775" y="394130"/>
                    </a:lnTo>
                    <a:lnTo>
                      <a:pt x="293852" y="383340"/>
                    </a:lnTo>
                    <a:lnTo>
                      <a:pt x="297025" y="380167"/>
                    </a:lnTo>
                    <a:lnTo>
                      <a:pt x="295756" y="383340"/>
                    </a:lnTo>
                    <a:lnTo>
                      <a:pt x="296391" y="385244"/>
                    </a:lnTo>
                    <a:lnTo>
                      <a:pt x="297660" y="386514"/>
                    </a:lnTo>
                    <a:lnTo>
                      <a:pt x="298295" y="388418"/>
                    </a:lnTo>
                    <a:lnTo>
                      <a:pt x="298295" y="392226"/>
                    </a:lnTo>
                    <a:lnTo>
                      <a:pt x="298295" y="394130"/>
                    </a:lnTo>
                    <a:lnTo>
                      <a:pt x="297025" y="400476"/>
                    </a:lnTo>
                    <a:lnTo>
                      <a:pt x="295756" y="404919"/>
                    </a:lnTo>
                    <a:lnTo>
                      <a:pt x="293217" y="408727"/>
                    </a:lnTo>
                    <a:lnTo>
                      <a:pt x="289409" y="409362"/>
                    </a:lnTo>
                    <a:lnTo>
                      <a:pt x="288140" y="415074"/>
                    </a:lnTo>
                    <a:lnTo>
                      <a:pt x="288775" y="426498"/>
                    </a:lnTo>
                    <a:lnTo>
                      <a:pt x="291948" y="434749"/>
                    </a:lnTo>
                    <a:lnTo>
                      <a:pt x="298295" y="431575"/>
                    </a:lnTo>
                    <a:lnTo>
                      <a:pt x="298929" y="430306"/>
                    </a:lnTo>
                    <a:lnTo>
                      <a:pt x="298929" y="428402"/>
                    </a:lnTo>
                    <a:lnTo>
                      <a:pt x="298295" y="427133"/>
                    </a:lnTo>
                    <a:lnTo>
                      <a:pt x="298295" y="426498"/>
                    </a:lnTo>
                    <a:lnTo>
                      <a:pt x="298929" y="425863"/>
                    </a:lnTo>
                    <a:lnTo>
                      <a:pt x="300199" y="424594"/>
                    </a:lnTo>
                    <a:lnTo>
                      <a:pt x="300833" y="423959"/>
                    </a:lnTo>
                    <a:lnTo>
                      <a:pt x="300833" y="425229"/>
                    </a:lnTo>
                    <a:lnTo>
                      <a:pt x="302103" y="423325"/>
                    </a:lnTo>
                    <a:lnTo>
                      <a:pt x="303372" y="422690"/>
                    </a:lnTo>
                    <a:lnTo>
                      <a:pt x="304007" y="421421"/>
                    </a:lnTo>
                    <a:lnTo>
                      <a:pt x="300833" y="413805"/>
                    </a:lnTo>
                    <a:lnTo>
                      <a:pt x="300833" y="409996"/>
                    </a:lnTo>
                    <a:lnTo>
                      <a:pt x="302103" y="406823"/>
                    </a:lnTo>
                    <a:lnTo>
                      <a:pt x="305911" y="403650"/>
                    </a:lnTo>
                    <a:lnTo>
                      <a:pt x="307180" y="401746"/>
                    </a:lnTo>
                    <a:lnTo>
                      <a:pt x="307815" y="399207"/>
                    </a:lnTo>
                    <a:lnTo>
                      <a:pt x="308449" y="397303"/>
                    </a:lnTo>
                    <a:lnTo>
                      <a:pt x="309719" y="396668"/>
                    </a:lnTo>
                    <a:lnTo>
                      <a:pt x="311623" y="396034"/>
                    </a:lnTo>
                    <a:lnTo>
                      <a:pt x="312892" y="394764"/>
                    </a:lnTo>
                    <a:lnTo>
                      <a:pt x="314796" y="393495"/>
                    </a:lnTo>
                    <a:lnTo>
                      <a:pt x="316700" y="392226"/>
                    </a:lnTo>
                    <a:lnTo>
                      <a:pt x="323047" y="390956"/>
                    </a:lnTo>
                    <a:lnTo>
                      <a:pt x="325586" y="389052"/>
                    </a:lnTo>
                    <a:lnTo>
                      <a:pt x="328124" y="385244"/>
                    </a:lnTo>
                    <a:lnTo>
                      <a:pt x="327489" y="390956"/>
                    </a:lnTo>
                    <a:lnTo>
                      <a:pt x="324951" y="394764"/>
                    </a:lnTo>
                    <a:lnTo>
                      <a:pt x="321778" y="397303"/>
                    </a:lnTo>
                    <a:lnTo>
                      <a:pt x="319874" y="401111"/>
                    </a:lnTo>
                    <a:lnTo>
                      <a:pt x="317335" y="403650"/>
                    </a:lnTo>
                    <a:lnTo>
                      <a:pt x="314796" y="404919"/>
                    </a:lnTo>
                    <a:lnTo>
                      <a:pt x="314161" y="406823"/>
                    </a:lnTo>
                    <a:lnTo>
                      <a:pt x="317969" y="410631"/>
                    </a:lnTo>
                    <a:lnTo>
                      <a:pt x="330663" y="418882"/>
                    </a:lnTo>
                    <a:lnTo>
                      <a:pt x="333201" y="419516"/>
                    </a:lnTo>
                    <a:lnTo>
                      <a:pt x="336375" y="415074"/>
                    </a:lnTo>
                    <a:lnTo>
                      <a:pt x="336375" y="411266"/>
                    </a:lnTo>
                    <a:lnTo>
                      <a:pt x="333836" y="401746"/>
                    </a:lnTo>
                    <a:lnTo>
                      <a:pt x="337010" y="401746"/>
                    </a:lnTo>
                    <a:lnTo>
                      <a:pt x="339548" y="401111"/>
                    </a:lnTo>
                    <a:lnTo>
                      <a:pt x="342087" y="399207"/>
                    </a:lnTo>
                    <a:lnTo>
                      <a:pt x="343991" y="396034"/>
                    </a:lnTo>
                    <a:lnTo>
                      <a:pt x="341452" y="390322"/>
                    </a:lnTo>
                    <a:lnTo>
                      <a:pt x="343356" y="385244"/>
                    </a:lnTo>
                    <a:lnTo>
                      <a:pt x="346530" y="380167"/>
                    </a:lnTo>
                    <a:lnTo>
                      <a:pt x="349068" y="374455"/>
                    </a:lnTo>
                    <a:lnTo>
                      <a:pt x="351607" y="370647"/>
                    </a:lnTo>
                    <a:lnTo>
                      <a:pt x="354780" y="366204"/>
                    </a:lnTo>
                    <a:lnTo>
                      <a:pt x="356050" y="362396"/>
                    </a:lnTo>
                    <a:lnTo>
                      <a:pt x="352242" y="359858"/>
                    </a:lnTo>
                    <a:lnTo>
                      <a:pt x="351607" y="356050"/>
                    </a:lnTo>
                    <a:lnTo>
                      <a:pt x="352242" y="350338"/>
                    </a:lnTo>
                    <a:lnTo>
                      <a:pt x="351607" y="345895"/>
                    </a:lnTo>
                    <a:lnTo>
                      <a:pt x="345260" y="347799"/>
                    </a:lnTo>
                    <a:lnTo>
                      <a:pt x="340818" y="350338"/>
                    </a:lnTo>
                    <a:lnTo>
                      <a:pt x="336375" y="352242"/>
                    </a:lnTo>
                    <a:lnTo>
                      <a:pt x="326855" y="354146"/>
                    </a:lnTo>
                    <a:lnTo>
                      <a:pt x="328124" y="351607"/>
                    </a:lnTo>
                    <a:lnTo>
                      <a:pt x="331932" y="349068"/>
                    </a:lnTo>
                    <a:lnTo>
                      <a:pt x="334471" y="346530"/>
                    </a:lnTo>
                    <a:lnTo>
                      <a:pt x="336375" y="343991"/>
                    </a:lnTo>
                    <a:lnTo>
                      <a:pt x="336375" y="345260"/>
                    </a:lnTo>
                    <a:lnTo>
                      <a:pt x="335106" y="345260"/>
                    </a:lnTo>
                    <a:lnTo>
                      <a:pt x="330028" y="340817"/>
                    </a:lnTo>
                    <a:lnTo>
                      <a:pt x="328759" y="338913"/>
                    </a:lnTo>
                    <a:lnTo>
                      <a:pt x="328124" y="335740"/>
                    </a:lnTo>
                    <a:lnTo>
                      <a:pt x="328759" y="332567"/>
                    </a:lnTo>
                    <a:lnTo>
                      <a:pt x="329394" y="330028"/>
                    </a:lnTo>
                    <a:lnTo>
                      <a:pt x="330663" y="328124"/>
                    </a:lnTo>
                    <a:lnTo>
                      <a:pt x="331298" y="326220"/>
                    </a:lnTo>
                    <a:lnTo>
                      <a:pt x="335106" y="340817"/>
                    </a:lnTo>
                    <a:lnTo>
                      <a:pt x="338914" y="346530"/>
                    </a:lnTo>
                    <a:lnTo>
                      <a:pt x="343991" y="345260"/>
                    </a:lnTo>
                    <a:lnTo>
                      <a:pt x="343356" y="343356"/>
                    </a:lnTo>
                    <a:lnTo>
                      <a:pt x="344626" y="342087"/>
                    </a:lnTo>
                    <a:lnTo>
                      <a:pt x="343356" y="318604"/>
                    </a:lnTo>
                    <a:lnTo>
                      <a:pt x="342722" y="316700"/>
                    </a:lnTo>
                    <a:lnTo>
                      <a:pt x="341452" y="314796"/>
                    </a:lnTo>
                    <a:lnTo>
                      <a:pt x="340183" y="313527"/>
                    </a:lnTo>
                    <a:lnTo>
                      <a:pt x="339548" y="311623"/>
                    </a:lnTo>
                    <a:lnTo>
                      <a:pt x="339548" y="308449"/>
                    </a:lnTo>
                    <a:lnTo>
                      <a:pt x="341452" y="308449"/>
                    </a:lnTo>
                    <a:lnTo>
                      <a:pt x="349068" y="319873"/>
                    </a:lnTo>
                    <a:lnTo>
                      <a:pt x="352242" y="319239"/>
                    </a:lnTo>
                    <a:lnTo>
                      <a:pt x="355415" y="316700"/>
                    </a:lnTo>
                    <a:lnTo>
                      <a:pt x="357954" y="312892"/>
                    </a:lnTo>
                    <a:lnTo>
                      <a:pt x="357954" y="310353"/>
                    </a:lnTo>
                    <a:lnTo>
                      <a:pt x="361127" y="310353"/>
                    </a:lnTo>
                    <a:lnTo>
                      <a:pt x="369378" y="313527"/>
                    </a:lnTo>
                    <a:lnTo>
                      <a:pt x="371282" y="313527"/>
                    </a:lnTo>
                    <a:lnTo>
                      <a:pt x="371916" y="312892"/>
                    </a:lnTo>
                    <a:lnTo>
                      <a:pt x="373186" y="311623"/>
                    </a:lnTo>
                    <a:lnTo>
                      <a:pt x="374455" y="309719"/>
                    </a:lnTo>
                    <a:lnTo>
                      <a:pt x="375090" y="307180"/>
                    </a:lnTo>
                    <a:lnTo>
                      <a:pt x="374455" y="305276"/>
                    </a:lnTo>
                    <a:lnTo>
                      <a:pt x="373186" y="303372"/>
                    </a:lnTo>
                    <a:lnTo>
                      <a:pt x="371282" y="302103"/>
                    </a:lnTo>
                    <a:lnTo>
                      <a:pt x="370012" y="301468"/>
                    </a:lnTo>
                    <a:lnTo>
                      <a:pt x="373186" y="298295"/>
                    </a:lnTo>
                    <a:lnTo>
                      <a:pt x="373186" y="295756"/>
                    </a:lnTo>
                    <a:lnTo>
                      <a:pt x="371916" y="293217"/>
                    </a:lnTo>
                    <a:lnTo>
                      <a:pt x="371282" y="290679"/>
                    </a:lnTo>
                    <a:lnTo>
                      <a:pt x="371916" y="282428"/>
                    </a:lnTo>
                    <a:lnTo>
                      <a:pt x="372551" y="278620"/>
                    </a:lnTo>
                    <a:lnTo>
                      <a:pt x="371916" y="272908"/>
                    </a:lnTo>
                    <a:lnTo>
                      <a:pt x="368108" y="268465"/>
                    </a:lnTo>
                    <a:lnTo>
                      <a:pt x="359223" y="260214"/>
                    </a:lnTo>
                    <a:lnTo>
                      <a:pt x="359223" y="262753"/>
                    </a:lnTo>
                    <a:lnTo>
                      <a:pt x="361127" y="269100"/>
                    </a:lnTo>
                    <a:lnTo>
                      <a:pt x="361762" y="271004"/>
                    </a:lnTo>
                    <a:lnTo>
                      <a:pt x="362396" y="282428"/>
                    </a:lnTo>
                    <a:lnTo>
                      <a:pt x="362396" y="287505"/>
                    </a:lnTo>
                    <a:lnTo>
                      <a:pt x="361127" y="290679"/>
                    </a:lnTo>
                    <a:lnTo>
                      <a:pt x="357319" y="289409"/>
                    </a:lnTo>
                    <a:lnTo>
                      <a:pt x="356684" y="287505"/>
                    </a:lnTo>
                    <a:lnTo>
                      <a:pt x="357319" y="285601"/>
                    </a:lnTo>
                    <a:lnTo>
                      <a:pt x="357319" y="283697"/>
                    </a:lnTo>
                    <a:lnTo>
                      <a:pt x="354780" y="282428"/>
                    </a:lnTo>
                    <a:lnTo>
                      <a:pt x="352876" y="283063"/>
                    </a:lnTo>
                    <a:lnTo>
                      <a:pt x="350338" y="284332"/>
                    </a:lnTo>
                    <a:lnTo>
                      <a:pt x="328124" y="303372"/>
                    </a:lnTo>
                    <a:lnTo>
                      <a:pt x="325586" y="306545"/>
                    </a:lnTo>
                    <a:lnTo>
                      <a:pt x="321143" y="316700"/>
                    </a:lnTo>
                    <a:lnTo>
                      <a:pt x="319239" y="319239"/>
                    </a:lnTo>
                    <a:lnTo>
                      <a:pt x="316700" y="320508"/>
                    </a:lnTo>
                    <a:lnTo>
                      <a:pt x="312257" y="321777"/>
                    </a:lnTo>
                    <a:lnTo>
                      <a:pt x="298295" y="323681"/>
                    </a:lnTo>
                    <a:lnTo>
                      <a:pt x="286236" y="328124"/>
                    </a:lnTo>
                    <a:lnTo>
                      <a:pt x="283697" y="328759"/>
                    </a:lnTo>
                    <a:lnTo>
                      <a:pt x="267196" y="343356"/>
                    </a:lnTo>
                    <a:lnTo>
                      <a:pt x="255137" y="357954"/>
                    </a:lnTo>
                    <a:lnTo>
                      <a:pt x="253233" y="360492"/>
                    </a:lnTo>
                    <a:lnTo>
                      <a:pt x="247521" y="365570"/>
                    </a:lnTo>
                    <a:lnTo>
                      <a:pt x="244982" y="368743"/>
                    </a:lnTo>
                    <a:lnTo>
                      <a:pt x="243713" y="371916"/>
                    </a:lnTo>
                    <a:lnTo>
                      <a:pt x="246252" y="378263"/>
                    </a:lnTo>
                    <a:lnTo>
                      <a:pt x="253233" y="379532"/>
                    </a:lnTo>
                    <a:lnTo>
                      <a:pt x="267831" y="376994"/>
                    </a:lnTo>
                    <a:lnTo>
                      <a:pt x="281793" y="371916"/>
                    </a:lnTo>
                    <a:lnTo>
                      <a:pt x="289409" y="370647"/>
                    </a:lnTo>
                    <a:lnTo>
                      <a:pt x="294487" y="372551"/>
                    </a:lnTo>
                    <a:lnTo>
                      <a:pt x="287505" y="376359"/>
                    </a:lnTo>
                    <a:lnTo>
                      <a:pt x="280524" y="378898"/>
                    </a:lnTo>
                    <a:lnTo>
                      <a:pt x="248791" y="384610"/>
                    </a:lnTo>
                    <a:lnTo>
                      <a:pt x="238636" y="383340"/>
                    </a:lnTo>
                    <a:lnTo>
                      <a:pt x="234193" y="378263"/>
                    </a:lnTo>
                    <a:lnTo>
                      <a:pt x="235462" y="375090"/>
                    </a:lnTo>
                    <a:lnTo>
                      <a:pt x="241809" y="366839"/>
                    </a:lnTo>
                    <a:lnTo>
                      <a:pt x="246252" y="358588"/>
                    </a:lnTo>
                    <a:lnTo>
                      <a:pt x="250060" y="355415"/>
                    </a:lnTo>
                    <a:lnTo>
                      <a:pt x="254502" y="352876"/>
                    </a:lnTo>
                    <a:lnTo>
                      <a:pt x="257676" y="350338"/>
                    </a:lnTo>
                    <a:lnTo>
                      <a:pt x="265927" y="338279"/>
                    </a:lnTo>
                    <a:lnTo>
                      <a:pt x="268465" y="335105"/>
                    </a:lnTo>
                    <a:lnTo>
                      <a:pt x="285601" y="321777"/>
                    </a:lnTo>
                    <a:lnTo>
                      <a:pt x="288140" y="320508"/>
                    </a:lnTo>
                    <a:lnTo>
                      <a:pt x="290679" y="319873"/>
                    </a:lnTo>
                    <a:lnTo>
                      <a:pt x="292583" y="319239"/>
                    </a:lnTo>
                    <a:lnTo>
                      <a:pt x="295121" y="314161"/>
                    </a:lnTo>
                    <a:lnTo>
                      <a:pt x="298929" y="310988"/>
                    </a:lnTo>
                    <a:lnTo>
                      <a:pt x="301468" y="305911"/>
                    </a:lnTo>
                    <a:lnTo>
                      <a:pt x="305276" y="300833"/>
                    </a:lnTo>
                    <a:lnTo>
                      <a:pt x="309719" y="298295"/>
                    </a:lnTo>
                    <a:lnTo>
                      <a:pt x="307815" y="290679"/>
                    </a:lnTo>
                    <a:lnTo>
                      <a:pt x="307180" y="286236"/>
                    </a:lnTo>
                    <a:lnTo>
                      <a:pt x="307815" y="282428"/>
                    </a:lnTo>
                    <a:lnTo>
                      <a:pt x="310354" y="278620"/>
                    </a:lnTo>
                    <a:lnTo>
                      <a:pt x="311623" y="280524"/>
                    </a:lnTo>
                    <a:lnTo>
                      <a:pt x="311623" y="284967"/>
                    </a:lnTo>
                    <a:lnTo>
                      <a:pt x="310988" y="289409"/>
                    </a:lnTo>
                    <a:lnTo>
                      <a:pt x="314796" y="287505"/>
                    </a:lnTo>
                    <a:lnTo>
                      <a:pt x="316066" y="283063"/>
                    </a:lnTo>
                    <a:lnTo>
                      <a:pt x="317335" y="278620"/>
                    </a:lnTo>
                    <a:lnTo>
                      <a:pt x="319874" y="276081"/>
                    </a:lnTo>
                    <a:lnTo>
                      <a:pt x="319239" y="284967"/>
                    </a:lnTo>
                    <a:lnTo>
                      <a:pt x="317335" y="291948"/>
                    </a:lnTo>
                    <a:lnTo>
                      <a:pt x="310988" y="306545"/>
                    </a:lnTo>
                    <a:lnTo>
                      <a:pt x="307815" y="310353"/>
                    </a:lnTo>
                    <a:lnTo>
                      <a:pt x="307180" y="312892"/>
                    </a:lnTo>
                    <a:lnTo>
                      <a:pt x="309719" y="314796"/>
                    </a:lnTo>
                    <a:lnTo>
                      <a:pt x="311623" y="314796"/>
                    </a:lnTo>
                    <a:lnTo>
                      <a:pt x="314161" y="314161"/>
                    </a:lnTo>
                    <a:lnTo>
                      <a:pt x="316066" y="312892"/>
                    </a:lnTo>
                    <a:lnTo>
                      <a:pt x="317335" y="310353"/>
                    </a:lnTo>
                    <a:lnTo>
                      <a:pt x="318604" y="306545"/>
                    </a:lnTo>
                    <a:lnTo>
                      <a:pt x="320508" y="302737"/>
                    </a:lnTo>
                    <a:lnTo>
                      <a:pt x="325586" y="294487"/>
                    </a:lnTo>
                    <a:lnTo>
                      <a:pt x="328759" y="290679"/>
                    </a:lnTo>
                    <a:lnTo>
                      <a:pt x="338279" y="283697"/>
                    </a:lnTo>
                    <a:lnTo>
                      <a:pt x="340183" y="281159"/>
                    </a:lnTo>
                    <a:lnTo>
                      <a:pt x="342722" y="277351"/>
                    </a:lnTo>
                    <a:lnTo>
                      <a:pt x="343991" y="275447"/>
                    </a:lnTo>
                    <a:lnTo>
                      <a:pt x="345895" y="275447"/>
                    </a:lnTo>
                    <a:lnTo>
                      <a:pt x="350972" y="276081"/>
                    </a:lnTo>
                    <a:lnTo>
                      <a:pt x="352242" y="275447"/>
                    </a:lnTo>
                    <a:lnTo>
                      <a:pt x="351607" y="272273"/>
                    </a:lnTo>
                    <a:lnTo>
                      <a:pt x="344626" y="259580"/>
                    </a:lnTo>
                    <a:lnTo>
                      <a:pt x="343991" y="257676"/>
                    </a:lnTo>
                    <a:lnTo>
                      <a:pt x="344626" y="252598"/>
                    </a:lnTo>
                    <a:lnTo>
                      <a:pt x="344626" y="250694"/>
                    </a:lnTo>
                    <a:lnTo>
                      <a:pt x="343991" y="248790"/>
                    </a:lnTo>
                    <a:lnTo>
                      <a:pt x="340818" y="246252"/>
                    </a:lnTo>
                    <a:lnTo>
                      <a:pt x="339548" y="244348"/>
                    </a:lnTo>
                    <a:lnTo>
                      <a:pt x="334471" y="231020"/>
                    </a:lnTo>
                    <a:lnTo>
                      <a:pt x="333836" y="227212"/>
                    </a:lnTo>
                    <a:lnTo>
                      <a:pt x="333201" y="225308"/>
                    </a:lnTo>
                    <a:lnTo>
                      <a:pt x="331932" y="223404"/>
                    </a:lnTo>
                    <a:lnTo>
                      <a:pt x="331298" y="220865"/>
                    </a:lnTo>
                    <a:lnTo>
                      <a:pt x="331932" y="217692"/>
                    </a:lnTo>
                    <a:lnTo>
                      <a:pt x="333201" y="216422"/>
                    </a:lnTo>
                    <a:lnTo>
                      <a:pt x="337644" y="215153"/>
                    </a:lnTo>
                    <a:lnTo>
                      <a:pt x="339548" y="214518"/>
                    </a:lnTo>
                    <a:lnTo>
                      <a:pt x="337010" y="208172"/>
                    </a:lnTo>
                    <a:lnTo>
                      <a:pt x="332567" y="207537"/>
                    </a:lnTo>
                    <a:lnTo>
                      <a:pt x="327489" y="208806"/>
                    </a:lnTo>
                    <a:lnTo>
                      <a:pt x="321778" y="208806"/>
                    </a:lnTo>
                    <a:lnTo>
                      <a:pt x="319239" y="209441"/>
                    </a:lnTo>
                    <a:lnTo>
                      <a:pt x="316700" y="211980"/>
                    </a:lnTo>
                    <a:lnTo>
                      <a:pt x="315431" y="215153"/>
                    </a:lnTo>
                    <a:lnTo>
                      <a:pt x="315431" y="218326"/>
                    </a:lnTo>
                    <a:lnTo>
                      <a:pt x="320508" y="226577"/>
                    </a:lnTo>
                    <a:lnTo>
                      <a:pt x="321778" y="230385"/>
                    </a:lnTo>
                    <a:lnTo>
                      <a:pt x="317335" y="236732"/>
                    </a:lnTo>
                    <a:lnTo>
                      <a:pt x="314796" y="238636"/>
                    </a:lnTo>
                    <a:lnTo>
                      <a:pt x="311623" y="238001"/>
                    </a:lnTo>
                    <a:lnTo>
                      <a:pt x="312257" y="236097"/>
                    </a:lnTo>
                    <a:lnTo>
                      <a:pt x="316066" y="234828"/>
                    </a:lnTo>
                    <a:lnTo>
                      <a:pt x="316066" y="230385"/>
                    </a:lnTo>
                    <a:lnTo>
                      <a:pt x="314161" y="225308"/>
                    </a:lnTo>
                    <a:lnTo>
                      <a:pt x="312257" y="221500"/>
                    </a:lnTo>
                    <a:lnTo>
                      <a:pt x="310354" y="220230"/>
                    </a:lnTo>
                    <a:lnTo>
                      <a:pt x="308449" y="219596"/>
                    </a:lnTo>
                    <a:lnTo>
                      <a:pt x="307180" y="218326"/>
                    </a:lnTo>
                    <a:lnTo>
                      <a:pt x="307180" y="214518"/>
                    </a:lnTo>
                    <a:lnTo>
                      <a:pt x="306545" y="211980"/>
                    </a:lnTo>
                    <a:lnTo>
                      <a:pt x="304007" y="210710"/>
                    </a:lnTo>
                    <a:lnTo>
                      <a:pt x="301468" y="210076"/>
                    </a:lnTo>
                    <a:lnTo>
                      <a:pt x="293852" y="210076"/>
                    </a:lnTo>
                    <a:lnTo>
                      <a:pt x="291948" y="212614"/>
                    </a:lnTo>
                    <a:lnTo>
                      <a:pt x="291313" y="222134"/>
                    </a:lnTo>
                    <a:lnTo>
                      <a:pt x="289409" y="221500"/>
                    </a:lnTo>
                    <a:lnTo>
                      <a:pt x="286236" y="218961"/>
                    </a:lnTo>
                    <a:lnTo>
                      <a:pt x="284332" y="215153"/>
                    </a:lnTo>
                    <a:lnTo>
                      <a:pt x="286871" y="210076"/>
                    </a:lnTo>
                    <a:lnTo>
                      <a:pt x="284332" y="203094"/>
                    </a:lnTo>
                    <a:lnTo>
                      <a:pt x="280524" y="197382"/>
                    </a:lnTo>
                    <a:lnTo>
                      <a:pt x="275447" y="193574"/>
                    </a:lnTo>
                    <a:lnTo>
                      <a:pt x="269100" y="191036"/>
                    </a:lnTo>
                    <a:lnTo>
                      <a:pt x="269735" y="189131"/>
                    </a:lnTo>
                    <a:lnTo>
                      <a:pt x="272273" y="189131"/>
                    </a:lnTo>
                    <a:lnTo>
                      <a:pt x="274812" y="188497"/>
                    </a:lnTo>
                    <a:lnTo>
                      <a:pt x="276716" y="187227"/>
                    </a:lnTo>
                    <a:lnTo>
                      <a:pt x="277985" y="184689"/>
                    </a:lnTo>
                    <a:lnTo>
                      <a:pt x="271004" y="187227"/>
                    </a:lnTo>
                    <a:lnTo>
                      <a:pt x="257041" y="194209"/>
                    </a:lnTo>
                    <a:lnTo>
                      <a:pt x="250694" y="195478"/>
                    </a:lnTo>
                    <a:lnTo>
                      <a:pt x="222769" y="187862"/>
                    </a:lnTo>
                    <a:lnTo>
                      <a:pt x="219596" y="185323"/>
                    </a:lnTo>
                    <a:lnTo>
                      <a:pt x="220230" y="184054"/>
                    </a:lnTo>
                    <a:lnTo>
                      <a:pt x="222134" y="184054"/>
                    </a:lnTo>
                    <a:lnTo>
                      <a:pt x="223404" y="184054"/>
                    </a:lnTo>
                    <a:lnTo>
                      <a:pt x="225308" y="183419"/>
                    </a:lnTo>
                    <a:lnTo>
                      <a:pt x="212614" y="182150"/>
                    </a:lnTo>
                    <a:lnTo>
                      <a:pt x="209441" y="180881"/>
                    </a:lnTo>
                    <a:lnTo>
                      <a:pt x="201825" y="176438"/>
                    </a:lnTo>
                    <a:lnTo>
                      <a:pt x="191036" y="175803"/>
                    </a:lnTo>
                    <a:lnTo>
                      <a:pt x="185958" y="176438"/>
                    </a:lnTo>
                    <a:lnTo>
                      <a:pt x="183420" y="174534"/>
                    </a:lnTo>
                    <a:lnTo>
                      <a:pt x="179612" y="170091"/>
                    </a:lnTo>
                    <a:lnTo>
                      <a:pt x="173900" y="167553"/>
                    </a:lnTo>
                    <a:lnTo>
                      <a:pt x="161206" y="165649"/>
                    </a:lnTo>
                    <a:lnTo>
                      <a:pt x="135819" y="158667"/>
                    </a:lnTo>
                    <a:lnTo>
                      <a:pt x="113606" y="147243"/>
                    </a:lnTo>
                    <a:lnTo>
                      <a:pt x="110433" y="144705"/>
                    </a:lnTo>
                    <a:lnTo>
                      <a:pt x="106625" y="136454"/>
                    </a:lnTo>
                    <a:lnTo>
                      <a:pt x="103451" y="133281"/>
                    </a:lnTo>
                    <a:lnTo>
                      <a:pt x="90758" y="124395"/>
                    </a:lnTo>
                    <a:lnTo>
                      <a:pt x="86950" y="122491"/>
                    </a:lnTo>
                    <a:lnTo>
                      <a:pt x="78699" y="121857"/>
                    </a:lnTo>
                    <a:lnTo>
                      <a:pt x="76160" y="120587"/>
                    </a:lnTo>
                    <a:lnTo>
                      <a:pt x="72987" y="116145"/>
                    </a:lnTo>
                    <a:lnTo>
                      <a:pt x="71718" y="114875"/>
                    </a:lnTo>
                    <a:lnTo>
                      <a:pt x="60294" y="109163"/>
                    </a:lnTo>
                    <a:lnTo>
                      <a:pt x="54582" y="102182"/>
                    </a:lnTo>
                    <a:lnTo>
                      <a:pt x="29830" y="83142"/>
                    </a:lnTo>
                    <a:lnTo>
                      <a:pt x="21579" y="78699"/>
                    </a:lnTo>
                    <a:lnTo>
                      <a:pt x="12693" y="76160"/>
                    </a:lnTo>
                    <a:lnTo>
                      <a:pt x="11424" y="79334"/>
                    </a:lnTo>
                    <a:lnTo>
                      <a:pt x="12059" y="82507"/>
                    </a:lnTo>
                    <a:lnTo>
                      <a:pt x="15867" y="88219"/>
                    </a:lnTo>
                    <a:lnTo>
                      <a:pt x="19040" y="92027"/>
                    </a:lnTo>
                    <a:lnTo>
                      <a:pt x="19675" y="92662"/>
                    </a:lnTo>
                    <a:lnTo>
                      <a:pt x="18406" y="95200"/>
                    </a:lnTo>
                    <a:lnTo>
                      <a:pt x="15232" y="98374"/>
                    </a:lnTo>
                    <a:lnTo>
                      <a:pt x="13963" y="100278"/>
                    </a:lnTo>
                    <a:lnTo>
                      <a:pt x="12059" y="108528"/>
                    </a:lnTo>
                    <a:lnTo>
                      <a:pt x="11424" y="109798"/>
                    </a:lnTo>
                    <a:lnTo>
                      <a:pt x="9520" y="111067"/>
                    </a:lnTo>
                    <a:lnTo>
                      <a:pt x="8886" y="112336"/>
                    </a:lnTo>
                    <a:lnTo>
                      <a:pt x="8886" y="113606"/>
                    </a:lnTo>
                    <a:lnTo>
                      <a:pt x="9520" y="115510"/>
                    </a:lnTo>
                    <a:lnTo>
                      <a:pt x="8886" y="116779"/>
                    </a:lnTo>
                    <a:lnTo>
                      <a:pt x="6347" y="124395"/>
                    </a:lnTo>
                    <a:lnTo>
                      <a:pt x="3808" y="127569"/>
                    </a:lnTo>
                    <a:lnTo>
                      <a:pt x="635" y="128203"/>
                    </a:lnTo>
                    <a:lnTo>
                      <a:pt x="0" y="130107"/>
                    </a:lnTo>
                    <a:lnTo>
                      <a:pt x="3173" y="142801"/>
                    </a:lnTo>
                    <a:lnTo>
                      <a:pt x="1269" y="151051"/>
                    </a:lnTo>
                    <a:lnTo>
                      <a:pt x="0" y="159302"/>
                    </a:lnTo>
                    <a:lnTo>
                      <a:pt x="0" y="168187"/>
                    </a:lnTo>
                    <a:lnTo>
                      <a:pt x="635" y="177707"/>
                    </a:lnTo>
                    <a:lnTo>
                      <a:pt x="1904" y="185958"/>
                    </a:lnTo>
                    <a:lnTo>
                      <a:pt x="5712" y="197382"/>
                    </a:lnTo>
                    <a:lnTo>
                      <a:pt x="6981" y="198652"/>
                    </a:lnTo>
                    <a:lnTo>
                      <a:pt x="11424" y="200556"/>
                    </a:lnTo>
                    <a:lnTo>
                      <a:pt x="13328" y="201825"/>
                    </a:lnTo>
                    <a:lnTo>
                      <a:pt x="14598" y="203729"/>
                    </a:lnTo>
                    <a:lnTo>
                      <a:pt x="22848" y="217057"/>
                    </a:lnTo>
                    <a:lnTo>
                      <a:pt x="24118" y="221500"/>
                    </a:lnTo>
                    <a:lnTo>
                      <a:pt x="24752" y="229750"/>
                    </a:lnTo>
                    <a:lnTo>
                      <a:pt x="25387" y="232924"/>
                    </a:lnTo>
                    <a:lnTo>
                      <a:pt x="27291" y="234828"/>
                    </a:lnTo>
                    <a:lnTo>
                      <a:pt x="29195" y="236097"/>
                    </a:lnTo>
                    <a:lnTo>
                      <a:pt x="30464" y="237366"/>
                    </a:lnTo>
                    <a:lnTo>
                      <a:pt x="30464" y="245617"/>
                    </a:lnTo>
                    <a:lnTo>
                      <a:pt x="33638" y="260214"/>
                    </a:lnTo>
                    <a:lnTo>
                      <a:pt x="33638" y="264023"/>
                    </a:lnTo>
                    <a:lnTo>
                      <a:pt x="31099" y="283063"/>
                    </a:lnTo>
                    <a:lnTo>
                      <a:pt x="31099" y="293217"/>
                    </a:lnTo>
                    <a:lnTo>
                      <a:pt x="27291" y="329393"/>
                    </a:lnTo>
                    <a:lnTo>
                      <a:pt x="28560" y="330663"/>
                    </a:lnTo>
                    <a:lnTo>
                      <a:pt x="32368" y="332567"/>
                    </a:lnTo>
                    <a:lnTo>
                      <a:pt x="39350" y="338913"/>
                    </a:lnTo>
                    <a:lnTo>
                      <a:pt x="38080" y="340817"/>
                    </a:lnTo>
                    <a:lnTo>
                      <a:pt x="37446" y="343356"/>
                    </a:lnTo>
                    <a:lnTo>
                      <a:pt x="37446" y="345895"/>
                    </a:lnTo>
                    <a:lnTo>
                      <a:pt x="38715" y="347164"/>
                    </a:lnTo>
                    <a:lnTo>
                      <a:pt x="41254" y="347799"/>
                    </a:lnTo>
                    <a:lnTo>
                      <a:pt x="41888" y="349703"/>
                    </a:lnTo>
                    <a:lnTo>
                      <a:pt x="43792" y="357954"/>
                    </a:lnTo>
                    <a:lnTo>
                      <a:pt x="45062" y="368743"/>
                    </a:lnTo>
                    <a:lnTo>
                      <a:pt x="45062" y="378263"/>
                    </a:lnTo>
                    <a:lnTo>
                      <a:pt x="42523" y="397303"/>
                    </a:lnTo>
                    <a:lnTo>
                      <a:pt x="42523" y="408092"/>
                    </a:lnTo>
                    <a:lnTo>
                      <a:pt x="41888" y="413170"/>
                    </a:lnTo>
                    <a:lnTo>
                      <a:pt x="36811" y="429671"/>
                    </a:lnTo>
                    <a:lnTo>
                      <a:pt x="35542" y="432210"/>
                    </a:lnTo>
                    <a:lnTo>
                      <a:pt x="34907" y="433479"/>
                    </a:lnTo>
                    <a:lnTo>
                      <a:pt x="34272" y="436018"/>
                    </a:lnTo>
                    <a:lnTo>
                      <a:pt x="34272" y="438557"/>
                    </a:lnTo>
                    <a:lnTo>
                      <a:pt x="34907" y="440461"/>
                    </a:lnTo>
                    <a:lnTo>
                      <a:pt x="36176" y="439826"/>
                    </a:lnTo>
                    <a:lnTo>
                      <a:pt x="43158" y="434114"/>
                    </a:lnTo>
                    <a:lnTo>
                      <a:pt x="44427" y="434114"/>
                    </a:lnTo>
                    <a:lnTo>
                      <a:pt x="45062" y="433479"/>
                    </a:lnTo>
                    <a:lnTo>
                      <a:pt x="44427" y="431575"/>
                    </a:lnTo>
                    <a:lnTo>
                      <a:pt x="43792" y="429037"/>
                    </a:lnTo>
                    <a:lnTo>
                      <a:pt x="43792" y="427767"/>
                    </a:lnTo>
                    <a:lnTo>
                      <a:pt x="44427" y="423325"/>
                    </a:lnTo>
                    <a:lnTo>
                      <a:pt x="43792" y="419516"/>
                    </a:lnTo>
                    <a:lnTo>
                      <a:pt x="43792" y="417613"/>
                    </a:lnTo>
                    <a:lnTo>
                      <a:pt x="46331" y="414439"/>
                    </a:lnTo>
                    <a:lnTo>
                      <a:pt x="50774" y="413805"/>
                    </a:lnTo>
                    <a:lnTo>
                      <a:pt x="55851" y="414439"/>
                    </a:lnTo>
                    <a:lnTo>
                      <a:pt x="59659" y="415708"/>
                    </a:lnTo>
                    <a:lnTo>
                      <a:pt x="62832" y="418247"/>
                    </a:lnTo>
                    <a:lnTo>
                      <a:pt x="65371" y="422055"/>
                    </a:lnTo>
                    <a:lnTo>
                      <a:pt x="66640" y="426498"/>
                    </a:lnTo>
                    <a:lnTo>
                      <a:pt x="66640" y="431575"/>
                    </a:lnTo>
                    <a:lnTo>
                      <a:pt x="67910" y="434749"/>
                    </a:lnTo>
                    <a:lnTo>
                      <a:pt x="72352" y="436018"/>
                    </a:lnTo>
                    <a:lnTo>
                      <a:pt x="81238" y="436653"/>
                    </a:lnTo>
                    <a:lnTo>
                      <a:pt x="80603" y="437922"/>
                    </a:lnTo>
                    <a:lnTo>
                      <a:pt x="79968" y="438557"/>
                    </a:lnTo>
                    <a:lnTo>
                      <a:pt x="79334" y="439826"/>
                    </a:lnTo>
                    <a:lnTo>
                      <a:pt x="90123" y="441095"/>
                    </a:lnTo>
                    <a:lnTo>
                      <a:pt x="95200" y="442999"/>
                    </a:lnTo>
                    <a:lnTo>
                      <a:pt x="99008" y="446173"/>
                    </a:lnTo>
                    <a:lnTo>
                      <a:pt x="85046" y="446807"/>
                    </a:lnTo>
                    <a:lnTo>
                      <a:pt x="71083" y="449981"/>
                    </a:lnTo>
                    <a:lnTo>
                      <a:pt x="65371" y="452519"/>
                    </a:lnTo>
                    <a:lnTo>
                      <a:pt x="62832" y="453154"/>
                    </a:lnTo>
                    <a:lnTo>
                      <a:pt x="59024" y="452519"/>
                    </a:lnTo>
                    <a:lnTo>
                      <a:pt x="55851" y="453789"/>
                    </a:lnTo>
                    <a:lnTo>
                      <a:pt x="53947" y="456962"/>
                    </a:lnTo>
                    <a:lnTo>
                      <a:pt x="53947" y="459501"/>
                    </a:lnTo>
                    <a:lnTo>
                      <a:pt x="57120" y="458866"/>
                    </a:lnTo>
                    <a:lnTo>
                      <a:pt x="58390" y="462039"/>
                    </a:lnTo>
                    <a:lnTo>
                      <a:pt x="59024" y="464578"/>
                    </a:lnTo>
                    <a:lnTo>
                      <a:pt x="58390" y="465847"/>
                    </a:lnTo>
                    <a:lnTo>
                      <a:pt x="56486" y="467751"/>
                    </a:lnTo>
                    <a:lnTo>
                      <a:pt x="55216" y="467117"/>
                    </a:lnTo>
                    <a:lnTo>
                      <a:pt x="53312" y="465213"/>
                    </a:lnTo>
                    <a:lnTo>
                      <a:pt x="50774" y="463309"/>
                    </a:lnTo>
                    <a:lnTo>
                      <a:pt x="48235" y="463309"/>
                    </a:lnTo>
                    <a:lnTo>
                      <a:pt x="48235" y="459501"/>
                    </a:lnTo>
                    <a:lnTo>
                      <a:pt x="45696" y="454423"/>
                    </a:lnTo>
                    <a:lnTo>
                      <a:pt x="46966" y="451885"/>
                    </a:lnTo>
                    <a:lnTo>
                      <a:pt x="45696" y="446173"/>
                    </a:lnTo>
                    <a:lnTo>
                      <a:pt x="41888" y="448711"/>
                    </a:lnTo>
                    <a:lnTo>
                      <a:pt x="40619" y="451250"/>
                    </a:lnTo>
                    <a:lnTo>
                      <a:pt x="41254" y="460770"/>
                    </a:lnTo>
                    <a:lnTo>
                      <a:pt x="41254" y="470290"/>
                    </a:lnTo>
                    <a:lnTo>
                      <a:pt x="39984" y="486791"/>
                    </a:lnTo>
                    <a:lnTo>
                      <a:pt x="40619" y="489965"/>
                    </a:lnTo>
                    <a:lnTo>
                      <a:pt x="43158" y="491869"/>
                    </a:lnTo>
                    <a:lnTo>
                      <a:pt x="49504" y="493773"/>
                    </a:lnTo>
                    <a:lnTo>
                      <a:pt x="52678" y="494407"/>
                    </a:lnTo>
                    <a:lnTo>
                      <a:pt x="53947" y="495042"/>
                    </a:lnTo>
                    <a:lnTo>
                      <a:pt x="55851" y="496946"/>
                    </a:lnTo>
                    <a:lnTo>
                      <a:pt x="57120" y="498850"/>
                    </a:lnTo>
                    <a:lnTo>
                      <a:pt x="58390" y="499485"/>
                    </a:lnTo>
                    <a:lnTo>
                      <a:pt x="60928" y="498850"/>
                    </a:lnTo>
                    <a:lnTo>
                      <a:pt x="58390" y="496312"/>
                    </a:lnTo>
                    <a:lnTo>
                      <a:pt x="59024" y="495042"/>
                    </a:lnTo>
                    <a:lnTo>
                      <a:pt x="67910" y="498850"/>
                    </a:lnTo>
                    <a:lnTo>
                      <a:pt x="70448" y="498216"/>
                    </a:lnTo>
                    <a:lnTo>
                      <a:pt x="72987" y="496312"/>
                    </a:lnTo>
                    <a:lnTo>
                      <a:pt x="74256" y="495677"/>
                    </a:lnTo>
                    <a:lnTo>
                      <a:pt x="76160" y="496312"/>
                    </a:lnTo>
                    <a:lnTo>
                      <a:pt x="78699" y="498216"/>
                    </a:lnTo>
                    <a:lnTo>
                      <a:pt x="82507" y="503293"/>
                    </a:lnTo>
                    <a:lnTo>
                      <a:pt x="85046" y="508370"/>
                    </a:lnTo>
                    <a:lnTo>
                      <a:pt x="88219" y="512813"/>
                    </a:lnTo>
                    <a:lnTo>
                      <a:pt x="93296" y="514717"/>
                    </a:lnTo>
                    <a:lnTo>
                      <a:pt x="90758" y="516621"/>
                    </a:lnTo>
                    <a:lnTo>
                      <a:pt x="86950" y="517256"/>
                    </a:lnTo>
                    <a:lnTo>
                      <a:pt x="84411" y="515986"/>
                    </a:lnTo>
                    <a:lnTo>
                      <a:pt x="83776" y="512813"/>
                    </a:lnTo>
                    <a:lnTo>
                      <a:pt x="83142" y="508370"/>
                    </a:lnTo>
                    <a:lnTo>
                      <a:pt x="80603" y="506466"/>
                    </a:lnTo>
                    <a:lnTo>
                      <a:pt x="74256" y="506466"/>
                    </a:lnTo>
                    <a:lnTo>
                      <a:pt x="67910" y="507736"/>
                    </a:lnTo>
                    <a:lnTo>
                      <a:pt x="64736" y="512813"/>
                    </a:lnTo>
                    <a:lnTo>
                      <a:pt x="64102" y="519794"/>
                    </a:lnTo>
                    <a:lnTo>
                      <a:pt x="66640" y="526776"/>
                    </a:lnTo>
                    <a:lnTo>
                      <a:pt x="64102" y="525506"/>
                    </a:lnTo>
                    <a:lnTo>
                      <a:pt x="60294" y="521064"/>
                    </a:lnTo>
                    <a:lnTo>
                      <a:pt x="57120" y="519794"/>
                    </a:lnTo>
                    <a:lnTo>
                      <a:pt x="58390" y="524237"/>
                    </a:lnTo>
                    <a:lnTo>
                      <a:pt x="61563" y="531218"/>
                    </a:lnTo>
                    <a:lnTo>
                      <a:pt x="62832" y="537565"/>
                    </a:lnTo>
                    <a:lnTo>
                      <a:pt x="63467" y="538834"/>
                    </a:lnTo>
                    <a:lnTo>
                      <a:pt x="63467" y="540738"/>
                    </a:lnTo>
                    <a:lnTo>
                      <a:pt x="62832" y="543912"/>
                    </a:lnTo>
                    <a:lnTo>
                      <a:pt x="62198" y="545816"/>
                    </a:lnTo>
                    <a:lnTo>
                      <a:pt x="60928" y="547720"/>
                    </a:lnTo>
                    <a:lnTo>
                      <a:pt x="59659" y="548354"/>
                    </a:lnTo>
                    <a:lnTo>
                      <a:pt x="55216" y="548989"/>
                    </a:lnTo>
                    <a:lnTo>
                      <a:pt x="53947" y="550893"/>
                    </a:lnTo>
                    <a:lnTo>
                      <a:pt x="53947" y="553432"/>
                    </a:lnTo>
                    <a:lnTo>
                      <a:pt x="53947" y="555970"/>
                    </a:lnTo>
                    <a:lnTo>
                      <a:pt x="54582" y="557240"/>
                    </a:lnTo>
                    <a:lnTo>
                      <a:pt x="55216" y="558509"/>
                    </a:lnTo>
                    <a:lnTo>
                      <a:pt x="56486" y="559778"/>
                    </a:lnTo>
                    <a:lnTo>
                      <a:pt x="57120" y="560413"/>
                    </a:lnTo>
                    <a:lnTo>
                      <a:pt x="57755" y="561048"/>
                    </a:lnTo>
                    <a:lnTo>
                      <a:pt x="57755" y="563586"/>
                    </a:lnTo>
                    <a:lnTo>
                      <a:pt x="57755" y="564856"/>
                    </a:lnTo>
                    <a:lnTo>
                      <a:pt x="60294" y="567394"/>
                    </a:lnTo>
                    <a:lnTo>
                      <a:pt x="64102" y="569933"/>
                    </a:lnTo>
                    <a:lnTo>
                      <a:pt x="66640" y="573107"/>
                    </a:lnTo>
                    <a:lnTo>
                      <a:pt x="64736" y="577549"/>
                    </a:lnTo>
                    <a:lnTo>
                      <a:pt x="62198" y="574376"/>
                    </a:lnTo>
                    <a:lnTo>
                      <a:pt x="55851" y="567394"/>
                    </a:lnTo>
                    <a:lnTo>
                      <a:pt x="55216" y="564856"/>
                    </a:lnTo>
                    <a:lnTo>
                      <a:pt x="53947" y="564856"/>
                    </a:lnTo>
                    <a:lnTo>
                      <a:pt x="52043" y="569933"/>
                    </a:lnTo>
                    <a:lnTo>
                      <a:pt x="48870" y="574376"/>
                    </a:lnTo>
                    <a:lnTo>
                      <a:pt x="44427" y="576915"/>
                    </a:lnTo>
                    <a:lnTo>
                      <a:pt x="39984" y="576280"/>
                    </a:lnTo>
                    <a:lnTo>
                      <a:pt x="38080" y="572472"/>
                    </a:lnTo>
                    <a:lnTo>
                      <a:pt x="37446" y="566760"/>
                    </a:lnTo>
                    <a:lnTo>
                      <a:pt x="37446" y="554066"/>
                    </a:lnTo>
                    <a:lnTo>
                      <a:pt x="38715" y="547720"/>
                    </a:lnTo>
                    <a:lnTo>
                      <a:pt x="43792" y="529949"/>
                    </a:lnTo>
                    <a:lnTo>
                      <a:pt x="43792" y="524237"/>
                    </a:lnTo>
                    <a:lnTo>
                      <a:pt x="42523" y="519794"/>
                    </a:lnTo>
                    <a:lnTo>
                      <a:pt x="42523" y="515986"/>
                    </a:lnTo>
                    <a:lnTo>
                      <a:pt x="45696" y="511544"/>
                    </a:lnTo>
                    <a:lnTo>
                      <a:pt x="40619" y="512813"/>
                    </a:lnTo>
                    <a:lnTo>
                      <a:pt x="38080" y="521698"/>
                    </a:lnTo>
                    <a:lnTo>
                      <a:pt x="32368" y="561048"/>
                    </a:lnTo>
                    <a:lnTo>
                      <a:pt x="29830" y="571203"/>
                    </a:lnTo>
                    <a:lnTo>
                      <a:pt x="26656" y="578184"/>
                    </a:lnTo>
                    <a:lnTo>
                      <a:pt x="27291" y="581357"/>
                    </a:lnTo>
                    <a:lnTo>
                      <a:pt x="26656" y="583896"/>
                    </a:lnTo>
                    <a:lnTo>
                      <a:pt x="24118" y="587704"/>
                    </a:lnTo>
                    <a:lnTo>
                      <a:pt x="20944" y="592147"/>
                    </a:lnTo>
                    <a:lnTo>
                      <a:pt x="19040" y="594685"/>
                    </a:lnTo>
                    <a:lnTo>
                      <a:pt x="17136" y="595955"/>
                    </a:lnTo>
                    <a:lnTo>
                      <a:pt x="18406" y="597859"/>
                    </a:lnTo>
                    <a:lnTo>
                      <a:pt x="20310" y="598493"/>
                    </a:lnTo>
                    <a:lnTo>
                      <a:pt x="24118" y="597859"/>
                    </a:lnTo>
                    <a:lnTo>
                      <a:pt x="24752" y="598493"/>
                    </a:lnTo>
                    <a:lnTo>
                      <a:pt x="25387" y="599128"/>
                    </a:lnTo>
                    <a:lnTo>
                      <a:pt x="26021" y="599763"/>
                    </a:lnTo>
                    <a:lnTo>
                      <a:pt x="27926" y="598493"/>
                    </a:lnTo>
                    <a:lnTo>
                      <a:pt x="27291" y="597859"/>
                    </a:lnTo>
                    <a:lnTo>
                      <a:pt x="27291" y="596589"/>
                    </a:lnTo>
                    <a:lnTo>
                      <a:pt x="27291" y="594685"/>
                    </a:lnTo>
                    <a:lnTo>
                      <a:pt x="27926" y="593416"/>
                    </a:lnTo>
                    <a:lnTo>
                      <a:pt x="31733" y="591512"/>
                    </a:lnTo>
                    <a:lnTo>
                      <a:pt x="34907" y="591512"/>
                    </a:lnTo>
                    <a:lnTo>
                      <a:pt x="38080" y="593416"/>
                    </a:lnTo>
                    <a:lnTo>
                      <a:pt x="40619" y="595955"/>
                    </a:lnTo>
                    <a:lnTo>
                      <a:pt x="47600" y="607379"/>
                    </a:lnTo>
                    <a:lnTo>
                      <a:pt x="51408" y="609917"/>
                    </a:lnTo>
                    <a:lnTo>
                      <a:pt x="55851" y="610552"/>
                    </a:lnTo>
                    <a:lnTo>
                      <a:pt x="59659" y="608648"/>
                    </a:lnTo>
                    <a:lnTo>
                      <a:pt x="63467" y="606109"/>
                    </a:lnTo>
                    <a:lnTo>
                      <a:pt x="67910" y="604840"/>
                    </a:lnTo>
                    <a:lnTo>
                      <a:pt x="69814" y="605475"/>
                    </a:lnTo>
                    <a:lnTo>
                      <a:pt x="74891" y="608013"/>
                    </a:lnTo>
                    <a:lnTo>
                      <a:pt x="76795" y="608013"/>
                    </a:lnTo>
                    <a:lnTo>
                      <a:pt x="79334" y="606744"/>
                    </a:lnTo>
                    <a:lnTo>
                      <a:pt x="85046" y="606109"/>
                    </a:lnTo>
                    <a:lnTo>
                      <a:pt x="86950" y="604205"/>
                    </a:lnTo>
                    <a:lnTo>
                      <a:pt x="88854" y="603571"/>
                    </a:lnTo>
                    <a:lnTo>
                      <a:pt x="90758" y="606744"/>
                    </a:lnTo>
                    <a:lnTo>
                      <a:pt x="91393" y="609283"/>
                    </a:lnTo>
                    <a:lnTo>
                      <a:pt x="91393" y="611821"/>
                    </a:lnTo>
                    <a:lnTo>
                      <a:pt x="92027" y="613725"/>
                    </a:lnTo>
                    <a:lnTo>
                      <a:pt x="102182" y="618168"/>
                    </a:lnTo>
                    <a:lnTo>
                      <a:pt x="125030" y="618803"/>
                    </a:lnTo>
                    <a:lnTo>
                      <a:pt x="130107" y="620707"/>
                    </a:lnTo>
                    <a:lnTo>
                      <a:pt x="133915" y="623880"/>
                    </a:lnTo>
                    <a:lnTo>
                      <a:pt x="134550" y="628957"/>
                    </a:lnTo>
                    <a:lnTo>
                      <a:pt x="134550" y="633400"/>
                    </a:lnTo>
                    <a:lnTo>
                      <a:pt x="137089" y="637208"/>
                    </a:lnTo>
                    <a:lnTo>
                      <a:pt x="148513" y="650536"/>
                    </a:lnTo>
                    <a:lnTo>
                      <a:pt x="151686" y="653075"/>
                    </a:lnTo>
                    <a:lnTo>
                      <a:pt x="156763" y="654979"/>
                    </a:lnTo>
                    <a:lnTo>
                      <a:pt x="161206" y="654979"/>
                    </a:lnTo>
                    <a:lnTo>
                      <a:pt x="169457" y="653075"/>
                    </a:lnTo>
                    <a:lnTo>
                      <a:pt x="173900" y="653710"/>
                    </a:lnTo>
                    <a:lnTo>
                      <a:pt x="185324" y="654344"/>
                    </a:lnTo>
                    <a:lnTo>
                      <a:pt x="188497" y="656248"/>
                    </a:lnTo>
                    <a:lnTo>
                      <a:pt x="190401" y="658787"/>
                    </a:lnTo>
                    <a:lnTo>
                      <a:pt x="195478" y="664499"/>
                    </a:lnTo>
                    <a:lnTo>
                      <a:pt x="198017" y="666403"/>
                    </a:lnTo>
                    <a:lnTo>
                      <a:pt x="203094" y="668307"/>
                    </a:lnTo>
                    <a:lnTo>
                      <a:pt x="208172" y="672115"/>
                    </a:lnTo>
                    <a:lnTo>
                      <a:pt x="213249" y="676558"/>
                    </a:lnTo>
                    <a:lnTo>
                      <a:pt x="217057" y="681000"/>
                    </a:lnTo>
                    <a:lnTo>
                      <a:pt x="219596" y="685443"/>
                    </a:lnTo>
                    <a:lnTo>
                      <a:pt x="221500" y="690520"/>
                    </a:lnTo>
                    <a:lnTo>
                      <a:pt x="222769" y="696232"/>
                    </a:lnTo>
                    <a:lnTo>
                      <a:pt x="222769" y="705752"/>
                    </a:lnTo>
                    <a:lnTo>
                      <a:pt x="224673" y="708926"/>
                    </a:lnTo>
                    <a:lnTo>
                      <a:pt x="227212" y="711464"/>
                    </a:lnTo>
                    <a:lnTo>
                      <a:pt x="229116" y="715272"/>
                    </a:lnTo>
                    <a:lnTo>
                      <a:pt x="229116" y="719081"/>
                    </a:lnTo>
                    <a:lnTo>
                      <a:pt x="228481" y="729870"/>
                    </a:lnTo>
                    <a:lnTo>
                      <a:pt x="229750" y="738755"/>
                    </a:lnTo>
                    <a:lnTo>
                      <a:pt x="228481" y="743198"/>
                    </a:lnTo>
                    <a:lnTo>
                      <a:pt x="226577" y="747641"/>
                    </a:lnTo>
                    <a:lnTo>
                      <a:pt x="225308" y="752718"/>
                    </a:lnTo>
                    <a:lnTo>
                      <a:pt x="227846" y="760334"/>
                    </a:lnTo>
                    <a:lnTo>
                      <a:pt x="227846" y="762873"/>
                    </a:lnTo>
                    <a:lnTo>
                      <a:pt x="227212" y="765411"/>
                    </a:lnTo>
                    <a:lnTo>
                      <a:pt x="225308" y="769854"/>
                    </a:lnTo>
                    <a:lnTo>
                      <a:pt x="224673" y="772393"/>
                    </a:lnTo>
                    <a:lnTo>
                      <a:pt x="223404" y="781913"/>
                    </a:lnTo>
                    <a:lnTo>
                      <a:pt x="223404" y="787625"/>
                    </a:lnTo>
                    <a:lnTo>
                      <a:pt x="224038" y="792067"/>
                    </a:lnTo>
                    <a:lnTo>
                      <a:pt x="226577" y="795875"/>
                    </a:lnTo>
                    <a:lnTo>
                      <a:pt x="230385" y="799683"/>
                    </a:lnTo>
                    <a:lnTo>
                      <a:pt x="234193" y="802857"/>
                    </a:lnTo>
                    <a:lnTo>
                      <a:pt x="247521" y="807934"/>
                    </a:lnTo>
                    <a:lnTo>
                      <a:pt x="255137" y="807934"/>
                    </a:lnTo>
                    <a:lnTo>
                      <a:pt x="257676" y="808569"/>
                    </a:lnTo>
                    <a:lnTo>
                      <a:pt x="262753" y="812377"/>
                    </a:lnTo>
                    <a:lnTo>
                      <a:pt x="271639" y="816185"/>
                    </a:lnTo>
                    <a:lnTo>
                      <a:pt x="276081" y="819993"/>
                    </a:lnTo>
                    <a:lnTo>
                      <a:pt x="291313" y="823166"/>
                    </a:lnTo>
                    <a:lnTo>
                      <a:pt x="304641" y="831417"/>
                    </a:lnTo>
                    <a:lnTo>
                      <a:pt x="308449" y="831417"/>
                    </a:lnTo>
                    <a:lnTo>
                      <a:pt x="312257" y="830148"/>
                    </a:lnTo>
                    <a:lnTo>
                      <a:pt x="326220" y="828878"/>
                    </a:lnTo>
                    <a:lnTo>
                      <a:pt x="360492" y="823801"/>
                    </a:lnTo>
                    <a:lnTo>
                      <a:pt x="368743" y="821262"/>
                    </a:lnTo>
                    <a:lnTo>
                      <a:pt x="382706" y="814281"/>
                    </a:lnTo>
                    <a:lnTo>
                      <a:pt x="390956" y="811742"/>
                    </a:lnTo>
                    <a:lnTo>
                      <a:pt x="396034" y="811742"/>
                    </a:lnTo>
                    <a:lnTo>
                      <a:pt x="408727" y="816820"/>
                    </a:lnTo>
                    <a:lnTo>
                      <a:pt x="436018" y="817454"/>
                    </a:lnTo>
                    <a:lnTo>
                      <a:pt x="488061" y="832686"/>
                    </a:lnTo>
                    <a:lnTo>
                      <a:pt x="496312" y="837129"/>
                    </a:lnTo>
                    <a:lnTo>
                      <a:pt x="499485" y="840937"/>
                    </a:lnTo>
                    <a:lnTo>
                      <a:pt x="500754" y="844745"/>
                    </a:lnTo>
                    <a:lnTo>
                      <a:pt x="501389" y="849188"/>
                    </a:lnTo>
                    <a:lnTo>
                      <a:pt x="502658" y="854265"/>
                    </a:lnTo>
                    <a:lnTo>
                      <a:pt x="505197" y="856804"/>
                    </a:lnTo>
                    <a:lnTo>
                      <a:pt x="509005" y="857438"/>
                    </a:lnTo>
                    <a:lnTo>
                      <a:pt x="526141" y="853630"/>
                    </a:lnTo>
                    <a:lnTo>
                      <a:pt x="526776" y="853630"/>
                    </a:lnTo>
                    <a:lnTo>
                      <a:pt x="530584" y="854265"/>
                    </a:lnTo>
                    <a:lnTo>
                      <a:pt x="532488" y="854900"/>
                    </a:lnTo>
                    <a:lnTo>
                      <a:pt x="533122" y="854900"/>
                    </a:lnTo>
                    <a:lnTo>
                      <a:pt x="538835" y="855534"/>
                    </a:lnTo>
                    <a:lnTo>
                      <a:pt x="540738" y="856169"/>
                    </a:lnTo>
                    <a:lnTo>
                      <a:pt x="543277" y="858073"/>
                    </a:lnTo>
                    <a:lnTo>
                      <a:pt x="550893" y="860612"/>
                    </a:lnTo>
                    <a:lnTo>
                      <a:pt x="559144" y="859977"/>
                    </a:lnTo>
                    <a:lnTo>
                      <a:pt x="561682" y="860612"/>
                    </a:lnTo>
                    <a:lnTo>
                      <a:pt x="562952" y="860612"/>
                    </a:lnTo>
                    <a:lnTo>
                      <a:pt x="571837" y="856169"/>
                    </a:lnTo>
                    <a:lnTo>
                      <a:pt x="573107" y="856169"/>
                    </a:lnTo>
                    <a:lnTo>
                      <a:pt x="586435" y="856169"/>
                    </a:lnTo>
                    <a:lnTo>
                      <a:pt x="595320" y="854265"/>
                    </a:lnTo>
                    <a:lnTo>
                      <a:pt x="596589" y="852361"/>
                    </a:lnTo>
                    <a:lnTo>
                      <a:pt x="597859" y="851092"/>
                    </a:lnTo>
                    <a:lnTo>
                      <a:pt x="602936" y="849188"/>
                    </a:lnTo>
                    <a:lnTo>
                      <a:pt x="604840" y="849188"/>
                    </a:lnTo>
                    <a:lnTo>
                      <a:pt x="630862" y="859342"/>
                    </a:lnTo>
                    <a:lnTo>
                      <a:pt x="632766" y="859342"/>
                    </a:lnTo>
                    <a:lnTo>
                      <a:pt x="637208" y="858073"/>
                    </a:lnTo>
                    <a:lnTo>
                      <a:pt x="639112" y="858073"/>
                    </a:lnTo>
                    <a:lnTo>
                      <a:pt x="647998" y="861246"/>
                    </a:lnTo>
                    <a:lnTo>
                      <a:pt x="649902" y="861246"/>
                    </a:lnTo>
                    <a:lnTo>
                      <a:pt x="654344" y="860612"/>
                    </a:lnTo>
                    <a:lnTo>
                      <a:pt x="661960" y="858073"/>
                    </a:lnTo>
                    <a:lnTo>
                      <a:pt x="663864" y="858073"/>
                    </a:lnTo>
                    <a:lnTo>
                      <a:pt x="666403" y="858708"/>
                    </a:lnTo>
                    <a:lnTo>
                      <a:pt x="671480" y="860612"/>
                    </a:lnTo>
                    <a:lnTo>
                      <a:pt x="674019" y="860612"/>
                    </a:lnTo>
                    <a:lnTo>
                      <a:pt x="679096" y="859342"/>
                    </a:lnTo>
                    <a:lnTo>
                      <a:pt x="684174" y="856804"/>
                    </a:lnTo>
                    <a:lnTo>
                      <a:pt x="690521" y="852996"/>
                    </a:lnTo>
                    <a:lnTo>
                      <a:pt x="694329" y="851726"/>
                    </a:lnTo>
                    <a:lnTo>
                      <a:pt x="702579" y="851726"/>
                    </a:lnTo>
                    <a:lnTo>
                      <a:pt x="730505" y="846014"/>
                    </a:lnTo>
                    <a:lnTo>
                      <a:pt x="780643" y="846649"/>
                    </a:lnTo>
                    <a:lnTo>
                      <a:pt x="788894" y="842206"/>
                    </a:lnTo>
                    <a:lnTo>
                      <a:pt x="795241" y="837129"/>
                    </a:lnTo>
                    <a:lnTo>
                      <a:pt x="798414" y="836494"/>
                    </a:lnTo>
                    <a:lnTo>
                      <a:pt x="803492" y="836494"/>
                    </a:lnTo>
                    <a:lnTo>
                      <a:pt x="815550" y="839033"/>
                    </a:lnTo>
                    <a:lnTo>
                      <a:pt x="825070" y="839033"/>
                    </a:lnTo>
                    <a:lnTo>
                      <a:pt x="840937" y="839033"/>
                    </a:lnTo>
                    <a:lnTo>
                      <a:pt x="885364" y="846014"/>
                    </a:lnTo>
                    <a:lnTo>
                      <a:pt x="894884" y="843476"/>
                    </a:lnTo>
                    <a:lnTo>
                      <a:pt x="903769" y="836494"/>
                    </a:lnTo>
                    <a:lnTo>
                      <a:pt x="905673" y="836494"/>
                    </a:lnTo>
                    <a:lnTo>
                      <a:pt x="913924" y="837764"/>
                    </a:lnTo>
                    <a:lnTo>
                      <a:pt x="936772" y="841572"/>
                    </a:lnTo>
                    <a:lnTo>
                      <a:pt x="959620" y="845380"/>
                    </a:lnTo>
                    <a:lnTo>
                      <a:pt x="982468" y="849188"/>
                    </a:lnTo>
                    <a:lnTo>
                      <a:pt x="1005317" y="852996"/>
                    </a:lnTo>
                    <a:lnTo>
                      <a:pt x="1028165" y="856804"/>
                    </a:lnTo>
                    <a:lnTo>
                      <a:pt x="1074496" y="864420"/>
                    </a:lnTo>
                    <a:lnTo>
                      <a:pt x="1097344" y="868228"/>
                    </a:lnTo>
                    <a:lnTo>
                      <a:pt x="1120192" y="872036"/>
                    </a:lnTo>
                    <a:lnTo>
                      <a:pt x="1143040" y="875844"/>
                    </a:lnTo>
                    <a:lnTo>
                      <a:pt x="1165888" y="879652"/>
                    </a:lnTo>
                    <a:lnTo>
                      <a:pt x="1188736" y="883460"/>
                    </a:lnTo>
                    <a:lnTo>
                      <a:pt x="1211584" y="887268"/>
                    </a:lnTo>
                    <a:lnTo>
                      <a:pt x="1234432" y="891076"/>
                    </a:lnTo>
                    <a:lnTo>
                      <a:pt x="1257280" y="894884"/>
                    </a:lnTo>
                    <a:lnTo>
                      <a:pt x="1281398" y="898692"/>
                    </a:lnTo>
                    <a:lnTo>
                      <a:pt x="1278859" y="887268"/>
                    </a:lnTo>
                    <a:lnTo>
                      <a:pt x="1271243" y="874574"/>
                    </a:lnTo>
                    <a:lnTo>
                      <a:pt x="1270608" y="872036"/>
                    </a:lnTo>
                    <a:lnTo>
                      <a:pt x="1276955" y="867593"/>
                    </a:lnTo>
                    <a:lnTo>
                      <a:pt x="1279494" y="864420"/>
                    </a:lnTo>
                    <a:lnTo>
                      <a:pt x="1282032" y="859977"/>
                    </a:lnTo>
                    <a:lnTo>
                      <a:pt x="1282667" y="854900"/>
                    </a:lnTo>
                    <a:lnTo>
                      <a:pt x="1279494" y="847918"/>
                    </a:lnTo>
                    <a:lnTo>
                      <a:pt x="1279494" y="835860"/>
                    </a:lnTo>
                    <a:lnTo>
                      <a:pt x="1277590" y="830782"/>
                    </a:lnTo>
                    <a:lnTo>
                      <a:pt x="1273147" y="820628"/>
                    </a:lnTo>
                    <a:lnTo>
                      <a:pt x="1266166" y="809204"/>
                    </a:lnTo>
                    <a:lnTo>
                      <a:pt x="1265531" y="805396"/>
                    </a:lnTo>
                    <a:lnTo>
                      <a:pt x="1266800" y="800953"/>
                    </a:lnTo>
                    <a:lnTo>
                      <a:pt x="1270608" y="793971"/>
                    </a:lnTo>
                    <a:lnTo>
                      <a:pt x="1271243" y="786990"/>
                    </a:lnTo>
                    <a:lnTo>
                      <a:pt x="1276955" y="749545"/>
                    </a:lnTo>
                    <a:lnTo>
                      <a:pt x="1282667" y="712099"/>
                    </a:lnTo>
                    <a:lnTo>
                      <a:pt x="1288379" y="674654"/>
                    </a:lnTo>
                    <a:lnTo>
                      <a:pt x="1294091" y="637208"/>
                    </a:lnTo>
                    <a:lnTo>
                      <a:pt x="1299803" y="599763"/>
                    </a:lnTo>
                    <a:lnTo>
                      <a:pt x="1305515" y="562317"/>
                    </a:lnTo>
                    <a:lnTo>
                      <a:pt x="1311227" y="524872"/>
                    </a:lnTo>
                    <a:lnTo>
                      <a:pt x="1316939" y="487426"/>
                    </a:lnTo>
                    <a:lnTo>
                      <a:pt x="1322651" y="449981"/>
                    </a:lnTo>
                    <a:lnTo>
                      <a:pt x="1328363" y="412535"/>
                    </a:lnTo>
                    <a:lnTo>
                      <a:pt x="1334075" y="375090"/>
                    </a:lnTo>
                    <a:lnTo>
                      <a:pt x="1339787" y="338279"/>
                    </a:lnTo>
                    <a:lnTo>
                      <a:pt x="1345499" y="301468"/>
                    </a:lnTo>
                    <a:lnTo>
                      <a:pt x="1351211" y="264023"/>
                    </a:lnTo>
                    <a:lnTo>
                      <a:pt x="1356923" y="227212"/>
                    </a:lnTo>
                    <a:lnTo>
                      <a:pt x="1362635" y="190401"/>
                    </a:lnTo>
                    <a:lnTo>
                      <a:pt x="1343595" y="187227"/>
                    </a:lnTo>
                    <a:close/>
                    <a:moveTo>
                      <a:pt x="335740" y="1904"/>
                    </a:moveTo>
                    <a:lnTo>
                      <a:pt x="326220" y="0"/>
                    </a:lnTo>
                    <a:lnTo>
                      <a:pt x="326220" y="1269"/>
                    </a:lnTo>
                    <a:lnTo>
                      <a:pt x="325586" y="5077"/>
                    </a:lnTo>
                    <a:lnTo>
                      <a:pt x="333836" y="3808"/>
                    </a:lnTo>
                    <a:lnTo>
                      <a:pt x="335740" y="1904"/>
                    </a:lnTo>
                    <a:close/>
                    <a:moveTo>
                      <a:pt x="292583" y="73622"/>
                    </a:moveTo>
                    <a:lnTo>
                      <a:pt x="293852" y="72987"/>
                    </a:lnTo>
                    <a:lnTo>
                      <a:pt x="293852" y="71718"/>
                    </a:lnTo>
                    <a:lnTo>
                      <a:pt x="292583" y="71083"/>
                    </a:lnTo>
                    <a:lnTo>
                      <a:pt x="292583" y="70448"/>
                    </a:lnTo>
                    <a:lnTo>
                      <a:pt x="293852" y="71083"/>
                    </a:lnTo>
                    <a:lnTo>
                      <a:pt x="295756" y="72352"/>
                    </a:lnTo>
                    <a:lnTo>
                      <a:pt x="297025" y="72352"/>
                    </a:lnTo>
                    <a:lnTo>
                      <a:pt x="297660" y="71718"/>
                    </a:lnTo>
                    <a:lnTo>
                      <a:pt x="297660" y="70448"/>
                    </a:lnTo>
                    <a:lnTo>
                      <a:pt x="297025" y="69814"/>
                    </a:lnTo>
                    <a:lnTo>
                      <a:pt x="296391" y="69814"/>
                    </a:lnTo>
                    <a:lnTo>
                      <a:pt x="294487" y="70448"/>
                    </a:lnTo>
                    <a:lnTo>
                      <a:pt x="293217" y="70448"/>
                    </a:lnTo>
                    <a:lnTo>
                      <a:pt x="291313" y="68544"/>
                    </a:lnTo>
                    <a:lnTo>
                      <a:pt x="291313" y="67910"/>
                    </a:lnTo>
                    <a:lnTo>
                      <a:pt x="290679" y="66640"/>
                    </a:lnTo>
                    <a:lnTo>
                      <a:pt x="288140" y="65371"/>
                    </a:lnTo>
                    <a:lnTo>
                      <a:pt x="286236" y="66006"/>
                    </a:lnTo>
                    <a:lnTo>
                      <a:pt x="286871" y="67910"/>
                    </a:lnTo>
                    <a:lnTo>
                      <a:pt x="292583" y="73622"/>
                    </a:lnTo>
                    <a:close/>
                    <a:moveTo>
                      <a:pt x="380167" y="123126"/>
                    </a:moveTo>
                    <a:lnTo>
                      <a:pt x="383341" y="123761"/>
                    </a:lnTo>
                    <a:lnTo>
                      <a:pt x="387148" y="123126"/>
                    </a:lnTo>
                    <a:lnTo>
                      <a:pt x="388418" y="123126"/>
                    </a:lnTo>
                    <a:lnTo>
                      <a:pt x="389687" y="124395"/>
                    </a:lnTo>
                    <a:lnTo>
                      <a:pt x="390956" y="124395"/>
                    </a:lnTo>
                    <a:lnTo>
                      <a:pt x="391591" y="122491"/>
                    </a:lnTo>
                    <a:lnTo>
                      <a:pt x="391591" y="119953"/>
                    </a:lnTo>
                    <a:lnTo>
                      <a:pt x="384610" y="112971"/>
                    </a:lnTo>
                    <a:lnTo>
                      <a:pt x="382706" y="109163"/>
                    </a:lnTo>
                    <a:lnTo>
                      <a:pt x="381436" y="108528"/>
                    </a:lnTo>
                    <a:lnTo>
                      <a:pt x="380802" y="110432"/>
                    </a:lnTo>
                    <a:lnTo>
                      <a:pt x="380167" y="112336"/>
                    </a:lnTo>
                    <a:lnTo>
                      <a:pt x="380802" y="113606"/>
                    </a:lnTo>
                    <a:lnTo>
                      <a:pt x="378898" y="118683"/>
                    </a:lnTo>
                    <a:lnTo>
                      <a:pt x="380167" y="123126"/>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20" name="Google Shape;420;p51"/>
              <p:cNvSpPr/>
              <p:nvPr/>
            </p:nvSpPr>
            <p:spPr>
              <a:xfrm>
                <a:off x="6815406" y="3437151"/>
                <a:ext cx="1157731" cy="642876"/>
              </a:xfrm>
              <a:custGeom>
                <a:avLst/>
                <a:gdLst/>
                <a:ahLst/>
                <a:cxnLst/>
                <a:rect l="l" t="t" r="r" b="b"/>
                <a:pathLst>
                  <a:path w="1589846" h="882825" extrusionOk="0">
                    <a:moveTo>
                      <a:pt x="1532727" y="604205"/>
                    </a:moveTo>
                    <a:lnTo>
                      <a:pt x="1530188" y="606744"/>
                    </a:lnTo>
                    <a:lnTo>
                      <a:pt x="1532092" y="609283"/>
                    </a:lnTo>
                    <a:lnTo>
                      <a:pt x="1532092" y="609917"/>
                    </a:lnTo>
                    <a:lnTo>
                      <a:pt x="1535266" y="609283"/>
                    </a:lnTo>
                    <a:lnTo>
                      <a:pt x="1539073" y="608648"/>
                    </a:lnTo>
                    <a:lnTo>
                      <a:pt x="1536535" y="602301"/>
                    </a:lnTo>
                    <a:lnTo>
                      <a:pt x="1532727" y="604205"/>
                    </a:lnTo>
                    <a:close/>
                    <a:moveTo>
                      <a:pt x="1516226" y="438556"/>
                    </a:moveTo>
                    <a:lnTo>
                      <a:pt x="1514956" y="438556"/>
                    </a:lnTo>
                    <a:lnTo>
                      <a:pt x="1515591" y="440461"/>
                    </a:lnTo>
                    <a:lnTo>
                      <a:pt x="1521938" y="438556"/>
                    </a:lnTo>
                    <a:lnTo>
                      <a:pt x="1524477" y="434114"/>
                    </a:lnTo>
                    <a:lnTo>
                      <a:pt x="1524477" y="427767"/>
                    </a:lnTo>
                    <a:lnTo>
                      <a:pt x="1522572" y="419516"/>
                    </a:lnTo>
                    <a:lnTo>
                      <a:pt x="1521303" y="420151"/>
                    </a:lnTo>
                    <a:lnTo>
                      <a:pt x="1520668" y="424594"/>
                    </a:lnTo>
                    <a:lnTo>
                      <a:pt x="1520668" y="429671"/>
                    </a:lnTo>
                    <a:lnTo>
                      <a:pt x="1520033" y="434749"/>
                    </a:lnTo>
                    <a:lnTo>
                      <a:pt x="1516226" y="438556"/>
                    </a:lnTo>
                    <a:close/>
                    <a:moveTo>
                      <a:pt x="1534631" y="385879"/>
                    </a:moveTo>
                    <a:lnTo>
                      <a:pt x="1535900" y="380167"/>
                    </a:lnTo>
                    <a:lnTo>
                      <a:pt x="1535900" y="374455"/>
                    </a:lnTo>
                    <a:lnTo>
                      <a:pt x="1534631" y="375089"/>
                    </a:lnTo>
                    <a:lnTo>
                      <a:pt x="1533361" y="378263"/>
                    </a:lnTo>
                    <a:lnTo>
                      <a:pt x="1530188" y="392226"/>
                    </a:lnTo>
                    <a:lnTo>
                      <a:pt x="1530188" y="393495"/>
                    </a:lnTo>
                    <a:lnTo>
                      <a:pt x="1530823" y="395399"/>
                    </a:lnTo>
                    <a:lnTo>
                      <a:pt x="1532092" y="394764"/>
                    </a:lnTo>
                    <a:lnTo>
                      <a:pt x="1534631" y="385879"/>
                    </a:lnTo>
                    <a:close/>
                    <a:moveTo>
                      <a:pt x="1558748" y="228481"/>
                    </a:moveTo>
                    <a:lnTo>
                      <a:pt x="1553671" y="230385"/>
                    </a:lnTo>
                    <a:lnTo>
                      <a:pt x="1545420" y="233558"/>
                    </a:lnTo>
                    <a:lnTo>
                      <a:pt x="1535900" y="236732"/>
                    </a:lnTo>
                    <a:lnTo>
                      <a:pt x="1529553" y="239270"/>
                    </a:lnTo>
                    <a:lnTo>
                      <a:pt x="1521303" y="242444"/>
                    </a:lnTo>
                    <a:lnTo>
                      <a:pt x="1516860" y="244348"/>
                    </a:lnTo>
                    <a:lnTo>
                      <a:pt x="1516226" y="245617"/>
                    </a:lnTo>
                    <a:lnTo>
                      <a:pt x="1515591" y="249425"/>
                    </a:lnTo>
                    <a:lnTo>
                      <a:pt x="1514956" y="253233"/>
                    </a:lnTo>
                    <a:lnTo>
                      <a:pt x="1516860" y="253868"/>
                    </a:lnTo>
                    <a:lnTo>
                      <a:pt x="1514956" y="257041"/>
                    </a:lnTo>
                    <a:lnTo>
                      <a:pt x="1511783" y="258945"/>
                    </a:lnTo>
                    <a:lnTo>
                      <a:pt x="1506071" y="261484"/>
                    </a:lnTo>
                    <a:lnTo>
                      <a:pt x="1502263" y="265292"/>
                    </a:lnTo>
                    <a:lnTo>
                      <a:pt x="1498454" y="270369"/>
                    </a:lnTo>
                    <a:lnTo>
                      <a:pt x="1499090" y="271638"/>
                    </a:lnTo>
                    <a:lnTo>
                      <a:pt x="1503532" y="269735"/>
                    </a:lnTo>
                    <a:lnTo>
                      <a:pt x="1509244" y="269735"/>
                    </a:lnTo>
                    <a:lnTo>
                      <a:pt x="1513052" y="271638"/>
                    </a:lnTo>
                    <a:lnTo>
                      <a:pt x="1514321" y="274812"/>
                    </a:lnTo>
                    <a:lnTo>
                      <a:pt x="1513687" y="277350"/>
                    </a:lnTo>
                    <a:lnTo>
                      <a:pt x="1514321" y="279255"/>
                    </a:lnTo>
                    <a:lnTo>
                      <a:pt x="1515591" y="281158"/>
                    </a:lnTo>
                    <a:lnTo>
                      <a:pt x="1518130" y="283062"/>
                    </a:lnTo>
                    <a:lnTo>
                      <a:pt x="1516226" y="283697"/>
                    </a:lnTo>
                    <a:lnTo>
                      <a:pt x="1511783" y="283697"/>
                    </a:lnTo>
                    <a:lnTo>
                      <a:pt x="1510513" y="284332"/>
                    </a:lnTo>
                    <a:lnTo>
                      <a:pt x="1509879" y="286870"/>
                    </a:lnTo>
                    <a:lnTo>
                      <a:pt x="1510513" y="289409"/>
                    </a:lnTo>
                    <a:lnTo>
                      <a:pt x="1511783" y="291948"/>
                    </a:lnTo>
                    <a:lnTo>
                      <a:pt x="1514321" y="293852"/>
                    </a:lnTo>
                    <a:lnTo>
                      <a:pt x="1502898" y="297660"/>
                    </a:lnTo>
                    <a:lnTo>
                      <a:pt x="1500359" y="297025"/>
                    </a:lnTo>
                    <a:lnTo>
                      <a:pt x="1497820" y="295756"/>
                    </a:lnTo>
                    <a:lnTo>
                      <a:pt x="1495281" y="295756"/>
                    </a:lnTo>
                    <a:lnTo>
                      <a:pt x="1494012" y="299564"/>
                    </a:lnTo>
                    <a:lnTo>
                      <a:pt x="1499090" y="302737"/>
                    </a:lnTo>
                    <a:lnTo>
                      <a:pt x="1499724" y="305911"/>
                    </a:lnTo>
                    <a:lnTo>
                      <a:pt x="1497820" y="309719"/>
                    </a:lnTo>
                    <a:lnTo>
                      <a:pt x="1494647" y="313527"/>
                    </a:lnTo>
                    <a:lnTo>
                      <a:pt x="1495281" y="315431"/>
                    </a:lnTo>
                    <a:lnTo>
                      <a:pt x="1499090" y="314796"/>
                    </a:lnTo>
                    <a:lnTo>
                      <a:pt x="1499724" y="316065"/>
                    </a:lnTo>
                    <a:lnTo>
                      <a:pt x="1494647" y="324951"/>
                    </a:lnTo>
                    <a:lnTo>
                      <a:pt x="1494647" y="326855"/>
                    </a:lnTo>
                    <a:lnTo>
                      <a:pt x="1496551" y="330663"/>
                    </a:lnTo>
                    <a:lnTo>
                      <a:pt x="1492108" y="331932"/>
                    </a:lnTo>
                    <a:lnTo>
                      <a:pt x="1488300" y="333201"/>
                    </a:lnTo>
                    <a:lnTo>
                      <a:pt x="1485761" y="335740"/>
                    </a:lnTo>
                    <a:lnTo>
                      <a:pt x="1484492" y="340183"/>
                    </a:lnTo>
                    <a:lnTo>
                      <a:pt x="1488300" y="343356"/>
                    </a:lnTo>
                    <a:lnTo>
                      <a:pt x="1486396" y="345260"/>
                    </a:lnTo>
                    <a:lnTo>
                      <a:pt x="1482588" y="347164"/>
                    </a:lnTo>
                    <a:lnTo>
                      <a:pt x="1479414" y="350337"/>
                    </a:lnTo>
                    <a:lnTo>
                      <a:pt x="1481953" y="351607"/>
                    </a:lnTo>
                    <a:lnTo>
                      <a:pt x="1481953" y="353511"/>
                    </a:lnTo>
                    <a:lnTo>
                      <a:pt x="1480684" y="356049"/>
                    </a:lnTo>
                    <a:lnTo>
                      <a:pt x="1478145" y="358588"/>
                    </a:lnTo>
                    <a:lnTo>
                      <a:pt x="1487031" y="360492"/>
                    </a:lnTo>
                    <a:lnTo>
                      <a:pt x="1483223" y="364300"/>
                    </a:lnTo>
                    <a:lnTo>
                      <a:pt x="1480050" y="368743"/>
                    </a:lnTo>
                    <a:lnTo>
                      <a:pt x="1478145" y="374455"/>
                    </a:lnTo>
                    <a:lnTo>
                      <a:pt x="1478780" y="381436"/>
                    </a:lnTo>
                    <a:lnTo>
                      <a:pt x="1482588" y="378898"/>
                    </a:lnTo>
                    <a:lnTo>
                      <a:pt x="1484492" y="379532"/>
                    </a:lnTo>
                    <a:lnTo>
                      <a:pt x="1485127" y="382071"/>
                    </a:lnTo>
                    <a:lnTo>
                      <a:pt x="1480050" y="385879"/>
                    </a:lnTo>
                    <a:lnTo>
                      <a:pt x="1478780" y="389687"/>
                    </a:lnTo>
                    <a:lnTo>
                      <a:pt x="1478145" y="394130"/>
                    </a:lnTo>
                    <a:lnTo>
                      <a:pt x="1478780" y="398572"/>
                    </a:lnTo>
                    <a:lnTo>
                      <a:pt x="1480050" y="397938"/>
                    </a:lnTo>
                    <a:lnTo>
                      <a:pt x="1480050" y="396034"/>
                    </a:lnTo>
                    <a:lnTo>
                      <a:pt x="1480684" y="395399"/>
                    </a:lnTo>
                    <a:lnTo>
                      <a:pt x="1481953" y="395399"/>
                    </a:lnTo>
                    <a:lnTo>
                      <a:pt x="1482588" y="394764"/>
                    </a:lnTo>
                    <a:lnTo>
                      <a:pt x="1483223" y="397303"/>
                    </a:lnTo>
                    <a:lnTo>
                      <a:pt x="1482588" y="400476"/>
                    </a:lnTo>
                    <a:lnTo>
                      <a:pt x="1481319" y="403650"/>
                    </a:lnTo>
                    <a:lnTo>
                      <a:pt x="1478780" y="406188"/>
                    </a:lnTo>
                    <a:lnTo>
                      <a:pt x="1480684" y="409362"/>
                    </a:lnTo>
                    <a:lnTo>
                      <a:pt x="1480684" y="414439"/>
                    </a:lnTo>
                    <a:lnTo>
                      <a:pt x="1478780" y="423959"/>
                    </a:lnTo>
                    <a:lnTo>
                      <a:pt x="1480684" y="422690"/>
                    </a:lnTo>
                    <a:lnTo>
                      <a:pt x="1481319" y="422055"/>
                    </a:lnTo>
                    <a:lnTo>
                      <a:pt x="1483858" y="422690"/>
                    </a:lnTo>
                    <a:lnTo>
                      <a:pt x="1481319" y="426498"/>
                    </a:lnTo>
                    <a:lnTo>
                      <a:pt x="1479414" y="432844"/>
                    </a:lnTo>
                    <a:lnTo>
                      <a:pt x="1480050" y="438556"/>
                    </a:lnTo>
                    <a:lnTo>
                      <a:pt x="1485127" y="442364"/>
                    </a:lnTo>
                    <a:lnTo>
                      <a:pt x="1485761" y="443634"/>
                    </a:lnTo>
                    <a:lnTo>
                      <a:pt x="1485127" y="447442"/>
                    </a:lnTo>
                    <a:lnTo>
                      <a:pt x="1492108" y="453789"/>
                    </a:lnTo>
                    <a:lnTo>
                      <a:pt x="1494647" y="458231"/>
                    </a:lnTo>
                    <a:lnTo>
                      <a:pt x="1497185" y="463309"/>
                    </a:lnTo>
                    <a:lnTo>
                      <a:pt x="1500359" y="464578"/>
                    </a:lnTo>
                    <a:lnTo>
                      <a:pt x="1502898" y="462674"/>
                    </a:lnTo>
                    <a:lnTo>
                      <a:pt x="1504801" y="458866"/>
                    </a:lnTo>
                    <a:lnTo>
                      <a:pt x="1504801" y="456327"/>
                    </a:lnTo>
                    <a:lnTo>
                      <a:pt x="1504167" y="447442"/>
                    </a:lnTo>
                    <a:lnTo>
                      <a:pt x="1504801" y="444903"/>
                    </a:lnTo>
                    <a:lnTo>
                      <a:pt x="1506071" y="441730"/>
                    </a:lnTo>
                    <a:lnTo>
                      <a:pt x="1507975" y="440461"/>
                    </a:lnTo>
                    <a:lnTo>
                      <a:pt x="1508610" y="441095"/>
                    </a:lnTo>
                    <a:lnTo>
                      <a:pt x="1509879" y="451885"/>
                    </a:lnTo>
                    <a:lnTo>
                      <a:pt x="1511783" y="454423"/>
                    </a:lnTo>
                    <a:lnTo>
                      <a:pt x="1516226" y="451250"/>
                    </a:lnTo>
                    <a:lnTo>
                      <a:pt x="1514321" y="448711"/>
                    </a:lnTo>
                    <a:lnTo>
                      <a:pt x="1512418" y="443634"/>
                    </a:lnTo>
                    <a:lnTo>
                      <a:pt x="1511148" y="441730"/>
                    </a:lnTo>
                    <a:lnTo>
                      <a:pt x="1511783" y="436653"/>
                    </a:lnTo>
                    <a:lnTo>
                      <a:pt x="1511783" y="430941"/>
                    </a:lnTo>
                    <a:lnTo>
                      <a:pt x="1508610" y="408727"/>
                    </a:lnTo>
                    <a:lnTo>
                      <a:pt x="1508610" y="405554"/>
                    </a:lnTo>
                    <a:lnTo>
                      <a:pt x="1509244" y="402380"/>
                    </a:lnTo>
                    <a:lnTo>
                      <a:pt x="1511783" y="395399"/>
                    </a:lnTo>
                    <a:lnTo>
                      <a:pt x="1512418" y="392226"/>
                    </a:lnTo>
                    <a:lnTo>
                      <a:pt x="1512418" y="392226"/>
                    </a:lnTo>
                    <a:lnTo>
                      <a:pt x="1511783" y="390322"/>
                    </a:lnTo>
                    <a:lnTo>
                      <a:pt x="1510513" y="386514"/>
                    </a:lnTo>
                    <a:lnTo>
                      <a:pt x="1510513" y="383340"/>
                    </a:lnTo>
                    <a:lnTo>
                      <a:pt x="1513052" y="377628"/>
                    </a:lnTo>
                    <a:lnTo>
                      <a:pt x="1513687" y="375724"/>
                    </a:lnTo>
                    <a:lnTo>
                      <a:pt x="1515591" y="373186"/>
                    </a:lnTo>
                    <a:lnTo>
                      <a:pt x="1530188" y="367474"/>
                    </a:lnTo>
                    <a:lnTo>
                      <a:pt x="1528284" y="364935"/>
                    </a:lnTo>
                    <a:lnTo>
                      <a:pt x="1525746" y="364300"/>
                    </a:lnTo>
                    <a:lnTo>
                      <a:pt x="1522572" y="364300"/>
                    </a:lnTo>
                    <a:lnTo>
                      <a:pt x="1520033" y="363666"/>
                    </a:lnTo>
                    <a:lnTo>
                      <a:pt x="1520668" y="359857"/>
                    </a:lnTo>
                    <a:lnTo>
                      <a:pt x="1523207" y="355415"/>
                    </a:lnTo>
                    <a:lnTo>
                      <a:pt x="1525746" y="352876"/>
                    </a:lnTo>
                    <a:lnTo>
                      <a:pt x="1527650" y="355415"/>
                    </a:lnTo>
                    <a:lnTo>
                      <a:pt x="1529553" y="359223"/>
                    </a:lnTo>
                    <a:lnTo>
                      <a:pt x="1532092" y="361762"/>
                    </a:lnTo>
                    <a:lnTo>
                      <a:pt x="1534631" y="363666"/>
                    </a:lnTo>
                    <a:lnTo>
                      <a:pt x="1537170" y="366204"/>
                    </a:lnTo>
                    <a:lnTo>
                      <a:pt x="1540343" y="361762"/>
                    </a:lnTo>
                    <a:lnTo>
                      <a:pt x="1542881" y="356049"/>
                    </a:lnTo>
                    <a:lnTo>
                      <a:pt x="1545420" y="349703"/>
                    </a:lnTo>
                    <a:lnTo>
                      <a:pt x="1546055" y="343991"/>
                    </a:lnTo>
                    <a:lnTo>
                      <a:pt x="1542247" y="342722"/>
                    </a:lnTo>
                    <a:lnTo>
                      <a:pt x="1541612" y="336375"/>
                    </a:lnTo>
                    <a:lnTo>
                      <a:pt x="1542881" y="328124"/>
                    </a:lnTo>
                    <a:lnTo>
                      <a:pt x="1544786" y="319873"/>
                    </a:lnTo>
                    <a:lnTo>
                      <a:pt x="1545420" y="310353"/>
                    </a:lnTo>
                    <a:lnTo>
                      <a:pt x="1554306" y="275447"/>
                    </a:lnTo>
                    <a:lnTo>
                      <a:pt x="1560018" y="265292"/>
                    </a:lnTo>
                    <a:lnTo>
                      <a:pt x="1560652" y="261484"/>
                    </a:lnTo>
                    <a:lnTo>
                      <a:pt x="1557479" y="257041"/>
                    </a:lnTo>
                    <a:lnTo>
                      <a:pt x="1560652" y="255137"/>
                    </a:lnTo>
                    <a:lnTo>
                      <a:pt x="1560652" y="253868"/>
                    </a:lnTo>
                    <a:lnTo>
                      <a:pt x="1559383" y="252598"/>
                    </a:lnTo>
                    <a:lnTo>
                      <a:pt x="1558114" y="250060"/>
                    </a:lnTo>
                    <a:lnTo>
                      <a:pt x="1556845" y="244348"/>
                    </a:lnTo>
                    <a:lnTo>
                      <a:pt x="1556210" y="240540"/>
                    </a:lnTo>
                    <a:lnTo>
                      <a:pt x="1556845" y="237366"/>
                    </a:lnTo>
                    <a:lnTo>
                      <a:pt x="1559383" y="234193"/>
                    </a:lnTo>
                    <a:lnTo>
                      <a:pt x="1561921" y="232289"/>
                    </a:lnTo>
                    <a:lnTo>
                      <a:pt x="1563826" y="229750"/>
                    </a:lnTo>
                    <a:lnTo>
                      <a:pt x="1563826" y="226577"/>
                    </a:lnTo>
                    <a:lnTo>
                      <a:pt x="1558748" y="228481"/>
                    </a:lnTo>
                    <a:close/>
                    <a:moveTo>
                      <a:pt x="1587308" y="217692"/>
                    </a:moveTo>
                    <a:lnTo>
                      <a:pt x="1586039" y="218326"/>
                    </a:lnTo>
                    <a:lnTo>
                      <a:pt x="1585405" y="219595"/>
                    </a:lnTo>
                    <a:lnTo>
                      <a:pt x="1582231" y="226577"/>
                    </a:lnTo>
                    <a:lnTo>
                      <a:pt x="1579692" y="232924"/>
                    </a:lnTo>
                    <a:lnTo>
                      <a:pt x="1579058" y="236097"/>
                    </a:lnTo>
                    <a:lnTo>
                      <a:pt x="1578423" y="244348"/>
                    </a:lnTo>
                    <a:lnTo>
                      <a:pt x="1577788" y="246886"/>
                    </a:lnTo>
                    <a:lnTo>
                      <a:pt x="1577154" y="249425"/>
                    </a:lnTo>
                    <a:lnTo>
                      <a:pt x="1575885" y="251329"/>
                    </a:lnTo>
                    <a:lnTo>
                      <a:pt x="1573980" y="252598"/>
                    </a:lnTo>
                    <a:lnTo>
                      <a:pt x="1571441" y="253233"/>
                    </a:lnTo>
                    <a:lnTo>
                      <a:pt x="1570807" y="254502"/>
                    </a:lnTo>
                    <a:lnTo>
                      <a:pt x="1572711" y="256406"/>
                    </a:lnTo>
                    <a:lnTo>
                      <a:pt x="1576519" y="259580"/>
                    </a:lnTo>
                    <a:lnTo>
                      <a:pt x="1575250" y="260849"/>
                    </a:lnTo>
                    <a:lnTo>
                      <a:pt x="1573346" y="262118"/>
                    </a:lnTo>
                    <a:lnTo>
                      <a:pt x="1571441" y="262753"/>
                    </a:lnTo>
                    <a:lnTo>
                      <a:pt x="1568903" y="263388"/>
                    </a:lnTo>
                    <a:lnTo>
                      <a:pt x="1569538" y="265292"/>
                    </a:lnTo>
                    <a:lnTo>
                      <a:pt x="1575885" y="263388"/>
                    </a:lnTo>
                    <a:lnTo>
                      <a:pt x="1580327" y="257041"/>
                    </a:lnTo>
                    <a:lnTo>
                      <a:pt x="1582866" y="248790"/>
                    </a:lnTo>
                    <a:lnTo>
                      <a:pt x="1589847" y="217692"/>
                    </a:lnTo>
                    <a:lnTo>
                      <a:pt x="1587308" y="217692"/>
                    </a:lnTo>
                    <a:close/>
                    <a:moveTo>
                      <a:pt x="1514956" y="547085"/>
                    </a:moveTo>
                    <a:lnTo>
                      <a:pt x="1506705" y="528045"/>
                    </a:lnTo>
                    <a:lnTo>
                      <a:pt x="1501628" y="522333"/>
                    </a:lnTo>
                    <a:lnTo>
                      <a:pt x="1496551" y="522968"/>
                    </a:lnTo>
                    <a:lnTo>
                      <a:pt x="1491473" y="526141"/>
                    </a:lnTo>
                    <a:lnTo>
                      <a:pt x="1485127" y="527410"/>
                    </a:lnTo>
                    <a:lnTo>
                      <a:pt x="1476876" y="526141"/>
                    </a:lnTo>
                    <a:lnTo>
                      <a:pt x="1466721" y="527410"/>
                    </a:lnTo>
                    <a:lnTo>
                      <a:pt x="1446412" y="524237"/>
                    </a:lnTo>
                    <a:lnTo>
                      <a:pt x="1439431" y="525506"/>
                    </a:lnTo>
                    <a:lnTo>
                      <a:pt x="1436257" y="531218"/>
                    </a:lnTo>
                    <a:lnTo>
                      <a:pt x="1437526" y="535026"/>
                    </a:lnTo>
                    <a:lnTo>
                      <a:pt x="1440065" y="535661"/>
                    </a:lnTo>
                    <a:lnTo>
                      <a:pt x="1441334" y="536930"/>
                    </a:lnTo>
                    <a:lnTo>
                      <a:pt x="1439431" y="542008"/>
                    </a:lnTo>
                    <a:lnTo>
                      <a:pt x="1439431" y="544546"/>
                    </a:lnTo>
                    <a:lnTo>
                      <a:pt x="1441970" y="547085"/>
                    </a:lnTo>
                    <a:lnTo>
                      <a:pt x="1446412" y="551528"/>
                    </a:lnTo>
                    <a:lnTo>
                      <a:pt x="1443239" y="551528"/>
                    </a:lnTo>
                    <a:lnTo>
                      <a:pt x="1439431" y="550258"/>
                    </a:lnTo>
                    <a:lnTo>
                      <a:pt x="1436892" y="547720"/>
                    </a:lnTo>
                    <a:lnTo>
                      <a:pt x="1436892" y="544546"/>
                    </a:lnTo>
                    <a:lnTo>
                      <a:pt x="1431814" y="542642"/>
                    </a:lnTo>
                    <a:lnTo>
                      <a:pt x="1426103" y="542008"/>
                    </a:lnTo>
                    <a:lnTo>
                      <a:pt x="1420391" y="542642"/>
                    </a:lnTo>
                    <a:lnTo>
                      <a:pt x="1415313" y="544546"/>
                    </a:lnTo>
                    <a:lnTo>
                      <a:pt x="1411505" y="547720"/>
                    </a:lnTo>
                    <a:lnTo>
                      <a:pt x="1408332" y="551528"/>
                    </a:lnTo>
                    <a:lnTo>
                      <a:pt x="1404524" y="554701"/>
                    </a:lnTo>
                    <a:lnTo>
                      <a:pt x="1399446" y="556605"/>
                    </a:lnTo>
                    <a:lnTo>
                      <a:pt x="1398812" y="554701"/>
                    </a:lnTo>
                    <a:lnTo>
                      <a:pt x="1403889" y="549624"/>
                    </a:lnTo>
                    <a:lnTo>
                      <a:pt x="1405793" y="546450"/>
                    </a:lnTo>
                    <a:lnTo>
                      <a:pt x="1406427" y="543912"/>
                    </a:lnTo>
                    <a:lnTo>
                      <a:pt x="1404524" y="540738"/>
                    </a:lnTo>
                    <a:lnTo>
                      <a:pt x="1401985" y="538200"/>
                    </a:lnTo>
                    <a:lnTo>
                      <a:pt x="1401351" y="535661"/>
                    </a:lnTo>
                    <a:lnTo>
                      <a:pt x="1403889" y="532488"/>
                    </a:lnTo>
                    <a:lnTo>
                      <a:pt x="1403889" y="530584"/>
                    </a:lnTo>
                    <a:lnTo>
                      <a:pt x="1390561" y="526776"/>
                    </a:lnTo>
                    <a:lnTo>
                      <a:pt x="1387387" y="524872"/>
                    </a:lnTo>
                    <a:lnTo>
                      <a:pt x="1385484" y="524237"/>
                    </a:lnTo>
                    <a:lnTo>
                      <a:pt x="1383579" y="523602"/>
                    </a:lnTo>
                    <a:lnTo>
                      <a:pt x="1381041" y="524237"/>
                    </a:lnTo>
                    <a:lnTo>
                      <a:pt x="1379772" y="523602"/>
                    </a:lnTo>
                    <a:lnTo>
                      <a:pt x="1379772" y="522333"/>
                    </a:lnTo>
                    <a:lnTo>
                      <a:pt x="1380406" y="521698"/>
                    </a:lnTo>
                    <a:lnTo>
                      <a:pt x="1382310" y="519794"/>
                    </a:lnTo>
                    <a:lnTo>
                      <a:pt x="1381676" y="518525"/>
                    </a:lnTo>
                    <a:lnTo>
                      <a:pt x="1368983" y="517890"/>
                    </a:lnTo>
                    <a:lnTo>
                      <a:pt x="1365174" y="516621"/>
                    </a:lnTo>
                    <a:lnTo>
                      <a:pt x="1363270" y="513448"/>
                    </a:lnTo>
                    <a:lnTo>
                      <a:pt x="1360097" y="498850"/>
                    </a:lnTo>
                    <a:lnTo>
                      <a:pt x="1354385" y="484887"/>
                    </a:lnTo>
                    <a:lnTo>
                      <a:pt x="1352480" y="482349"/>
                    </a:lnTo>
                    <a:lnTo>
                      <a:pt x="1349942" y="484253"/>
                    </a:lnTo>
                    <a:lnTo>
                      <a:pt x="1346134" y="491869"/>
                    </a:lnTo>
                    <a:lnTo>
                      <a:pt x="1342326" y="493138"/>
                    </a:lnTo>
                    <a:lnTo>
                      <a:pt x="1338518" y="491234"/>
                    </a:lnTo>
                    <a:lnTo>
                      <a:pt x="1330267" y="484887"/>
                    </a:lnTo>
                    <a:lnTo>
                      <a:pt x="1327094" y="484253"/>
                    </a:lnTo>
                    <a:lnTo>
                      <a:pt x="1308689" y="488061"/>
                    </a:lnTo>
                    <a:lnTo>
                      <a:pt x="1304880" y="487426"/>
                    </a:lnTo>
                    <a:lnTo>
                      <a:pt x="1296630" y="483618"/>
                    </a:lnTo>
                    <a:lnTo>
                      <a:pt x="1292187" y="483618"/>
                    </a:lnTo>
                    <a:lnTo>
                      <a:pt x="1290283" y="481714"/>
                    </a:lnTo>
                    <a:lnTo>
                      <a:pt x="1288379" y="477271"/>
                    </a:lnTo>
                    <a:lnTo>
                      <a:pt x="1285840" y="472829"/>
                    </a:lnTo>
                    <a:lnTo>
                      <a:pt x="1281398" y="472194"/>
                    </a:lnTo>
                    <a:lnTo>
                      <a:pt x="1280129" y="473463"/>
                    </a:lnTo>
                    <a:lnTo>
                      <a:pt x="1275051" y="479810"/>
                    </a:lnTo>
                    <a:lnTo>
                      <a:pt x="1273147" y="481714"/>
                    </a:lnTo>
                    <a:lnTo>
                      <a:pt x="1271243" y="480445"/>
                    </a:lnTo>
                    <a:lnTo>
                      <a:pt x="1269339" y="478541"/>
                    </a:lnTo>
                    <a:lnTo>
                      <a:pt x="1268070" y="477271"/>
                    </a:lnTo>
                    <a:lnTo>
                      <a:pt x="1250933" y="481079"/>
                    </a:lnTo>
                    <a:lnTo>
                      <a:pt x="1236971" y="478541"/>
                    </a:lnTo>
                    <a:lnTo>
                      <a:pt x="1235067" y="479810"/>
                    </a:lnTo>
                    <a:lnTo>
                      <a:pt x="1234432" y="479175"/>
                    </a:lnTo>
                    <a:lnTo>
                      <a:pt x="1232529" y="479175"/>
                    </a:lnTo>
                    <a:lnTo>
                      <a:pt x="1229990" y="478541"/>
                    </a:lnTo>
                    <a:lnTo>
                      <a:pt x="1228720" y="475367"/>
                    </a:lnTo>
                    <a:lnTo>
                      <a:pt x="1233163" y="469021"/>
                    </a:lnTo>
                    <a:lnTo>
                      <a:pt x="1236971" y="472194"/>
                    </a:lnTo>
                    <a:lnTo>
                      <a:pt x="1240144" y="472829"/>
                    </a:lnTo>
                    <a:lnTo>
                      <a:pt x="1248395" y="470925"/>
                    </a:lnTo>
                    <a:lnTo>
                      <a:pt x="1249664" y="471559"/>
                    </a:lnTo>
                    <a:lnTo>
                      <a:pt x="1253472" y="472829"/>
                    </a:lnTo>
                    <a:lnTo>
                      <a:pt x="1256011" y="472829"/>
                    </a:lnTo>
                    <a:lnTo>
                      <a:pt x="1257915" y="472194"/>
                    </a:lnTo>
                    <a:lnTo>
                      <a:pt x="1261723" y="469655"/>
                    </a:lnTo>
                    <a:lnTo>
                      <a:pt x="1264262" y="468386"/>
                    </a:lnTo>
                    <a:lnTo>
                      <a:pt x="1266166" y="467751"/>
                    </a:lnTo>
                    <a:lnTo>
                      <a:pt x="1268070" y="468386"/>
                    </a:lnTo>
                    <a:lnTo>
                      <a:pt x="1270609" y="469655"/>
                    </a:lnTo>
                    <a:lnTo>
                      <a:pt x="1271243" y="470925"/>
                    </a:lnTo>
                    <a:lnTo>
                      <a:pt x="1273147" y="473463"/>
                    </a:lnTo>
                    <a:lnTo>
                      <a:pt x="1275051" y="476002"/>
                    </a:lnTo>
                    <a:lnTo>
                      <a:pt x="1275686" y="474733"/>
                    </a:lnTo>
                    <a:lnTo>
                      <a:pt x="1276320" y="472829"/>
                    </a:lnTo>
                    <a:lnTo>
                      <a:pt x="1281398" y="466482"/>
                    </a:lnTo>
                    <a:lnTo>
                      <a:pt x="1283302" y="465213"/>
                    </a:lnTo>
                    <a:lnTo>
                      <a:pt x="1285840" y="465213"/>
                    </a:lnTo>
                    <a:lnTo>
                      <a:pt x="1287745" y="466482"/>
                    </a:lnTo>
                    <a:lnTo>
                      <a:pt x="1295360" y="474733"/>
                    </a:lnTo>
                    <a:lnTo>
                      <a:pt x="1297899" y="478541"/>
                    </a:lnTo>
                    <a:lnTo>
                      <a:pt x="1301072" y="480445"/>
                    </a:lnTo>
                    <a:lnTo>
                      <a:pt x="1305516" y="479175"/>
                    </a:lnTo>
                    <a:lnTo>
                      <a:pt x="1308689" y="475367"/>
                    </a:lnTo>
                    <a:lnTo>
                      <a:pt x="1310592" y="472829"/>
                    </a:lnTo>
                    <a:lnTo>
                      <a:pt x="1311227" y="470290"/>
                    </a:lnTo>
                    <a:lnTo>
                      <a:pt x="1309958" y="463943"/>
                    </a:lnTo>
                    <a:lnTo>
                      <a:pt x="1309958" y="461405"/>
                    </a:lnTo>
                    <a:lnTo>
                      <a:pt x="1311862" y="458866"/>
                    </a:lnTo>
                    <a:lnTo>
                      <a:pt x="1313766" y="463309"/>
                    </a:lnTo>
                    <a:lnTo>
                      <a:pt x="1314400" y="469021"/>
                    </a:lnTo>
                    <a:lnTo>
                      <a:pt x="1315670" y="473463"/>
                    </a:lnTo>
                    <a:lnTo>
                      <a:pt x="1318843" y="474733"/>
                    </a:lnTo>
                    <a:lnTo>
                      <a:pt x="1322017" y="474733"/>
                    </a:lnTo>
                    <a:lnTo>
                      <a:pt x="1330267" y="476637"/>
                    </a:lnTo>
                    <a:lnTo>
                      <a:pt x="1334076" y="476637"/>
                    </a:lnTo>
                    <a:lnTo>
                      <a:pt x="1335979" y="477271"/>
                    </a:lnTo>
                    <a:lnTo>
                      <a:pt x="1337249" y="479175"/>
                    </a:lnTo>
                    <a:lnTo>
                      <a:pt x="1338518" y="481714"/>
                    </a:lnTo>
                    <a:lnTo>
                      <a:pt x="1339787" y="483618"/>
                    </a:lnTo>
                    <a:lnTo>
                      <a:pt x="1342326" y="484253"/>
                    </a:lnTo>
                    <a:lnTo>
                      <a:pt x="1342960" y="482983"/>
                    </a:lnTo>
                    <a:lnTo>
                      <a:pt x="1342960" y="480445"/>
                    </a:lnTo>
                    <a:lnTo>
                      <a:pt x="1343596" y="478541"/>
                    </a:lnTo>
                    <a:lnTo>
                      <a:pt x="1347404" y="476637"/>
                    </a:lnTo>
                    <a:lnTo>
                      <a:pt x="1355654" y="474098"/>
                    </a:lnTo>
                    <a:lnTo>
                      <a:pt x="1358193" y="471559"/>
                    </a:lnTo>
                    <a:lnTo>
                      <a:pt x="1363270" y="474098"/>
                    </a:lnTo>
                    <a:lnTo>
                      <a:pt x="1367713" y="478541"/>
                    </a:lnTo>
                    <a:lnTo>
                      <a:pt x="1370252" y="484887"/>
                    </a:lnTo>
                    <a:lnTo>
                      <a:pt x="1369617" y="491869"/>
                    </a:lnTo>
                    <a:lnTo>
                      <a:pt x="1371521" y="493138"/>
                    </a:lnTo>
                    <a:lnTo>
                      <a:pt x="1374694" y="495677"/>
                    </a:lnTo>
                    <a:lnTo>
                      <a:pt x="1379772" y="499485"/>
                    </a:lnTo>
                    <a:lnTo>
                      <a:pt x="1384849" y="502023"/>
                    </a:lnTo>
                    <a:lnTo>
                      <a:pt x="1388657" y="501389"/>
                    </a:lnTo>
                    <a:lnTo>
                      <a:pt x="1408966" y="512813"/>
                    </a:lnTo>
                    <a:lnTo>
                      <a:pt x="1412140" y="515986"/>
                    </a:lnTo>
                    <a:lnTo>
                      <a:pt x="1416583" y="524872"/>
                    </a:lnTo>
                    <a:lnTo>
                      <a:pt x="1419756" y="525506"/>
                    </a:lnTo>
                    <a:lnTo>
                      <a:pt x="1422294" y="522968"/>
                    </a:lnTo>
                    <a:lnTo>
                      <a:pt x="1426737" y="517256"/>
                    </a:lnTo>
                    <a:lnTo>
                      <a:pt x="1429276" y="514717"/>
                    </a:lnTo>
                    <a:lnTo>
                      <a:pt x="1432449" y="513448"/>
                    </a:lnTo>
                    <a:lnTo>
                      <a:pt x="1437526" y="512178"/>
                    </a:lnTo>
                    <a:lnTo>
                      <a:pt x="1440700" y="510274"/>
                    </a:lnTo>
                    <a:lnTo>
                      <a:pt x="1442604" y="505831"/>
                    </a:lnTo>
                    <a:lnTo>
                      <a:pt x="1443239" y="500754"/>
                    </a:lnTo>
                    <a:lnTo>
                      <a:pt x="1443239" y="495677"/>
                    </a:lnTo>
                    <a:lnTo>
                      <a:pt x="1441334" y="488695"/>
                    </a:lnTo>
                    <a:lnTo>
                      <a:pt x="1438796" y="487426"/>
                    </a:lnTo>
                    <a:lnTo>
                      <a:pt x="1431180" y="491234"/>
                    </a:lnTo>
                    <a:lnTo>
                      <a:pt x="1427372" y="490599"/>
                    </a:lnTo>
                    <a:lnTo>
                      <a:pt x="1429276" y="486791"/>
                    </a:lnTo>
                    <a:lnTo>
                      <a:pt x="1433084" y="482983"/>
                    </a:lnTo>
                    <a:lnTo>
                      <a:pt x="1434988" y="481714"/>
                    </a:lnTo>
                    <a:lnTo>
                      <a:pt x="1433084" y="478541"/>
                    </a:lnTo>
                    <a:lnTo>
                      <a:pt x="1428641" y="476002"/>
                    </a:lnTo>
                    <a:lnTo>
                      <a:pt x="1422294" y="473463"/>
                    </a:lnTo>
                    <a:lnTo>
                      <a:pt x="1422294" y="476637"/>
                    </a:lnTo>
                    <a:lnTo>
                      <a:pt x="1419756" y="476637"/>
                    </a:lnTo>
                    <a:lnTo>
                      <a:pt x="1417217" y="474733"/>
                    </a:lnTo>
                    <a:lnTo>
                      <a:pt x="1415313" y="472829"/>
                    </a:lnTo>
                    <a:lnTo>
                      <a:pt x="1414678" y="470290"/>
                    </a:lnTo>
                    <a:lnTo>
                      <a:pt x="1414044" y="467117"/>
                    </a:lnTo>
                    <a:lnTo>
                      <a:pt x="1414044" y="464578"/>
                    </a:lnTo>
                    <a:lnTo>
                      <a:pt x="1414678" y="463943"/>
                    </a:lnTo>
                    <a:lnTo>
                      <a:pt x="1411505" y="461405"/>
                    </a:lnTo>
                    <a:lnTo>
                      <a:pt x="1407697" y="462039"/>
                    </a:lnTo>
                    <a:lnTo>
                      <a:pt x="1399446" y="465213"/>
                    </a:lnTo>
                    <a:lnTo>
                      <a:pt x="1395004" y="465213"/>
                    </a:lnTo>
                    <a:lnTo>
                      <a:pt x="1389926" y="463943"/>
                    </a:lnTo>
                    <a:lnTo>
                      <a:pt x="1381041" y="460135"/>
                    </a:lnTo>
                    <a:lnTo>
                      <a:pt x="1365809" y="451885"/>
                    </a:lnTo>
                    <a:lnTo>
                      <a:pt x="1351211" y="440461"/>
                    </a:lnTo>
                    <a:lnTo>
                      <a:pt x="1345499" y="433479"/>
                    </a:lnTo>
                    <a:lnTo>
                      <a:pt x="1341691" y="430306"/>
                    </a:lnTo>
                    <a:lnTo>
                      <a:pt x="1334710" y="427767"/>
                    </a:lnTo>
                    <a:lnTo>
                      <a:pt x="1323286" y="415074"/>
                    </a:lnTo>
                    <a:lnTo>
                      <a:pt x="1321382" y="414439"/>
                    </a:lnTo>
                    <a:lnTo>
                      <a:pt x="1318843" y="414439"/>
                    </a:lnTo>
                    <a:lnTo>
                      <a:pt x="1316939" y="413804"/>
                    </a:lnTo>
                    <a:lnTo>
                      <a:pt x="1315670" y="412535"/>
                    </a:lnTo>
                    <a:lnTo>
                      <a:pt x="1315036" y="409996"/>
                    </a:lnTo>
                    <a:lnTo>
                      <a:pt x="1315036" y="407458"/>
                    </a:lnTo>
                    <a:lnTo>
                      <a:pt x="1315670" y="405554"/>
                    </a:lnTo>
                    <a:lnTo>
                      <a:pt x="1317574" y="404284"/>
                    </a:lnTo>
                    <a:lnTo>
                      <a:pt x="1329633" y="411900"/>
                    </a:lnTo>
                    <a:lnTo>
                      <a:pt x="1337884" y="421420"/>
                    </a:lnTo>
                    <a:lnTo>
                      <a:pt x="1342960" y="425863"/>
                    </a:lnTo>
                    <a:lnTo>
                      <a:pt x="1348038" y="427132"/>
                    </a:lnTo>
                    <a:lnTo>
                      <a:pt x="1351846" y="428402"/>
                    </a:lnTo>
                    <a:lnTo>
                      <a:pt x="1367713" y="444903"/>
                    </a:lnTo>
                    <a:lnTo>
                      <a:pt x="1369617" y="445538"/>
                    </a:lnTo>
                    <a:lnTo>
                      <a:pt x="1372156" y="445538"/>
                    </a:lnTo>
                    <a:lnTo>
                      <a:pt x="1374059" y="446173"/>
                    </a:lnTo>
                    <a:lnTo>
                      <a:pt x="1376598" y="449346"/>
                    </a:lnTo>
                    <a:lnTo>
                      <a:pt x="1382945" y="449981"/>
                    </a:lnTo>
                    <a:lnTo>
                      <a:pt x="1391830" y="453789"/>
                    </a:lnTo>
                    <a:lnTo>
                      <a:pt x="1395638" y="454423"/>
                    </a:lnTo>
                    <a:lnTo>
                      <a:pt x="1410236" y="447442"/>
                    </a:lnTo>
                    <a:lnTo>
                      <a:pt x="1410871" y="445538"/>
                    </a:lnTo>
                    <a:lnTo>
                      <a:pt x="1408966" y="442364"/>
                    </a:lnTo>
                    <a:lnTo>
                      <a:pt x="1406427" y="439191"/>
                    </a:lnTo>
                    <a:lnTo>
                      <a:pt x="1404524" y="437922"/>
                    </a:lnTo>
                    <a:lnTo>
                      <a:pt x="1402620" y="437922"/>
                    </a:lnTo>
                    <a:lnTo>
                      <a:pt x="1396273" y="439826"/>
                    </a:lnTo>
                    <a:lnTo>
                      <a:pt x="1395638" y="438556"/>
                    </a:lnTo>
                    <a:lnTo>
                      <a:pt x="1400716" y="435383"/>
                    </a:lnTo>
                    <a:lnTo>
                      <a:pt x="1401351" y="434749"/>
                    </a:lnTo>
                    <a:lnTo>
                      <a:pt x="1400716" y="432210"/>
                    </a:lnTo>
                    <a:lnTo>
                      <a:pt x="1399446" y="431575"/>
                    </a:lnTo>
                    <a:lnTo>
                      <a:pt x="1398177" y="431575"/>
                    </a:lnTo>
                    <a:lnTo>
                      <a:pt x="1391830" y="429036"/>
                    </a:lnTo>
                    <a:lnTo>
                      <a:pt x="1390561" y="427132"/>
                    </a:lnTo>
                    <a:lnTo>
                      <a:pt x="1391196" y="424594"/>
                    </a:lnTo>
                    <a:lnTo>
                      <a:pt x="1392465" y="422690"/>
                    </a:lnTo>
                    <a:lnTo>
                      <a:pt x="1394369" y="422055"/>
                    </a:lnTo>
                    <a:lnTo>
                      <a:pt x="1396907" y="422055"/>
                    </a:lnTo>
                    <a:lnTo>
                      <a:pt x="1399446" y="422690"/>
                    </a:lnTo>
                    <a:lnTo>
                      <a:pt x="1398177" y="420786"/>
                    </a:lnTo>
                    <a:lnTo>
                      <a:pt x="1396907" y="418882"/>
                    </a:lnTo>
                    <a:lnTo>
                      <a:pt x="1395004" y="417612"/>
                    </a:lnTo>
                    <a:lnTo>
                      <a:pt x="1392465" y="417612"/>
                    </a:lnTo>
                    <a:lnTo>
                      <a:pt x="1393734" y="411266"/>
                    </a:lnTo>
                    <a:lnTo>
                      <a:pt x="1398177" y="413804"/>
                    </a:lnTo>
                    <a:lnTo>
                      <a:pt x="1406427" y="423324"/>
                    </a:lnTo>
                    <a:lnTo>
                      <a:pt x="1410236" y="423959"/>
                    </a:lnTo>
                    <a:lnTo>
                      <a:pt x="1412774" y="422055"/>
                    </a:lnTo>
                    <a:lnTo>
                      <a:pt x="1415313" y="421420"/>
                    </a:lnTo>
                    <a:lnTo>
                      <a:pt x="1416583" y="425229"/>
                    </a:lnTo>
                    <a:lnTo>
                      <a:pt x="1426737" y="433479"/>
                    </a:lnTo>
                    <a:lnTo>
                      <a:pt x="1429276" y="436018"/>
                    </a:lnTo>
                    <a:lnTo>
                      <a:pt x="1430545" y="436018"/>
                    </a:lnTo>
                    <a:lnTo>
                      <a:pt x="1429911" y="428402"/>
                    </a:lnTo>
                    <a:lnTo>
                      <a:pt x="1431814" y="413804"/>
                    </a:lnTo>
                    <a:lnTo>
                      <a:pt x="1430545" y="406188"/>
                    </a:lnTo>
                    <a:lnTo>
                      <a:pt x="1428006" y="402380"/>
                    </a:lnTo>
                    <a:lnTo>
                      <a:pt x="1425467" y="401746"/>
                    </a:lnTo>
                    <a:lnTo>
                      <a:pt x="1422929" y="402380"/>
                    </a:lnTo>
                    <a:lnTo>
                      <a:pt x="1420391" y="401111"/>
                    </a:lnTo>
                    <a:lnTo>
                      <a:pt x="1419756" y="398572"/>
                    </a:lnTo>
                    <a:lnTo>
                      <a:pt x="1421025" y="395399"/>
                    </a:lnTo>
                    <a:lnTo>
                      <a:pt x="1423564" y="392860"/>
                    </a:lnTo>
                    <a:lnTo>
                      <a:pt x="1425467" y="390956"/>
                    </a:lnTo>
                    <a:lnTo>
                      <a:pt x="1424833" y="389687"/>
                    </a:lnTo>
                    <a:lnTo>
                      <a:pt x="1417852" y="385244"/>
                    </a:lnTo>
                    <a:lnTo>
                      <a:pt x="1414678" y="385244"/>
                    </a:lnTo>
                    <a:lnTo>
                      <a:pt x="1414678" y="390322"/>
                    </a:lnTo>
                    <a:lnTo>
                      <a:pt x="1413409" y="393495"/>
                    </a:lnTo>
                    <a:lnTo>
                      <a:pt x="1408966" y="392860"/>
                    </a:lnTo>
                    <a:lnTo>
                      <a:pt x="1401351" y="389052"/>
                    </a:lnTo>
                    <a:lnTo>
                      <a:pt x="1396907" y="389052"/>
                    </a:lnTo>
                    <a:lnTo>
                      <a:pt x="1393099" y="387783"/>
                    </a:lnTo>
                    <a:lnTo>
                      <a:pt x="1392465" y="385879"/>
                    </a:lnTo>
                    <a:lnTo>
                      <a:pt x="1397543" y="382706"/>
                    </a:lnTo>
                    <a:lnTo>
                      <a:pt x="1406427" y="380167"/>
                    </a:lnTo>
                    <a:lnTo>
                      <a:pt x="1409601" y="378263"/>
                    </a:lnTo>
                    <a:lnTo>
                      <a:pt x="1412140" y="374455"/>
                    </a:lnTo>
                    <a:lnTo>
                      <a:pt x="1403889" y="373820"/>
                    </a:lnTo>
                    <a:lnTo>
                      <a:pt x="1395638" y="374455"/>
                    </a:lnTo>
                    <a:lnTo>
                      <a:pt x="1388023" y="373820"/>
                    </a:lnTo>
                    <a:lnTo>
                      <a:pt x="1381676" y="367474"/>
                    </a:lnTo>
                    <a:lnTo>
                      <a:pt x="1379137" y="369378"/>
                    </a:lnTo>
                    <a:lnTo>
                      <a:pt x="1375329" y="370012"/>
                    </a:lnTo>
                    <a:lnTo>
                      <a:pt x="1362636" y="370012"/>
                    </a:lnTo>
                    <a:lnTo>
                      <a:pt x="1358827" y="368743"/>
                    </a:lnTo>
                    <a:lnTo>
                      <a:pt x="1355654" y="366204"/>
                    </a:lnTo>
                    <a:lnTo>
                      <a:pt x="1351846" y="361127"/>
                    </a:lnTo>
                    <a:lnTo>
                      <a:pt x="1349307" y="357319"/>
                    </a:lnTo>
                    <a:lnTo>
                      <a:pt x="1348673" y="355415"/>
                    </a:lnTo>
                    <a:lnTo>
                      <a:pt x="1348038" y="354780"/>
                    </a:lnTo>
                    <a:lnTo>
                      <a:pt x="1345499" y="347799"/>
                    </a:lnTo>
                    <a:lnTo>
                      <a:pt x="1343596" y="346529"/>
                    </a:lnTo>
                    <a:lnTo>
                      <a:pt x="1337249" y="342087"/>
                    </a:lnTo>
                    <a:lnTo>
                      <a:pt x="1334710" y="341452"/>
                    </a:lnTo>
                    <a:lnTo>
                      <a:pt x="1325825" y="341452"/>
                    </a:lnTo>
                    <a:lnTo>
                      <a:pt x="1325190" y="340817"/>
                    </a:lnTo>
                    <a:lnTo>
                      <a:pt x="1324556" y="337644"/>
                    </a:lnTo>
                    <a:lnTo>
                      <a:pt x="1323920" y="337009"/>
                    </a:lnTo>
                    <a:lnTo>
                      <a:pt x="1323286" y="337009"/>
                    </a:lnTo>
                    <a:lnTo>
                      <a:pt x="1322651" y="337644"/>
                    </a:lnTo>
                    <a:lnTo>
                      <a:pt x="1322017" y="337644"/>
                    </a:lnTo>
                    <a:lnTo>
                      <a:pt x="1319478" y="336375"/>
                    </a:lnTo>
                    <a:lnTo>
                      <a:pt x="1314400" y="335740"/>
                    </a:lnTo>
                    <a:lnTo>
                      <a:pt x="1313131" y="335105"/>
                    </a:lnTo>
                    <a:lnTo>
                      <a:pt x="1310592" y="332567"/>
                    </a:lnTo>
                    <a:lnTo>
                      <a:pt x="1309323" y="331932"/>
                    </a:lnTo>
                    <a:lnTo>
                      <a:pt x="1307419" y="330663"/>
                    </a:lnTo>
                    <a:lnTo>
                      <a:pt x="1301072" y="323681"/>
                    </a:lnTo>
                    <a:lnTo>
                      <a:pt x="1299803" y="321143"/>
                    </a:lnTo>
                    <a:lnTo>
                      <a:pt x="1298534" y="316700"/>
                    </a:lnTo>
                    <a:lnTo>
                      <a:pt x="1296630" y="314796"/>
                    </a:lnTo>
                    <a:lnTo>
                      <a:pt x="1289649" y="313527"/>
                    </a:lnTo>
                    <a:lnTo>
                      <a:pt x="1287110" y="312892"/>
                    </a:lnTo>
                    <a:lnTo>
                      <a:pt x="1283302" y="310988"/>
                    </a:lnTo>
                    <a:lnTo>
                      <a:pt x="1280129" y="308449"/>
                    </a:lnTo>
                    <a:lnTo>
                      <a:pt x="1276955" y="303372"/>
                    </a:lnTo>
                    <a:lnTo>
                      <a:pt x="1274417" y="302737"/>
                    </a:lnTo>
                    <a:lnTo>
                      <a:pt x="1271878" y="302103"/>
                    </a:lnTo>
                    <a:lnTo>
                      <a:pt x="1269339" y="300833"/>
                    </a:lnTo>
                    <a:lnTo>
                      <a:pt x="1266800" y="298929"/>
                    </a:lnTo>
                    <a:lnTo>
                      <a:pt x="1266166" y="297660"/>
                    </a:lnTo>
                    <a:lnTo>
                      <a:pt x="1261723" y="284332"/>
                    </a:lnTo>
                    <a:lnTo>
                      <a:pt x="1260453" y="283062"/>
                    </a:lnTo>
                    <a:lnTo>
                      <a:pt x="1256011" y="279889"/>
                    </a:lnTo>
                    <a:lnTo>
                      <a:pt x="1254742" y="278620"/>
                    </a:lnTo>
                    <a:lnTo>
                      <a:pt x="1252203" y="276716"/>
                    </a:lnTo>
                    <a:lnTo>
                      <a:pt x="1237605" y="276081"/>
                    </a:lnTo>
                    <a:lnTo>
                      <a:pt x="1235067" y="274812"/>
                    </a:lnTo>
                    <a:lnTo>
                      <a:pt x="1233163" y="272908"/>
                    </a:lnTo>
                    <a:lnTo>
                      <a:pt x="1231893" y="270369"/>
                    </a:lnTo>
                    <a:lnTo>
                      <a:pt x="1231259" y="267196"/>
                    </a:lnTo>
                    <a:lnTo>
                      <a:pt x="1229990" y="265292"/>
                    </a:lnTo>
                    <a:lnTo>
                      <a:pt x="1228720" y="265292"/>
                    </a:lnTo>
                    <a:lnTo>
                      <a:pt x="1226182" y="267196"/>
                    </a:lnTo>
                    <a:lnTo>
                      <a:pt x="1219200" y="267830"/>
                    </a:lnTo>
                    <a:lnTo>
                      <a:pt x="1215392" y="267196"/>
                    </a:lnTo>
                    <a:lnTo>
                      <a:pt x="1213489" y="264657"/>
                    </a:lnTo>
                    <a:lnTo>
                      <a:pt x="1214758" y="262118"/>
                    </a:lnTo>
                    <a:lnTo>
                      <a:pt x="1218565" y="261484"/>
                    </a:lnTo>
                    <a:lnTo>
                      <a:pt x="1227451" y="262118"/>
                    </a:lnTo>
                    <a:lnTo>
                      <a:pt x="1230624" y="262753"/>
                    </a:lnTo>
                    <a:lnTo>
                      <a:pt x="1233798" y="265926"/>
                    </a:lnTo>
                    <a:lnTo>
                      <a:pt x="1236336" y="269735"/>
                    </a:lnTo>
                    <a:lnTo>
                      <a:pt x="1238875" y="272273"/>
                    </a:lnTo>
                    <a:lnTo>
                      <a:pt x="1240779" y="271638"/>
                    </a:lnTo>
                    <a:lnTo>
                      <a:pt x="1249664" y="271638"/>
                    </a:lnTo>
                    <a:lnTo>
                      <a:pt x="1252838" y="272908"/>
                    </a:lnTo>
                    <a:lnTo>
                      <a:pt x="1255377" y="274812"/>
                    </a:lnTo>
                    <a:lnTo>
                      <a:pt x="1260453" y="279889"/>
                    </a:lnTo>
                    <a:lnTo>
                      <a:pt x="1268704" y="291948"/>
                    </a:lnTo>
                    <a:lnTo>
                      <a:pt x="1270609" y="293217"/>
                    </a:lnTo>
                    <a:lnTo>
                      <a:pt x="1279494" y="297660"/>
                    </a:lnTo>
                    <a:lnTo>
                      <a:pt x="1283937" y="304641"/>
                    </a:lnTo>
                    <a:lnTo>
                      <a:pt x="1297265" y="308449"/>
                    </a:lnTo>
                    <a:lnTo>
                      <a:pt x="1301707" y="315431"/>
                    </a:lnTo>
                    <a:lnTo>
                      <a:pt x="1311227" y="325585"/>
                    </a:lnTo>
                    <a:lnTo>
                      <a:pt x="1314400" y="327489"/>
                    </a:lnTo>
                    <a:lnTo>
                      <a:pt x="1316939" y="328124"/>
                    </a:lnTo>
                    <a:lnTo>
                      <a:pt x="1319478" y="327489"/>
                    </a:lnTo>
                    <a:lnTo>
                      <a:pt x="1321382" y="324316"/>
                    </a:lnTo>
                    <a:lnTo>
                      <a:pt x="1322017" y="328124"/>
                    </a:lnTo>
                    <a:lnTo>
                      <a:pt x="1323286" y="330028"/>
                    </a:lnTo>
                    <a:lnTo>
                      <a:pt x="1325190" y="331297"/>
                    </a:lnTo>
                    <a:lnTo>
                      <a:pt x="1327094" y="331932"/>
                    </a:lnTo>
                    <a:lnTo>
                      <a:pt x="1328998" y="329393"/>
                    </a:lnTo>
                    <a:lnTo>
                      <a:pt x="1330267" y="330028"/>
                    </a:lnTo>
                    <a:lnTo>
                      <a:pt x="1331537" y="332567"/>
                    </a:lnTo>
                    <a:lnTo>
                      <a:pt x="1332806" y="334471"/>
                    </a:lnTo>
                    <a:lnTo>
                      <a:pt x="1339787" y="337644"/>
                    </a:lnTo>
                    <a:lnTo>
                      <a:pt x="1341057" y="338913"/>
                    </a:lnTo>
                    <a:lnTo>
                      <a:pt x="1343596" y="343356"/>
                    </a:lnTo>
                    <a:lnTo>
                      <a:pt x="1352480" y="350337"/>
                    </a:lnTo>
                    <a:lnTo>
                      <a:pt x="1355654" y="354145"/>
                    </a:lnTo>
                    <a:lnTo>
                      <a:pt x="1356289" y="356684"/>
                    </a:lnTo>
                    <a:lnTo>
                      <a:pt x="1358827" y="361127"/>
                    </a:lnTo>
                    <a:lnTo>
                      <a:pt x="1362001" y="363666"/>
                    </a:lnTo>
                    <a:lnTo>
                      <a:pt x="1365174" y="362396"/>
                    </a:lnTo>
                    <a:lnTo>
                      <a:pt x="1365174" y="352876"/>
                    </a:lnTo>
                    <a:lnTo>
                      <a:pt x="1366444" y="349068"/>
                    </a:lnTo>
                    <a:lnTo>
                      <a:pt x="1369617" y="352242"/>
                    </a:lnTo>
                    <a:lnTo>
                      <a:pt x="1370252" y="354145"/>
                    </a:lnTo>
                    <a:lnTo>
                      <a:pt x="1372790" y="356684"/>
                    </a:lnTo>
                    <a:lnTo>
                      <a:pt x="1374694" y="358588"/>
                    </a:lnTo>
                    <a:lnTo>
                      <a:pt x="1375329" y="358588"/>
                    </a:lnTo>
                    <a:lnTo>
                      <a:pt x="1375964" y="357319"/>
                    </a:lnTo>
                    <a:lnTo>
                      <a:pt x="1378503" y="358588"/>
                    </a:lnTo>
                    <a:lnTo>
                      <a:pt x="1381041" y="360492"/>
                    </a:lnTo>
                    <a:lnTo>
                      <a:pt x="1382310" y="361762"/>
                    </a:lnTo>
                    <a:lnTo>
                      <a:pt x="1393734" y="363666"/>
                    </a:lnTo>
                    <a:lnTo>
                      <a:pt x="1399446" y="363666"/>
                    </a:lnTo>
                    <a:lnTo>
                      <a:pt x="1401985" y="359857"/>
                    </a:lnTo>
                    <a:lnTo>
                      <a:pt x="1399446" y="360492"/>
                    </a:lnTo>
                    <a:lnTo>
                      <a:pt x="1398177" y="359223"/>
                    </a:lnTo>
                    <a:lnTo>
                      <a:pt x="1394369" y="356049"/>
                    </a:lnTo>
                    <a:lnTo>
                      <a:pt x="1393099" y="353511"/>
                    </a:lnTo>
                    <a:lnTo>
                      <a:pt x="1393734" y="351607"/>
                    </a:lnTo>
                    <a:lnTo>
                      <a:pt x="1395004" y="350337"/>
                    </a:lnTo>
                    <a:lnTo>
                      <a:pt x="1395638" y="348433"/>
                    </a:lnTo>
                    <a:lnTo>
                      <a:pt x="1393734" y="345260"/>
                    </a:lnTo>
                    <a:lnTo>
                      <a:pt x="1395638" y="345895"/>
                    </a:lnTo>
                    <a:lnTo>
                      <a:pt x="1398177" y="345895"/>
                    </a:lnTo>
                    <a:lnTo>
                      <a:pt x="1400716" y="345260"/>
                    </a:lnTo>
                    <a:lnTo>
                      <a:pt x="1401985" y="343991"/>
                    </a:lnTo>
                    <a:lnTo>
                      <a:pt x="1401351" y="341452"/>
                    </a:lnTo>
                    <a:lnTo>
                      <a:pt x="1394369" y="337644"/>
                    </a:lnTo>
                    <a:lnTo>
                      <a:pt x="1391830" y="335105"/>
                    </a:lnTo>
                    <a:lnTo>
                      <a:pt x="1391830" y="333836"/>
                    </a:lnTo>
                    <a:lnTo>
                      <a:pt x="1393099" y="333836"/>
                    </a:lnTo>
                    <a:lnTo>
                      <a:pt x="1394369" y="333836"/>
                    </a:lnTo>
                    <a:lnTo>
                      <a:pt x="1395004" y="333201"/>
                    </a:lnTo>
                    <a:lnTo>
                      <a:pt x="1395638" y="329393"/>
                    </a:lnTo>
                    <a:lnTo>
                      <a:pt x="1395638" y="326855"/>
                    </a:lnTo>
                    <a:lnTo>
                      <a:pt x="1395004" y="324316"/>
                    </a:lnTo>
                    <a:lnTo>
                      <a:pt x="1393734" y="320508"/>
                    </a:lnTo>
                    <a:lnTo>
                      <a:pt x="1388023" y="313527"/>
                    </a:lnTo>
                    <a:lnTo>
                      <a:pt x="1385484" y="309084"/>
                    </a:lnTo>
                    <a:lnTo>
                      <a:pt x="1386753" y="306545"/>
                    </a:lnTo>
                    <a:lnTo>
                      <a:pt x="1389926" y="307180"/>
                    </a:lnTo>
                    <a:lnTo>
                      <a:pt x="1397543" y="312257"/>
                    </a:lnTo>
                    <a:lnTo>
                      <a:pt x="1401351" y="311623"/>
                    </a:lnTo>
                    <a:lnTo>
                      <a:pt x="1402620" y="307815"/>
                    </a:lnTo>
                    <a:lnTo>
                      <a:pt x="1401985" y="302103"/>
                    </a:lnTo>
                    <a:lnTo>
                      <a:pt x="1399446" y="291948"/>
                    </a:lnTo>
                    <a:lnTo>
                      <a:pt x="1397543" y="289409"/>
                    </a:lnTo>
                    <a:lnTo>
                      <a:pt x="1393734" y="287505"/>
                    </a:lnTo>
                    <a:lnTo>
                      <a:pt x="1389292" y="286236"/>
                    </a:lnTo>
                    <a:lnTo>
                      <a:pt x="1370252" y="283062"/>
                    </a:lnTo>
                    <a:lnTo>
                      <a:pt x="1362001" y="279889"/>
                    </a:lnTo>
                    <a:lnTo>
                      <a:pt x="1351846" y="278620"/>
                    </a:lnTo>
                    <a:lnTo>
                      <a:pt x="1349307" y="277985"/>
                    </a:lnTo>
                    <a:lnTo>
                      <a:pt x="1350577" y="277350"/>
                    </a:lnTo>
                    <a:lnTo>
                      <a:pt x="1351846" y="276081"/>
                    </a:lnTo>
                    <a:lnTo>
                      <a:pt x="1353116" y="275447"/>
                    </a:lnTo>
                    <a:lnTo>
                      <a:pt x="1351211" y="274177"/>
                    </a:lnTo>
                    <a:lnTo>
                      <a:pt x="1348673" y="272908"/>
                    </a:lnTo>
                    <a:lnTo>
                      <a:pt x="1346134" y="272273"/>
                    </a:lnTo>
                    <a:lnTo>
                      <a:pt x="1343596" y="272273"/>
                    </a:lnTo>
                    <a:lnTo>
                      <a:pt x="1336614" y="275447"/>
                    </a:lnTo>
                    <a:lnTo>
                      <a:pt x="1335345" y="274812"/>
                    </a:lnTo>
                    <a:lnTo>
                      <a:pt x="1334710" y="271638"/>
                    </a:lnTo>
                    <a:lnTo>
                      <a:pt x="1334076" y="271004"/>
                    </a:lnTo>
                    <a:lnTo>
                      <a:pt x="1335979" y="267830"/>
                    </a:lnTo>
                    <a:lnTo>
                      <a:pt x="1335979" y="264657"/>
                    </a:lnTo>
                    <a:lnTo>
                      <a:pt x="1332806" y="262118"/>
                    </a:lnTo>
                    <a:lnTo>
                      <a:pt x="1325190" y="258945"/>
                    </a:lnTo>
                    <a:lnTo>
                      <a:pt x="1320113" y="255772"/>
                    </a:lnTo>
                    <a:lnTo>
                      <a:pt x="1318843" y="255137"/>
                    </a:lnTo>
                    <a:lnTo>
                      <a:pt x="1318209" y="250060"/>
                    </a:lnTo>
                    <a:lnTo>
                      <a:pt x="1317574" y="248156"/>
                    </a:lnTo>
                    <a:lnTo>
                      <a:pt x="1315670" y="247521"/>
                    </a:lnTo>
                    <a:lnTo>
                      <a:pt x="1313131" y="248156"/>
                    </a:lnTo>
                    <a:lnTo>
                      <a:pt x="1309323" y="250060"/>
                    </a:lnTo>
                    <a:lnTo>
                      <a:pt x="1306785" y="250694"/>
                    </a:lnTo>
                    <a:lnTo>
                      <a:pt x="1304880" y="250060"/>
                    </a:lnTo>
                    <a:lnTo>
                      <a:pt x="1302977" y="249425"/>
                    </a:lnTo>
                    <a:lnTo>
                      <a:pt x="1301072" y="248790"/>
                    </a:lnTo>
                    <a:lnTo>
                      <a:pt x="1298534" y="248790"/>
                    </a:lnTo>
                    <a:lnTo>
                      <a:pt x="1296630" y="250694"/>
                    </a:lnTo>
                    <a:lnTo>
                      <a:pt x="1292822" y="254502"/>
                    </a:lnTo>
                    <a:lnTo>
                      <a:pt x="1288379" y="257041"/>
                    </a:lnTo>
                    <a:lnTo>
                      <a:pt x="1285840" y="254502"/>
                    </a:lnTo>
                    <a:lnTo>
                      <a:pt x="1283937" y="251964"/>
                    </a:lnTo>
                    <a:lnTo>
                      <a:pt x="1280763" y="250694"/>
                    </a:lnTo>
                    <a:lnTo>
                      <a:pt x="1276955" y="250694"/>
                    </a:lnTo>
                    <a:lnTo>
                      <a:pt x="1273147" y="251329"/>
                    </a:lnTo>
                    <a:lnTo>
                      <a:pt x="1264897" y="251329"/>
                    </a:lnTo>
                    <a:lnTo>
                      <a:pt x="1254742" y="250060"/>
                    </a:lnTo>
                    <a:lnTo>
                      <a:pt x="1246491" y="247521"/>
                    </a:lnTo>
                    <a:lnTo>
                      <a:pt x="1242683" y="241809"/>
                    </a:lnTo>
                    <a:lnTo>
                      <a:pt x="1242683" y="240540"/>
                    </a:lnTo>
                    <a:lnTo>
                      <a:pt x="1242683" y="239270"/>
                    </a:lnTo>
                    <a:lnTo>
                      <a:pt x="1242049" y="237366"/>
                    </a:lnTo>
                    <a:lnTo>
                      <a:pt x="1240144" y="235462"/>
                    </a:lnTo>
                    <a:lnTo>
                      <a:pt x="1238240" y="234828"/>
                    </a:lnTo>
                    <a:lnTo>
                      <a:pt x="1236336" y="234193"/>
                    </a:lnTo>
                    <a:lnTo>
                      <a:pt x="1234432" y="233558"/>
                    </a:lnTo>
                    <a:lnTo>
                      <a:pt x="1223643" y="225942"/>
                    </a:lnTo>
                    <a:lnTo>
                      <a:pt x="1222373" y="225942"/>
                    </a:lnTo>
                    <a:lnTo>
                      <a:pt x="1220470" y="224673"/>
                    </a:lnTo>
                    <a:lnTo>
                      <a:pt x="1219200" y="223404"/>
                    </a:lnTo>
                    <a:lnTo>
                      <a:pt x="1220470" y="222769"/>
                    </a:lnTo>
                    <a:lnTo>
                      <a:pt x="1224278" y="222134"/>
                    </a:lnTo>
                    <a:lnTo>
                      <a:pt x="1226182" y="221500"/>
                    </a:lnTo>
                    <a:lnTo>
                      <a:pt x="1227451" y="220230"/>
                    </a:lnTo>
                    <a:lnTo>
                      <a:pt x="1228720" y="216422"/>
                    </a:lnTo>
                    <a:lnTo>
                      <a:pt x="1227451" y="212614"/>
                    </a:lnTo>
                    <a:lnTo>
                      <a:pt x="1225547" y="208806"/>
                    </a:lnTo>
                    <a:lnTo>
                      <a:pt x="1223643" y="206268"/>
                    </a:lnTo>
                    <a:lnTo>
                      <a:pt x="1218565" y="204363"/>
                    </a:lnTo>
                    <a:lnTo>
                      <a:pt x="1214123" y="207537"/>
                    </a:lnTo>
                    <a:lnTo>
                      <a:pt x="1209680" y="211980"/>
                    </a:lnTo>
                    <a:lnTo>
                      <a:pt x="1200795" y="217057"/>
                    </a:lnTo>
                    <a:lnTo>
                      <a:pt x="1195083" y="222769"/>
                    </a:lnTo>
                    <a:lnTo>
                      <a:pt x="1191910" y="224673"/>
                    </a:lnTo>
                    <a:lnTo>
                      <a:pt x="1179851" y="229116"/>
                    </a:lnTo>
                    <a:lnTo>
                      <a:pt x="1170965" y="228481"/>
                    </a:lnTo>
                    <a:lnTo>
                      <a:pt x="1161445" y="229116"/>
                    </a:lnTo>
                    <a:lnTo>
                      <a:pt x="1160811" y="227212"/>
                    </a:lnTo>
                    <a:lnTo>
                      <a:pt x="1162715" y="226577"/>
                    </a:lnTo>
                    <a:lnTo>
                      <a:pt x="1169062" y="225942"/>
                    </a:lnTo>
                    <a:lnTo>
                      <a:pt x="1170965" y="224673"/>
                    </a:lnTo>
                    <a:lnTo>
                      <a:pt x="1170331" y="222769"/>
                    </a:lnTo>
                    <a:lnTo>
                      <a:pt x="1167157" y="220230"/>
                    </a:lnTo>
                    <a:lnTo>
                      <a:pt x="1165253" y="217692"/>
                    </a:lnTo>
                    <a:lnTo>
                      <a:pt x="1157003" y="211980"/>
                    </a:lnTo>
                    <a:lnTo>
                      <a:pt x="1154464" y="209441"/>
                    </a:lnTo>
                    <a:lnTo>
                      <a:pt x="1157003" y="206902"/>
                    </a:lnTo>
                    <a:lnTo>
                      <a:pt x="1159542" y="208172"/>
                    </a:lnTo>
                    <a:lnTo>
                      <a:pt x="1164618" y="212614"/>
                    </a:lnTo>
                    <a:lnTo>
                      <a:pt x="1160811" y="203729"/>
                    </a:lnTo>
                    <a:lnTo>
                      <a:pt x="1160811" y="192939"/>
                    </a:lnTo>
                    <a:lnTo>
                      <a:pt x="1162080" y="183419"/>
                    </a:lnTo>
                    <a:lnTo>
                      <a:pt x="1161445" y="178977"/>
                    </a:lnTo>
                    <a:lnTo>
                      <a:pt x="1160811" y="177073"/>
                    </a:lnTo>
                    <a:lnTo>
                      <a:pt x="1162080" y="176438"/>
                    </a:lnTo>
                    <a:lnTo>
                      <a:pt x="1165253" y="173265"/>
                    </a:lnTo>
                    <a:lnTo>
                      <a:pt x="1163984" y="172630"/>
                    </a:lnTo>
                    <a:lnTo>
                      <a:pt x="1162715" y="171361"/>
                    </a:lnTo>
                    <a:lnTo>
                      <a:pt x="1161445" y="170726"/>
                    </a:lnTo>
                    <a:lnTo>
                      <a:pt x="1163349" y="167553"/>
                    </a:lnTo>
                    <a:lnTo>
                      <a:pt x="1164618" y="163745"/>
                    </a:lnTo>
                    <a:lnTo>
                      <a:pt x="1165253" y="159302"/>
                    </a:lnTo>
                    <a:lnTo>
                      <a:pt x="1165253" y="155494"/>
                    </a:lnTo>
                    <a:lnTo>
                      <a:pt x="1165888" y="151686"/>
                    </a:lnTo>
                    <a:lnTo>
                      <a:pt x="1168426" y="149147"/>
                    </a:lnTo>
                    <a:lnTo>
                      <a:pt x="1170965" y="148513"/>
                    </a:lnTo>
                    <a:lnTo>
                      <a:pt x="1172870" y="150417"/>
                    </a:lnTo>
                    <a:lnTo>
                      <a:pt x="1174139" y="154225"/>
                    </a:lnTo>
                    <a:lnTo>
                      <a:pt x="1175408" y="156129"/>
                    </a:lnTo>
                    <a:lnTo>
                      <a:pt x="1177312" y="155494"/>
                    </a:lnTo>
                    <a:lnTo>
                      <a:pt x="1180485" y="152955"/>
                    </a:lnTo>
                    <a:lnTo>
                      <a:pt x="1182390" y="150417"/>
                    </a:lnTo>
                    <a:lnTo>
                      <a:pt x="1183659" y="147878"/>
                    </a:lnTo>
                    <a:lnTo>
                      <a:pt x="1183024" y="145339"/>
                    </a:lnTo>
                    <a:lnTo>
                      <a:pt x="1179216" y="144070"/>
                    </a:lnTo>
                    <a:lnTo>
                      <a:pt x="1177312" y="141531"/>
                    </a:lnTo>
                    <a:lnTo>
                      <a:pt x="1176677" y="138358"/>
                    </a:lnTo>
                    <a:lnTo>
                      <a:pt x="1177946" y="135819"/>
                    </a:lnTo>
                    <a:lnTo>
                      <a:pt x="1181120" y="134550"/>
                    </a:lnTo>
                    <a:lnTo>
                      <a:pt x="1181120" y="137723"/>
                    </a:lnTo>
                    <a:lnTo>
                      <a:pt x="1182390" y="138993"/>
                    </a:lnTo>
                    <a:lnTo>
                      <a:pt x="1183659" y="138358"/>
                    </a:lnTo>
                    <a:lnTo>
                      <a:pt x="1183659" y="133281"/>
                    </a:lnTo>
                    <a:lnTo>
                      <a:pt x="1184928" y="132646"/>
                    </a:lnTo>
                    <a:lnTo>
                      <a:pt x="1186832" y="132646"/>
                    </a:lnTo>
                    <a:lnTo>
                      <a:pt x="1188736" y="131376"/>
                    </a:lnTo>
                    <a:lnTo>
                      <a:pt x="1191910" y="128203"/>
                    </a:lnTo>
                    <a:lnTo>
                      <a:pt x="1195083" y="126299"/>
                    </a:lnTo>
                    <a:lnTo>
                      <a:pt x="1196986" y="123761"/>
                    </a:lnTo>
                    <a:lnTo>
                      <a:pt x="1196352" y="117414"/>
                    </a:lnTo>
                    <a:lnTo>
                      <a:pt x="1191275" y="92027"/>
                    </a:lnTo>
                    <a:lnTo>
                      <a:pt x="1190640" y="90758"/>
                    </a:lnTo>
                    <a:lnTo>
                      <a:pt x="1189371" y="88219"/>
                    </a:lnTo>
                    <a:lnTo>
                      <a:pt x="1188736" y="86950"/>
                    </a:lnTo>
                    <a:lnTo>
                      <a:pt x="1183659" y="82507"/>
                    </a:lnTo>
                    <a:lnTo>
                      <a:pt x="1183659" y="82507"/>
                    </a:lnTo>
                    <a:lnTo>
                      <a:pt x="1183659" y="82507"/>
                    </a:lnTo>
                    <a:lnTo>
                      <a:pt x="1181120" y="80603"/>
                    </a:lnTo>
                    <a:lnTo>
                      <a:pt x="1172235" y="76160"/>
                    </a:lnTo>
                    <a:lnTo>
                      <a:pt x="1170965" y="75526"/>
                    </a:lnTo>
                    <a:lnTo>
                      <a:pt x="1167792" y="72987"/>
                    </a:lnTo>
                    <a:lnTo>
                      <a:pt x="1165253" y="71718"/>
                    </a:lnTo>
                    <a:lnTo>
                      <a:pt x="1158906" y="71718"/>
                    </a:lnTo>
                    <a:lnTo>
                      <a:pt x="1151925" y="71083"/>
                    </a:lnTo>
                    <a:lnTo>
                      <a:pt x="1149386" y="71083"/>
                    </a:lnTo>
                    <a:lnTo>
                      <a:pt x="1146213" y="70448"/>
                    </a:lnTo>
                    <a:lnTo>
                      <a:pt x="1144309" y="67275"/>
                    </a:lnTo>
                    <a:lnTo>
                      <a:pt x="1142405" y="63467"/>
                    </a:lnTo>
                    <a:lnTo>
                      <a:pt x="1140502" y="60294"/>
                    </a:lnTo>
                    <a:lnTo>
                      <a:pt x="1135424" y="56486"/>
                    </a:lnTo>
                    <a:lnTo>
                      <a:pt x="1129077" y="54581"/>
                    </a:lnTo>
                    <a:lnTo>
                      <a:pt x="1122730" y="53947"/>
                    </a:lnTo>
                    <a:lnTo>
                      <a:pt x="1105595" y="55851"/>
                    </a:lnTo>
                    <a:lnTo>
                      <a:pt x="1100517" y="54581"/>
                    </a:lnTo>
                    <a:lnTo>
                      <a:pt x="1092266" y="48869"/>
                    </a:lnTo>
                    <a:lnTo>
                      <a:pt x="1088458" y="46966"/>
                    </a:lnTo>
                    <a:lnTo>
                      <a:pt x="1085285" y="44427"/>
                    </a:lnTo>
                    <a:lnTo>
                      <a:pt x="1083381" y="40619"/>
                    </a:lnTo>
                    <a:lnTo>
                      <a:pt x="1084016" y="36176"/>
                    </a:lnTo>
                    <a:lnTo>
                      <a:pt x="1089093" y="29195"/>
                    </a:lnTo>
                    <a:lnTo>
                      <a:pt x="1090997" y="24752"/>
                    </a:lnTo>
                    <a:lnTo>
                      <a:pt x="1090997" y="19675"/>
                    </a:lnTo>
                    <a:lnTo>
                      <a:pt x="1087824" y="16501"/>
                    </a:lnTo>
                    <a:lnTo>
                      <a:pt x="1084016" y="15867"/>
                    </a:lnTo>
                    <a:lnTo>
                      <a:pt x="1079573" y="15232"/>
                    </a:lnTo>
                    <a:lnTo>
                      <a:pt x="1075765" y="13328"/>
                    </a:lnTo>
                    <a:lnTo>
                      <a:pt x="1070688" y="8251"/>
                    </a:lnTo>
                    <a:lnTo>
                      <a:pt x="1068149" y="6981"/>
                    </a:lnTo>
                    <a:lnTo>
                      <a:pt x="1059264" y="6347"/>
                    </a:lnTo>
                    <a:lnTo>
                      <a:pt x="1050378" y="5077"/>
                    </a:lnTo>
                    <a:lnTo>
                      <a:pt x="1046570" y="5077"/>
                    </a:lnTo>
                    <a:lnTo>
                      <a:pt x="1037050" y="6981"/>
                    </a:lnTo>
                    <a:lnTo>
                      <a:pt x="1033242" y="5712"/>
                    </a:lnTo>
                    <a:lnTo>
                      <a:pt x="1033242" y="6981"/>
                    </a:lnTo>
                    <a:lnTo>
                      <a:pt x="1032608" y="10155"/>
                    </a:lnTo>
                    <a:lnTo>
                      <a:pt x="1030703" y="20944"/>
                    </a:lnTo>
                    <a:lnTo>
                      <a:pt x="1028799" y="29195"/>
                    </a:lnTo>
                    <a:lnTo>
                      <a:pt x="1026261" y="41254"/>
                    </a:lnTo>
                    <a:lnTo>
                      <a:pt x="1024357" y="48869"/>
                    </a:lnTo>
                    <a:lnTo>
                      <a:pt x="1023722" y="52043"/>
                    </a:lnTo>
                    <a:lnTo>
                      <a:pt x="1023088" y="55216"/>
                    </a:lnTo>
                    <a:lnTo>
                      <a:pt x="1021183" y="53947"/>
                    </a:lnTo>
                    <a:lnTo>
                      <a:pt x="1018644" y="52677"/>
                    </a:lnTo>
                    <a:lnTo>
                      <a:pt x="1005951" y="46331"/>
                    </a:lnTo>
                    <a:lnTo>
                      <a:pt x="993258" y="39984"/>
                    </a:lnTo>
                    <a:lnTo>
                      <a:pt x="980564" y="33637"/>
                    </a:lnTo>
                    <a:lnTo>
                      <a:pt x="967871" y="27291"/>
                    </a:lnTo>
                    <a:lnTo>
                      <a:pt x="955178" y="20944"/>
                    </a:lnTo>
                    <a:lnTo>
                      <a:pt x="942484" y="14597"/>
                    </a:lnTo>
                    <a:lnTo>
                      <a:pt x="929791" y="8251"/>
                    </a:lnTo>
                    <a:lnTo>
                      <a:pt x="917097" y="1904"/>
                    </a:lnTo>
                    <a:lnTo>
                      <a:pt x="913290" y="0"/>
                    </a:lnTo>
                    <a:lnTo>
                      <a:pt x="910751" y="1904"/>
                    </a:lnTo>
                    <a:lnTo>
                      <a:pt x="908847" y="6981"/>
                    </a:lnTo>
                    <a:lnTo>
                      <a:pt x="908212" y="9520"/>
                    </a:lnTo>
                    <a:lnTo>
                      <a:pt x="908212" y="11424"/>
                    </a:lnTo>
                    <a:lnTo>
                      <a:pt x="908847" y="13963"/>
                    </a:lnTo>
                    <a:lnTo>
                      <a:pt x="911385" y="20944"/>
                    </a:lnTo>
                    <a:lnTo>
                      <a:pt x="912020" y="23483"/>
                    </a:lnTo>
                    <a:lnTo>
                      <a:pt x="912020" y="26656"/>
                    </a:lnTo>
                    <a:lnTo>
                      <a:pt x="912020" y="27925"/>
                    </a:lnTo>
                    <a:lnTo>
                      <a:pt x="911385" y="30464"/>
                    </a:lnTo>
                    <a:lnTo>
                      <a:pt x="909482" y="35541"/>
                    </a:lnTo>
                    <a:lnTo>
                      <a:pt x="905039" y="45061"/>
                    </a:lnTo>
                    <a:lnTo>
                      <a:pt x="904404" y="46331"/>
                    </a:lnTo>
                    <a:lnTo>
                      <a:pt x="904404" y="47600"/>
                    </a:lnTo>
                    <a:lnTo>
                      <a:pt x="904404" y="48869"/>
                    </a:lnTo>
                    <a:lnTo>
                      <a:pt x="904404" y="50139"/>
                    </a:lnTo>
                    <a:lnTo>
                      <a:pt x="905039" y="51408"/>
                    </a:lnTo>
                    <a:lnTo>
                      <a:pt x="905674" y="52043"/>
                    </a:lnTo>
                    <a:lnTo>
                      <a:pt x="906308" y="54581"/>
                    </a:lnTo>
                    <a:lnTo>
                      <a:pt x="906308" y="55851"/>
                    </a:lnTo>
                    <a:lnTo>
                      <a:pt x="906308" y="57120"/>
                    </a:lnTo>
                    <a:lnTo>
                      <a:pt x="905674" y="60928"/>
                    </a:lnTo>
                    <a:lnTo>
                      <a:pt x="905674" y="62198"/>
                    </a:lnTo>
                    <a:lnTo>
                      <a:pt x="905674" y="64101"/>
                    </a:lnTo>
                    <a:lnTo>
                      <a:pt x="906308" y="65371"/>
                    </a:lnTo>
                    <a:lnTo>
                      <a:pt x="906943" y="66640"/>
                    </a:lnTo>
                    <a:lnTo>
                      <a:pt x="908212" y="69814"/>
                    </a:lnTo>
                    <a:lnTo>
                      <a:pt x="908847" y="71083"/>
                    </a:lnTo>
                    <a:lnTo>
                      <a:pt x="908847" y="72352"/>
                    </a:lnTo>
                    <a:lnTo>
                      <a:pt x="908847" y="72987"/>
                    </a:lnTo>
                    <a:lnTo>
                      <a:pt x="908212" y="74256"/>
                    </a:lnTo>
                    <a:lnTo>
                      <a:pt x="903769" y="83142"/>
                    </a:lnTo>
                    <a:lnTo>
                      <a:pt x="897423" y="90758"/>
                    </a:lnTo>
                    <a:lnTo>
                      <a:pt x="891711" y="101547"/>
                    </a:lnTo>
                    <a:lnTo>
                      <a:pt x="889807" y="107259"/>
                    </a:lnTo>
                    <a:lnTo>
                      <a:pt x="889807" y="108528"/>
                    </a:lnTo>
                    <a:lnTo>
                      <a:pt x="889807" y="109163"/>
                    </a:lnTo>
                    <a:lnTo>
                      <a:pt x="890442" y="109798"/>
                    </a:lnTo>
                    <a:lnTo>
                      <a:pt x="891076" y="110432"/>
                    </a:lnTo>
                    <a:lnTo>
                      <a:pt x="891076" y="111067"/>
                    </a:lnTo>
                    <a:lnTo>
                      <a:pt x="890442" y="113606"/>
                    </a:lnTo>
                    <a:lnTo>
                      <a:pt x="886634" y="120587"/>
                    </a:lnTo>
                    <a:lnTo>
                      <a:pt x="885364" y="121856"/>
                    </a:lnTo>
                    <a:lnTo>
                      <a:pt x="884095" y="123126"/>
                    </a:lnTo>
                    <a:lnTo>
                      <a:pt x="881556" y="125030"/>
                    </a:lnTo>
                    <a:lnTo>
                      <a:pt x="879652" y="125664"/>
                    </a:lnTo>
                    <a:lnTo>
                      <a:pt x="878383" y="126299"/>
                    </a:lnTo>
                    <a:lnTo>
                      <a:pt x="877748" y="127568"/>
                    </a:lnTo>
                    <a:lnTo>
                      <a:pt x="877114" y="130107"/>
                    </a:lnTo>
                    <a:lnTo>
                      <a:pt x="875844" y="135185"/>
                    </a:lnTo>
                    <a:lnTo>
                      <a:pt x="874575" y="137723"/>
                    </a:lnTo>
                    <a:lnTo>
                      <a:pt x="873940" y="138993"/>
                    </a:lnTo>
                    <a:lnTo>
                      <a:pt x="872671" y="140262"/>
                    </a:lnTo>
                    <a:lnTo>
                      <a:pt x="868863" y="142801"/>
                    </a:lnTo>
                    <a:lnTo>
                      <a:pt x="867594" y="143435"/>
                    </a:lnTo>
                    <a:lnTo>
                      <a:pt x="866324" y="144070"/>
                    </a:lnTo>
                    <a:lnTo>
                      <a:pt x="865055" y="144070"/>
                    </a:lnTo>
                    <a:lnTo>
                      <a:pt x="864420" y="143435"/>
                    </a:lnTo>
                    <a:lnTo>
                      <a:pt x="863785" y="142801"/>
                    </a:lnTo>
                    <a:lnTo>
                      <a:pt x="863150" y="142166"/>
                    </a:lnTo>
                    <a:lnTo>
                      <a:pt x="862516" y="141531"/>
                    </a:lnTo>
                    <a:lnTo>
                      <a:pt x="861881" y="140897"/>
                    </a:lnTo>
                    <a:lnTo>
                      <a:pt x="861247" y="140897"/>
                    </a:lnTo>
                    <a:lnTo>
                      <a:pt x="860612" y="141531"/>
                    </a:lnTo>
                    <a:lnTo>
                      <a:pt x="857438" y="148513"/>
                    </a:lnTo>
                    <a:lnTo>
                      <a:pt x="852996" y="158667"/>
                    </a:lnTo>
                    <a:lnTo>
                      <a:pt x="847918" y="170091"/>
                    </a:lnTo>
                    <a:lnTo>
                      <a:pt x="844110" y="179611"/>
                    </a:lnTo>
                    <a:lnTo>
                      <a:pt x="843476" y="180881"/>
                    </a:lnTo>
                    <a:lnTo>
                      <a:pt x="842841" y="182150"/>
                    </a:lnTo>
                    <a:lnTo>
                      <a:pt x="841572" y="182150"/>
                    </a:lnTo>
                    <a:lnTo>
                      <a:pt x="833956" y="178977"/>
                    </a:lnTo>
                    <a:lnTo>
                      <a:pt x="824436" y="174534"/>
                    </a:lnTo>
                    <a:lnTo>
                      <a:pt x="818089" y="171995"/>
                    </a:lnTo>
                    <a:lnTo>
                      <a:pt x="817455" y="171995"/>
                    </a:lnTo>
                    <a:lnTo>
                      <a:pt x="816820" y="173265"/>
                    </a:lnTo>
                    <a:lnTo>
                      <a:pt x="811108" y="185958"/>
                    </a:lnTo>
                    <a:lnTo>
                      <a:pt x="809838" y="188497"/>
                    </a:lnTo>
                    <a:lnTo>
                      <a:pt x="809204" y="191035"/>
                    </a:lnTo>
                    <a:lnTo>
                      <a:pt x="809204" y="192305"/>
                    </a:lnTo>
                    <a:lnTo>
                      <a:pt x="808569" y="193574"/>
                    </a:lnTo>
                    <a:lnTo>
                      <a:pt x="807935" y="195478"/>
                    </a:lnTo>
                    <a:lnTo>
                      <a:pt x="805396" y="200555"/>
                    </a:lnTo>
                    <a:lnTo>
                      <a:pt x="804761" y="203094"/>
                    </a:lnTo>
                    <a:lnTo>
                      <a:pt x="804761" y="204363"/>
                    </a:lnTo>
                    <a:lnTo>
                      <a:pt x="805396" y="218326"/>
                    </a:lnTo>
                    <a:lnTo>
                      <a:pt x="805396" y="219595"/>
                    </a:lnTo>
                    <a:lnTo>
                      <a:pt x="804761" y="220865"/>
                    </a:lnTo>
                    <a:lnTo>
                      <a:pt x="803491" y="222134"/>
                    </a:lnTo>
                    <a:lnTo>
                      <a:pt x="800953" y="224673"/>
                    </a:lnTo>
                    <a:lnTo>
                      <a:pt x="799049" y="226577"/>
                    </a:lnTo>
                    <a:lnTo>
                      <a:pt x="797145" y="229116"/>
                    </a:lnTo>
                    <a:lnTo>
                      <a:pt x="795876" y="232289"/>
                    </a:lnTo>
                    <a:lnTo>
                      <a:pt x="795241" y="234193"/>
                    </a:lnTo>
                    <a:lnTo>
                      <a:pt x="795241" y="236097"/>
                    </a:lnTo>
                    <a:lnTo>
                      <a:pt x="794607" y="244348"/>
                    </a:lnTo>
                    <a:lnTo>
                      <a:pt x="794607" y="244982"/>
                    </a:lnTo>
                    <a:lnTo>
                      <a:pt x="794607" y="245617"/>
                    </a:lnTo>
                    <a:lnTo>
                      <a:pt x="794607" y="246886"/>
                    </a:lnTo>
                    <a:lnTo>
                      <a:pt x="794607" y="247521"/>
                    </a:lnTo>
                    <a:lnTo>
                      <a:pt x="793337" y="256406"/>
                    </a:lnTo>
                    <a:lnTo>
                      <a:pt x="792702" y="258945"/>
                    </a:lnTo>
                    <a:lnTo>
                      <a:pt x="792068" y="261484"/>
                    </a:lnTo>
                    <a:lnTo>
                      <a:pt x="789529" y="266561"/>
                    </a:lnTo>
                    <a:lnTo>
                      <a:pt x="785721" y="274177"/>
                    </a:lnTo>
                    <a:lnTo>
                      <a:pt x="780643" y="284967"/>
                    </a:lnTo>
                    <a:lnTo>
                      <a:pt x="780009" y="285601"/>
                    </a:lnTo>
                    <a:lnTo>
                      <a:pt x="779374" y="286236"/>
                    </a:lnTo>
                    <a:lnTo>
                      <a:pt x="778105" y="286236"/>
                    </a:lnTo>
                    <a:lnTo>
                      <a:pt x="765411" y="284332"/>
                    </a:lnTo>
                    <a:lnTo>
                      <a:pt x="754622" y="283062"/>
                    </a:lnTo>
                    <a:lnTo>
                      <a:pt x="745102" y="281793"/>
                    </a:lnTo>
                    <a:lnTo>
                      <a:pt x="735582" y="280524"/>
                    </a:lnTo>
                    <a:lnTo>
                      <a:pt x="734948" y="280524"/>
                    </a:lnTo>
                    <a:lnTo>
                      <a:pt x="734313" y="280524"/>
                    </a:lnTo>
                    <a:lnTo>
                      <a:pt x="734313" y="279889"/>
                    </a:lnTo>
                    <a:lnTo>
                      <a:pt x="734948" y="277985"/>
                    </a:lnTo>
                    <a:lnTo>
                      <a:pt x="734948" y="277350"/>
                    </a:lnTo>
                    <a:lnTo>
                      <a:pt x="734948" y="276716"/>
                    </a:lnTo>
                    <a:lnTo>
                      <a:pt x="734948" y="276081"/>
                    </a:lnTo>
                    <a:lnTo>
                      <a:pt x="734313" y="274812"/>
                    </a:lnTo>
                    <a:lnTo>
                      <a:pt x="724158" y="262753"/>
                    </a:lnTo>
                    <a:lnTo>
                      <a:pt x="723523" y="262118"/>
                    </a:lnTo>
                    <a:lnTo>
                      <a:pt x="722889" y="261484"/>
                    </a:lnTo>
                    <a:lnTo>
                      <a:pt x="722254" y="261484"/>
                    </a:lnTo>
                    <a:lnTo>
                      <a:pt x="705118" y="258310"/>
                    </a:lnTo>
                    <a:lnTo>
                      <a:pt x="703849" y="258310"/>
                    </a:lnTo>
                    <a:lnTo>
                      <a:pt x="703214" y="259580"/>
                    </a:lnTo>
                    <a:lnTo>
                      <a:pt x="702580" y="261484"/>
                    </a:lnTo>
                    <a:lnTo>
                      <a:pt x="701944" y="265926"/>
                    </a:lnTo>
                    <a:lnTo>
                      <a:pt x="701944" y="268465"/>
                    </a:lnTo>
                    <a:lnTo>
                      <a:pt x="701944" y="270369"/>
                    </a:lnTo>
                    <a:lnTo>
                      <a:pt x="702580" y="271638"/>
                    </a:lnTo>
                    <a:lnTo>
                      <a:pt x="702580" y="272908"/>
                    </a:lnTo>
                    <a:lnTo>
                      <a:pt x="702580" y="274177"/>
                    </a:lnTo>
                    <a:lnTo>
                      <a:pt x="701944" y="276081"/>
                    </a:lnTo>
                    <a:lnTo>
                      <a:pt x="699406" y="281793"/>
                    </a:lnTo>
                    <a:lnTo>
                      <a:pt x="699406" y="282428"/>
                    </a:lnTo>
                    <a:lnTo>
                      <a:pt x="699406" y="286236"/>
                    </a:lnTo>
                    <a:lnTo>
                      <a:pt x="701310" y="296391"/>
                    </a:lnTo>
                    <a:lnTo>
                      <a:pt x="701310" y="297660"/>
                    </a:lnTo>
                    <a:lnTo>
                      <a:pt x="700675" y="299564"/>
                    </a:lnTo>
                    <a:lnTo>
                      <a:pt x="698136" y="304007"/>
                    </a:lnTo>
                    <a:lnTo>
                      <a:pt x="697502" y="306545"/>
                    </a:lnTo>
                    <a:lnTo>
                      <a:pt x="696867" y="314161"/>
                    </a:lnTo>
                    <a:lnTo>
                      <a:pt x="696233" y="315431"/>
                    </a:lnTo>
                    <a:lnTo>
                      <a:pt x="694329" y="317335"/>
                    </a:lnTo>
                    <a:lnTo>
                      <a:pt x="691155" y="319239"/>
                    </a:lnTo>
                    <a:lnTo>
                      <a:pt x="690521" y="319873"/>
                    </a:lnTo>
                    <a:lnTo>
                      <a:pt x="689886" y="321143"/>
                    </a:lnTo>
                    <a:lnTo>
                      <a:pt x="689251" y="323681"/>
                    </a:lnTo>
                    <a:lnTo>
                      <a:pt x="688616" y="326220"/>
                    </a:lnTo>
                    <a:lnTo>
                      <a:pt x="687347" y="328759"/>
                    </a:lnTo>
                    <a:lnTo>
                      <a:pt x="686713" y="330663"/>
                    </a:lnTo>
                    <a:lnTo>
                      <a:pt x="686713" y="333201"/>
                    </a:lnTo>
                    <a:lnTo>
                      <a:pt x="687347" y="334471"/>
                    </a:lnTo>
                    <a:lnTo>
                      <a:pt x="688616" y="337009"/>
                    </a:lnTo>
                    <a:lnTo>
                      <a:pt x="689251" y="338279"/>
                    </a:lnTo>
                    <a:lnTo>
                      <a:pt x="689886" y="339548"/>
                    </a:lnTo>
                    <a:lnTo>
                      <a:pt x="689251" y="341452"/>
                    </a:lnTo>
                    <a:lnTo>
                      <a:pt x="688616" y="343356"/>
                    </a:lnTo>
                    <a:lnTo>
                      <a:pt x="686078" y="347164"/>
                    </a:lnTo>
                    <a:lnTo>
                      <a:pt x="682270" y="350972"/>
                    </a:lnTo>
                    <a:lnTo>
                      <a:pt x="681001" y="352876"/>
                    </a:lnTo>
                    <a:lnTo>
                      <a:pt x="677827" y="358588"/>
                    </a:lnTo>
                    <a:lnTo>
                      <a:pt x="670211" y="368743"/>
                    </a:lnTo>
                    <a:lnTo>
                      <a:pt x="669576" y="370012"/>
                    </a:lnTo>
                    <a:lnTo>
                      <a:pt x="669576" y="371282"/>
                    </a:lnTo>
                    <a:lnTo>
                      <a:pt x="670211" y="373186"/>
                    </a:lnTo>
                    <a:lnTo>
                      <a:pt x="670846" y="375724"/>
                    </a:lnTo>
                    <a:lnTo>
                      <a:pt x="670846" y="377628"/>
                    </a:lnTo>
                    <a:lnTo>
                      <a:pt x="668942" y="392226"/>
                    </a:lnTo>
                    <a:lnTo>
                      <a:pt x="665768" y="401746"/>
                    </a:lnTo>
                    <a:lnTo>
                      <a:pt x="661326" y="415708"/>
                    </a:lnTo>
                    <a:lnTo>
                      <a:pt x="656248" y="423959"/>
                    </a:lnTo>
                    <a:lnTo>
                      <a:pt x="647997" y="437922"/>
                    </a:lnTo>
                    <a:lnTo>
                      <a:pt x="641016" y="448711"/>
                    </a:lnTo>
                    <a:lnTo>
                      <a:pt x="635939" y="457597"/>
                    </a:lnTo>
                    <a:lnTo>
                      <a:pt x="628957" y="468386"/>
                    </a:lnTo>
                    <a:lnTo>
                      <a:pt x="628957" y="469021"/>
                    </a:lnTo>
                    <a:lnTo>
                      <a:pt x="628323" y="474733"/>
                    </a:lnTo>
                    <a:lnTo>
                      <a:pt x="627688" y="476637"/>
                    </a:lnTo>
                    <a:lnTo>
                      <a:pt x="623880" y="488061"/>
                    </a:lnTo>
                    <a:lnTo>
                      <a:pt x="618803" y="502658"/>
                    </a:lnTo>
                    <a:lnTo>
                      <a:pt x="618168" y="505197"/>
                    </a:lnTo>
                    <a:lnTo>
                      <a:pt x="618803" y="505831"/>
                    </a:lnTo>
                    <a:lnTo>
                      <a:pt x="619437" y="506466"/>
                    </a:lnTo>
                    <a:lnTo>
                      <a:pt x="620073" y="507101"/>
                    </a:lnTo>
                    <a:lnTo>
                      <a:pt x="623246" y="509005"/>
                    </a:lnTo>
                    <a:lnTo>
                      <a:pt x="625784" y="510274"/>
                    </a:lnTo>
                    <a:lnTo>
                      <a:pt x="632131" y="512178"/>
                    </a:lnTo>
                    <a:lnTo>
                      <a:pt x="632766" y="512813"/>
                    </a:lnTo>
                    <a:lnTo>
                      <a:pt x="633400" y="514082"/>
                    </a:lnTo>
                    <a:lnTo>
                      <a:pt x="634035" y="516621"/>
                    </a:lnTo>
                    <a:lnTo>
                      <a:pt x="634035" y="517890"/>
                    </a:lnTo>
                    <a:lnTo>
                      <a:pt x="633400" y="519160"/>
                    </a:lnTo>
                    <a:lnTo>
                      <a:pt x="631496" y="521063"/>
                    </a:lnTo>
                    <a:lnTo>
                      <a:pt x="627688" y="524237"/>
                    </a:lnTo>
                    <a:lnTo>
                      <a:pt x="624515" y="526776"/>
                    </a:lnTo>
                    <a:lnTo>
                      <a:pt x="623246" y="527410"/>
                    </a:lnTo>
                    <a:lnTo>
                      <a:pt x="621976" y="528680"/>
                    </a:lnTo>
                    <a:lnTo>
                      <a:pt x="620073" y="531218"/>
                    </a:lnTo>
                    <a:lnTo>
                      <a:pt x="619437" y="533122"/>
                    </a:lnTo>
                    <a:lnTo>
                      <a:pt x="619437" y="535026"/>
                    </a:lnTo>
                    <a:lnTo>
                      <a:pt x="619437" y="536296"/>
                    </a:lnTo>
                    <a:lnTo>
                      <a:pt x="620073" y="537565"/>
                    </a:lnTo>
                    <a:lnTo>
                      <a:pt x="620707" y="538200"/>
                    </a:lnTo>
                    <a:lnTo>
                      <a:pt x="621342" y="538834"/>
                    </a:lnTo>
                    <a:lnTo>
                      <a:pt x="623880" y="540104"/>
                    </a:lnTo>
                    <a:lnTo>
                      <a:pt x="625149" y="540738"/>
                    </a:lnTo>
                    <a:lnTo>
                      <a:pt x="625784" y="543277"/>
                    </a:lnTo>
                    <a:lnTo>
                      <a:pt x="625149" y="544546"/>
                    </a:lnTo>
                    <a:lnTo>
                      <a:pt x="624515" y="545816"/>
                    </a:lnTo>
                    <a:lnTo>
                      <a:pt x="602936" y="563586"/>
                    </a:lnTo>
                    <a:lnTo>
                      <a:pt x="597859" y="569933"/>
                    </a:lnTo>
                    <a:lnTo>
                      <a:pt x="597224" y="571203"/>
                    </a:lnTo>
                    <a:lnTo>
                      <a:pt x="595955" y="571837"/>
                    </a:lnTo>
                    <a:lnTo>
                      <a:pt x="595320" y="571837"/>
                    </a:lnTo>
                    <a:lnTo>
                      <a:pt x="594050" y="571837"/>
                    </a:lnTo>
                    <a:lnTo>
                      <a:pt x="593416" y="571203"/>
                    </a:lnTo>
                    <a:lnTo>
                      <a:pt x="592781" y="570568"/>
                    </a:lnTo>
                    <a:lnTo>
                      <a:pt x="592147" y="569933"/>
                    </a:lnTo>
                    <a:lnTo>
                      <a:pt x="591512" y="568664"/>
                    </a:lnTo>
                    <a:lnTo>
                      <a:pt x="591512" y="567394"/>
                    </a:lnTo>
                    <a:lnTo>
                      <a:pt x="590877" y="565490"/>
                    </a:lnTo>
                    <a:lnTo>
                      <a:pt x="590243" y="564856"/>
                    </a:lnTo>
                    <a:lnTo>
                      <a:pt x="589608" y="564221"/>
                    </a:lnTo>
                    <a:lnTo>
                      <a:pt x="588974" y="563586"/>
                    </a:lnTo>
                    <a:lnTo>
                      <a:pt x="587069" y="563586"/>
                    </a:lnTo>
                    <a:lnTo>
                      <a:pt x="585800" y="563586"/>
                    </a:lnTo>
                    <a:lnTo>
                      <a:pt x="581357" y="564856"/>
                    </a:lnTo>
                    <a:lnTo>
                      <a:pt x="576915" y="567394"/>
                    </a:lnTo>
                    <a:lnTo>
                      <a:pt x="569299" y="572472"/>
                    </a:lnTo>
                    <a:lnTo>
                      <a:pt x="560413" y="578818"/>
                    </a:lnTo>
                    <a:lnTo>
                      <a:pt x="552162" y="585800"/>
                    </a:lnTo>
                    <a:lnTo>
                      <a:pt x="543912" y="592781"/>
                    </a:lnTo>
                    <a:lnTo>
                      <a:pt x="543277" y="593416"/>
                    </a:lnTo>
                    <a:lnTo>
                      <a:pt x="542008" y="594050"/>
                    </a:lnTo>
                    <a:lnTo>
                      <a:pt x="541373" y="594050"/>
                    </a:lnTo>
                    <a:lnTo>
                      <a:pt x="540739" y="594050"/>
                    </a:lnTo>
                    <a:lnTo>
                      <a:pt x="540104" y="593416"/>
                    </a:lnTo>
                    <a:lnTo>
                      <a:pt x="539469" y="592781"/>
                    </a:lnTo>
                    <a:lnTo>
                      <a:pt x="538835" y="592147"/>
                    </a:lnTo>
                    <a:lnTo>
                      <a:pt x="538200" y="591512"/>
                    </a:lnTo>
                    <a:lnTo>
                      <a:pt x="537566" y="591512"/>
                    </a:lnTo>
                    <a:lnTo>
                      <a:pt x="533757" y="591512"/>
                    </a:lnTo>
                    <a:lnTo>
                      <a:pt x="533122" y="590877"/>
                    </a:lnTo>
                    <a:lnTo>
                      <a:pt x="532488" y="590243"/>
                    </a:lnTo>
                    <a:lnTo>
                      <a:pt x="531853" y="588338"/>
                    </a:lnTo>
                    <a:lnTo>
                      <a:pt x="531219" y="587704"/>
                    </a:lnTo>
                    <a:lnTo>
                      <a:pt x="530584" y="587069"/>
                    </a:lnTo>
                    <a:lnTo>
                      <a:pt x="529949" y="587069"/>
                    </a:lnTo>
                    <a:lnTo>
                      <a:pt x="524237" y="587069"/>
                    </a:lnTo>
                    <a:lnTo>
                      <a:pt x="522333" y="587069"/>
                    </a:lnTo>
                    <a:lnTo>
                      <a:pt x="520429" y="587704"/>
                    </a:lnTo>
                    <a:lnTo>
                      <a:pt x="517890" y="588973"/>
                    </a:lnTo>
                    <a:lnTo>
                      <a:pt x="516621" y="590243"/>
                    </a:lnTo>
                    <a:lnTo>
                      <a:pt x="515987" y="591512"/>
                    </a:lnTo>
                    <a:lnTo>
                      <a:pt x="515352" y="592781"/>
                    </a:lnTo>
                    <a:lnTo>
                      <a:pt x="515352" y="594050"/>
                    </a:lnTo>
                    <a:lnTo>
                      <a:pt x="515352" y="595320"/>
                    </a:lnTo>
                    <a:lnTo>
                      <a:pt x="515352" y="596589"/>
                    </a:lnTo>
                    <a:lnTo>
                      <a:pt x="515352" y="597859"/>
                    </a:lnTo>
                    <a:lnTo>
                      <a:pt x="515987" y="599128"/>
                    </a:lnTo>
                    <a:lnTo>
                      <a:pt x="519794" y="603571"/>
                    </a:lnTo>
                    <a:lnTo>
                      <a:pt x="520429" y="604840"/>
                    </a:lnTo>
                    <a:lnTo>
                      <a:pt x="520429" y="606744"/>
                    </a:lnTo>
                    <a:lnTo>
                      <a:pt x="519794" y="609283"/>
                    </a:lnTo>
                    <a:lnTo>
                      <a:pt x="519160" y="610552"/>
                    </a:lnTo>
                    <a:lnTo>
                      <a:pt x="518525" y="611821"/>
                    </a:lnTo>
                    <a:lnTo>
                      <a:pt x="507101" y="621976"/>
                    </a:lnTo>
                    <a:lnTo>
                      <a:pt x="505832" y="622611"/>
                    </a:lnTo>
                    <a:lnTo>
                      <a:pt x="504562" y="622611"/>
                    </a:lnTo>
                    <a:lnTo>
                      <a:pt x="501389" y="620707"/>
                    </a:lnTo>
                    <a:lnTo>
                      <a:pt x="500120" y="620707"/>
                    </a:lnTo>
                    <a:lnTo>
                      <a:pt x="498216" y="621341"/>
                    </a:lnTo>
                    <a:lnTo>
                      <a:pt x="493139" y="625149"/>
                    </a:lnTo>
                    <a:lnTo>
                      <a:pt x="491234" y="625784"/>
                    </a:lnTo>
                    <a:lnTo>
                      <a:pt x="471560" y="632131"/>
                    </a:lnTo>
                    <a:lnTo>
                      <a:pt x="456962" y="643555"/>
                    </a:lnTo>
                    <a:lnTo>
                      <a:pt x="455058" y="644190"/>
                    </a:lnTo>
                    <a:lnTo>
                      <a:pt x="454423" y="644190"/>
                    </a:lnTo>
                    <a:lnTo>
                      <a:pt x="453789" y="643555"/>
                    </a:lnTo>
                    <a:lnTo>
                      <a:pt x="453154" y="642920"/>
                    </a:lnTo>
                    <a:lnTo>
                      <a:pt x="451885" y="641651"/>
                    </a:lnTo>
                    <a:lnTo>
                      <a:pt x="451250" y="641016"/>
                    </a:lnTo>
                    <a:lnTo>
                      <a:pt x="450615" y="640381"/>
                    </a:lnTo>
                    <a:lnTo>
                      <a:pt x="448712" y="639112"/>
                    </a:lnTo>
                    <a:lnTo>
                      <a:pt x="437287" y="634035"/>
                    </a:lnTo>
                    <a:lnTo>
                      <a:pt x="436653" y="633400"/>
                    </a:lnTo>
                    <a:lnTo>
                      <a:pt x="435383" y="632131"/>
                    </a:lnTo>
                    <a:lnTo>
                      <a:pt x="430306" y="627053"/>
                    </a:lnTo>
                    <a:lnTo>
                      <a:pt x="429672" y="626419"/>
                    </a:lnTo>
                    <a:lnTo>
                      <a:pt x="428402" y="625784"/>
                    </a:lnTo>
                    <a:lnTo>
                      <a:pt x="426498" y="625784"/>
                    </a:lnTo>
                    <a:lnTo>
                      <a:pt x="423960" y="626419"/>
                    </a:lnTo>
                    <a:lnTo>
                      <a:pt x="422690" y="627688"/>
                    </a:lnTo>
                    <a:lnTo>
                      <a:pt x="422055" y="628957"/>
                    </a:lnTo>
                    <a:lnTo>
                      <a:pt x="421421" y="630227"/>
                    </a:lnTo>
                    <a:lnTo>
                      <a:pt x="420786" y="634669"/>
                    </a:lnTo>
                    <a:lnTo>
                      <a:pt x="420152" y="636573"/>
                    </a:lnTo>
                    <a:lnTo>
                      <a:pt x="419516" y="639112"/>
                    </a:lnTo>
                    <a:lnTo>
                      <a:pt x="417613" y="642285"/>
                    </a:lnTo>
                    <a:lnTo>
                      <a:pt x="416343" y="643555"/>
                    </a:lnTo>
                    <a:lnTo>
                      <a:pt x="415074" y="644190"/>
                    </a:lnTo>
                    <a:lnTo>
                      <a:pt x="407458" y="646728"/>
                    </a:lnTo>
                    <a:lnTo>
                      <a:pt x="404285" y="647997"/>
                    </a:lnTo>
                    <a:lnTo>
                      <a:pt x="403015" y="649267"/>
                    </a:lnTo>
                    <a:lnTo>
                      <a:pt x="401746" y="650536"/>
                    </a:lnTo>
                    <a:lnTo>
                      <a:pt x="393495" y="663230"/>
                    </a:lnTo>
                    <a:lnTo>
                      <a:pt x="392226" y="664499"/>
                    </a:lnTo>
                    <a:lnTo>
                      <a:pt x="390956" y="665134"/>
                    </a:lnTo>
                    <a:lnTo>
                      <a:pt x="386514" y="666403"/>
                    </a:lnTo>
                    <a:lnTo>
                      <a:pt x="374455" y="667037"/>
                    </a:lnTo>
                    <a:lnTo>
                      <a:pt x="371916" y="666403"/>
                    </a:lnTo>
                    <a:lnTo>
                      <a:pt x="366205" y="663864"/>
                    </a:lnTo>
                    <a:lnTo>
                      <a:pt x="358588" y="661325"/>
                    </a:lnTo>
                    <a:lnTo>
                      <a:pt x="357319" y="660691"/>
                    </a:lnTo>
                    <a:lnTo>
                      <a:pt x="355415" y="659422"/>
                    </a:lnTo>
                    <a:lnTo>
                      <a:pt x="352242" y="655613"/>
                    </a:lnTo>
                    <a:lnTo>
                      <a:pt x="351607" y="654979"/>
                    </a:lnTo>
                    <a:lnTo>
                      <a:pt x="350973" y="654344"/>
                    </a:lnTo>
                    <a:lnTo>
                      <a:pt x="349703" y="653710"/>
                    </a:lnTo>
                    <a:lnTo>
                      <a:pt x="348434" y="653075"/>
                    </a:lnTo>
                    <a:lnTo>
                      <a:pt x="346529" y="652440"/>
                    </a:lnTo>
                    <a:lnTo>
                      <a:pt x="342087" y="652440"/>
                    </a:lnTo>
                    <a:lnTo>
                      <a:pt x="339548" y="653075"/>
                    </a:lnTo>
                    <a:lnTo>
                      <a:pt x="337009" y="653075"/>
                    </a:lnTo>
                    <a:lnTo>
                      <a:pt x="336375" y="653075"/>
                    </a:lnTo>
                    <a:lnTo>
                      <a:pt x="333836" y="652440"/>
                    </a:lnTo>
                    <a:lnTo>
                      <a:pt x="331932" y="651171"/>
                    </a:lnTo>
                    <a:lnTo>
                      <a:pt x="331298" y="650536"/>
                    </a:lnTo>
                    <a:lnTo>
                      <a:pt x="330663" y="649901"/>
                    </a:lnTo>
                    <a:lnTo>
                      <a:pt x="328125" y="645459"/>
                    </a:lnTo>
                    <a:lnTo>
                      <a:pt x="327489" y="644824"/>
                    </a:lnTo>
                    <a:lnTo>
                      <a:pt x="326855" y="644190"/>
                    </a:lnTo>
                    <a:lnTo>
                      <a:pt x="324951" y="642920"/>
                    </a:lnTo>
                    <a:lnTo>
                      <a:pt x="314161" y="637843"/>
                    </a:lnTo>
                    <a:lnTo>
                      <a:pt x="313527" y="637208"/>
                    </a:lnTo>
                    <a:lnTo>
                      <a:pt x="312892" y="636573"/>
                    </a:lnTo>
                    <a:lnTo>
                      <a:pt x="312258" y="635304"/>
                    </a:lnTo>
                    <a:lnTo>
                      <a:pt x="312258" y="634035"/>
                    </a:lnTo>
                    <a:lnTo>
                      <a:pt x="311623" y="632765"/>
                    </a:lnTo>
                    <a:lnTo>
                      <a:pt x="311623" y="626419"/>
                    </a:lnTo>
                    <a:lnTo>
                      <a:pt x="311623" y="625149"/>
                    </a:lnTo>
                    <a:lnTo>
                      <a:pt x="311623" y="623880"/>
                    </a:lnTo>
                    <a:lnTo>
                      <a:pt x="310988" y="622611"/>
                    </a:lnTo>
                    <a:lnTo>
                      <a:pt x="310354" y="621341"/>
                    </a:lnTo>
                    <a:lnTo>
                      <a:pt x="309719" y="620707"/>
                    </a:lnTo>
                    <a:lnTo>
                      <a:pt x="309084" y="620072"/>
                    </a:lnTo>
                    <a:lnTo>
                      <a:pt x="308449" y="619437"/>
                    </a:lnTo>
                    <a:lnTo>
                      <a:pt x="300833" y="616264"/>
                    </a:lnTo>
                    <a:lnTo>
                      <a:pt x="300199" y="615629"/>
                    </a:lnTo>
                    <a:lnTo>
                      <a:pt x="299564" y="614995"/>
                    </a:lnTo>
                    <a:lnTo>
                      <a:pt x="299564" y="613725"/>
                    </a:lnTo>
                    <a:lnTo>
                      <a:pt x="300199" y="612456"/>
                    </a:lnTo>
                    <a:lnTo>
                      <a:pt x="300833" y="611821"/>
                    </a:lnTo>
                    <a:lnTo>
                      <a:pt x="305276" y="607379"/>
                    </a:lnTo>
                    <a:lnTo>
                      <a:pt x="305276" y="607379"/>
                    </a:lnTo>
                    <a:lnTo>
                      <a:pt x="305276" y="606744"/>
                    </a:lnTo>
                    <a:lnTo>
                      <a:pt x="305276" y="605475"/>
                    </a:lnTo>
                    <a:lnTo>
                      <a:pt x="305276" y="604205"/>
                    </a:lnTo>
                    <a:lnTo>
                      <a:pt x="304641" y="602936"/>
                    </a:lnTo>
                    <a:lnTo>
                      <a:pt x="304007" y="601667"/>
                    </a:lnTo>
                    <a:lnTo>
                      <a:pt x="303372" y="600397"/>
                    </a:lnTo>
                    <a:lnTo>
                      <a:pt x="302738" y="599763"/>
                    </a:lnTo>
                    <a:lnTo>
                      <a:pt x="300833" y="598493"/>
                    </a:lnTo>
                    <a:lnTo>
                      <a:pt x="291313" y="609917"/>
                    </a:lnTo>
                    <a:lnTo>
                      <a:pt x="276716" y="627053"/>
                    </a:lnTo>
                    <a:lnTo>
                      <a:pt x="266561" y="639112"/>
                    </a:lnTo>
                    <a:lnTo>
                      <a:pt x="250060" y="658152"/>
                    </a:lnTo>
                    <a:lnTo>
                      <a:pt x="235462" y="675288"/>
                    </a:lnTo>
                    <a:lnTo>
                      <a:pt x="231020" y="679096"/>
                    </a:lnTo>
                    <a:lnTo>
                      <a:pt x="217692" y="688616"/>
                    </a:lnTo>
                    <a:lnTo>
                      <a:pt x="203094" y="698771"/>
                    </a:lnTo>
                    <a:lnTo>
                      <a:pt x="184054" y="712099"/>
                    </a:lnTo>
                    <a:lnTo>
                      <a:pt x="175804" y="720350"/>
                    </a:lnTo>
                    <a:lnTo>
                      <a:pt x="172631" y="724158"/>
                    </a:lnTo>
                    <a:lnTo>
                      <a:pt x="171361" y="726697"/>
                    </a:lnTo>
                    <a:lnTo>
                      <a:pt x="171361" y="728600"/>
                    </a:lnTo>
                    <a:lnTo>
                      <a:pt x="172631" y="732409"/>
                    </a:lnTo>
                    <a:lnTo>
                      <a:pt x="173900" y="737486"/>
                    </a:lnTo>
                    <a:lnTo>
                      <a:pt x="173900" y="738755"/>
                    </a:lnTo>
                    <a:lnTo>
                      <a:pt x="173900" y="740024"/>
                    </a:lnTo>
                    <a:lnTo>
                      <a:pt x="173265" y="741294"/>
                    </a:lnTo>
                    <a:lnTo>
                      <a:pt x="172631" y="742563"/>
                    </a:lnTo>
                    <a:lnTo>
                      <a:pt x="171995" y="743832"/>
                    </a:lnTo>
                    <a:lnTo>
                      <a:pt x="170092" y="745737"/>
                    </a:lnTo>
                    <a:lnTo>
                      <a:pt x="154225" y="757161"/>
                    </a:lnTo>
                    <a:lnTo>
                      <a:pt x="149782" y="761603"/>
                    </a:lnTo>
                    <a:lnTo>
                      <a:pt x="147878" y="764142"/>
                    </a:lnTo>
                    <a:lnTo>
                      <a:pt x="147244" y="766681"/>
                    </a:lnTo>
                    <a:lnTo>
                      <a:pt x="147878" y="770489"/>
                    </a:lnTo>
                    <a:lnTo>
                      <a:pt x="148513" y="771758"/>
                    </a:lnTo>
                    <a:lnTo>
                      <a:pt x="149147" y="774297"/>
                    </a:lnTo>
                    <a:lnTo>
                      <a:pt x="149147" y="778105"/>
                    </a:lnTo>
                    <a:lnTo>
                      <a:pt x="149147" y="779374"/>
                    </a:lnTo>
                    <a:lnTo>
                      <a:pt x="148513" y="780643"/>
                    </a:lnTo>
                    <a:lnTo>
                      <a:pt x="148513" y="781913"/>
                    </a:lnTo>
                    <a:lnTo>
                      <a:pt x="147878" y="783182"/>
                    </a:lnTo>
                    <a:lnTo>
                      <a:pt x="147244" y="784451"/>
                    </a:lnTo>
                    <a:lnTo>
                      <a:pt x="144705" y="786355"/>
                    </a:lnTo>
                    <a:lnTo>
                      <a:pt x="133281" y="792702"/>
                    </a:lnTo>
                    <a:lnTo>
                      <a:pt x="121857" y="799684"/>
                    </a:lnTo>
                    <a:lnTo>
                      <a:pt x="113606" y="800953"/>
                    </a:lnTo>
                    <a:lnTo>
                      <a:pt x="112337" y="801587"/>
                    </a:lnTo>
                    <a:lnTo>
                      <a:pt x="111067" y="802222"/>
                    </a:lnTo>
                    <a:lnTo>
                      <a:pt x="107894" y="807299"/>
                    </a:lnTo>
                    <a:lnTo>
                      <a:pt x="105355" y="815550"/>
                    </a:lnTo>
                    <a:lnTo>
                      <a:pt x="104720" y="818089"/>
                    </a:lnTo>
                    <a:lnTo>
                      <a:pt x="102817" y="821262"/>
                    </a:lnTo>
                    <a:lnTo>
                      <a:pt x="102182" y="821897"/>
                    </a:lnTo>
                    <a:lnTo>
                      <a:pt x="102182" y="822531"/>
                    </a:lnTo>
                    <a:lnTo>
                      <a:pt x="102817" y="825070"/>
                    </a:lnTo>
                    <a:lnTo>
                      <a:pt x="102817" y="826340"/>
                    </a:lnTo>
                    <a:lnTo>
                      <a:pt x="102817" y="827609"/>
                    </a:lnTo>
                    <a:lnTo>
                      <a:pt x="101547" y="828878"/>
                    </a:lnTo>
                    <a:lnTo>
                      <a:pt x="100278" y="830148"/>
                    </a:lnTo>
                    <a:lnTo>
                      <a:pt x="80603" y="836494"/>
                    </a:lnTo>
                    <a:lnTo>
                      <a:pt x="60928" y="846649"/>
                    </a:lnTo>
                    <a:lnTo>
                      <a:pt x="53947" y="852361"/>
                    </a:lnTo>
                    <a:lnTo>
                      <a:pt x="51408" y="854900"/>
                    </a:lnTo>
                    <a:lnTo>
                      <a:pt x="50139" y="856169"/>
                    </a:lnTo>
                    <a:lnTo>
                      <a:pt x="48235" y="856804"/>
                    </a:lnTo>
                    <a:lnTo>
                      <a:pt x="29195" y="861881"/>
                    </a:lnTo>
                    <a:lnTo>
                      <a:pt x="12693" y="870766"/>
                    </a:lnTo>
                    <a:lnTo>
                      <a:pt x="11424" y="871401"/>
                    </a:lnTo>
                    <a:lnTo>
                      <a:pt x="7616" y="873940"/>
                    </a:lnTo>
                    <a:lnTo>
                      <a:pt x="0" y="882825"/>
                    </a:lnTo>
                    <a:lnTo>
                      <a:pt x="20944" y="879652"/>
                    </a:lnTo>
                    <a:lnTo>
                      <a:pt x="41888" y="876478"/>
                    </a:lnTo>
                    <a:lnTo>
                      <a:pt x="83777" y="870132"/>
                    </a:lnTo>
                    <a:lnTo>
                      <a:pt x="104720" y="866958"/>
                    </a:lnTo>
                    <a:lnTo>
                      <a:pt x="125665" y="863785"/>
                    </a:lnTo>
                    <a:lnTo>
                      <a:pt x="146608" y="860612"/>
                    </a:lnTo>
                    <a:lnTo>
                      <a:pt x="167553" y="857438"/>
                    </a:lnTo>
                    <a:lnTo>
                      <a:pt x="188497" y="854265"/>
                    </a:lnTo>
                    <a:lnTo>
                      <a:pt x="209441" y="851092"/>
                    </a:lnTo>
                    <a:lnTo>
                      <a:pt x="230385" y="847918"/>
                    </a:lnTo>
                    <a:lnTo>
                      <a:pt x="251329" y="844745"/>
                    </a:lnTo>
                    <a:lnTo>
                      <a:pt x="271639" y="841572"/>
                    </a:lnTo>
                    <a:lnTo>
                      <a:pt x="292582" y="838398"/>
                    </a:lnTo>
                    <a:lnTo>
                      <a:pt x="313527" y="835225"/>
                    </a:lnTo>
                    <a:lnTo>
                      <a:pt x="334471" y="832051"/>
                    </a:lnTo>
                    <a:lnTo>
                      <a:pt x="343991" y="830148"/>
                    </a:lnTo>
                    <a:lnTo>
                      <a:pt x="345260" y="829513"/>
                    </a:lnTo>
                    <a:lnTo>
                      <a:pt x="349068" y="825070"/>
                    </a:lnTo>
                    <a:lnTo>
                      <a:pt x="350973" y="824436"/>
                    </a:lnTo>
                    <a:lnTo>
                      <a:pt x="352876" y="823801"/>
                    </a:lnTo>
                    <a:lnTo>
                      <a:pt x="366839" y="821897"/>
                    </a:lnTo>
                    <a:lnTo>
                      <a:pt x="383975" y="819358"/>
                    </a:lnTo>
                    <a:lnTo>
                      <a:pt x="403015" y="816819"/>
                    </a:lnTo>
                    <a:lnTo>
                      <a:pt x="404919" y="819358"/>
                    </a:lnTo>
                    <a:lnTo>
                      <a:pt x="405554" y="819993"/>
                    </a:lnTo>
                    <a:lnTo>
                      <a:pt x="406823" y="819993"/>
                    </a:lnTo>
                    <a:lnTo>
                      <a:pt x="411266" y="819358"/>
                    </a:lnTo>
                    <a:lnTo>
                      <a:pt x="446173" y="813646"/>
                    </a:lnTo>
                    <a:lnTo>
                      <a:pt x="481080" y="808569"/>
                    </a:lnTo>
                    <a:lnTo>
                      <a:pt x="515987" y="802857"/>
                    </a:lnTo>
                    <a:lnTo>
                      <a:pt x="550893" y="797145"/>
                    </a:lnTo>
                    <a:lnTo>
                      <a:pt x="585800" y="791433"/>
                    </a:lnTo>
                    <a:lnTo>
                      <a:pt x="620707" y="785721"/>
                    </a:lnTo>
                    <a:lnTo>
                      <a:pt x="655614" y="780009"/>
                    </a:lnTo>
                    <a:lnTo>
                      <a:pt x="690521" y="774297"/>
                    </a:lnTo>
                    <a:lnTo>
                      <a:pt x="725428" y="768585"/>
                    </a:lnTo>
                    <a:lnTo>
                      <a:pt x="760334" y="762873"/>
                    </a:lnTo>
                    <a:lnTo>
                      <a:pt x="795241" y="756526"/>
                    </a:lnTo>
                    <a:lnTo>
                      <a:pt x="830148" y="750179"/>
                    </a:lnTo>
                    <a:lnTo>
                      <a:pt x="865055" y="743832"/>
                    </a:lnTo>
                    <a:lnTo>
                      <a:pt x="899962" y="737486"/>
                    </a:lnTo>
                    <a:lnTo>
                      <a:pt x="934868" y="731139"/>
                    </a:lnTo>
                    <a:lnTo>
                      <a:pt x="969775" y="724792"/>
                    </a:lnTo>
                    <a:lnTo>
                      <a:pt x="1004048" y="718446"/>
                    </a:lnTo>
                    <a:lnTo>
                      <a:pt x="1038954" y="712099"/>
                    </a:lnTo>
                    <a:lnTo>
                      <a:pt x="1073226" y="705752"/>
                    </a:lnTo>
                    <a:lnTo>
                      <a:pt x="1108133" y="699406"/>
                    </a:lnTo>
                    <a:lnTo>
                      <a:pt x="1143040" y="692424"/>
                    </a:lnTo>
                    <a:lnTo>
                      <a:pt x="1177312" y="685443"/>
                    </a:lnTo>
                    <a:lnTo>
                      <a:pt x="1211584" y="678462"/>
                    </a:lnTo>
                    <a:lnTo>
                      <a:pt x="1246491" y="671480"/>
                    </a:lnTo>
                    <a:lnTo>
                      <a:pt x="1280763" y="664499"/>
                    </a:lnTo>
                    <a:lnTo>
                      <a:pt x="1315036" y="657517"/>
                    </a:lnTo>
                    <a:lnTo>
                      <a:pt x="1349307" y="650536"/>
                    </a:lnTo>
                    <a:lnTo>
                      <a:pt x="1384214" y="643555"/>
                    </a:lnTo>
                    <a:lnTo>
                      <a:pt x="1418486" y="636573"/>
                    </a:lnTo>
                    <a:lnTo>
                      <a:pt x="1452759" y="629592"/>
                    </a:lnTo>
                    <a:lnTo>
                      <a:pt x="1487031" y="622611"/>
                    </a:lnTo>
                    <a:lnTo>
                      <a:pt x="1516226" y="616264"/>
                    </a:lnTo>
                    <a:lnTo>
                      <a:pt x="1521303" y="614995"/>
                    </a:lnTo>
                    <a:lnTo>
                      <a:pt x="1520033" y="613091"/>
                    </a:lnTo>
                    <a:lnTo>
                      <a:pt x="1518764" y="611187"/>
                    </a:lnTo>
                    <a:lnTo>
                      <a:pt x="1517495" y="609283"/>
                    </a:lnTo>
                    <a:lnTo>
                      <a:pt x="1516860" y="606109"/>
                    </a:lnTo>
                    <a:lnTo>
                      <a:pt x="1525111" y="614360"/>
                    </a:lnTo>
                    <a:lnTo>
                      <a:pt x="1533997" y="612456"/>
                    </a:lnTo>
                    <a:lnTo>
                      <a:pt x="1533361" y="611821"/>
                    </a:lnTo>
                    <a:lnTo>
                      <a:pt x="1528919" y="599128"/>
                    </a:lnTo>
                    <a:lnTo>
                      <a:pt x="1526380" y="573741"/>
                    </a:lnTo>
                    <a:lnTo>
                      <a:pt x="1527015" y="571203"/>
                    </a:lnTo>
                    <a:lnTo>
                      <a:pt x="1529553" y="571203"/>
                    </a:lnTo>
                    <a:lnTo>
                      <a:pt x="1532092" y="572472"/>
                    </a:lnTo>
                    <a:lnTo>
                      <a:pt x="1533997" y="573741"/>
                    </a:lnTo>
                    <a:lnTo>
                      <a:pt x="1535900" y="576280"/>
                    </a:lnTo>
                    <a:lnTo>
                      <a:pt x="1544151" y="592781"/>
                    </a:lnTo>
                    <a:lnTo>
                      <a:pt x="1545420" y="594050"/>
                    </a:lnTo>
                    <a:lnTo>
                      <a:pt x="1548594" y="596589"/>
                    </a:lnTo>
                    <a:lnTo>
                      <a:pt x="1549863" y="598493"/>
                    </a:lnTo>
                    <a:lnTo>
                      <a:pt x="1550498" y="601667"/>
                    </a:lnTo>
                    <a:lnTo>
                      <a:pt x="1550498" y="604205"/>
                    </a:lnTo>
                    <a:lnTo>
                      <a:pt x="1551132" y="606744"/>
                    </a:lnTo>
                    <a:lnTo>
                      <a:pt x="1553037" y="609917"/>
                    </a:lnTo>
                    <a:lnTo>
                      <a:pt x="1555575" y="609283"/>
                    </a:lnTo>
                    <a:lnTo>
                      <a:pt x="1558114" y="608648"/>
                    </a:lnTo>
                    <a:lnTo>
                      <a:pt x="1553671" y="599128"/>
                    </a:lnTo>
                    <a:lnTo>
                      <a:pt x="1514956" y="547085"/>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21" name="Google Shape;421;p51"/>
              <p:cNvSpPr/>
              <p:nvPr/>
            </p:nvSpPr>
            <p:spPr>
              <a:xfrm>
                <a:off x="2376740" y="3160312"/>
                <a:ext cx="783838" cy="971478"/>
              </a:xfrm>
              <a:custGeom>
                <a:avLst/>
                <a:gdLst/>
                <a:ahLst/>
                <a:cxnLst/>
                <a:rect l="l" t="t" r="r" b="b"/>
                <a:pathLst>
                  <a:path w="1076399" h="1334075" extrusionOk="0">
                    <a:moveTo>
                      <a:pt x="715907" y="61563"/>
                    </a:moveTo>
                    <a:lnTo>
                      <a:pt x="714003" y="76795"/>
                    </a:lnTo>
                    <a:lnTo>
                      <a:pt x="712734" y="92027"/>
                    </a:lnTo>
                    <a:lnTo>
                      <a:pt x="711464" y="107259"/>
                    </a:lnTo>
                    <a:lnTo>
                      <a:pt x="710195" y="122491"/>
                    </a:lnTo>
                    <a:lnTo>
                      <a:pt x="708291" y="137723"/>
                    </a:lnTo>
                    <a:lnTo>
                      <a:pt x="707022" y="152955"/>
                    </a:lnTo>
                    <a:lnTo>
                      <a:pt x="705753" y="168187"/>
                    </a:lnTo>
                    <a:lnTo>
                      <a:pt x="704483" y="183420"/>
                    </a:lnTo>
                    <a:lnTo>
                      <a:pt x="703214" y="198652"/>
                    </a:lnTo>
                    <a:lnTo>
                      <a:pt x="701310" y="213884"/>
                    </a:lnTo>
                    <a:lnTo>
                      <a:pt x="700040" y="229116"/>
                    </a:lnTo>
                    <a:lnTo>
                      <a:pt x="698771" y="244348"/>
                    </a:lnTo>
                    <a:lnTo>
                      <a:pt x="696867" y="259580"/>
                    </a:lnTo>
                    <a:lnTo>
                      <a:pt x="695598" y="274812"/>
                    </a:lnTo>
                    <a:lnTo>
                      <a:pt x="694328" y="290044"/>
                    </a:lnTo>
                    <a:lnTo>
                      <a:pt x="693059" y="305276"/>
                    </a:lnTo>
                    <a:lnTo>
                      <a:pt x="693059" y="305276"/>
                    </a:lnTo>
                    <a:lnTo>
                      <a:pt x="693059" y="305276"/>
                    </a:lnTo>
                    <a:lnTo>
                      <a:pt x="693059" y="305276"/>
                    </a:lnTo>
                    <a:lnTo>
                      <a:pt x="693059" y="305276"/>
                    </a:lnTo>
                    <a:lnTo>
                      <a:pt x="693059" y="305276"/>
                    </a:lnTo>
                    <a:lnTo>
                      <a:pt x="693059" y="305276"/>
                    </a:lnTo>
                    <a:lnTo>
                      <a:pt x="693059" y="305276"/>
                    </a:lnTo>
                    <a:lnTo>
                      <a:pt x="717177" y="307815"/>
                    </a:lnTo>
                    <a:lnTo>
                      <a:pt x="741294" y="309719"/>
                    </a:lnTo>
                    <a:lnTo>
                      <a:pt x="764777" y="312257"/>
                    </a:lnTo>
                    <a:lnTo>
                      <a:pt x="788894" y="314796"/>
                    </a:lnTo>
                    <a:lnTo>
                      <a:pt x="813011" y="317335"/>
                    </a:lnTo>
                    <a:lnTo>
                      <a:pt x="837129" y="319874"/>
                    </a:lnTo>
                    <a:lnTo>
                      <a:pt x="861247" y="322412"/>
                    </a:lnTo>
                    <a:lnTo>
                      <a:pt x="885364" y="324951"/>
                    </a:lnTo>
                    <a:lnTo>
                      <a:pt x="909481" y="326855"/>
                    </a:lnTo>
                    <a:lnTo>
                      <a:pt x="933599" y="329394"/>
                    </a:lnTo>
                    <a:lnTo>
                      <a:pt x="957716" y="331298"/>
                    </a:lnTo>
                    <a:lnTo>
                      <a:pt x="981199" y="333201"/>
                    </a:lnTo>
                    <a:lnTo>
                      <a:pt x="1005316" y="335106"/>
                    </a:lnTo>
                    <a:lnTo>
                      <a:pt x="1028799" y="337010"/>
                    </a:lnTo>
                    <a:lnTo>
                      <a:pt x="1052916" y="338914"/>
                    </a:lnTo>
                    <a:lnTo>
                      <a:pt x="1076399" y="340818"/>
                    </a:lnTo>
                    <a:lnTo>
                      <a:pt x="1073861" y="371282"/>
                    </a:lnTo>
                    <a:lnTo>
                      <a:pt x="1071322" y="402381"/>
                    </a:lnTo>
                    <a:lnTo>
                      <a:pt x="1068783" y="432845"/>
                    </a:lnTo>
                    <a:lnTo>
                      <a:pt x="1066245" y="463943"/>
                    </a:lnTo>
                    <a:lnTo>
                      <a:pt x="1063706" y="495042"/>
                    </a:lnTo>
                    <a:lnTo>
                      <a:pt x="1061167" y="525506"/>
                    </a:lnTo>
                    <a:lnTo>
                      <a:pt x="1058629" y="556605"/>
                    </a:lnTo>
                    <a:lnTo>
                      <a:pt x="1056090" y="587704"/>
                    </a:lnTo>
                    <a:lnTo>
                      <a:pt x="1053551" y="618803"/>
                    </a:lnTo>
                    <a:lnTo>
                      <a:pt x="1051013" y="649902"/>
                    </a:lnTo>
                    <a:lnTo>
                      <a:pt x="1048474" y="681000"/>
                    </a:lnTo>
                    <a:lnTo>
                      <a:pt x="1045935" y="712099"/>
                    </a:lnTo>
                    <a:lnTo>
                      <a:pt x="1043396" y="743198"/>
                    </a:lnTo>
                    <a:lnTo>
                      <a:pt x="1040858" y="774297"/>
                    </a:lnTo>
                    <a:lnTo>
                      <a:pt x="1038319" y="805396"/>
                    </a:lnTo>
                    <a:lnTo>
                      <a:pt x="1035781" y="836494"/>
                    </a:lnTo>
                    <a:lnTo>
                      <a:pt x="1033242" y="867593"/>
                    </a:lnTo>
                    <a:lnTo>
                      <a:pt x="1030703" y="898692"/>
                    </a:lnTo>
                    <a:lnTo>
                      <a:pt x="1028165" y="929791"/>
                    </a:lnTo>
                    <a:lnTo>
                      <a:pt x="1025626" y="960890"/>
                    </a:lnTo>
                    <a:lnTo>
                      <a:pt x="1023087" y="991988"/>
                    </a:lnTo>
                    <a:lnTo>
                      <a:pt x="1020548" y="1023087"/>
                    </a:lnTo>
                    <a:lnTo>
                      <a:pt x="1018010" y="1054186"/>
                    </a:lnTo>
                    <a:lnTo>
                      <a:pt x="1015471" y="1085285"/>
                    </a:lnTo>
                    <a:lnTo>
                      <a:pt x="1012932" y="1116384"/>
                    </a:lnTo>
                    <a:lnTo>
                      <a:pt x="1010394" y="1147483"/>
                    </a:lnTo>
                    <a:lnTo>
                      <a:pt x="1007855" y="1178581"/>
                    </a:lnTo>
                    <a:lnTo>
                      <a:pt x="1005316" y="1209680"/>
                    </a:lnTo>
                    <a:lnTo>
                      <a:pt x="1002778" y="1240779"/>
                    </a:lnTo>
                    <a:lnTo>
                      <a:pt x="1000239" y="1271878"/>
                    </a:lnTo>
                    <a:lnTo>
                      <a:pt x="997700" y="1302977"/>
                    </a:lnTo>
                    <a:lnTo>
                      <a:pt x="995162" y="1334075"/>
                    </a:lnTo>
                    <a:lnTo>
                      <a:pt x="964063" y="1331536"/>
                    </a:lnTo>
                    <a:lnTo>
                      <a:pt x="932964" y="1328998"/>
                    </a:lnTo>
                    <a:lnTo>
                      <a:pt x="901865" y="1326459"/>
                    </a:lnTo>
                    <a:lnTo>
                      <a:pt x="870767" y="1323921"/>
                    </a:lnTo>
                    <a:lnTo>
                      <a:pt x="839668" y="1321382"/>
                    </a:lnTo>
                    <a:lnTo>
                      <a:pt x="808569" y="1318843"/>
                    </a:lnTo>
                    <a:lnTo>
                      <a:pt x="777470" y="1316305"/>
                    </a:lnTo>
                    <a:lnTo>
                      <a:pt x="746371" y="1313131"/>
                    </a:lnTo>
                    <a:lnTo>
                      <a:pt x="715273" y="1309958"/>
                    </a:lnTo>
                    <a:lnTo>
                      <a:pt x="684174" y="1306785"/>
                    </a:lnTo>
                    <a:lnTo>
                      <a:pt x="653075" y="1303611"/>
                    </a:lnTo>
                    <a:lnTo>
                      <a:pt x="621976" y="1300438"/>
                    </a:lnTo>
                    <a:lnTo>
                      <a:pt x="590877" y="1297265"/>
                    </a:lnTo>
                    <a:lnTo>
                      <a:pt x="559779" y="1294091"/>
                    </a:lnTo>
                    <a:lnTo>
                      <a:pt x="528680" y="1290918"/>
                    </a:lnTo>
                    <a:lnTo>
                      <a:pt x="497581" y="1287744"/>
                    </a:lnTo>
                    <a:lnTo>
                      <a:pt x="466482" y="1284571"/>
                    </a:lnTo>
                    <a:lnTo>
                      <a:pt x="435383" y="1281398"/>
                    </a:lnTo>
                    <a:lnTo>
                      <a:pt x="404285" y="1278224"/>
                    </a:lnTo>
                    <a:lnTo>
                      <a:pt x="373186" y="1274416"/>
                    </a:lnTo>
                    <a:lnTo>
                      <a:pt x="342087" y="1270608"/>
                    </a:lnTo>
                    <a:lnTo>
                      <a:pt x="310988" y="1266800"/>
                    </a:lnTo>
                    <a:lnTo>
                      <a:pt x="279889" y="1262992"/>
                    </a:lnTo>
                    <a:lnTo>
                      <a:pt x="248791" y="1259184"/>
                    </a:lnTo>
                    <a:lnTo>
                      <a:pt x="217692" y="1255376"/>
                    </a:lnTo>
                    <a:lnTo>
                      <a:pt x="186593" y="1251568"/>
                    </a:lnTo>
                    <a:lnTo>
                      <a:pt x="155494" y="1247760"/>
                    </a:lnTo>
                    <a:lnTo>
                      <a:pt x="124395" y="1243952"/>
                    </a:lnTo>
                    <a:lnTo>
                      <a:pt x="93296" y="1240144"/>
                    </a:lnTo>
                    <a:lnTo>
                      <a:pt x="62198" y="1236336"/>
                    </a:lnTo>
                    <a:lnTo>
                      <a:pt x="31099" y="1232528"/>
                    </a:lnTo>
                    <a:lnTo>
                      <a:pt x="0" y="1228720"/>
                    </a:lnTo>
                    <a:lnTo>
                      <a:pt x="5077" y="1190005"/>
                    </a:lnTo>
                    <a:lnTo>
                      <a:pt x="10155" y="1151291"/>
                    </a:lnTo>
                    <a:lnTo>
                      <a:pt x="15232" y="1112576"/>
                    </a:lnTo>
                    <a:lnTo>
                      <a:pt x="20310" y="1073861"/>
                    </a:lnTo>
                    <a:lnTo>
                      <a:pt x="25387" y="1035146"/>
                    </a:lnTo>
                    <a:lnTo>
                      <a:pt x="30464" y="996431"/>
                    </a:lnTo>
                    <a:lnTo>
                      <a:pt x="35541" y="957716"/>
                    </a:lnTo>
                    <a:lnTo>
                      <a:pt x="40619" y="919001"/>
                    </a:lnTo>
                    <a:lnTo>
                      <a:pt x="45696" y="880287"/>
                    </a:lnTo>
                    <a:lnTo>
                      <a:pt x="50774" y="841572"/>
                    </a:lnTo>
                    <a:lnTo>
                      <a:pt x="55851" y="802857"/>
                    </a:lnTo>
                    <a:lnTo>
                      <a:pt x="60928" y="764142"/>
                    </a:lnTo>
                    <a:lnTo>
                      <a:pt x="66005" y="726062"/>
                    </a:lnTo>
                    <a:lnTo>
                      <a:pt x="71083" y="687347"/>
                    </a:lnTo>
                    <a:lnTo>
                      <a:pt x="76160" y="648632"/>
                    </a:lnTo>
                    <a:lnTo>
                      <a:pt x="81238" y="610552"/>
                    </a:lnTo>
                    <a:lnTo>
                      <a:pt x="86315" y="571837"/>
                    </a:lnTo>
                    <a:lnTo>
                      <a:pt x="91392" y="533757"/>
                    </a:lnTo>
                    <a:lnTo>
                      <a:pt x="96470" y="495042"/>
                    </a:lnTo>
                    <a:lnTo>
                      <a:pt x="101547" y="456962"/>
                    </a:lnTo>
                    <a:lnTo>
                      <a:pt x="106624" y="418882"/>
                    </a:lnTo>
                    <a:lnTo>
                      <a:pt x="111702" y="380802"/>
                    </a:lnTo>
                    <a:lnTo>
                      <a:pt x="116779" y="342722"/>
                    </a:lnTo>
                    <a:lnTo>
                      <a:pt x="121857" y="304641"/>
                    </a:lnTo>
                    <a:lnTo>
                      <a:pt x="126934" y="266561"/>
                    </a:lnTo>
                    <a:lnTo>
                      <a:pt x="132011" y="228481"/>
                    </a:lnTo>
                    <a:lnTo>
                      <a:pt x="137088" y="190401"/>
                    </a:lnTo>
                    <a:lnTo>
                      <a:pt x="142166" y="152321"/>
                    </a:lnTo>
                    <a:lnTo>
                      <a:pt x="147243" y="114241"/>
                    </a:lnTo>
                    <a:lnTo>
                      <a:pt x="152321" y="76160"/>
                    </a:lnTo>
                    <a:lnTo>
                      <a:pt x="157398" y="38080"/>
                    </a:lnTo>
                    <a:lnTo>
                      <a:pt x="162475" y="0"/>
                    </a:lnTo>
                    <a:lnTo>
                      <a:pt x="197382" y="4443"/>
                    </a:lnTo>
                    <a:lnTo>
                      <a:pt x="232924" y="8886"/>
                    </a:lnTo>
                    <a:lnTo>
                      <a:pt x="268465" y="13328"/>
                    </a:lnTo>
                    <a:lnTo>
                      <a:pt x="303372" y="17771"/>
                    </a:lnTo>
                    <a:lnTo>
                      <a:pt x="338913" y="21579"/>
                    </a:lnTo>
                    <a:lnTo>
                      <a:pt x="374455" y="26021"/>
                    </a:lnTo>
                    <a:lnTo>
                      <a:pt x="409996" y="29830"/>
                    </a:lnTo>
                    <a:lnTo>
                      <a:pt x="445538" y="33638"/>
                    </a:lnTo>
                    <a:lnTo>
                      <a:pt x="480445" y="37446"/>
                    </a:lnTo>
                    <a:lnTo>
                      <a:pt x="515986" y="41254"/>
                    </a:lnTo>
                    <a:lnTo>
                      <a:pt x="551528" y="45062"/>
                    </a:lnTo>
                    <a:lnTo>
                      <a:pt x="587069" y="48870"/>
                    </a:lnTo>
                    <a:lnTo>
                      <a:pt x="622611" y="52678"/>
                    </a:lnTo>
                    <a:lnTo>
                      <a:pt x="658152" y="56486"/>
                    </a:lnTo>
                    <a:lnTo>
                      <a:pt x="693694" y="60294"/>
                    </a:lnTo>
                    <a:lnTo>
                      <a:pt x="715907" y="61563"/>
                    </a:lnTo>
                    <a:lnTo>
                      <a:pt x="715907" y="61563"/>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22" name="Google Shape;422;p51"/>
              <p:cNvSpPr/>
              <p:nvPr/>
            </p:nvSpPr>
            <p:spPr>
              <a:xfrm>
                <a:off x="3389814" y="4267205"/>
                <a:ext cx="2042784" cy="1935099"/>
              </a:xfrm>
              <a:custGeom>
                <a:avLst/>
                <a:gdLst/>
                <a:ahLst/>
                <a:cxnLst/>
                <a:rect l="l" t="t" r="r" b="b"/>
                <a:pathLst>
                  <a:path w="2805238" h="2657360" extrusionOk="0">
                    <a:moveTo>
                      <a:pt x="2011268" y="2447920"/>
                    </a:moveTo>
                    <a:lnTo>
                      <a:pt x="2014441" y="2458710"/>
                    </a:lnTo>
                    <a:lnTo>
                      <a:pt x="2016345" y="2463787"/>
                    </a:lnTo>
                    <a:lnTo>
                      <a:pt x="2018883" y="2467595"/>
                    </a:lnTo>
                    <a:lnTo>
                      <a:pt x="2020152" y="2470134"/>
                    </a:lnTo>
                    <a:lnTo>
                      <a:pt x="2023326" y="2484096"/>
                    </a:lnTo>
                    <a:lnTo>
                      <a:pt x="2025865" y="2489174"/>
                    </a:lnTo>
                    <a:lnTo>
                      <a:pt x="2031577" y="2498694"/>
                    </a:lnTo>
                    <a:lnTo>
                      <a:pt x="2033481" y="2504406"/>
                    </a:lnTo>
                    <a:lnTo>
                      <a:pt x="2036654" y="2523446"/>
                    </a:lnTo>
                    <a:lnTo>
                      <a:pt x="2039193" y="2529793"/>
                    </a:lnTo>
                    <a:lnTo>
                      <a:pt x="2043001" y="2536139"/>
                    </a:lnTo>
                    <a:lnTo>
                      <a:pt x="2044905" y="2539947"/>
                    </a:lnTo>
                    <a:lnTo>
                      <a:pt x="2050617" y="2590721"/>
                    </a:lnTo>
                    <a:lnTo>
                      <a:pt x="2052521" y="2595164"/>
                    </a:lnTo>
                    <a:lnTo>
                      <a:pt x="2055059" y="2596433"/>
                    </a:lnTo>
                    <a:lnTo>
                      <a:pt x="2056964" y="2591990"/>
                    </a:lnTo>
                    <a:lnTo>
                      <a:pt x="2056964" y="2587547"/>
                    </a:lnTo>
                    <a:lnTo>
                      <a:pt x="2054425" y="2574220"/>
                    </a:lnTo>
                    <a:lnTo>
                      <a:pt x="2050617" y="2566603"/>
                    </a:lnTo>
                    <a:lnTo>
                      <a:pt x="2049982" y="2561526"/>
                    </a:lnTo>
                    <a:lnTo>
                      <a:pt x="2049982" y="2550737"/>
                    </a:lnTo>
                    <a:lnTo>
                      <a:pt x="2049348" y="2545025"/>
                    </a:lnTo>
                    <a:lnTo>
                      <a:pt x="2045539" y="2534870"/>
                    </a:lnTo>
                    <a:lnTo>
                      <a:pt x="2043001" y="2520273"/>
                    </a:lnTo>
                    <a:lnTo>
                      <a:pt x="2041097" y="2514560"/>
                    </a:lnTo>
                    <a:lnTo>
                      <a:pt x="2039193" y="2511387"/>
                    </a:lnTo>
                    <a:lnTo>
                      <a:pt x="2039828" y="2508214"/>
                    </a:lnTo>
                    <a:lnTo>
                      <a:pt x="2014441" y="2431419"/>
                    </a:lnTo>
                    <a:lnTo>
                      <a:pt x="2006190" y="2388261"/>
                    </a:lnTo>
                    <a:lnTo>
                      <a:pt x="2003017" y="2324160"/>
                    </a:lnTo>
                    <a:lnTo>
                      <a:pt x="2004286" y="2319082"/>
                    </a:lnTo>
                    <a:lnTo>
                      <a:pt x="2001112" y="2322890"/>
                    </a:lnTo>
                    <a:lnTo>
                      <a:pt x="2000478" y="2334314"/>
                    </a:lnTo>
                    <a:lnTo>
                      <a:pt x="1998574" y="2339392"/>
                    </a:lnTo>
                    <a:lnTo>
                      <a:pt x="2000478" y="2343834"/>
                    </a:lnTo>
                    <a:lnTo>
                      <a:pt x="2000478" y="2348277"/>
                    </a:lnTo>
                    <a:lnTo>
                      <a:pt x="1999209" y="2357797"/>
                    </a:lnTo>
                    <a:lnTo>
                      <a:pt x="1999843" y="2362874"/>
                    </a:lnTo>
                    <a:lnTo>
                      <a:pt x="2002382" y="2371760"/>
                    </a:lnTo>
                    <a:lnTo>
                      <a:pt x="2004921" y="2395243"/>
                    </a:lnTo>
                    <a:lnTo>
                      <a:pt x="2004286" y="2404128"/>
                    </a:lnTo>
                    <a:lnTo>
                      <a:pt x="2002382" y="2412379"/>
                    </a:lnTo>
                    <a:lnTo>
                      <a:pt x="2009363" y="2422533"/>
                    </a:lnTo>
                    <a:lnTo>
                      <a:pt x="2010632" y="2424437"/>
                    </a:lnTo>
                    <a:lnTo>
                      <a:pt x="2011268" y="2425072"/>
                    </a:lnTo>
                    <a:lnTo>
                      <a:pt x="2012537" y="2426976"/>
                    </a:lnTo>
                    <a:lnTo>
                      <a:pt x="2012537" y="2428246"/>
                    </a:lnTo>
                    <a:lnTo>
                      <a:pt x="2011902" y="2428880"/>
                    </a:lnTo>
                    <a:lnTo>
                      <a:pt x="2009363" y="2429515"/>
                    </a:lnTo>
                    <a:lnTo>
                      <a:pt x="2008729" y="2430150"/>
                    </a:lnTo>
                    <a:lnTo>
                      <a:pt x="2008729" y="2432053"/>
                    </a:lnTo>
                    <a:lnTo>
                      <a:pt x="2009363" y="2433957"/>
                    </a:lnTo>
                    <a:lnTo>
                      <a:pt x="2009998" y="2435227"/>
                    </a:lnTo>
                    <a:lnTo>
                      <a:pt x="2011902" y="2436496"/>
                    </a:lnTo>
                    <a:lnTo>
                      <a:pt x="2009998" y="2438400"/>
                    </a:lnTo>
                    <a:lnTo>
                      <a:pt x="2011268" y="2447920"/>
                    </a:lnTo>
                    <a:close/>
                    <a:moveTo>
                      <a:pt x="2067118" y="2161684"/>
                    </a:moveTo>
                    <a:lnTo>
                      <a:pt x="2065215" y="2168666"/>
                    </a:lnTo>
                    <a:lnTo>
                      <a:pt x="2063945" y="2171204"/>
                    </a:lnTo>
                    <a:lnTo>
                      <a:pt x="2055059" y="2180090"/>
                    </a:lnTo>
                    <a:lnTo>
                      <a:pt x="2049348" y="2187706"/>
                    </a:lnTo>
                    <a:lnTo>
                      <a:pt x="2037923" y="2214362"/>
                    </a:lnTo>
                    <a:lnTo>
                      <a:pt x="2036654" y="2214362"/>
                    </a:lnTo>
                    <a:lnTo>
                      <a:pt x="2034750" y="2211823"/>
                    </a:lnTo>
                    <a:lnTo>
                      <a:pt x="2032211" y="2209919"/>
                    </a:lnTo>
                    <a:lnTo>
                      <a:pt x="2026499" y="2208015"/>
                    </a:lnTo>
                    <a:lnTo>
                      <a:pt x="2027769" y="2211823"/>
                    </a:lnTo>
                    <a:lnTo>
                      <a:pt x="2029038" y="2214362"/>
                    </a:lnTo>
                    <a:lnTo>
                      <a:pt x="2028403" y="2216900"/>
                    </a:lnTo>
                    <a:lnTo>
                      <a:pt x="2025230" y="2219439"/>
                    </a:lnTo>
                    <a:lnTo>
                      <a:pt x="2025865" y="2224516"/>
                    </a:lnTo>
                    <a:lnTo>
                      <a:pt x="2022057" y="2231498"/>
                    </a:lnTo>
                    <a:lnTo>
                      <a:pt x="2016979" y="2238479"/>
                    </a:lnTo>
                    <a:lnTo>
                      <a:pt x="2014441" y="2243557"/>
                    </a:lnTo>
                    <a:lnTo>
                      <a:pt x="2013806" y="2246730"/>
                    </a:lnTo>
                    <a:lnTo>
                      <a:pt x="2009998" y="2254981"/>
                    </a:lnTo>
                    <a:lnTo>
                      <a:pt x="2009363" y="2258154"/>
                    </a:lnTo>
                    <a:lnTo>
                      <a:pt x="2007459" y="2268309"/>
                    </a:lnTo>
                    <a:lnTo>
                      <a:pt x="2001112" y="2284810"/>
                    </a:lnTo>
                    <a:lnTo>
                      <a:pt x="1997939" y="2312101"/>
                    </a:lnTo>
                    <a:lnTo>
                      <a:pt x="1996670" y="2316544"/>
                    </a:lnTo>
                    <a:lnTo>
                      <a:pt x="1998574" y="2317813"/>
                    </a:lnTo>
                    <a:lnTo>
                      <a:pt x="1999843" y="2317178"/>
                    </a:lnTo>
                    <a:lnTo>
                      <a:pt x="2002382" y="2313370"/>
                    </a:lnTo>
                    <a:lnTo>
                      <a:pt x="2006190" y="2305120"/>
                    </a:lnTo>
                    <a:lnTo>
                      <a:pt x="2009998" y="2284176"/>
                    </a:lnTo>
                    <a:lnTo>
                      <a:pt x="2022057" y="2248634"/>
                    </a:lnTo>
                    <a:lnTo>
                      <a:pt x="2041731" y="2208015"/>
                    </a:lnTo>
                    <a:lnTo>
                      <a:pt x="2068388" y="2166127"/>
                    </a:lnTo>
                    <a:lnTo>
                      <a:pt x="2070926" y="2163588"/>
                    </a:lnTo>
                    <a:lnTo>
                      <a:pt x="2069022" y="2161050"/>
                    </a:lnTo>
                    <a:lnTo>
                      <a:pt x="2067118" y="2161684"/>
                    </a:lnTo>
                    <a:close/>
                    <a:moveTo>
                      <a:pt x="2112180" y="2088062"/>
                    </a:moveTo>
                    <a:lnTo>
                      <a:pt x="2109006" y="2086793"/>
                    </a:lnTo>
                    <a:lnTo>
                      <a:pt x="2106468" y="2088062"/>
                    </a:lnTo>
                    <a:lnTo>
                      <a:pt x="2104564" y="2090601"/>
                    </a:lnTo>
                    <a:lnTo>
                      <a:pt x="2103295" y="2093140"/>
                    </a:lnTo>
                    <a:lnTo>
                      <a:pt x="2102025" y="2095044"/>
                    </a:lnTo>
                    <a:lnTo>
                      <a:pt x="2098852" y="2095679"/>
                    </a:lnTo>
                    <a:lnTo>
                      <a:pt x="2086793" y="2118527"/>
                    </a:lnTo>
                    <a:lnTo>
                      <a:pt x="2086793" y="2119796"/>
                    </a:lnTo>
                    <a:lnTo>
                      <a:pt x="2091236" y="2120431"/>
                    </a:lnTo>
                    <a:lnTo>
                      <a:pt x="2091236" y="2121700"/>
                    </a:lnTo>
                    <a:lnTo>
                      <a:pt x="2089966" y="2124873"/>
                    </a:lnTo>
                    <a:lnTo>
                      <a:pt x="2089332" y="2126778"/>
                    </a:lnTo>
                    <a:lnTo>
                      <a:pt x="2082985" y="2133759"/>
                    </a:lnTo>
                    <a:lnTo>
                      <a:pt x="2075369" y="2145818"/>
                    </a:lnTo>
                    <a:lnTo>
                      <a:pt x="2072830" y="2153433"/>
                    </a:lnTo>
                    <a:lnTo>
                      <a:pt x="2074735" y="2157876"/>
                    </a:lnTo>
                    <a:lnTo>
                      <a:pt x="2076004" y="2152799"/>
                    </a:lnTo>
                    <a:lnTo>
                      <a:pt x="2079177" y="2147722"/>
                    </a:lnTo>
                    <a:lnTo>
                      <a:pt x="2086793" y="2138202"/>
                    </a:lnTo>
                    <a:lnTo>
                      <a:pt x="2095678" y="2124239"/>
                    </a:lnTo>
                    <a:lnTo>
                      <a:pt x="2114718" y="2102025"/>
                    </a:lnTo>
                    <a:lnTo>
                      <a:pt x="2115353" y="2099487"/>
                    </a:lnTo>
                    <a:lnTo>
                      <a:pt x="2115353" y="2093775"/>
                    </a:lnTo>
                    <a:lnTo>
                      <a:pt x="2115988" y="2091236"/>
                    </a:lnTo>
                    <a:lnTo>
                      <a:pt x="2115353" y="2089332"/>
                    </a:lnTo>
                    <a:lnTo>
                      <a:pt x="2112180" y="2088062"/>
                    </a:lnTo>
                    <a:close/>
                    <a:moveTo>
                      <a:pt x="2208650" y="2018884"/>
                    </a:moveTo>
                    <a:lnTo>
                      <a:pt x="2207380" y="2018884"/>
                    </a:lnTo>
                    <a:lnTo>
                      <a:pt x="2206111" y="2019518"/>
                    </a:lnTo>
                    <a:lnTo>
                      <a:pt x="2204207" y="2020153"/>
                    </a:lnTo>
                    <a:lnTo>
                      <a:pt x="2203572" y="2021422"/>
                    </a:lnTo>
                    <a:lnTo>
                      <a:pt x="2204207" y="2026499"/>
                    </a:lnTo>
                    <a:lnTo>
                      <a:pt x="2204207" y="2028404"/>
                    </a:lnTo>
                    <a:lnTo>
                      <a:pt x="2201669" y="2032846"/>
                    </a:lnTo>
                    <a:lnTo>
                      <a:pt x="2199130" y="2034116"/>
                    </a:lnTo>
                    <a:lnTo>
                      <a:pt x="2190879" y="2033481"/>
                    </a:lnTo>
                    <a:lnTo>
                      <a:pt x="2185802" y="2034116"/>
                    </a:lnTo>
                    <a:lnTo>
                      <a:pt x="2183263" y="2036020"/>
                    </a:lnTo>
                    <a:lnTo>
                      <a:pt x="2178820" y="2040462"/>
                    </a:lnTo>
                    <a:lnTo>
                      <a:pt x="2168665" y="2045540"/>
                    </a:lnTo>
                    <a:lnTo>
                      <a:pt x="2166762" y="2046809"/>
                    </a:lnTo>
                    <a:lnTo>
                      <a:pt x="2164857" y="2049348"/>
                    </a:lnTo>
                    <a:lnTo>
                      <a:pt x="2155972" y="2054425"/>
                    </a:lnTo>
                    <a:lnTo>
                      <a:pt x="2154068" y="2058868"/>
                    </a:lnTo>
                    <a:lnTo>
                      <a:pt x="2152164" y="2060137"/>
                    </a:lnTo>
                    <a:lnTo>
                      <a:pt x="2143913" y="2065215"/>
                    </a:lnTo>
                    <a:lnTo>
                      <a:pt x="2141375" y="2066484"/>
                    </a:lnTo>
                    <a:lnTo>
                      <a:pt x="2137566" y="2067118"/>
                    </a:lnTo>
                    <a:lnTo>
                      <a:pt x="2130585" y="2069657"/>
                    </a:lnTo>
                    <a:lnTo>
                      <a:pt x="2126143" y="2070292"/>
                    </a:lnTo>
                    <a:lnTo>
                      <a:pt x="2122335" y="2072196"/>
                    </a:lnTo>
                    <a:lnTo>
                      <a:pt x="2121700" y="2076639"/>
                    </a:lnTo>
                    <a:lnTo>
                      <a:pt x="2122335" y="2081081"/>
                    </a:lnTo>
                    <a:lnTo>
                      <a:pt x="2124238" y="2083620"/>
                    </a:lnTo>
                    <a:lnTo>
                      <a:pt x="2124238" y="2085524"/>
                    </a:lnTo>
                    <a:lnTo>
                      <a:pt x="2121700" y="2088062"/>
                    </a:lnTo>
                    <a:lnTo>
                      <a:pt x="2119162" y="2091871"/>
                    </a:lnTo>
                    <a:lnTo>
                      <a:pt x="2117257" y="2096948"/>
                    </a:lnTo>
                    <a:lnTo>
                      <a:pt x="2116623" y="2101391"/>
                    </a:lnTo>
                    <a:lnTo>
                      <a:pt x="2118526" y="2101391"/>
                    </a:lnTo>
                    <a:lnTo>
                      <a:pt x="2120431" y="2096948"/>
                    </a:lnTo>
                    <a:lnTo>
                      <a:pt x="2122969" y="2093140"/>
                    </a:lnTo>
                    <a:lnTo>
                      <a:pt x="2128682" y="2087428"/>
                    </a:lnTo>
                    <a:lnTo>
                      <a:pt x="2140105" y="2078542"/>
                    </a:lnTo>
                    <a:lnTo>
                      <a:pt x="2145183" y="2072196"/>
                    </a:lnTo>
                    <a:lnTo>
                      <a:pt x="2165492" y="2060772"/>
                    </a:lnTo>
                    <a:lnTo>
                      <a:pt x="2177551" y="2049982"/>
                    </a:lnTo>
                    <a:lnTo>
                      <a:pt x="2184532" y="2045540"/>
                    </a:lnTo>
                    <a:lnTo>
                      <a:pt x="2191513" y="2043001"/>
                    </a:lnTo>
                    <a:lnTo>
                      <a:pt x="2207380" y="2034750"/>
                    </a:lnTo>
                    <a:lnTo>
                      <a:pt x="2208015" y="2033481"/>
                    </a:lnTo>
                    <a:lnTo>
                      <a:pt x="2209919" y="2030942"/>
                    </a:lnTo>
                    <a:lnTo>
                      <a:pt x="2210553" y="2029038"/>
                    </a:lnTo>
                    <a:lnTo>
                      <a:pt x="2210553" y="2027134"/>
                    </a:lnTo>
                    <a:lnTo>
                      <a:pt x="2209919" y="2020153"/>
                    </a:lnTo>
                    <a:lnTo>
                      <a:pt x="2208650" y="2018884"/>
                    </a:lnTo>
                    <a:close/>
                    <a:moveTo>
                      <a:pt x="2237210" y="1997305"/>
                    </a:moveTo>
                    <a:lnTo>
                      <a:pt x="2228959" y="2002382"/>
                    </a:lnTo>
                    <a:lnTo>
                      <a:pt x="2216900" y="2013806"/>
                    </a:lnTo>
                    <a:lnTo>
                      <a:pt x="2216900" y="2015710"/>
                    </a:lnTo>
                    <a:lnTo>
                      <a:pt x="2221343" y="2015075"/>
                    </a:lnTo>
                    <a:lnTo>
                      <a:pt x="2224517" y="2012537"/>
                    </a:lnTo>
                    <a:lnTo>
                      <a:pt x="2230229" y="2006825"/>
                    </a:lnTo>
                    <a:lnTo>
                      <a:pt x="2235306" y="2004921"/>
                    </a:lnTo>
                    <a:lnTo>
                      <a:pt x="2237210" y="2002382"/>
                    </a:lnTo>
                    <a:lnTo>
                      <a:pt x="2241652" y="1998574"/>
                    </a:lnTo>
                    <a:lnTo>
                      <a:pt x="2243557" y="1997305"/>
                    </a:lnTo>
                    <a:lnTo>
                      <a:pt x="2243557" y="1996670"/>
                    </a:lnTo>
                    <a:lnTo>
                      <a:pt x="2244191" y="1996035"/>
                    </a:lnTo>
                    <a:lnTo>
                      <a:pt x="2244826" y="1995401"/>
                    </a:lnTo>
                    <a:lnTo>
                      <a:pt x="2246730" y="1995401"/>
                    </a:lnTo>
                    <a:lnTo>
                      <a:pt x="2246730" y="1993497"/>
                    </a:lnTo>
                    <a:lnTo>
                      <a:pt x="2237210" y="1997305"/>
                    </a:lnTo>
                    <a:close/>
                    <a:moveTo>
                      <a:pt x="2545025" y="1766285"/>
                    </a:moveTo>
                    <a:lnTo>
                      <a:pt x="2544390" y="1765016"/>
                    </a:lnTo>
                    <a:lnTo>
                      <a:pt x="2543755" y="1765016"/>
                    </a:lnTo>
                    <a:lnTo>
                      <a:pt x="2543120" y="1765650"/>
                    </a:lnTo>
                    <a:lnTo>
                      <a:pt x="2543120" y="1766920"/>
                    </a:lnTo>
                    <a:lnTo>
                      <a:pt x="2543120" y="1765016"/>
                    </a:lnTo>
                    <a:lnTo>
                      <a:pt x="2543120" y="1765650"/>
                    </a:lnTo>
                    <a:lnTo>
                      <a:pt x="2543120" y="1766285"/>
                    </a:lnTo>
                    <a:lnTo>
                      <a:pt x="2543120" y="1766920"/>
                    </a:lnTo>
                    <a:lnTo>
                      <a:pt x="2541851" y="1766920"/>
                    </a:lnTo>
                    <a:lnTo>
                      <a:pt x="2541851" y="1768824"/>
                    </a:lnTo>
                    <a:lnTo>
                      <a:pt x="2545659" y="1769458"/>
                    </a:lnTo>
                    <a:lnTo>
                      <a:pt x="2546294" y="1772632"/>
                    </a:lnTo>
                    <a:lnTo>
                      <a:pt x="2545025" y="1775805"/>
                    </a:lnTo>
                    <a:lnTo>
                      <a:pt x="2543120" y="1777709"/>
                    </a:lnTo>
                    <a:lnTo>
                      <a:pt x="2542486" y="1777709"/>
                    </a:lnTo>
                    <a:lnTo>
                      <a:pt x="2538043" y="1779613"/>
                    </a:lnTo>
                    <a:lnTo>
                      <a:pt x="2536774" y="1780883"/>
                    </a:lnTo>
                    <a:lnTo>
                      <a:pt x="2535505" y="1784691"/>
                    </a:lnTo>
                    <a:lnTo>
                      <a:pt x="2526619" y="1792307"/>
                    </a:lnTo>
                    <a:lnTo>
                      <a:pt x="2525985" y="1793576"/>
                    </a:lnTo>
                    <a:lnTo>
                      <a:pt x="2522811" y="1794211"/>
                    </a:lnTo>
                    <a:lnTo>
                      <a:pt x="2520272" y="1794845"/>
                    </a:lnTo>
                    <a:lnTo>
                      <a:pt x="2518368" y="1796749"/>
                    </a:lnTo>
                    <a:lnTo>
                      <a:pt x="2517733" y="1799923"/>
                    </a:lnTo>
                    <a:lnTo>
                      <a:pt x="2515195" y="1803731"/>
                    </a:lnTo>
                    <a:lnTo>
                      <a:pt x="2499328" y="1814520"/>
                    </a:lnTo>
                    <a:lnTo>
                      <a:pt x="2491078" y="1822771"/>
                    </a:lnTo>
                    <a:lnTo>
                      <a:pt x="2487270" y="1827213"/>
                    </a:lnTo>
                    <a:lnTo>
                      <a:pt x="2484731" y="1832925"/>
                    </a:lnTo>
                    <a:lnTo>
                      <a:pt x="2486000" y="1832925"/>
                    </a:lnTo>
                    <a:lnTo>
                      <a:pt x="2489808" y="1827848"/>
                    </a:lnTo>
                    <a:lnTo>
                      <a:pt x="2520272" y="1803731"/>
                    </a:lnTo>
                    <a:lnTo>
                      <a:pt x="2529792" y="1799923"/>
                    </a:lnTo>
                    <a:lnTo>
                      <a:pt x="2561526" y="1771363"/>
                    </a:lnTo>
                    <a:lnTo>
                      <a:pt x="2547563" y="1766920"/>
                    </a:lnTo>
                    <a:lnTo>
                      <a:pt x="2545025" y="1766285"/>
                    </a:lnTo>
                    <a:close/>
                    <a:moveTo>
                      <a:pt x="2805239" y="1328363"/>
                    </a:moveTo>
                    <a:lnTo>
                      <a:pt x="2802066" y="1325825"/>
                    </a:lnTo>
                    <a:lnTo>
                      <a:pt x="2795719" y="1316939"/>
                    </a:lnTo>
                    <a:lnTo>
                      <a:pt x="2796354" y="1314401"/>
                    </a:lnTo>
                    <a:lnTo>
                      <a:pt x="2798258" y="1310592"/>
                    </a:lnTo>
                    <a:lnTo>
                      <a:pt x="2798258" y="1308054"/>
                    </a:lnTo>
                    <a:lnTo>
                      <a:pt x="2798258" y="1296630"/>
                    </a:lnTo>
                    <a:lnTo>
                      <a:pt x="2796988" y="1292822"/>
                    </a:lnTo>
                    <a:lnTo>
                      <a:pt x="2793180" y="1292187"/>
                    </a:lnTo>
                    <a:lnTo>
                      <a:pt x="2789372" y="1293456"/>
                    </a:lnTo>
                    <a:lnTo>
                      <a:pt x="2788738" y="1293456"/>
                    </a:lnTo>
                    <a:lnTo>
                      <a:pt x="2788103" y="1293456"/>
                    </a:lnTo>
                    <a:lnTo>
                      <a:pt x="2787468" y="1293456"/>
                    </a:lnTo>
                    <a:lnTo>
                      <a:pt x="2786833" y="1292822"/>
                    </a:lnTo>
                    <a:lnTo>
                      <a:pt x="2786199" y="1292187"/>
                    </a:lnTo>
                    <a:lnTo>
                      <a:pt x="2785564" y="1291552"/>
                    </a:lnTo>
                    <a:lnTo>
                      <a:pt x="2784929" y="1290283"/>
                    </a:lnTo>
                    <a:lnTo>
                      <a:pt x="2783660" y="1283302"/>
                    </a:lnTo>
                    <a:lnTo>
                      <a:pt x="2783026" y="1282032"/>
                    </a:lnTo>
                    <a:lnTo>
                      <a:pt x="2781756" y="1280128"/>
                    </a:lnTo>
                    <a:lnTo>
                      <a:pt x="2781121" y="1278859"/>
                    </a:lnTo>
                    <a:lnTo>
                      <a:pt x="2780487" y="1276955"/>
                    </a:lnTo>
                    <a:lnTo>
                      <a:pt x="2779852" y="1275051"/>
                    </a:lnTo>
                    <a:lnTo>
                      <a:pt x="2779218" y="1273782"/>
                    </a:lnTo>
                    <a:lnTo>
                      <a:pt x="2778582" y="1272512"/>
                    </a:lnTo>
                    <a:lnTo>
                      <a:pt x="2777948" y="1271878"/>
                    </a:lnTo>
                    <a:lnTo>
                      <a:pt x="2775409" y="1269339"/>
                    </a:lnTo>
                    <a:lnTo>
                      <a:pt x="2769698" y="1264896"/>
                    </a:lnTo>
                    <a:lnTo>
                      <a:pt x="2768428" y="1263627"/>
                    </a:lnTo>
                    <a:lnTo>
                      <a:pt x="2767793" y="1262358"/>
                    </a:lnTo>
                    <a:lnTo>
                      <a:pt x="2767159" y="1259819"/>
                    </a:lnTo>
                    <a:lnTo>
                      <a:pt x="2767159" y="1257915"/>
                    </a:lnTo>
                    <a:lnTo>
                      <a:pt x="2767793" y="1256646"/>
                    </a:lnTo>
                    <a:lnTo>
                      <a:pt x="2768428" y="1254107"/>
                    </a:lnTo>
                    <a:lnTo>
                      <a:pt x="2769062" y="1253472"/>
                    </a:lnTo>
                    <a:lnTo>
                      <a:pt x="2771601" y="1249664"/>
                    </a:lnTo>
                    <a:lnTo>
                      <a:pt x="2771601" y="1249029"/>
                    </a:lnTo>
                    <a:lnTo>
                      <a:pt x="2770967" y="1248395"/>
                    </a:lnTo>
                    <a:lnTo>
                      <a:pt x="2767793" y="1246491"/>
                    </a:lnTo>
                    <a:lnTo>
                      <a:pt x="2763986" y="1243318"/>
                    </a:lnTo>
                    <a:lnTo>
                      <a:pt x="2761447" y="1240779"/>
                    </a:lnTo>
                    <a:lnTo>
                      <a:pt x="2760812" y="1238875"/>
                    </a:lnTo>
                    <a:lnTo>
                      <a:pt x="2760178" y="1236971"/>
                    </a:lnTo>
                    <a:lnTo>
                      <a:pt x="2759542" y="1233163"/>
                    </a:lnTo>
                    <a:lnTo>
                      <a:pt x="2758908" y="1231259"/>
                    </a:lnTo>
                    <a:lnTo>
                      <a:pt x="2758273" y="1229989"/>
                    </a:lnTo>
                    <a:lnTo>
                      <a:pt x="2757639" y="1229355"/>
                    </a:lnTo>
                    <a:lnTo>
                      <a:pt x="2756369" y="1228720"/>
                    </a:lnTo>
                    <a:lnTo>
                      <a:pt x="2753831" y="1228085"/>
                    </a:lnTo>
                    <a:lnTo>
                      <a:pt x="2752561" y="1227451"/>
                    </a:lnTo>
                    <a:lnTo>
                      <a:pt x="2751927" y="1226816"/>
                    </a:lnTo>
                    <a:lnTo>
                      <a:pt x="2751292" y="1225547"/>
                    </a:lnTo>
                    <a:lnTo>
                      <a:pt x="2750658" y="1224278"/>
                    </a:lnTo>
                    <a:lnTo>
                      <a:pt x="2750022" y="1222374"/>
                    </a:lnTo>
                    <a:lnTo>
                      <a:pt x="2750022" y="1221104"/>
                    </a:lnTo>
                    <a:lnTo>
                      <a:pt x="2750658" y="1219835"/>
                    </a:lnTo>
                    <a:lnTo>
                      <a:pt x="2753196" y="1218565"/>
                    </a:lnTo>
                    <a:lnTo>
                      <a:pt x="2753196" y="1218565"/>
                    </a:lnTo>
                    <a:lnTo>
                      <a:pt x="2753196" y="1218565"/>
                    </a:lnTo>
                    <a:lnTo>
                      <a:pt x="2753831" y="1217931"/>
                    </a:lnTo>
                    <a:lnTo>
                      <a:pt x="2754466" y="1216661"/>
                    </a:lnTo>
                    <a:lnTo>
                      <a:pt x="2754466" y="1215392"/>
                    </a:lnTo>
                    <a:lnTo>
                      <a:pt x="2753831" y="1214758"/>
                    </a:lnTo>
                    <a:lnTo>
                      <a:pt x="2752561" y="1214123"/>
                    </a:lnTo>
                    <a:lnTo>
                      <a:pt x="2751292" y="1213488"/>
                    </a:lnTo>
                    <a:lnTo>
                      <a:pt x="2746214" y="1212219"/>
                    </a:lnTo>
                    <a:lnTo>
                      <a:pt x="2744945" y="1211584"/>
                    </a:lnTo>
                    <a:lnTo>
                      <a:pt x="2743676" y="1210949"/>
                    </a:lnTo>
                    <a:lnTo>
                      <a:pt x="2741772" y="1209680"/>
                    </a:lnTo>
                    <a:lnTo>
                      <a:pt x="2736060" y="1203968"/>
                    </a:lnTo>
                    <a:lnTo>
                      <a:pt x="2733521" y="1201429"/>
                    </a:lnTo>
                    <a:lnTo>
                      <a:pt x="2732252" y="1198891"/>
                    </a:lnTo>
                    <a:lnTo>
                      <a:pt x="2731618" y="1197621"/>
                    </a:lnTo>
                    <a:lnTo>
                      <a:pt x="2730982" y="1195083"/>
                    </a:lnTo>
                    <a:lnTo>
                      <a:pt x="2730348" y="1193179"/>
                    </a:lnTo>
                    <a:lnTo>
                      <a:pt x="2730348" y="1191275"/>
                    </a:lnTo>
                    <a:lnTo>
                      <a:pt x="2730982" y="1188736"/>
                    </a:lnTo>
                    <a:lnTo>
                      <a:pt x="2731618" y="1186832"/>
                    </a:lnTo>
                    <a:lnTo>
                      <a:pt x="2732252" y="1185562"/>
                    </a:lnTo>
                    <a:lnTo>
                      <a:pt x="2732252" y="1183659"/>
                    </a:lnTo>
                    <a:lnTo>
                      <a:pt x="2732252" y="1176677"/>
                    </a:lnTo>
                    <a:lnTo>
                      <a:pt x="2732887" y="1174139"/>
                    </a:lnTo>
                    <a:lnTo>
                      <a:pt x="2733521" y="1170331"/>
                    </a:lnTo>
                    <a:lnTo>
                      <a:pt x="2733521" y="1169061"/>
                    </a:lnTo>
                    <a:lnTo>
                      <a:pt x="2732887" y="1167792"/>
                    </a:lnTo>
                    <a:lnTo>
                      <a:pt x="2732252" y="1167157"/>
                    </a:lnTo>
                    <a:lnTo>
                      <a:pt x="2731618" y="1166522"/>
                    </a:lnTo>
                    <a:lnTo>
                      <a:pt x="2730982" y="1165888"/>
                    </a:lnTo>
                    <a:lnTo>
                      <a:pt x="2730348" y="1163984"/>
                    </a:lnTo>
                    <a:lnTo>
                      <a:pt x="2729713" y="1160811"/>
                    </a:lnTo>
                    <a:lnTo>
                      <a:pt x="2727809" y="1151291"/>
                    </a:lnTo>
                    <a:lnTo>
                      <a:pt x="2727174" y="1148752"/>
                    </a:lnTo>
                    <a:lnTo>
                      <a:pt x="2721462" y="1141136"/>
                    </a:lnTo>
                    <a:lnTo>
                      <a:pt x="2719559" y="1137962"/>
                    </a:lnTo>
                    <a:lnTo>
                      <a:pt x="2718924" y="1135424"/>
                    </a:lnTo>
                    <a:lnTo>
                      <a:pt x="2717654" y="1132885"/>
                    </a:lnTo>
                    <a:lnTo>
                      <a:pt x="2715751" y="1129712"/>
                    </a:lnTo>
                    <a:lnTo>
                      <a:pt x="2712577" y="1125904"/>
                    </a:lnTo>
                    <a:lnTo>
                      <a:pt x="2708134" y="1122096"/>
                    </a:lnTo>
                    <a:lnTo>
                      <a:pt x="2706231" y="1120827"/>
                    </a:lnTo>
                    <a:lnTo>
                      <a:pt x="2699249" y="1117653"/>
                    </a:lnTo>
                    <a:lnTo>
                      <a:pt x="2697980" y="1117018"/>
                    </a:lnTo>
                    <a:lnTo>
                      <a:pt x="2697345" y="1116384"/>
                    </a:lnTo>
                    <a:lnTo>
                      <a:pt x="2696711" y="1115749"/>
                    </a:lnTo>
                    <a:lnTo>
                      <a:pt x="2691633" y="1108133"/>
                    </a:lnTo>
                    <a:lnTo>
                      <a:pt x="2690999" y="1106864"/>
                    </a:lnTo>
                    <a:lnTo>
                      <a:pt x="2688460" y="1104960"/>
                    </a:lnTo>
                    <a:lnTo>
                      <a:pt x="2687191" y="1104325"/>
                    </a:lnTo>
                    <a:lnTo>
                      <a:pt x="2684017" y="1102421"/>
                    </a:lnTo>
                    <a:lnTo>
                      <a:pt x="2682748" y="1101152"/>
                    </a:lnTo>
                    <a:lnTo>
                      <a:pt x="2682113" y="1100517"/>
                    </a:lnTo>
                    <a:lnTo>
                      <a:pt x="2682113" y="1099882"/>
                    </a:lnTo>
                    <a:lnTo>
                      <a:pt x="2681479" y="1081477"/>
                    </a:lnTo>
                    <a:lnTo>
                      <a:pt x="2680209" y="1052282"/>
                    </a:lnTo>
                    <a:lnTo>
                      <a:pt x="2678305" y="1023087"/>
                    </a:lnTo>
                    <a:lnTo>
                      <a:pt x="2677035" y="993893"/>
                    </a:lnTo>
                    <a:lnTo>
                      <a:pt x="2675766" y="964698"/>
                    </a:lnTo>
                    <a:lnTo>
                      <a:pt x="2673862" y="935503"/>
                    </a:lnTo>
                    <a:lnTo>
                      <a:pt x="2670689" y="877113"/>
                    </a:lnTo>
                    <a:lnTo>
                      <a:pt x="2669420" y="847919"/>
                    </a:lnTo>
                    <a:lnTo>
                      <a:pt x="2667515" y="818089"/>
                    </a:lnTo>
                    <a:lnTo>
                      <a:pt x="2665612" y="788260"/>
                    </a:lnTo>
                    <a:lnTo>
                      <a:pt x="2663707" y="758430"/>
                    </a:lnTo>
                    <a:lnTo>
                      <a:pt x="2661804" y="728600"/>
                    </a:lnTo>
                    <a:lnTo>
                      <a:pt x="2661169" y="712099"/>
                    </a:lnTo>
                    <a:lnTo>
                      <a:pt x="2661169" y="712099"/>
                    </a:lnTo>
                    <a:lnTo>
                      <a:pt x="2659265" y="711465"/>
                    </a:lnTo>
                    <a:lnTo>
                      <a:pt x="2656092" y="710195"/>
                    </a:lnTo>
                    <a:lnTo>
                      <a:pt x="2649745" y="705753"/>
                    </a:lnTo>
                    <a:lnTo>
                      <a:pt x="2645937" y="708291"/>
                    </a:lnTo>
                    <a:lnTo>
                      <a:pt x="2641494" y="708926"/>
                    </a:lnTo>
                    <a:lnTo>
                      <a:pt x="2637686" y="708291"/>
                    </a:lnTo>
                    <a:lnTo>
                      <a:pt x="2630705" y="704483"/>
                    </a:lnTo>
                    <a:lnTo>
                      <a:pt x="2627532" y="705753"/>
                    </a:lnTo>
                    <a:lnTo>
                      <a:pt x="2624993" y="708291"/>
                    </a:lnTo>
                    <a:lnTo>
                      <a:pt x="2621819" y="709560"/>
                    </a:lnTo>
                    <a:lnTo>
                      <a:pt x="2611665" y="705118"/>
                    </a:lnTo>
                    <a:lnTo>
                      <a:pt x="2607857" y="705753"/>
                    </a:lnTo>
                    <a:lnTo>
                      <a:pt x="2605953" y="708926"/>
                    </a:lnTo>
                    <a:lnTo>
                      <a:pt x="2604684" y="712734"/>
                    </a:lnTo>
                    <a:lnTo>
                      <a:pt x="2602779" y="715273"/>
                    </a:lnTo>
                    <a:lnTo>
                      <a:pt x="2598337" y="712734"/>
                    </a:lnTo>
                    <a:lnTo>
                      <a:pt x="2593894" y="715273"/>
                    </a:lnTo>
                    <a:lnTo>
                      <a:pt x="2590086" y="714638"/>
                    </a:lnTo>
                    <a:lnTo>
                      <a:pt x="2588817" y="712099"/>
                    </a:lnTo>
                    <a:lnTo>
                      <a:pt x="2591355" y="709560"/>
                    </a:lnTo>
                    <a:lnTo>
                      <a:pt x="2591355" y="707656"/>
                    </a:lnTo>
                    <a:lnTo>
                      <a:pt x="2586278" y="708926"/>
                    </a:lnTo>
                    <a:lnTo>
                      <a:pt x="2581200" y="707656"/>
                    </a:lnTo>
                    <a:lnTo>
                      <a:pt x="2577393" y="704483"/>
                    </a:lnTo>
                    <a:lnTo>
                      <a:pt x="2575488" y="699406"/>
                    </a:lnTo>
                    <a:lnTo>
                      <a:pt x="2572950" y="694963"/>
                    </a:lnTo>
                    <a:lnTo>
                      <a:pt x="2569142" y="694329"/>
                    </a:lnTo>
                    <a:lnTo>
                      <a:pt x="2567873" y="694329"/>
                    </a:lnTo>
                    <a:lnTo>
                      <a:pt x="2562795" y="694329"/>
                    </a:lnTo>
                    <a:lnTo>
                      <a:pt x="2558987" y="692425"/>
                    </a:lnTo>
                    <a:lnTo>
                      <a:pt x="2558987" y="694329"/>
                    </a:lnTo>
                    <a:lnTo>
                      <a:pt x="2548832" y="691155"/>
                    </a:lnTo>
                    <a:lnTo>
                      <a:pt x="2545659" y="689886"/>
                    </a:lnTo>
                    <a:lnTo>
                      <a:pt x="2546294" y="688616"/>
                    </a:lnTo>
                    <a:lnTo>
                      <a:pt x="2546928" y="687347"/>
                    </a:lnTo>
                    <a:lnTo>
                      <a:pt x="2542486" y="687347"/>
                    </a:lnTo>
                    <a:lnTo>
                      <a:pt x="2537408" y="688616"/>
                    </a:lnTo>
                    <a:lnTo>
                      <a:pt x="2535505" y="686078"/>
                    </a:lnTo>
                    <a:lnTo>
                      <a:pt x="2532966" y="684808"/>
                    </a:lnTo>
                    <a:lnTo>
                      <a:pt x="2529792" y="684174"/>
                    </a:lnTo>
                    <a:lnTo>
                      <a:pt x="2526619" y="683539"/>
                    </a:lnTo>
                    <a:lnTo>
                      <a:pt x="2525350" y="683539"/>
                    </a:lnTo>
                    <a:lnTo>
                      <a:pt x="2522811" y="684808"/>
                    </a:lnTo>
                    <a:lnTo>
                      <a:pt x="2521541" y="685443"/>
                    </a:lnTo>
                    <a:lnTo>
                      <a:pt x="2520272" y="684808"/>
                    </a:lnTo>
                    <a:lnTo>
                      <a:pt x="2518368" y="682270"/>
                    </a:lnTo>
                    <a:lnTo>
                      <a:pt x="2514560" y="680366"/>
                    </a:lnTo>
                    <a:lnTo>
                      <a:pt x="2510752" y="674654"/>
                    </a:lnTo>
                    <a:lnTo>
                      <a:pt x="2507579" y="673385"/>
                    </a:lnTo>
                    <a:lnTo>
                      <a:pt x="2505040" y="673385"/>
                    </a:lnTo>
                    <a:lnTo>
                      <a:pt x="2499963" y="672115"/>
                    </a:lnTo>
                    <a:lnTo>
                      <a:pt x="2486635" y="670211"/>
                    </a:lnTo>
                    <a:lnTo>
                      <a:pt x="2478384" y="663230"/>
                    </a:lnTo>
                    <a:lnTo>
                      <a:pt x="2475211" y="658152"/>
                    </a:lnTo>
                    <a:lnTo>
                      <a:pt x="2473941" y="656883"/>
                    </a:lnTo>
                    <a:lnTo>
                      <a:pt x="2471403" y="655613"/>
                    </a:lnTo>
                    <a:lnTo>
                      <a:pt x="2469499" y="654979"/>
                    </a:lnTo>
                    <a:lnTo>
                      <a:pt x="2468230" y="653710"/>
                    </a:lnTo>
                    <a:lnTo>
                      <a:pt x="2467594" y="649902"/>
                    </a:lnTo>
                    <a:lnTo>
                      <a:pt x="2466960" y="648632"/>
                    </a:lnTo>
                    <a:lnTo>
                      <a:pt x="2465691" y="647363"/>
                    </a:lnTo>
                    <a:lnTo>
                      <a:pt x="2463787" y="646093"/>
                    </a:lnTo>
                    <a:lnTo>
                      <a:pt x="2462518" y="645459"/>
                    </a:lnTo>
                    <a:lnTo>
                      <a:pt x="2455536" y="645459"/>
                    </a:lnTo>
                    <a:lnTo>
                      <a:pt x="2452363" y="644824"/>
                    </a:lnTo>
                    <a:lnTo>
                      <a:pt x="2449190" y="642286"/>
                    </a:lnTo>
                    <a:lnTo>
                      <a:pt x="2442208" y="635939"/>
                    </a:lnTo>
                    <a:lnTo>
                      <a:pt x="2438400" y="633400"/>
                    </a:lnTo>
                    <a:lnTo>
                      <a:pt x="2432053" y="632131"/>
                    </a:lnTo>
                    <a:lnTo>
                      <a:pt x="2430784" y="630862"/>
                    </a:lnTo>
                    <a:lnTo>
                      <a:pt x="2430150" y="628958"/>
                    </a:lnTo>
                    <a:lnTo>
                      <a:pt x="2428880" y="627688"/>
                    </a:lnTo>
                    <a:lnTo>
                      <a:pt x="2426341" y="626419"/>
                    </a:lnTo>
                    <a:lnTo>
                      <a:pt x="2412379" y="622611"/>
                    </a:lnTo>
                    <a:lnTo>
                      <a:pt x="2409205" y="623245"/>
                    </a:lnTo>
                    <a:lnTo>
                      <a:pt x="2405397" y="626419"/>
                    </a:lnTo>
                    <a:lnTo>
                      <a:pt x="2404128" y="630227"/>
                    </a:lnTo>
                    <a:lnTo>
                      <a:pt x="2404128" y="634669"/>
                    </a:lnTo>
                    <a:lnTo>
                      <a:pt x="2403493" y="637208"/>
                    </a:lnTo>
                    <a:lnTo>
                      <a:pt x="2400954" y="635939"/>
                    </a:lnTo>
                    <a:lnTo>
                      <a:pt x="2399685" y="637843"/>
                    </a:lnTo>
                    <a:lnTo>
                      <a:pt x="2398416" y="639112"/>
                    </a:lnTo>
                    <a:lnTo>
                      <a:pt x="2396512" y="639747"/>
                    </a:lnTo>
                    <a:lnTo>
                      <a:pt x="2393973" y="641016"/>
                    </a:lnTo>
                    <a:lnTo>
                      <a:pt x="2391434" y="639747"/>
                    </a:lnTo>
                    <a:lnTo>
                      <a:pt x="2390165" y="639747"/>
                    </a:lnTo>
                    <a:lnTo>
                      <a:pt x="2389531" y="642286"/>
                    </a:lnTo>
                    <a:lnTo>
                      <a:pt x="2389531" y="644190"/>
                    </a:lnTo>
                    <a:lnTo>
                      <a:pt x="2388896" y="645459"/>
                    </a:lnTo>
                    <a:lnTo>
                      <a:pt x="2388261" y="646093"/>
                    </a:lnTo>
                    <a:lnTo>
                      <a:pt x="2386992" y="646728"/>
                    </a:lnTo>
                    <a:lnTo>
                      <a:pt x="2385087" y="646728"/>
                    </a:lnTo>
                    <a:lnTo>
                      <a:pt x="2367317" y="646728"/>
                    </a:lnTo>
                    <a:lnTo>
                      <a:pt x="2364778" y="647363"/>
                    </a:lnTo>
                    <a:lnTo>
                      <a:pt x="2363509" y="645459"/>
                    </a:lnTo>
                    <a:lnTo>
                      <a:pt x="2362239" y="644824"/>
                    </a:lnTo>
                    <a:lnTo>
                      <a:pt x="2360336" y="644190"/>
                    </a:lnTo>
                    <a:lnTo>
                      <a:pt x="2358432" y="644190"/>
                    </a:lnTo>
                    <a:lnTo>
                      <a:pt x="2357797" y="644824"/>
                    </a:lnTo>
                    <a:lnTo>
                      <a:pt x="2356527" y="645459"/>
                    </a:lnTo>
                    <a:lnTo>
                      <a:pt x="2355893" y="646093"/>
                    </a:lnTo>
                    <a:lnTo>
                      <a:pt x="2355258" y="645459"/>
                    </a:lnTo>
                    <a:lnTo>
                      <a:pt x="2354624" y="644190"/>
                    </a:lnTo>
                    <a:lnTo>
                      <a:pt x="2353989" y="643555"/>
                    </a:lnTo>
                    <a:lnTo>
                      <a:pt x="2353989" y="642920"/>
                    </a:lnTo>
                    <a:lnTo>
                      <a:pt x="2347643" y="642920"/>
                    </a:lnTo>
                    <a:lnTo>
                      <a:pt x="2345104" y="641651"/>
                    </a:lnTo>
                    <a:lnTo>
                      <a:pt x="2347007" y="637843"/>
                    </a:lnTo>
                    <a:lnTo>
                      <a:pt x="2345104" y="634035"/>
                    </a:lnTo>
                    <a:lnTo>
                      <a:pt x="2342565" y="632131"/>
                    </a:lnTo>
                    <a:lnTo>
                      <a:pt x="2340026" y="630862"/>
                    </a:lnTo>
                    <a:lnTo>
                      <a:pt x="2337487" y="628958"/>
                    </a:lnTo>
                    <a:lnTo>
                      <a:pt x="2334949" y="628323"/>
                    </a:lnTo>
                    <a:lnTo>
                      <a:pt x="2332410" y="630862"/>
                    </a:lnTo>
                    <a:lnTo>
                      <a:pt x="2329871" y="635939"/>
                    </a:lnTo>
                    <a:lnTo>
                      <a:pt x="2328602" y="635939"/>
                    </a:lnTo>
                    <a:lnTo>
                      <a:pt x="2324794" y="634669"/>
                    </a:lnTo>
                    <a:lnTo>
                      <a:pt x="2324159" y="635304"/>
                    </a:lnTo>
                    <a:lnTo>
                      <a:pt x="2319082" y="637843"/>
                    </a:lnTo>
                    <a:lnTo>
                      <a:pt x="2316544" y="638478"/>
                    </a:lnTo>
                    <a:lnTo>
                      <a:pt x="2314005" y="639747"/>
                    </a:lnTo>
                    <a:lnTo>
                      <a:pt x="2312100" y="641651"/>
                    </a:lnTo>
                    <a:lnTo>
                      <a:pt x="2310831" y="643555"/>
                    </a:lnTo>
                    <a:lnTo>
                      <a:pt x="2308927" y="643555"/>
                    </a:lnTo>
                    <a:lnTo>
                      <a:pt x="2305754" y="644190"/>
                    </a:lnTo>
                    <a:lnTo>
                      <a:pt x="2298773" y="644190"/>
                    </a:lnTo>
                    <a:lnTo>
                      <a:pt x="2297504" y="646093"/>
                    </a:lnTo>
                    <a:lnTo>
                      <a:pt x="2298773" y="653075"/>
                    </a:lnTo>
                    <a:lnTo>
                      <a:pt x="2296234" y="654979"/>
                    </a:lnTo>
                    <a:lnTo>
                      <a:pt x="2294965" y="654344"/>
                    </a:lnTo>
                    <a:lnTo>
                      <a:pt x="2293696" y="653075"/>
                    </a:lnTo>
                    <a:lnTo>
                      <a:pt x="2292426" y="651171"/>
                    </a:lnTo>
                    <a:lnTo>
                      <a:pt x="2290522" y="651806"/>
                    </a:lnTo>
                    <a:lnTo>
                      <a:pt x="2289252" y="653075"/>
                    </a:lnTo>
                    <a:lnTo>
                      <a:pt x="2287983" y="654979"/>
                    </a:lnTo>
                    <a:lnTo>
                      <a:pt x="2282271" y="656248"/>
                    </a:lnTo>
                    <a:lnTo>
                      <a:pt x="2279732" y="655613"/>
                    </a:lnTo>
                    <a:lnTo>
                      <a:pt x="2267674" y="648632"/>
                    </a:lnTo>
                    <a:lnTo>
                      <a:pt x="2265136" y="646093"/>
                    </a:lnTo>
                    <a:lnTo>
                      <a:pt x="2262597" y="645459"/>
                    </a:lnTo>
                    <a:lnTo>
                      <a:pt x="2260058" y="647363"/>
                    </a:lnTo>
                    <a:lnTo>
                      <a:pt x="2258154" y="649902"/>
                    </a:lnTo>
                    <a:lnTo>
                      <a:pt x="2257519" y="651806"/>
                    </a:lnTo>
                    <a:lnTo>
                      <a:pt x="2256250" y="651806"/>
                    </a:lnTo>
                    <a:lnTo>
                      <a:pt x="2253077" y="653710"/>
                    </a:lnTo>
                    <a:lnTo>
                      <a:pt x="2249269" y="656248"/>
                    </a:lnTo>
                    <a:lnTo>
                      <a:pt x="2242287" y="659422"/>
                    </a:lnTo>
                    <a:lnTo>
                      <a:pt x="2239749" y="660056"/>
                    </a:lnTo>
                    <a:lnTo>
                      <a:pt x="2228959" y="660691"/>
                    </a:lnTo>
                    <a:lnTo>
                      <a:pt x="2227055" y="661326"/>
                    </a:lnTo>
                    <a:lnTo>
                      <a:pt x="2223247" y="663864"/>
                    </a:lnTo>
                    <a:lnTo>
                      <a:pt x="2220709" y="664499"/>
                    </a:lnTo>
                    <a:lnTo>
                      <a:pt x="2218804" y="666403"/>
                    </a:lnTo>
                    <a:lnTo>
                      <a:pt x="2215631" y="675288"/>
                    </a:lnTo>
                    <a:lnTo>
                      <a:pt x="2213727" y="678462"/>
                    </a:lnTo>
                    <a:lnTo>
                      <a:pt x="2209919" y="681000"/>
                    </a:lnTo>
                    <a:lnTo>
                      <a:pt x="2206111" y="681635"/>
                    </a:lnTo>
                    <a:lnTo>
                      <a:pt x="2197225" y="681000"/>
                    </a:lnTo>
                    <a:lnTo>
                      <a:pt x="2191513" y="681635"/>
                    </a:lnTo>
                    <a:lnTo>
                      <a:pt x="2190244" y="684174"/>
                    </a:lnTo>
                    <a:lnTo>
                      <a:pt x="2190244" y="687982"/>
                    </a:lnTo>
                    <a:lnTo>
                      <a:pt x="2189610" y="693059"/>
                    </a:lnTo>
                    <a:lnTo>
                      <a:pt x="2183898" y="697502"/>
                    </a:lnTo>
                    <a:lnTo>
                      <a:pt x="2177551" y="691790"/>
                    </a:lnTo>
                    <a:lnTo>
                      <a:pt x="2171204" y="682905"/>
                    </a:lnTo>
                    <a:lnTo>
                      <a:pt x="2166126" y="677192"/>
                    </a:lnTo>
                    <a:lnTo>
                      <a:pt x="2162319" y="676558"/>
                    </a:lnTo>
                    <a:lnTo>
                      <a:pt x="2148356" y="677827"/>
                    </a:lnTo>
                    <a:lnTo>
                      <a:pt x="2146452" y="677192"/>
                    </a:lnTo>
                    <a:lnTo>
                      <a:pt x="2145817" y="675288"/>
                    </a:lnTo>
                    <a:lnTo>
                      <a:pt x="2145183" y="672750"/>
                    </a:lnTo>
                    <a:lnTo>
                      <a:pt x="2144548" y="670846"/>
                    </a:lnTo>
                    <a:lnTo>
                      <a:pt x="2143279" y="670211"/>
                    </a:lnTo>
                    <a:lnTo>
                      <a:pt x="2138836" y="667672"/>
                    </a:lnTo>
                    <a:lnTo>
                      <a:pt x="2130585" y="665134"/>
                    </a:lnTo>
                    <a:lnTo>
                      <a:pt x="2128046" y="662595"/>
                    </a:lnTo>
                    <a:lnTo>
                      <a:pt x="2127412" y="661960"/>
                    </a:lnTo>
                    <a:lnTo>
                      <a:pt x="2126777" y="660691"/>
                    </a:lnTo>
                    <a:lnTo>
                      <a:pt x="2126143" y="659422"/>
                    </a:lnTo>
                    <a:lnTo>
                      <a:pt x="2126143" y="658152"/>
                    </a:lnTo>
                    <a:lnTo>
                      <a:pt x="2126143" y="656883"/>
                    </a:lnTo>
                    <a:lnTo>
                      <a:pt x="2128682" y="652440"/>
                    </a:lnTo>
                    <a:lnTo>
                      <a:pt x="2128046" y="651171"/>
                    </a:lnTo>
                    <a:lnTo>
                      <a:pt x="2126143" y="649267"/>
                    </a:lnTo>
                    <a:lnTo>
                      <a:pt x="2121065" y="647363"/>
                    </a:lnTo>
                    <a:lnTo>
                      <a:pt x="2118526" y="646728"/>
                    </a:lnTo>
                    <a:lnTo>
                      <a:pt x="2115988" y="646728"/>
                    </a:lnTo>
                    <a:lnTo>
                      <a:pt x="2114718" y="647363"/>
                    </a:lnTo>
                    <a:lnTo>
                      <a:pt x="2114084" y="647998"/>
                    </a:lnTo>
                    <a:lnTo>
                      <a:pt x="2112815" y="650536"/>
                    </a:lnTo>
                    <a:lnTo>
                      <a:pt x="2110276" y="658152"/>
                    </a:lnTo>
                    <a:lnTo>
                      <a:pt x="2109642" y="659422"/>
                    </a:lnTo>
                    <a:lnTo>
                      <a:pt x="2109006" y="660691"/>
                    </a:lnTo>
                    <a:lnTo>
                      <a:pt x="2108372" y="661326"/>
                    </a:lnTo>
                    <a:lnTo>
                      <a:pt x="2107737" y="661960"/>
                    </a:lnTo>
                    <a:lnTo>
                      <a:pt x="2105833" y="662595"/>
                    </a:lnTo>
                    <a:lnTo>
                      <a:pt x="2103929" y="663230"/>
                    </a:lnTo>
                    <a:lnTo>
                      <a:pt x="2100121" y="663864"/>
                    </a:lnTo>
                    <a:lnTo>
                      <a:pt x="2097583" y="663864"/>
                    </a:lnTo>
                    <a:lnTo>
                      <a:pt x="2095678" y="663864"/>
                    </a:lnTo>
                    <a:lnTo>
                      <a:pt x="2094409" y="663230"/>
                    </a:lnTo>
                    <a:lnTo>
                      <a:pt x="2088697" y="659422"/>
                    </a:lnTo>
                    <a:lnTo>
                      <a:pt x="2086158" y="658787"/>
                    </a:lnTo>
                    <a:lnTo>
                      <a:pt x="2084255" y="658787"/>
                    </a:lnTo>
                    <a:lnTo>
                      <a:pt x="2077273" y="660056"/>
                    </a:lnTo>
                    <a:lnTo>
                      <a:pt x="2075369" y="660056"/>
                    </a:lnTo>
                    <a:lnTo>
                      <a:pt x="2073465" y="659422"/>
                    </a:lnTo>
                    <a:lnTo>
                      <a:pt x="2072830" y="658787"/>
                    </a:lnTo>
                    <a:lnTo>
                      <a:pt x="2070291" y="656248"/>
                    </a:lnTo>
                    <a:lnTo>
                      <a:pt x="2069022" y="654344"/>
                    </a:lnTo>
                    <a:lnTo>
                      <a:pt x="2067753" y="651806"/>
                    </a:lnTo>
                    <a:lnTo>
                      <a:pt x="2066484" y="644824"/>
                    </a:lnTo>
                    <a:lnTo>
                      <a:pt x="2065849" y="642286"/>
                    </a:lnTo>
                    <a:lnTo>
                      <a:pt x="2065215" y="641016"/>
                    </a:lnTo>
                    <a:lnTo>
                      <a:pt x="2063310" y="640382"/>
                    </a:lnTo>
                    <a:lnTo>
                      <a:pt x="2060771" y="639112"/>
                    </a:lnTo>
                    <a:lnTo>
                      <a:pt x="2058868" y="639112"/>
                    </a:lnTo>
                    <a:lnTo>
                      <a:pt x="2056964" y="639112"/>
                    </a:lnTo>
                    <a:lnTo>
                      <a:pt x="2049982" y="640382"/>
                    </a:lnTo>
                    <a:lnTo>
                      <a:pt x="2048713" y="641016"/>
                    </a:lnTo>
                    <a:lnTo>
                      <a:pt x="2048078" y="641651"/>
                    </a:lnTo>
                    <a:lnTo>
                      <a:pt x="2046809" y="643555"/>
                    </a:lnTo>
                    <a:lnTo>
                      <a:pt x="2046809" y="646728"/>
                    </a:lnTo>
                    <a:lnTo>
                      <a:pt x="2046175" y="652440"/>
                    </a:lnTo>
                    <a:lnTo>
                      <a:pt x="2043001" y="659422"/>
                    </a:lnTo>
                    <a:lnTo>
                      <a:pt x="2039828" y="663864"/>
                    </a:lnTo>
                    <a:lnTo>
                      <a:pt x="2035385" y="665134"/>
                    </a:lnTo>
                    <a:lnTo>
                      <a:pt x="2027769" y="663230"/>
                    </a:lnTo>
                    <a:lnTo>
                      <a:pt x="2028403" y="667038"/>
                    </a:lnTo>
                    <a:lnTo>
                      <a:pt x="2029672" y="668942"/>
                    </a:lnTo>
                    <a:lnTo>
                      <a:pt x="2031577" y="670211"/>
                    </a:lnTo>
                    <a:lnTo>
                      <a:pt x="2032211" y="672750"/>
                    </a:lnTo>
                    <a:lnTo>
                      <a:pt x="2031577" y="674654"/>
                    </a:lnTo>
                    <a:lnTo>
                      <a:pt x="2027769" y="677192"/>
                    </a:lnTo>
                    <a:lnTo>
                      <a:pt x="2027134" y="679731"/>
                    </a:lnTo>
                    <a:lnTo>
                      <a:pt x="2026499" y="686712"/>
                    </a:lnTo>
                    <a:lnTo>
                      <a:pt x="2024596" y="693059"/>
                    </a:lnTo>
                    <a:lnTo>
                      <a:pt x="2020788" y="696867"/>
                    </a:lnTo>
                    <a:lnTo>
                      <a:pt x="2013806" y="697502"/>
                    </a:lnTo>
                    <a:lnTo>
                      <a:pt x="2008729" y="694329"/>
                    </a:lnTo>
                    <a:lnTo>
                      <a:pt x="2004921" y="688616"/>
                    </a:lnTo>
                    <a:lnTo>
                      <a:pt x="2001748" y="682270"/>
                    </a:lnTo>
                    <a:lnTo>
                      <a:pt x="2000478" y="675923"/>
                    </a:lnTo>
                    <a:lnTo>
                      <a:pt x="2001112" y="671480"/>
                    </a:lnTo>
                    <a:lnTo>
                      <a:pt x="2004921" y="665134"/>
                    </a:lnTo>
                    <a:lnTo>
                      <a:pt x="2005556" y="661326"/>
                    </a:lnTo>
                    <a:lnTo>
                      <a:pt x="2004921" y="658152"/>
                    </a:lnTo>
                    <a:lnTo>
                      <a:pt x="2003017" y="655613"/>
                    </a:lnTo>
                    <a:lnTo>
                      <a:pt x="2000478" y="653075"/>
                    </a:lnTo>
                    <a:lnTo>
                      <a:pt x="1997939" y="651171"/>
                    </a:lnTo>
                    <a:lnTo>
                      <a:pt x="1996670" y="651806"/>
                    </a:lnTo>
                    <a:lnTo>
                      <a:pt x="1994131" y="653075"/>
                    </a:lnTo>
                    <a:lnTo>
                      <a:pt x="1992862" y="653710"/>
                    </a:lnTo>
                    <a:lnTo>
                      <a:pt x="1992228" y="654979"/>
                    </a:lnTo>
                    <a:lnTo>
                      <a:pt x="1991592" y="656883"/>
                    </a:lnTo>
                    <a:lnTo>
                      <a:pt x="1987784" y="663230"/>
                    </a:lnTo>
                    <a:lnTo>
                      <a:pt x="1986515" y="665134"/>
                    </a:lnTo>
                    <a:lnTo>
                      <a:pt x="1980803" y="660056"/>
                    </a:lnTo>
                    <a:lnTo>
                      <a:pt x="1978264" y="659422"/>
                    </a:lnTo>
                    <a:lnTo>
                      <a:pt x="1975091" y="661960"/>
                    </a:lnTo>
                    <a:lnTo>
                      <a:pt x="1974457" y="662595"/>
                    </a:lnTo>
                    <a:lnTo>
                      <a:pt x="1973188" y="665134"/>
                    </a:lnTo>
                    <a:lnTo>
                      <a:pt x="1972552" y="665768"/>
                    </a:lnTo>
                    <a:lnTo>
                      <a:pt x="1971283" y="667038"/>
                    </a:lnTo>
                    <a:lnTo>
                      <a:pt x="1968744" y="668307"/>
                    </a:lnTo>
                    <a:lnTo>
                      <a:pt x="1968110" y="668942"/>
                    </a:lnTo>
                    <a:lnTo>
                      <a:pt x="1966206" y="670211"/>
                    </a:lnTo>
                    <a:lnTo>
                      <a:pt x="1963667" y="670846"/>
                    </a:lnTo>
                    <a:lnTo>
                      <a:pt x="1950339" y="672115"/>
                    </a:lnTo>
                    <a:lnTo>
                      <a:pt x="1947165" y="670211"/>
                    </a:lnTo>
                    <a:lnTo>
                      <a:pt x="1945896" y="664499"/>
                    </a:lnTo>
                    <a:lnTo>
                      <a:pt x="1945262" y="659422"/>
                    </a:lnTo>
                    <a:lnTo>
                      <a:pt x="1943358" y="656248"/>
                    </a:lnTo>
                    <a:lnTo>
                      <a:pt x="1940184" y="654344"/>
                    </a:lnTo>
                    <a:lnTo>
                      <a:pt x="1935107" y="653710"/>
                    </a:lnTo>
                    <a:lnTo>
                      <a:pt x="1921779" y="654979"/>
                    </a:lnTo>
                    <a:lnTo>
                      <a:pt x="1918605" y="653075"/>
                    </a:lnTo>
                    <a:lnTo>
                      <a:pt x="1916702" y="648632"/>
                    </a:lnTo>
                    <a:lnTo>
                      <a:pt x="1916702" y="639112"/>
                    </a:lnTo>
                    <a:lnTo>
                      <a:pt x="1914797" y="634669"/>
                    </a:lnTo>
                    <a:lnTo>
                      <a:pt x="1907182" y="630862"/>
                    </a:lnTo>
                    <a:lnTo>
                      <a:pt x="1898931" y="634035"/>
                    </a:lnTo>
                    <a:lnTo>
                      <a:pt x="1891950" y="639747"/>
                    </a:lnTo>
                    <a:lnTo>
                      <a:pt x="1874178" y="658152"/>
                    </a:lnTo>
                    <a:lnTo>
                      <a:pt x="1865928" y="663230"/>
                    </a:lnTo>
                    <a:lnTo>
                      <a:pt x="1857043" y="665134"/>
                    </a:lnTo>
                    <a:lnTo>
                      <a:pt x="1848157" y="662595"/>
                    </a:lnTo>
                    <a:lnTo>
                      <a:pt x="1843080" y="660056"/>
                    </a:lnTo>
                    <a:lnTo>
                      <a:pt x="1841176" y="657518"/>
                    </a:lnTo>
                    <a:lnTo>
                      <a:pt x="1841810" y="653710"/>
                    </a:lnTo>
                    <a:lnTo>
                      <a:pt x="1841810" y="651806"/>
                    </a:lnTo>
                    <a:lnTo>
                      <a:pt x="1842445" y="649267"/>
                    </a:lnTo>
                    <a:lnTo>
                      <a:pt x="1843715" y="644190"/>
                    </a:lnTo>
                    <a:lnTo>
                      <a:pt x="1843715" y="641651"/>
                    </a:lnTo>
                    <a:lnTo>
                      <a:pt x="1842445" y="639112"/>
                    </a:lnTo>
                    <a:lnTo>
                      <a:pt x="1843715" y="636573"/>
                    </a:lnTo>
                    <a:lnTo>
                      <a:pt x="1843080" y="634035"/>
                    </a:lnTo>
                    <a:lnTo>
                      <a:pt x="1841810" y="632131"/>
                    </a:lnTo>
                    <a:lnTo>
                      <a:pt x="1839907" y="632766"/>
                    </a:lnTo>
                    <a:lnTo>
                      <a:pt x="1832290" y="630227"/>
                    </a:lnTo>
                    <a:lnTo>
                      <a:pt x="1822136" y="628323"/>
                    </a:lnTo>
                    <a:lnTo>
                      <a:pt x="1813885" y="624515"/>
                    </a:lnTo>
                    <a:lnTo>
                      <a:pt x="1813250" y="616264"/>
                    </a:lnTo>
                    <a:lnTo>
                      <a:pt x="1811981" y="611187"/>
                    </a:lnTo>
                    <a:lnTo>
                      <a:pt x="1812616" y="603571"/>
                    </a:lnTo>
                    <a:lnTo>
                      <a:pt x="1812616" y="597224"/>
                    </a:lnTo>
                    <a:lnTo>
                      <a:pt x="1809442" y="594685"/>
                    </a:lnTo>
                    <a:lnTo>
                      <a:pt x="1804365" y="595320"/>
                    </a:lnTo>
                    <a:lnTo>
                      <a:pt x="1794845" y="599128"/>
                    </a:lnTo>
                    <a:lnTo>
                      <a:pt x="1788498" y="599763"/>
                    </a:lnTo>
                    <a:lnTo>
                      <a:pt x="1760573" y="596589"/>
                    </a:lnTo>
                    <a:lnTo>
                      <a:pt x="1755496" y="598493"/>
                    </a:lnTo>
                    <a:lnTo>
                      <a:pt x="1752322" y="602301"/>
                    </a:lnTo>
                    <a:lnTo>
                      <a:pt x="1749783" y="606744"/>
                    </a:lnTo>
                    <a:lnTo>
                      <a:pt x="1747245" y="611187"/>
                    </a:lnTo>
                    <a:lnTo>
                      <a:pt x="1745976" y="613725"/>
                    </a:lnTo>
                    <a:lnTo>
                      <a:pt x="1740898" y="614360"/>
                    </a:lnTo>
                    <a:lnTo>
                      <a:pt x="1730743" y="614360"/>
                    </a:lnTo>
                    <a:lnTo>
                      <a:pt x="1727570" y="612456"/>
                    </a:lnTo>
                    <a:lnTo>
                      <a:pt x="1720589" y="604205"/>
                    </a:lnTo>
                    <a:lnTo>
                      <a:pt x="1718050" y="602301"/>
                    </a:lnTo>
                    <a:lnTo>
                      <a:pt x="1716781" y="601032"/>
                    </a:lnTo>
                    <a:lnTo>
                      <a:pt x="1712973" y="595320"/>
                    </a:lnTo>
                    <a:lnTo>
                      <a:pt x="1710434" y="594051"/>
                    </a:lnTo>
                    <a:lnTo>
                      <a:pt x="1703453" y="592781"/>
                    </a:lnTo>
                    <a:lnTo>
                      <a:pt x="1700914" y="592781"/>
                    </a:lnTo>
                    <a:lnTo>
                      <a:pt x="1696471" y="593416"/>
                    </a:lnTo>
                    <a:lnTo>
                      <a:pt x="1682509" y="599128"/>
                    </a:lnTo>
                    <a:lnTo>
                      <a:pt x="1679970" y="597859"/>
                    </a:lnTo>
                    <a:lnTo>
                      <a:pt x="1653948" y="592781"/>
                    </a:lnTo>
                    <a:lnTo>
                      <a:pt x="1649506" y="591512"/>
                    </a:lnTo>
                    <a:lnTo>
                      <a:pt x="1633639" y="581357"/>
                    </a:lnTo>
                    <a:lnTo>
                      <a:pt x="1629196" y="580088"/>
                    </a:lnTo>
                    <a:lnTo>
                      <a:pt x="1626023" y="580723"/>
                    </a:lnTo>
                    <a:lnTo>
                      <a:pt x="1622850" y="581992"/>
                    </a:lnTo>
                    <a:lnTo>
                      <a:pt x="1618407" y="582626"/>
                    </a:lnTo>
                    <a:lnTo>
                      <a:pt x="1614599" y="581992"/>
                    </a:lnTo>
                    <a:lnTo>
                      <a:pt x="1606348" y="579453"/>
                    </a:lnTo>
                    <a:lnTo>
                      <a:pt x="1601906" y="578819"/>
                    </a:lnTo>
                    <a:lnTo>
                      <a:pt x="1592385" y="579453"/>
                    </a:lnTo>
                    <a:lnTo>
                      <a:pt x="1587943" y="578819"/>
                    </a:lnTo>
                    <a:lnTo>
                      <a:pt x="1584135" y="575645"/>
                    </a:lnTo>
                    <a:lnTo>
                      <a:pt x="1583500" y="571837"/>
                    </a:lnTo>
                    <a:lnTo>
                      <a:pt x="1582865" y="558509"/>
                    </a:lnTo>
                    <a:lnTo>
                      <a:pt x="1583500" y="555336"/>
                    </a:lnTo>
                    <a:lnTo>
                      <a:pt x="1584135" y="553432"/>
                    </a:lnTo>
                    <a:lnTo>
                      <a:pt x="1580327" y="548989"/>
                    </a:lnTo>
                    <a:lnTo>
                      <a:pt x="1573980" y="543277"/>
                    </a:lnTo>
                    <a:lnTo>
                      <a:pt x="1572076" y="539469"/>
                    </a:lnTo>
                    <a:lnTo>
                      <a:pt x="1570807" y="535026"/>
                    </a:lnTo>
                    <a:lnTo>
                      <a:pt x="1568903" y="531218"/>
                    </a:lnTo>
                    <a:lnTo>
                      <a:pt x="1565095" y="529314"/>
                    </a:lnTo>
                    <a:lnTo>
                      <a:pt x="1561287" y="529314"/>
                    </a:lnTo>
                    <a:lnTo>
                      <a:pt x="1559383" y="528680"/>
                    </a:lnTo>
                    <a:lnTo>
                      <a:pt x="1557479" y="528045"/>
                    </a:lnTo>
                    <a:lnTo>
                      <a:pt x="1555575" y="526141"/>
                    </a:lnTo>
                    <a:lnTo>
                      <a:pt x="1554940" y="524237"/>
                    </a:lnTo>
                    <a:lnTo>
                      <a:pt x="1554305" y="522333"/>
                    </a:lnTo>
                    <a:lnTo>
                      <a:pt x="1553036" y="521064"/>
                    </a:lnTo>
                    <a:lnTo>
                      <a:pt x="1549228" y="518525"/>
                    </a:lnTo>
                    <a:lnTo>
                      <a:pt x="1546055" y="518525"/>
                    </a:lnTo>
                    <a:lnTo>
                      <a:pt x="1544151" y="521064"/>
                    </a:lnTo>
                    <a:lnTo>
                      <a:pt x="1542881" y="533757"/>
                    </a:lnTo>
                    <a:lnTo>
                      <a:pt x="1540977" y="537565"/>
                    </a:lnTo>
                    <a:lnTo>
                      <a:pt x="1537804" y="539469"/>
                    </a:lnTo>
                    <a:lnTo>
                      <a:pt x="1532727" y="538835"/>
                    </a:lnTo>
                    <a:lnTo>
                      <a:pt x="1528284" y="536931"/>
                    </a:lnTo>
                    <a:lnTo>
                      <a:pt x="1520668" y="532488"/>
                    </a:lnTo>
                    <a:lnTo>
                      <a:pt x="1511148" y="528045"/>
                    </a:lnTo>
                    <a:lnTo>
                      <a:pt x="1509244" y="528680"/>
                    </a:lnTo>
                    <a:lnTo>
                      <a:pt x="1507340" y="529949"/>
                    </a:lnTo>
                    <a:lnTo>
                      <a:pt x="1504801" y="532488"/>
                    </a:lnTo>
                    <a:lnTo>
                      <a:pt x="1503532" y="533757"/>
                    </a:lnTo>
                    <a:lnTo>
                      <a:pt x="1499724" y="535026"/>
                    </a:lnTo>
                    <a:lnTo>
                      <a:pt x="1487030" y="533757"/>
                    </a:lnTo>
                    <a:lnTo>
                      <a:pt x="1483222" y="532488"/>
                    </a:lnTo>
                    <a:lnTo>
                      <a:pt x="1480684" y="529949"/>
                    </a:lnTo>
                    <a:lnTo>
                      <a:pt x="1476876" y="523602"/>
                    </a:lnTo>
                    <a:lnTo>
                      <a:pt x="1441969" y="489965"/>
                    </a:lnTo>
                    <a:lnTo>
                      <a:pt x="1440065" y="488695"/>
                    </a:lnTo>
                    <a:lnTo>
                      <a:pt x="1435622" y="488061"/>
                    </a:lnTo>
                    <a:lnTo>
                      <a:pt x="1433718" y="486792"/>
                    </a:lnTo>
                    <a:lnTo>
                      <a:pt x="1430545" y="486157"/>
                    </a:lnTo>
                    <a:lnTo>
                      <a:pt x="1421025" y="487426"/>
                    </a:lnTo>
                    <a:lnTo>
                      <a:pt x="1417851" y="488061"/>
                    </a:lnTo>
                    <a:lnTo>
                      <a:pt x="1417851" y="474098"/>
                    </a:lnTo>
                    <a:lnTo>
                      <a:pt x="1417851" y="445538"/>
                    </a:lnTo>
                    <a:lnTo>
                      <a:pt x="1417851" y="416978"/>
                    </a:lnTo>
                    <a:lnTo>
                      <a:pt x="1417851" y="388418"/>
                    </a:lnTo>
                    <a:lnTo>
                      <a:pt x="1417851" y="360492"/>
                    </a:lnTo>
                    <a:lnTo>
                      <a:pt x="1417851" y="331932"/>
                    </a:lnTo>
                    <a:lnTo>
                      <a:pt x="1417851" y="303372"/>
                    </a:lnTo>
                    <a:lnTo>
                      <a:pt x="1417851" y="274812"/>
                    </a:lnTo>
                    <a:lnTo>
                      <a:pt x="1417851" y="246252"/>
                    </a:lnTo>
                    <a:lnTo>
                      <a:pt x="1417851" y="218326"/>
                    </a:lnTo>
                    <a:lnTo>
                      <a:pt x="1417851" y="189766"/>
                    </a:lnTo>
                    <a:lnTo>
                      <a:pt x="1417851" y="161841"/>
                    </a:lnTo>
                    <a:lnTo>
                      <a:pt x="1417851" y="133281"/>
                    </a:lnTo>
                    <a:lnTo>
                      <a:pt x="1417851" y="104720"/>
                    </a:lnTo>
                    <a:lnTo>
                      <a:pt x="1417851" y="76795"/>
                    </a:lnTo>
                    <a:lnTo>
                      <a:pt x="1417851" y="48235"/>
                    </a:lnTo>
                    <a:lnTo>
                      <a:pt x="1417851" y="20310"/>
                    </a:lnTo>
                    <a:lnTo>
                      <a:pt x="1417851" y="7616"/>
                    </a:lnTo>
                    <a:lnTo>
                      <a:pt x="1415313" y="7616"/>
                    </a:lnTo>
                    <a:lnTo>
                      <a:pt x="1377867" y="7616"/>
                    </a:lnTo>
                    <a:lnTo>
                      <a:pt x="1348673" y="7616"/>
                    </a:lnTo>
                    <a:lnTo>
                      <a:pt x="1310592" y="7616"/>
                    </a:lnTo>
                    <a:lnTo>
                      <a:pt x="1265531" y="6982"/>
                    </a:lnTo>
                    <a:lnTo>
                      <a:pt x="1215392" y="6347"/>
                    </a:lnTo>
                    <a:lnTo>
                      <a:pt x="1161445" y="5712"/>
                    </a:lnTo>
                    <a:lnTo>
                      <a:pt x="1106229" y="5077"/>
                    </a:lnTo>
                    <a:lnTo>
                      <a:pt x="1051013" y="4443"/>
                    </a:lnTo>
                    <a:lnTo>
                      <a:pt x="997700" y="3808"/>
                    </a:lnTo>
                    <a:lnTo>
                      <a:pt x="947561" y="3173"/>
                    </a:lnTo>
                    <a:lnTo>
                      <a:pt x="902500" y="1904"/>
                    </a:lnTo>
                    <a:lnTo>
                      <a:pt x="864420" y="1269"/>
                    </a:lnTo>
                    <a:lnTo>
                      <a:pt x="835225" y="635"/>
                    </a:lnTo>
                    <a:lnTo>
                      <a:pt x="816185" y="0"/>
                    </a:lnTo>
                    <a:lnTo>
                      <a:pt x="809204" y="0"/>
                    </a:lnTo>
                    <a:lnTo>
                      <a:pt x="800953" y="0"/>
                    </a:lnTo>
                    <a:lnTo>
                      <a:pt x="800953" y="4443"/>
                    </a:lnTo>
                    <a:lnTo>
                      <a:pt x="800953" y="12059"/>
                    </a:lnTo>
                    <a:lnTo>
                      <a:pt x="799684" y="46966"/>
                    </a:lnTo>
                    <a:lnTo>
                      <a:pt x="798414" y="81238"/>
                    </a:lnTo>
                    <a:lnTo>
                      <a:pt x="797145" y="116144"/>
                    </a:lnTo>
                    <a:lnTo>
                      <a:pt x="795875" y="151051"/>
                    </a:lnTo>
                    <a:lnTo>
                      <a:pt x="794606" y="185324"/>
                    </a:lnTo>
                    <a:lnTo>
                      <a:pt x="793337" y="220230"/>
                    </a:lnTo>
                    <a:lnTo>
                      <a:pt x="792067" y="255137"/>
                    </a:lnTo>
                    <a:lnTo>
                      <a:pt x="790798" y="289410"/>
                    </a:lnTo>
                    <a:lnTo>
                      <a:pt x="789529" y="324316"/>
                    </a:lnTo>
                    <a:lnTo>
                      <a:pt x="788259" y="359223"/>
                    </a:lnTo>
                    <a:lnTo>
                      <a:pt x="786990" y="394130"/>
                    </a:lnTo>
                    <a:lnTo>
                      <a:pt x="786355" y="429037"/>
                    </a:lnTo>
                    <a:lnTo>
                      <a:pt x="785086" y="463309"/>
                    </a:lnTo>
                    <a:lnTo>
                      <a:pt x="783817" y="498216"/>
                    </a:lnTo>
                    <a:lnTo>
                      <a:pt x="782547" y="533122"/>
                    </a:lnTo>
                    <a:lnTo>
                      <a:pt x="781278" y="568029"/>
                    </a:lnTo>
                    <a:lnTo>
                      <a:pt x="780009" y="602936"/>
                    </a:lnTo>
                    <a:lnTo>
                      <a:pt x="778739" y="637843"/>
                    </a:lnTo>
                    <a:lnTo>
                      <a:pt x="777470" y="672750"/>
                    </a:lnTo>
                    <a:lnTo>
                      <a:pt x="776201" y="707656"/>
                    </a:lnTo>
                    <a:lnTo>
                      <a:pt x="774931" y="742563"/>
                    </a:lnTo>
                    <a:lnTo>
                      <a:pt x="773662" y="777470"/>
                    </a:lnTo>
                    <a:lnTo>
                      <a:pt x="772392" y="812377"/>
                    </a:lnTo>
                    <a:lnTo>
                      <a:pt x="771123" y="847284"/>
                    </a:lnTo>
                    <a:lnTo>
                      <a:pt x="769854" y="882191"/>
                    </a:lnTo>
                    <a:lnTo>
                      <a:pt x="768585" y="917097"/>
                    </a:lnTo>
                    <a:lnTo>
                      <a:pt x="767315" y="952004"/>
                    </a:lnTo>
                    <a:lnTo>
                      <a:pt x="766046" y="986911"/>
                    </a:lnTo>
                    <a:lnTo>
                      <a:pt x="764777" y="1021818"/>
                    </a:lnTo>
                    <a:lnTo>
                      <a:pt x="763507" y="1056090"/>
                    </a:lnTo>
                    <a:lnTo>
                      <a:pt x="762238" y="1090997"/>
                    </a:lnTo>
                    <a:lnTo>
                      <a:pt x="760968" y="1125904"/>
                    </a:lnTo>
                    <a:lnTo>
                      <a:pt x="714003" y="1124634"/>
                    </a:lnTo>
                    <a:lnTo>
                      <a:pt x="667037" y="1123365"/>
                    </a:lnTo>
                    <a:lnTo>
                      <a:pt x="620072" y="1122096"/>
                    </a:lnTo>
                    <a:lnTo>
                      <a:pt x="573106" y="1120192"/>
                    </a:lnTo>
                    <a:lnTo>
                      <a:pt x="526141" y="1118288"/>
                    </a:lnTo>
                    <a:lnTo>
                      <a:pt x="479175" y="1116384"/>
                    </a:lnTo>
                    <a:lnTo>
                      <a:pt x="432210" y="1114480"/>
                    </a:lnTo>
                    <a:lnTo>
                      <a:pt x="385244" y="1112575"/>
                    </a:lnTo>
                    <a:lnTo>
                      <a:pt x="338279" y="1110672"/>
                    </a:lnTo>
                    <a:lnTo>
                      <a:pt x="291313" y="1108133"/>
                    </a:lnTo>
                    <a:lnTo>
                      <a:pt x="244348" y="1105594"/>
                    </a:lnTo>
                    <a:lnTo>
                      <a:pt x="197382" y="1103055"/>
                    </a:lnTo>
                    <a:lnTo>
                      <a:pt x="150416" y="1100517"/>
                    </a:lnTo>
                    <a:lnTo>
                      <a:pt x="103451" y="1097978"/>
                    </a:lnTo>
                    <a:lnTo>
                      <a:pt x="56485" y="1095440"/>
                    </a:lnTo>
                    <a:lnTo>
                      <a:pt x="9520" y="1092901"/>
                    </a:lnTo>
                    <a:lnTo>
                      <a:pt x="3808" y="1092266"/>
                    </a:lnTo>
                    <a:lnTo>
                      <a:pt x="0" y="1092266"/>
                    </a:lnTo>
                    <a:lnTo>
                      <a:pt x="0" y="1096709"/>
                    </a:lnTo>
                    <a:lnTo>
                      <a:pt x="3808" y="1106229"/>
                    </a:lnTo>
                    <a:lnTo>
                      <a:pt x="4442" y="1111306"/>
                    </a:lnTo>
                    <a:lnTo>
                      <a:pt x="5077" y="1117018"/>
                    </a:lnTo>
                    <a:lnTo>
                      <a:pt x="6347" y="1121461"/>
                    </a:lnTo>
                    <a:lnTo>
                      <a:pt x="11424" y="1129712"/>
                    </a:lnTo>
                    <a:lnTo>
                      <a:pt x="9520" y="1131616"/>
                    </a:lnTo>
                    <a:lnTo>
                      <a:pt x="10789" y="1134789"/>
                    </a:lnTo>
                    <a:lnTo>
                      <a:pt x="12693" y="1137328"/>
                    </a:lnTo>
                    <a:lnTo>
                      <a:pt x="15232" y="1139232"/>
                    </a:lnTo>
                    <a:lnTo>
                      <a:pt x="17771" y="1139867"/>
                    </a:lnTo>
                    <a:lnTo>
                      <a:pt x="20309" y="1141771"/>
                    </a:lnTo>
                    <a:lnTo>
                      <a:pt x="32368" y="1155733"/>
                    </a:lnTo>
                    <a:lnTo>
                      <a:pt x="36176" y="1157002"/>
                    </a:lnTo>
                    <a:lnTo>
                      <a:pt x="45696" y="1156368"/>
                    </a:lnTo>
                    <a:lnTo>
                      <a:pt x="53312" y="1160176"/>
                    </a:lnTo>
                    <a:lnTo>
                      <a:pt x="60294" y="1167792"/>
                    </a:lnTo>
                    <a:lnTo>
                      <a:pt x="65371" y="1176677"/>
                    </a:lnTo>
                    <a:lnTo>
                      <a:pt x="69179" y="1185562"/>
                    </a:lnTo>
                    <a:lnTo>
                      <a:pt x="73622" y="1202699"/>
                    </a:lnTo>
                    <a:lnTo>
                      <a:pt x="76160" y="1207141"/>
                    </a:lnTo>
                    <a:lnTo>
                      <a:pt x="84411" y="1218565"/>
                    </a:lnTo>
                    <a:lnTo>
                      <a:pt x="86315" y="1222374"/>
                    </a:lnTo>
                    <a:lnTo>
                      <a:pt x="86949" y="1224912"/>
                    </a:lnTo>
                    <a:lnTo>
                      <a:pt x="86949" y="1226181"/>
                    </a:lnTo>
                    <a:lnTo>
                      <a:pt x="87584" y="1227451"/>
                    </a:lnTo>
                    <a:lnTo>
                      <a:pt x="88854" y="1229355"/>
                    </a:lnTo>
                    <a:lnTo>
                      <a:pt x="95835" y="1233798"/>
                    </a:lnTo>
                    <a:lnTo>
                      <a:pt x="97739" y="1236971"/>
                    </a:lnTo>
                    <a:lnTo>
                      <a:pt x="102816" y="1239509"/>
                    </a:lnTo>
                    <a:lnTo>
                      <a:pt x="111702" y="1242683"/>
                    </a:lnTo>
                    <a:lnTo>
                      <a:pt x="118683" y="1247760"/>
                    </a:lnTo>
                    <a:lnTo>
                      <a:pt x="122491" y="1249664"/>
                    </a:lnTo>
                    <a:lnTo>
                      <a:pt x="127568" y="1250299"/>
                    </a:lnTo>
                    <a:lnTo>
                      <a:pt x="130742" y="1251568"/>
                    </a:lnTo>
                    <a:lnTo>
                      <a:pt x="139627" y="1258549"/>
                    </a:lnTo>
                    <a:lnTo>
                      <a:pt x="142166" y="1261088"/>
                    </a:lnTo>
                    <a:lnTo>
                      <a:pt x="143435" y="1263627"/>
                    </a:lnTo>
                    <a:lnTo>
                      <a:pt x="144705" y="1268070"/>
                    </a:lnTo>
                    <a:lnTo>
                      <a:pt x="145974" y="1270608"/>
                    </a:lnTo>
                    <a:lnTo>
                      <a:pt x="149782" y="1273147"/>
                    </a:lnTo>
                    <a:lnTo>
                      <a:pt x="152321" y="1275051"/>
                    </a:lnTo>
                    <a:lnTo>
                      <a:pt x="152321" y="1275686"/>
                    </a:lnTo>
                    <a:lnTo>
                      <a:pt x="156129" y="1276955"/>
                    </a:lnTo>
                    <a:lnTo>
                      <a:pt x="159936" y="1280128"/>
                    </a:lnTo>
                    <a:lnTo>
                      <a:pt x="175169" y="1300438"/>
                    </a:lnTo>
                    <a:lnTo>
                      <a:pt x="176438" y="1304881"/>
                    </a:lnTo>
                    <a:lnTo>
                      <a:pt x="178342" y="1308054"/>
                    </a:lnTo>
                    <a:lnTo>
                      <a:pt x="194209" y="1319478"/>
                    </a:lnTo>
                    <a:lnTo>
                      <a:pt x="198017" y="1321382"/>
                    </a:lnTo>
                    <a:lnTo>
                      <a:pt x="199286" y="1322651"/>
                    </a:lnTo>
                    <a:lnTo>
                      <a:pt x="204363" y="1328998"/>
                    </a:lnTo>
                    <a:lnTo>
                      <a:pt x="208806" y="1332806"/>
                    </a:lnTo>
                    <a:lnTo>
                      <a:pt x="212614" y="1335345"/>
                    </a:lnTo>
                    <a:lnTo>
                      <a:pt x="215788" y="1337883"/>
                    </a:lnTo>
                    <a:lnTo>
                      <a:pt x="218326" y="1342961"/>
                    </a:lnTo>
                    <a:lnTo>
                      <a:pt x="220865" y="1351846"/>
                    </a:lnTo>
                    <a:lnTo>
                      <a:pt x="222769" y="1355654"/>
                    </a:lnTo>
                    <a:lnTo>
                      <a:pt x="227846" y="1358828"/>
                    </a:lnTo>
                    <a:lnTo>
                      <a:pt x="234828" y="1367713"/>
                    </a:lnTo>
                    <a:lnTo>
                      <a:pt x="251963" y="1382310"/>
                    </a:lnTo>
                    <a:lnTo>
                      <a:pt x="259580" y="1393734"/>
                    </a:lnTo>
                    <a:lnTo>
                      <a:pt x="262118" y="1396273"/>
                    </a:lnTo>
                    <a:lnTo>
                      <a:pt x="268465" y="1398177"/>
                    </a:lnTo>
                    <a:lnTo>
                      <a:pt x="280524" y="1404523"/>
                    </a:lnTo>
                    <a:lnTo>
                      <a:pt x="281793" y="1405793"/>
                    </a:lnTo>
                    <a:lnTo>
                      <a:pt x="283062" y="1407697"/>
                    </a:lnTo>
                    <a:lnTo>
                      <a:pt x="284332" y="1408966"/>
                    </a:lnTo>
                    <a:lnTo>
                      <a:pt x="286870" y="1410236"/>
                    </a:lnTo>
                    <a:lnTo>
                      <a:pt x="288140" y="1410236"/>
                    </a:lnTo>
                    <a:lnTo>
                      <a:pt x="288775" y="1409601"/>
                    </a:lnTo>
                    <a:lnTo>
                      <a:pt x="290679" y="1407697"/>
                    </a:lnTo>
                    <a:lnTo>
                      <a:pt x="291313" y="1407062"/>
                    </a:lnTo>
                    <a:lnTo>
                      <a:pt x="293852" y="1407697"/>
                    </a:lnTo>
                    <a:lnTo>
                      <a:pt x="295121" y="1408332"/>
                    </a:lnTo>
                    <a:lnTo>
                      <a:pt x="297025" y="1408966"/>
                    </a:lnTo>
                    <a:lnTo>
                      <a:pt x="298929" y="1412774"/>
                    </a:lnTo>
                    <a:lnTo>
                      <a:pt x="300833" y="1413409"/>
                    </a:lnTo>
                    <a:lnTo>
                      <a:pt x="303372" y="1414043"/>
                    </a:lnTo>
                    <a:lnTo>
                      <a:pt x="305276" y="1414678"/>
                    </a:lnTo>
                    <a:lnTo>
                      <a:pt x="305910" y="1415948"/>
                    </a:lnTo>
                    <a:lnTo>
                      <a:pt x="305910" y="1418486"/>
                    </a:lnTo>
                    <a:lnTo>
                      <a:pt x="306545" y="1417852"/>
                    </a:lnTo>
                    <a:lnTo>
                      <a:pt x="307180" y="1418486"/>
                    </a:lnTo>
                    <a:lnTo>
                      <a:pt x="309719" y="1421660"/>
                    </a:lnTo>
                    <a:lnTo>
                      <a:pt x="310988" y="1419756"/>
                    </a:lnTo>
                    <a:lnTo>
                      <a:pt x="310988" y="1419756"/>
                    </a:lnTo>
                    <a:lnTo>
                      <a:pt x="320508" y="1432449"/>
                    </a:lnTo>
                    <a:lnTo>
                      <a:pt x="324316" y="1434353"/>
                    </a:lnTo>
                    <a:lnTo>
                      <a:pt x="328124" y="1435622"/>
                    </a:lnTo>
                    <a:lnTo>
                      <a:pt x="332567" y="1438161"/>
                    </a:lnTo>
                    <a:lnTo>
                      <a:pt x="336375" y="1441969"/>
                    </a:lnTo>
                    <a:lnTo>
                      <a:pt x="338913" y="1445777"/>
                    </a:lnTo>
                    <a:lnTo>
                      <a:pt x="339548" y="1448316"/>
                    </a:lnTo>
                    <a:lnTo>
                      <a:pt x="339548" y="1451489"/>
                    </a:lnTo>
                    <a:lnTo>
                      <a:pt x="340183" y="1454028"/>
                    </a:lnTo>
                    <a:lnTo>
                      <a:pt x="341452" y="1456566"/>
                    </a:lnTo>
                    <a:lnTo>
                      <a:pt x="343991" y="1457201"/>
                    </a:lnTo>
                    <a:lnTo>
                      <a:pt x="350972" y="1458470"/>
                    </a:lnTo>
                    <a:lnTo>
                      <a:pt x="352242" y="1459105"/>
                    </a:lnTo>
                    <a:lnTo>
                      <a:pt x="353511" y="1461644"/>
                    </a:lnTo>
                    <a:lnTo>
                      <a:pt x="359857" y="1469895"/>
                    </a:lnTo>
                    <a:lnTo>
                      <a:pt x="362396" y="1474337"/>
                    </a:lnTo>
                    <a:lnTo>
                      <a:pt x="363031" y="1476876"/>
                    </a:lnTo>
                    <a:lnTo>
                      <a:pt x="363031" y="1481953"/>
                    </a:lnTo>
                    <a:lnTo>
                      <a:pt x="363666" y="1484492"/>
                    </a:lnTo>
                    <a:lnTo>
                      <a:pt x="367473" y="1487030"/>
                    </a:lnTo>
                    <a:lnTo>
                      <a:pt x="368108" y="1488300"/>
                    </a:lnTo>
                    <a:lnTo>
                      <a:pt x="368108" y="1489569"/>
                    </a:lnTo>
                    <a:lnTo>
                      <a:pt x="366839" y="1492108"/>
                    </a:lnTo>
                    <a:lnTo>
                      <a:pt x="366204" y="1494012"/>
                    </a:lnTo>
                    <a:lnTo>
                      <a:pt x="366839" y="1496550"/>
                    </a:lnTo>
                    <a:lnTo>
                      <a:pt x="368743" y="1499724"/>
                    </a:lnTo>
                    <a:lnTo>
                      <a:pt x="369377" y="1502263"/>
                    </a:lnTo>
                    <a:lnTo>
                      <a:pt x="368743" y="1506071"/>
                    </a:lnTo>
                    <a:lnTo>
                      <a:pt x="368108" y="1507975"/>
                    </a:lnTo>
                    <a:lnTo>
                      <a:pt x="368743" y="1509244"/>
                    </a:lnTo>
                    <a:lnTo>
                      <a:pt x="370647" y="1512417"/>
                    </a:lnTo>
                    <a:lnTo>
                      <a:pt x="371916" y="1514322"/>
                    </a:lnTo>
                    <a:lnTo>
                      <a:pt x="374455" y="1516225"/>
                    </a:lnTo>
                    <a:lnTo>
                      <a:pt x="375724" y="1518129"/>
                    </a:lnTo>
                    <a:lnTo>
                      <a:pt x="376359" y="1520668"/>
                    </a:lnTo>
                    <a:lnTo>
                      <a:pt x="376359" y="1523842"/>
                    </a:lnTo>
                    <a:lnTo>
                      <a:pt x="376993" y="1526380"/>
                    </a:lnTo>
                    <a:lnTo>
                      <a:pt x="378263" y="1527649"/>
                    </a:lnTo>
                    <a:lnTo>
                      <a:pt x="382071" y="1530188"/>
                    </a:lnTo>
                    <a:lnTo>
                      <a:pt x="384610" y="1536535"/>
                    </a:lnTo>
                    <a:lnTo>
                      <a:pt x="387148" y="1543516"/>
                    </a:lnTo>
                    <a:lnTo>
                      <a:pt x="389687" y="1548593"/>
                    </a:lnTo>
                    <a:lnTo>
                      <a:pt x="390956" y="1549863"/>
                    </a:lnTo>
                    <a:lnTo>
                      <a:pt x="394764" y="1551767"/>
                    </a:lnTo>
                    <a:lnTo>
                      <a:pt x="396668" y="1553671"/>
                    </a:lnTo>
                    <a:lnTo>
                      <a:pt x="400476" y="1562556"/>
                    </a:lnTo>
                    <a:lnTo>
                      <a:pt x="403650" y="1566364"/>
                    </a:lnTo>
                    <a:lnTo>
                      <a:pt x="404284" y="1572076"/>
                    </a:lnTo>
                    <a:lnTo>
                      <a:pt x="403650" y="1580962"/>
                    </a:lnTo>
                    <a:lnTo>
                      <a:pt x="402380" y="1586674"/>
                    </a:lnTo>
                    <a:lnTo>
                      <a:pt x="399207" y="1595559"/>
                    </a:lnTo>
                    <a:lnTo>
                      <a:pt x="398572" y="1600636"/>
                    </a:lnTo>
                    <a:lnTo>
                      <a:pt x="398572" y="1606349"/>
                    </a:lnTo>
                    <a:lnTo>
                      <a:pt x="402380" y="1620311"/>
                    </a:lnTo>
                    <a:lnTo>
                      <a:pt x="402380" y="1622850"/>
                    </a:lnTo>
                    <a:lnTo>
                      <a:pt x="401746" y="1626658"/>
                    </a:lnTo>
                    <a:lnTo>
                      <a:pt x="402380" y="1629197"/>
                    </a:lnTo>
                    <a:lnTo>
                      <a:pt x="403015" y="1630466"/>
                    </a:lnTo>
                    <a:lnTo>
                      <a:pt x="405554" y="1634274"/>
                    </a:lnTo>
                    <a:lnTo>
                      <a:pt x="406188" y="1635543"/>
                    </a:lnTo>
                    <a:lnTo>
                      <a:pt x="406823" y="1638082"/>
                    </a:lnTo>
                    <a:lnTo>
                      <a:pt x="410631" y="1643159"/>
                    </a:lnTo>
                    <a:lnTo>
                      <a:pt x="413170" y="1654583"/>
                    </a:lnTo>
                    <a:lnTo>
                      <a:pt x="413804" y="1657122"/>
                    </a:lnTo>
                    <a:lnTo>
                      <a:pt x="417612" y="1661565"/>
                    </a:lnTo>
                    <a:lnTo>
                      <a:pt x="421420" y="1664738"/>
                    </a:lnTo>
                    <a:lnTo>
                      <a:pt x="423959" y="1668546"/>
                    </a:lnTo>
                    <a:lnTo>
                      <a:pt x="425229" y="1679336"/>
                    </a:lnTo>
                    <a:lnTo>
                      <a:pt x="429036" y="1686317"/>
                    </a:lnTo>
                    <a:lnTo>
                      <a:pt x="430306" y="1690125"/>
                    </a:lnTo>
                    <a:lnTo>
                      <a:pt x="430306" y="1693933"/>
                    </a:lnTo>
                    <a:lnTo>
                      <a:pt x="430306" y="1696471"/>
                    </a:lnTo>
                    <a:lnTo>
                      <a:pt x="430940" y="1699010"/>
                    </a:lnTo>
                    <a:lnTo>
                      <a:pt x="434114" y="1702818"/>
                    </a:lnTo>
                    <a:lnTo>
                      <a:pt x="444269" y="1710434"/>
                    </a:lnTo>
                    <a:lnTo>
                      <a:pt x="447442" y="1713608"/>
                    </a:lnTo>
                    <a:lnTo>
                      <a:pt x="448076" y="1715511"/>
                    </a:lnTo>
                    <a:lnTo>
                      <a:pt x="448711" y="1718050"/>
                    </a:lnTo>
                    <a:lnTo>
                      <a:pt x="449346" y="1720589"/>
                    </a:lnTo>
                    <a:lnTo>
                      <a:pt x="450615" y="1721224"/>
                    </a:lnTo>
                    <a:lnTo>
                      <a:pt x="451884" y="1721858"/>
                    </a:lnTo>
                    <a:lnTo>
                      <a:pt x="469021" y="1733917"/>
                    </a:lnTo>
                    <a:lnTo>
                      <a:pt x="471559" y="1737090"/>
                    </a:lnTo>
                    <a:lnTo>
                      <a:pt x="475367" y="1735186"/>
                    </a:lnTo>
                    <a:lnTo>
                      <a:pt x="481714" y="1735186"/>
                    </a:lnTo>
                    <a:lnTo>
                      <a:pt x="487426" y="1737090"/>
                    </a:lnTo>
                    <a:lnTo>
                      <a:pt x="490599" y="1741533"/>
                    </a:lnTo>
                    <a:lnTo>
                      <a:pt x="495677" y="1745341"/>
                    </a:lnTo>
                    <a:lnTo>
                      <a:pt x="497581" y="1745976"/>
                    </a:lnTo>
                    <a:lnTo>
                      <a:pt x="498850" y="1747245"/>
                    </a:lnTo>
                    <a:lnTo>
                      <a:pt x="502658" y="1756130"/>
                    </a:lnTo>
                    <a:lnTo>
                      <a:pt x="509640" y="1764381"/>
                    </a:lnTo>
                    <a:lnTo>
                      <a:pt x="514082" y="1768189"/>
                    </a:lnTo>
                    <a:lnTo>
                      <a:pt x="521698" y="1771997"/>
                    </a:lnTo>
                    <a:lnTo>
                      <a:pt x="531853" y="1784056"/>
                    </a:lnTo>
                    <a:lnTo>
                      <a:pt x="540104" y="1789133"/>
                    </a:lnTo>
                    <a:lnTo>
                      <a:pt x="559778" y="1796749"/>
                    </a:lnTo>
                    <a:lnTo>
                      <a:pt x="573741" y="1799923"/>
                    </a:lnTo>
                    <a:lnTo>
                      <a:pt x="588973" y="1801192"/>
                    </a:lnTo>
                    <a:lnTo>
                      <a:pt x="591512" y="1801827"/>
                    </a:lnTo>
                    <a:lnTo>
                      <a:pt x="593416" y="1803731"/>
                    </a:lnTo>
                    <a:lnTo>
                      <a:pt x="594050" y="1806269"/>
                    </a:lnTo>
                    <a:lnTo>
                      <a:pt x="592147" y="1811981"/>
                    </a:lnTo>
                    <a:lnTo>
                      <a:pt x="593416" y="1813251"/>
                    </a:lnTo>
                    <a:lnTo>
                      <a:pt x="595954" y="1813885"/>
                    </a:lnTo>
                    <a:lnTo>
                      <a:pt x="597858" y="1814520"/>
                    </a:lnTo>
                    <a:lnTo>
                      <a:pt x="608013" y="1824040"/>
                    </a:lnTo>
                    <a:lnTo>
                      <a:pt x="614360" y="1827848"/>
                    </a:lnTo>
                    <a:lnTo>
                      <a:pt x="633400" y="1832925"/>
                    </a:lnTo>
                    <a:lnTo>
                      <a:pt x="639112" y="1832925"/>
                    </a:lnTo>
                    <a:lnTo>
                      <a:pt x="641016" y="1833560"/>
                    </a:lnTo>
                    <a:lnTo>
                      <a:pt x="642920" y="1834830"/>
                    </a:lnTo>
                    <a:lnTo>
                      <a:pt x="643555" y="1836734"/>
                    </a:lnTo>
                    <a:lnTo>
                      <a:pt x="644190" y="1838637"/>
                    </a:lnTo>
                    <a:lnTo>
                      <a:pt x="645459" y="1840541"/>
                    </a:lnTo>
                    <a:lnTo>
                      <a:pt x="656248" y="1851965"/>
                    </a:lnTo>
                    <a:lnTo>
                      <a:pt x="665768" y="1857678"/>
                    </a:lnTo>
                    <a:lnTo>
                      <a:pt x="668307" y="1858312"/>
                    </a:lnTo>
                    <a:lnTo>
                      <a:pt x="670211" y="1859581"/>
                    </a:lnTo>
                    <a:lnTo>
                      <a:pt x="675923" y="1865294"/>
                    </a:lnTo>
                    <a:lnTo>
                      <a:pt x="679096" y="1866563"/>
                    </a:lnTo>
                    <a:lnTo>
                      <a:pt x="681635" y="1865294"/>
                    </a:lnTo>
                    <a:lnTo>
                      <a:pt x="683539" y="1862755"/>
                    </a:lnTo>
                    <a:lnTo>
                      <a:pt x="685443" y="1862120"/>
                    </a:lnTo>
                    <a:lnTo>
                      <a:pt x="687981" y="1866563"/>
                    </a:lnTo>
                    <a:lnTo>
                      <a:pt x="689251" y="1865928"/>
                    </a:lnTo>
                    <a:lnTo>
                      <a:pt x="692424" y="1865294"/>
                    </a:lnTo>
                    <a:lnTo>
                      <a:pt x="690520" y="1870371"/>
                    </a:lnTo>
                    <a:lnTo>
                      <a:pt x="693694" y="1872275"/>
                    </a:lnTo>
                    <a:lnTo>
                      <a:pt x="707022" y="1872275"/>
                    </a:lnTo>
                    <a:lnTo>
                      <a:pt x="719080" y="1876083"/>
                    </a:lnTo>
                    <a:lnTo>
                      <a:pt x="727331" y="1877352"/>
                    </a:lnTo>
                    <a:lnTo>
                      <a:pt x="733043" y="1874814"/>
                    </a:lnTo>
                    <a:lnTo>
                      <a:pt x="736217" y="1867832"/>
                    </a:lnTo>
                    <a:lnTo>
                      <a:pt x="737486" y="1859581"/>
                    </a:lnTo>
                    <a:lnTo>
                      <a:pt x="737486" y="1859581"/>
                    </a:lnTo>
                    <a:lnTo>
                      <a:pt x="739390" y="1858947"/>
                    </a:lnTo>
                    <a:lnTo>
                      <a:pt x="740024" y="1859581"/>
                    </a:lnTo>
                    <a:lnTo>
                      <a:pt x="741294" y="1855139"/>
                    </a:lnTo>
                    <a:lnTo>
                      <a:pt x="742563" y="1852600"/>
                    </a:lnTo>
                    <a:lnTo>
                      <a:pt x="744467" y="1851331"/>
                    </a:lnTo>
                    <a:lnTo>
                      <a:pt x="753352" y="1846888"/>
                    </a:lnTo>
                    <a:lnTo>
                      <a:pt x="755257" y="1845619"/>
                    </a:lnTo>
                    <a:lnTo>
                      <a:pt x="755257" y="1845619"/>
                    </a:lnTo>
                    <a:lnTo>
                      <a:pt x="757161" y="1843080"/>
                    </a:lnTo>
                    <a:lnTo>
                      <a:pt x="763507" y="1831021"/>
                    </a:lnTo>
                    <a:lnTo>
                      <a:pt x="766046" y="1828483"/>
                    </a:lnTo>
                    <a:lnTo>
                      <a:pt x="767315" y="1827213"/>
                    </a:lnTo>
                    <a:lnTo>
                      <a:pt x="767315" y="1827213"/>
                    </a:lnTo>
                    <a:lnTo>
                      <a:pt x="772392" y="1829752"/>
                    </a:lnTo>
                    <a:lnTo>
                      <a:pt x="773662" y="1827848"/>
                    </a:lnTo>
                    <a:lnTo>
                      <a:pt x="783817" y="1820867"/>
                    </a:lnTo>
                    <a:lnTo>
                      <a:pt x="789529" y="1820232"/>
                    </a:lnTo>
                    <a:lnTo>
                      <a:pt x="792067" y="1818963"/>
                    </a:lnTo>
                    <a:lnTo>
                      <a:pt x="792067" y="1818963"/>
                    </a:lnTo>
                    <a:lnTo>
                      <a:pt x="790163" y="1816424"/>
                    </a:lnTo>
                    <a:lnTo>
                      <a:pt x="785086" y="1812616"/>
                    </a:lnTo>
                    <a:lnTo>
                      <a:pt x="783182" y="1810077"/>
                    </a:lnTo>
                    <a:lnTo>
                      <a:pt x="783182" y="1806904"/>
                    </a:lnTo>
                    <a:lnTo>
                      <a:pt x="786355" y="1797384"/>
                    </a:lnTo>
                    <a:lnTo>
                      <a:pt x="786355" y="1792941"/>
                    </a:lnTo>
                    <a:lnTo>
                      <a:pt x="786990" y="1790403"/>
                    </a:lnTo>
                    <a:lnTo>
                      <a:pt x="788259" y="1788498"/>
                    </a:lnTo>
                    <a:lnTo>
                      <a:pt x="790798" y="1786595"/>
                    </a:lnTo>
                    <a:lnTo>
                      <a:pt x="792067" y="1785960"/>
                    </a:lnTo>
                    <a:lnTo>
                      <a:pt x="793337" y="1785960"/>
                    </a:lnTo>
                    <a:lnTo>
                      <a:pt x="795241" y="1785960"/>
                    </a:lnTo>
                    <a:lnTo>
                      <a:pt x="797145" y="1784691"/>
                    </a:lnTo>
                    <a:lnTo>
                      <a:pt x="797145" y="1784691"/>
                    </a:lnTo>
                    <a:lnTo>
                      <a:pt x="797145" y="1783421"/>
                    </a:lnTo>
                    <a:lnTo>
                      <a:pt x="795241" y="1779613"/>
                    </a:lnTo>
                    <a:lnTo>
                      <a:pt x="795875" y="1778344"/>
                    </a:lnTo>
                    <a:lnTo>
                      <a:pt x="797779" y="1775171"/>
                    </a:lnTo>
                    <a:lnTo>
                      <a:pt x="797779" y="1772632"/>
                    </a:lnTo>
                    <a:lnTo>
                      <a:pt x="797145" y="1769458"/>
                    </a:lnTo>
                    <a:lnTo>
                      <a:pt x="796510" y="1766920"/>
                    </a:lnTo>
                    <a:lnTo>
                      <a:pt x="797145" y="1763112"/>
                    </a:lnTo>
                    <a:lnTo>
                      <a:pt x="798414" y="1760573"/>
                    </a:lnTo>
                    <a:lnTo>
                      <a:pt x="799684" y="1758034"/>
                    </a:lnTo>
                    <a:lnTo>
                      <a:pt x="806665" y="1739629"/>
                    </a:lnTo>
                    <a:lnTo>
                      <a:pt x="806665" y="1739629"/>
                    </a:lnTo>
                    <a:lnTo>
                      <a:pt x="808569" y="1738360"/>
                    </a:lnTo>
                    <a:lnTo>
                      <a:pt x="808569" y="1738360"/>
                    </a:lnTo>
                    <a:lnTo>
                      <a:pt x="809838" y="1736456"/>
                    </a:lnTo>
                    <a:lnTo>
                      <a:pt x="809204" y="1733283"/>
                    </a:lnTo>
                    <a:lnTo>
                      <a:pt x="811108" y="1732648"/>
                    </a:lnTo>
                    <a:lnTo>
                      <a:pt x="811742" y="1732013"/>
                    </a:lnTo>
                    <a:lnTo>
                      <a:pt x="810473" y="1728840"/>
                    </a:lnTo>
                    <a:lnTo>
                      <a:pt x="813011" y="1727570"/>
                    </a:lnTo>
                    <a:lnTo>
                      <a:pt x="814281" y="1726301"/>
                    </a:lnTo>
                    <a:lnTo>
                      <a:pt x="814281" y="1726301"/>
                    </a:lnTo>
                    <a:lnTo>
                      <a:pt x="816819" y="1722493"/>
                    </a:lnTo>
                    <a:lnTo>
                      <a:pt x="816819" y="1721858"/>
                    </a:lnTo>
                    <a:lnTo>
                      <a:pt x="820628" y="1714877"/>
                    </a:lnTo>
                    <a:lnTo>
                      <a:pt x="821262" y="1714242"/>
                    </a:lnTo>
                    <a:lnTo>
                      <a:pt x="822531" y="1711069"/>
                    </a:lnTo>
                    <a:lnTo>
                      <a:pt x="828878" y="1699645"/>
                    </a:lnTo>
                    <a:lnTo>
                      <a:pt x="829513" y="1697106"/>
                    </a:lnTo>
                    <a:lnTo>
                      <a:pt x="830148" y="1695202"/>
                    </a:lnTo>
                    <a:lnTo>
                      <a:pt x="830782" y="1693298"/>
                    </a:lnTo>
                    <a:lnTo>
                      <a:pt x="832686" y="1691394"/>
                    </a:lnTo>
                    <a:lnTo>
                      <a:pt x="834590" y="1691394"/>
                    </a:lnTo>
                    <a:lnTo>
                      <a:pt x="842841" y="1692029"/>
                    </a:lnTo>
                    <a:lnTo>
                      <a:pt x="846649" y="1691394"/>
                    </a:lnTo>
                    <a:lnTo>
                      <a:pt x="854899" y="1687586"/>
                    </a:lnTo>
                    <a:lnTo>
                      <a:pt x="858708" y="1686317"/>
                    </a:lnTo>
                    <a:lnTo>
                      <a:pt x="859342" y="1686951"/>
                    </a:lnTo>
                    <a:lnTo>
                      <a:pt x="859977" y="1689490"/>
                    </a:lnTo>
                    <a:lnTo>
                      <a:pt x="861246" y="1690125"/>
                    </a:lnTo>
                    <a:lnTo>
                      <a:pt x="862516" y="1689490"/>
                    </a:lnTo>
                    <a:lnTo>
                      <a:pt x="863150" y="1688856"/>
                    </a:lnTo>
                    <a:lnTo>
                      <a:pt x="863785" y="1688221"/>
                    </a:lnTo>
                    <a:lnTo>
                      <a:pt x="863785" y="1688221"/>
                    </a:lnTo>
                    <a:lnTo>
                      <a:pt x="866324" y="1686317"/>
                    </a:lnTo>
                    <a:lnTo>
                      <a:pt x="866324" y="1686317"/>
                    </a:lnTo>
                    <a:lnTo>
                      <a:pt x="868228" y="1683143"/>
                    </a:lnTo>
                    <a:lnTo>
                      <a:pt x="870132" y="1682509"/>
                    </a:lnTo>
                    <a:lnTo>
                      <a:pt x="893615" y="1685047"/>
                    </a:lnTo>
                    <a:lnTo>
                      <a:pt x="893615" y="1685047"/>
                    </a:lnTo>
                    <a:lnTo>
                      <a:pt x="894249" y="1684413"/>
                    </a:lnTo>
                    <a:lnTo>
                      <a:pt x="899326" y="1676797"/>
                    </a:lnTo>
                    <a:lnTo>
                      <a:pt x="899961" y="1674258"/>
                    </a:lnTo>
                    <a:lnTo>
                      <a:pt x="900596" y="1667277"/>
                    </a:lnTo>
                    <a:lnTo>
                      <a:pt x="901231" y="1664738"/>
                    </a:lnTo>
                    <a:lnTo>
                      <a:pt x="903135" y="1662834"/>
                    </a:lnTo>
                    <a:lnTo>
                      <a:pt x="905673" y="1662199"/>
                    </a:lnTo>
                    <a:lnTo>
                      <a:pt x="908212" y="1661565"/>
                    </a:lnTo>
                    <a:lnTo>
                      <a:pt x="910751" y="1657122"/>
                    </a:lnTo>
                    <a:lnTo>
                      <a:pt x="912655" y="1655853"/>
                    </a:lnTo>
                    <a:lnTo>
                      <a:pt x="916462" y="1657122"/>
                    </a:lnTo>
                    <a:lnTo>
                      <a:pt x="919001" y="1659661"/>
                    </a:lnTo>
                    <a:lnTo>
                      <a:pt x="921540" y="1662199"/>
                    </a:lnTo>
                    <a:lnTo>
                      <a:pt x="925348" y="1661565"/>
                    </a:lnTo>
                    <a:lnTo>
                      <a:pt x="925983" y="1666007"/>
                    </a:lnTo>
                    <a:lnTo>
                      <a:pt x="929156" y="1667277"/>
                    </a:lnTo>
                    <a:lnTo>
                      <a:pt x="936772" y="1667911"/>
                    </a:lnTo>
                    <a:lnTo>
                      <a:pt x="946927" y="1673623"/>
                    </a:lnTo>
                    <a:lnTo>
                      <a:pt x="949465" y="1676162"/>
                    </a:lnTo>
                    <a:lnTo>
                      <a:pt x="957081" y="1679970"/>
                    </a:lnTo>
                    <a:lnTo>
                      <a:pt x="977391" y="1678066"/>
                    </a:lnTo>
                    <a:lnTo>
                      <a:pt x="983103" y="1679336"/>
                    </a:lnTo>
                    <a:lnTo>
                      <a:pt x="986911" y="1676162"/>
                    </a:lnTo>
                    <a:lnTo>
                      <a:pt x="990084" y="1677431"/>
                    </a:lnTo>
                    <a:lnTo>
                      <a:pt x="993258" y="1679970"/>
                    </a:lnTo>
                    <a:lnTo>
                      <a:pt x="995796" y="1681240"/>
                    </a:lnTo>
                    <a:lnTo>
                      <a:pt x="998335" y="1681240"/>
                    </a:lnTo>
                    <a:lnTo>
                      <a:pt x="1000239" y="1680605"/>
                    </a:lnTo>
                    <a:lnTo>
                      <a:pt x="1002143" y="1679970"/>
                    </a:lnTo>
                    <a:lnTo>
                      <a:pt x="1003412" y="1678701"/>
                    </a:lnTo>
                    <a:lnTo>
                      <a:pt x="1005316" y="1678066"/>
                    </a:lnTo>
                    <a:lnTo>
                      <a:pt x="1007855" y="1678701"/>
                    </a:lnTo>
                    <a:lnTo>
                      <a:pt x="1012298" y="1679970"/>
                    </a:lnTo>
                    <a:lnTo>
                      <a:pt x="1019279" y="1679970"/>
                    </a:lnTo>
                    <a:lnTo>
                      <a:pt x="1021818" y="1678066"/>
                    </a:lnTo>
                    <a:lnTo>
                      <a:pt x="1023087" y="1678066"/>
                    </a:lnTo>
                    <a:lnTo>
                      <a:pt x="1023722" y="1680605"/>
                    </a:lnTo>
                    <a:lnTo>
                      <a:pt x="1025626" y="1681874"/>
                    </a:lnTo>
                    <a:lnTo>
                      <a:pt x="1061167" y="1687586"/>
                    </a:lnTo>
                    <a:lnTo>
                      <a:pt x="1072591" y="1686317"/>
                    </a:lnTo>
                    <a:lnTo>
                      <a:pt x="1075765" y="1685047"/>
                    </a:lnTo>
                    <a:lnTo>
                      <a:pt x="1078303" y="1682509"/>
                    </a:lnTo>
                    <a:lnTo>
                      <a:pt x="1078303" y="1682509"/>
                    </a:lnTo>
                    <a:lnTo>
                      <a:pt x="1078938" y="1678066"/>
                    </a:lnTo>
                    <a:lnTo>
                      <a:pt x="1079573" y="1676797"/>
                    </a:lnTo>
                    <a:lnTo>
                      <a:pt x="1079573" y="1676797"/>
                    </a:lnTo>
                    <a:lnTo>
                      <a:pt x="1080842" y="1677431"/>
                    </a:lnTo>
                    <a:lnTo>
                      <a:pt x="1082746" y="1679336"/>
                    </a:lnTo>
                    <a:lnTo>
                      <a:pt x="1083380" y="1681874"/>
                    </a:lnTo>
                    <a:lnTo>
                      <a:pt x="1082746" y="1683143"/>
                    </a:lnTo>
                    <a:lnTo>
                      <a:pt x="1080842" y="1687586"/>
                    </a:lnTo>
                    <a:lnTo>
                      <a:pt x="1080207" y="1689490"/>
                    </a:lnTo>
                    <a:lnTo>
                      <a:pt x="1084650" y="1690760"/>
                    </a:lnTo>
                    <a:lnTo>
                      <a:pt x="1088458" y="1688856"/>
                    </a:lnTo>
                    <a:lnTo>
                      <a:pt x="1091632" y="1686317"/>
                    </a:lnTo>
                    <a:lnTo>
                      <a:pt x="1096074" y="1685047"/>
                    </a:lnTo>
                    <a:lnTo>
                      <a:pt x="1097978" y="1685682"/>
                    </a:lnTo>
                    <a:lnTo>
                      <a:pt x="1099247" y="1688856"/>
                    </a:lnTo>
                    <a:lnTo>
                      <a:pt x="1101152" y="1690125"/>
                    </a:lnTo>
                    <a:lnTo>
                      <a:pt x="1103690" y="1690125"/>
                    </a:lnTo>
                    <a:lnTo>
                      <a:pt x="1106229" y="1690125"/>
                    </a:lnTo>
                    <a:lnTo>
                      <a:pt x="1108767" y="1689490"/>
                    </a:lnTo>
                    <a:lnTo>
                      <a:pt x="1110672" y="1688856"/>
                    </a:lnTo>
                    <a:lnTo>
                      <a:pt x="1110037" y="1692029"/>
                    </a:lnTo>
                    <a:lnTo>
                      <a:pt x="1110672" y="1695202"/>
                    </a:lnTo>
                    <a:lnTo>
                      <a:pt x="1111941" y="1698376"/>
                    </a:lnTo>
                    <a:lnTo>
                      <a:pt x="1115749" y="1704087"/>
                    </a:lnTo>
                    <a:lnTo>
                      <a:pt x="1117018" y="1708530"/>
                    </a:lnTo>
                    <a:lnTo>
                      <a:pt x="1119557" y="1714242"/>
                    </a:lnTo>
                    <a:lnTo>
                      <a:pt x="1120826" y="1716781"/>
                    </a:lnTo>
                    <a:lnTo>
                      <a:pt x="1122730" y="1718685"/>
                    </a:lnTo>
                    <a:lnTo>
                      <a:pt x="1125269" y="1719954"/>
                    </a:lnTo>
                    <a:lnTo>
                      <a:pt x="1130981" y="1719954"/>
                    </a:lnTo>
                    <a:lnTo>
                      <a:pt x="1132885" y="1721224"/>
                    </a:lnTo>
                    <a:lnTo>
                      <a:pt x="1132250" y="1725031"/>
                    </a:lnTo>
                    <a:lnTo>
                      <a:pt x="1130346" y="1730109"/>
                    </a:lnTo>
                    <a:lnTo>
                      <a:pt x="1129712" y="1733917"/>
                    </a:lnTo>
                    <a:lnTo>
                      <a:pt x="1132250" y="1734552"/>
                    </a:lnTo>
                    <a:lnTo>
                      <a:pt x="1136058" y="1731378"/>
                    </a:lnTo>
                    <a:lnTo>
                      <a:pt x="1141136" y="1728205"/>
                    </a:lnTo>
                    <a:lnTo>
                      <a:pt x="1146213" y="1727570"/>
                    </a:lnTo>
                    <a:lnTo>
                      <a:pt x="1149386" y="1730744"/>
                    </a:lnTo>
                    <a:lnTo>
                      <a:pt x="1149386" y="1737090"/>
                    </a:lnTo>
                    <a:lnTo>
                      <a:pt x="1147482" y="1744706"/>
                    </a:lnTo>
                    <a:lnTo>
                      <a:pt x="1148117" y="1748514"/>
                    </a:lnTo>
                    <a:lnTo>
                      <a:pt x="1150656" y="1751053"/>
                    </a:lnTo>
                    <a:lnTo>
                      <a:pt x="1153194" y="1751688"/>
                    </a:lnTo>
                    <a:lnTo>
                      <a:pt x="1155733" y="1752323"/>
                    </a:lnTo>
                    <a:lnTo>
                      <a:pt x="1157637" y="1753592"/>
                    </a:lnTo>
                    <a:lnTo>
                      <a:pt x="1161445" y="1758669"/>
                    </a:lnTo>
                    <a:lnTo>
                      <a:pt x="1167792" y="1761843"/>
                    </a:lnTo>
                    <a:lnTo>
                      <a:pt x="1182389" y="1766920"/>
                    </a:lnTo>
                    <a:lnTo>
                      <a:pt x="1188736" y="1769458"/>
                    </a:lnTo>
                    <a:lnTo>
                      <a:pt x="1190640" y="1773901"/>
                    </a:lnTo>
                    <a:lnTo>
                      <a:pt x="1191274" y="1780883"/>
                    </a:lnTo>
                    <a:lnTo>
                      <a:pt x="1191909" y="1784691"/>
                    </a:lnTo>
                    <a:lnTo>
                      <a:pt x="1193179" y="1787229"/>
                    </a:lnTo>
                    <a:lnTo>
                      <a:pt x="1195083" y="1789768"/>
                    </a:lnTo>
                    <a:lnTo>
                      <a:pt x="1196986" y="1791672"/>
                    </a:lnTo>
                    <a:lnTo>
                      <a:pt x="1199525" y="1792941"/>
                    </a:lnTo>
                    <a:lnTo>
                      <a:pt x="1215392" y="1800557"/>
                    </a:lnTo>
                    <a:lnTo>
                      <a:pt x="1220469" y="1805635"/>
                    </a:lnTo>
                    <a:lnTo>
                      <a:pt x="1224277" y="1810712"/>
                    </a:lnTo>
                    <a:lnTo>
                      <a:pt x="1226181" y="1811981"/>
                    </a:lnTo>
                    <a:lnTo>
                      <a:pt x="1236336" y="1817059"/>
                    </a:lnTo>
                    <a:lnTo>
                      <a:pt x="1240779" y="1820232"/>
                    </a:lnTo>
                    <a:lnTo>
                      <a:pt x="1243317" y="1824040"/>
                    </a:lnTo>
                    <a:lnTo>
                      <a:pt x="1247760" y="1832291"/>
                    </a:lnTo>
                    <a:lnTo>
                      <a:pt x="1245856" y="1837368"/>
                    </a:lnTo>
                    <a:lnTo>
                      <a:pt x="1247760" y="1840541"/>
                    </a:lnTo>
                    <a:lnTo>
                      <a:pt x="1259184" y="1850061"/>
                    </a:lnTo>
                    <a:lnTo>
                      <a:pt x="1259819" y="1851331"/>
                    </a:lnTo>
                    <a:lnTo>
                      <a:pt x="1260453" y="1852600"/>
                    </a:lnTo>
                    <a:lnTo>
                      <a:pt x="1262992" y="1853235"/>
                    </a:lnTo>
                    <a:lnTo>
                      <a:pt x="1265531" y="1853870"/>
                    </a:lnTo>
                    <a:lnTo>
                      <a:pt x="1267435" y="1854504"/>
                    </a:lnTo>
                    <a:lnTo>
                      <a:pt x="1269339" y="1858312"/>
                    </a:lnTo>
                    <a:lnTo>
                      <a:pt x="1271243" y="1872910"/>
                    </a:lnTo>
                    <a:lnTo>
                      <a:pt x="1275686" y="1883064"/>
                    </a:lnTo>
                    <a:lnTo>
                      <a:pt x="1276320" y="1888142"/>
                    </a:lnTo>
                    <a:lnTo>
                      <a:pt x="1274416" y="1893219"/>
                    </a:lnTo>
                    <a:lnTo>
                      <a:pt x="1275686" y="1894488"/>
                    </a:lnTo>
                    <a:lnTo>
                      <a:pt x="1276320" y="1896392"/>
                    </a:lnTo>
                    <a:lnTo>
                      <a:pt x="1276955" y="1898931"/>
                    </a:lnTo>
                    <a:lnTo>
                      <a:pt x="1276955" y="1902104"/>
                    </a:lnTo>
                    <a:lnTo>
                      <a:pt x="1278224" y="1904008"/>
                    </a:lnTo>
                    <a:lnTo>
                      <a:pt x="1280763" y="1905912"/>
                    </a:lnTo>
                    <a:lnTo>
                      <a:pt x="1283301" y="1908451"/>
                    </a:lnTo>
                    <a:lnTo>
                      <a:pt x="1284571" y="1912259"/>
                    </a:lnTo>
                    <a:lnTo>
                      <a:pt x="1285206" y="1912894"/>
                    </a:lnTo>
                    <a:lnTo>
                      <a:pt x="1288379" y="1914798"/>
                    </a:lnTo>
                    <a:lnTo>
                      <a:pt x="1289648" y="1915432"/>
                    </a:lnTo>
                    <a:lnTo>
                      <a:pt x="1290283" y="1917337"/>
                    </a:lnTo>
                    <a:lnTo>
                      <a:pt x="1289014" y="1920510"/>
                    </a:lnTo>
                    <a:lnTo>
                      <a:pt x="1289648" y="1922414"/>
                    </a:lnTo>
                    <a:lnTo>
                      <a:pt x="1290917" y="1923048"/>
                    </a:lnTo>
                    <a:lnTo>
                      <a:pt x="1294091" y="1923048"/>
                    </a:lnTo>
                    <a:lnTo>
                      <a:pt x="1295360" y="1923683"/>
                    </a:lnTo>
                    <a:lnTo>
                      <a:pt x="1295995" y="1924952"/>
                    </a:lnTo>
                    <a:lnTo>
                      <a:pt x="1297264" y="1927491"/>
                    </a:lnTo>
                    <a:lnTo>
                      <a:pt x="1297899" y="1928761"/>
                    </a:lnTo>
                    <a:lnTo>
                      <a:pt x="1299168" y="1931299"/>
                    </a:lnTo>
                    <a:lnTo>
                      <a:pt x="1304246" y="1955417"/>
                    </a:lnTo>
                    <a:lnTo>
                      <a:pt x="1306784" y="1961129"/>
                    </a:lnTo>
                    <a:lnTo>
                      <a:pt x="1315035" y="1971918"/>
                    </a:lnTo>
                    <a:lnTo>
                      <a:pt x="1314400" y="1976361"/>
                    </a:lnTo>
                    <a:lnTo>
                      <a:pt x="1316939" y="1978265"/>
                    </a:lnTo>
                    <a:lnTo>
                      <a:pt x="1322016" y="1980804"/>
                    </a:lnTo>
                    <a:lnTo>
                      <a:pt x="1324555" y="1982708"/>
                    </a:lnTo>
                    <a:lnTo>
                      <a:pt x="1325190" y="1985246"/>
                    </a:lnTo>
                    <a:lnTo>
                      <a:pt x="1324555" y="1990958"/>
                    </a:lnTo>
                    <a:lnTo>
                      <a:pt x="1324555" y="1993497"/>
                    </a:lnTo>
                    <a:lnTo>
                      <a:pt x="1327728" y="1998574"/>
                    </a:lnTo>
                    <a:lnTo>
                      <a:pt x="1332171" y="2001748"/>
                    </a:lnTo>
                    <a:lnTo>
                      <a:pt x="1341057" y="2005555"/>
                    </a:lnTo>
                    <a:lnTo>
                      <a:pt x="1341057" y="2005555"/>
                    </a:lnTo>
                    <a:lnTo>
                      <a:pt x="1334710" y="2008729"/>
                    </a:lnTo>
                    <a:lnTo>
                      <a:pt x="1333440" y="2010633"/>
                    </a:lnTo>
                    <a:lnTo>
                      <a:pt x="1334075" y="2013172"/>
                    </a:lnTo>
                    <a:lnTo>
                      <a:pt x="1335344" y="2015075"/>
                    </a:lnTo>
                    <a:lnTo>
                      <a:pt x="1337248" y="2016345"/>
                    </a:lnTo>
                    <a:lnTo>
                      <a:pt x="1337883" y="2017614"/>
                    </a:lnTo>
                    <a:lnTo>
                      <a:pt x="1339153" y="2026499"/>
                    </a:lnTo>
                    <a:lnTo>
                      <a:pt x="1341057" y="2035385"/>
                    </a:lnTo>
                    <a:lnTo>
                      <a:pt x="1347403" y="2043636"/>
                    </a:lnTo>
                    <a:lnTo>
                      <a:pt x="1350577" y="2049348"/>
                    </a:lnTo>
                    <a:lnTo>
                      <a:pt x="1350577" y="2053156"/>
                    </a:lnTo>
                    <a:lnTo>
                      <a:pt x="1349307" y="2057598"/>
                    </a:lnTo>
                    <a:lnTo>
                      <a:pt x="1351211" y="2062676"/>
                    </a:lnTo>
                    <a:lnTo>
                      <a:pt x="1355019" y="2066484"/>
                    </a:lnTo>
                    <a:lnTo>
                      <a:pt x="1358827" y="2069022"/>
                    </a:lnTo>
                    <a:lnTo>
                      <a:pt x="1365174" y="2070292"/>
                    </a:lnTo>
                    <a:lnTo>
                      <a:pt x="1366443" y="2070926"/>
                    </a:lnTo>
                    <a:lnTo>
                      <a:pt x="1367078" y="2072831"/>
                    </a:lnTo>
                    <a:lnTo>
                      <a:pt x="1367713" y="2076639"/>
                    </a:lnTo>
                    <a:lnTo>
                      <a:pt x="1368347" y="2079812"/>
                    </a:lnTo>
                    <a:lnTo>
                      <a:pt x="1370251" y="2081081"/>
                    </a:lnTo>
                    <a:lnTo>
                      <a:pt x="1374059" y="2081716"/>
                    </a:lnTo>
                    <a:lnTo>
                      <a:pt x="1395638" y="2093140"/>
                    </a:lnTo>
                    <a:lnTo>
                      <a:pt x="1399446" y="2096948"/>
                    </a:lnTo>
                    <a:lnTo>
                      <a:pt x="1401350" y="2102660"/>
                    </a:lnTo>
                    <a:lnTo>
                      <a:pt x="1401350" y="2105833"/>
                    </a:lnTo>
                    <a:lnTo>
                      <a:pt x="1401985" y="2107738"/>
                    </a:lnTo>
                    <a:lnTo>
                      <a:pt x="1405158" y="2111545"/>
                    </a:lnTo>
                    <a:lnTo>
                      <a:pt x="1408331" y="2114084"/>
                    </a:lnTo>
                    <a:lnTo>
                      <a:pt x="1410235" y="2114719"/>
                    </a:lnTo>
                    <a:lnTo>
                      <a:pt x="1410235" y="2115988"/>
                    </a:lnTo>
                    <a:lnTo>
                      <a:pt x="1409601" y="2117892"/>
                    </a:lnTo>
                    <a:lnTo>
                      <a:pt x="1409601" y="2119796"/>
                    </a:lnTo>
                    <a:lnTo>
                      <a:pt x="1410870" y="2123604"/>
                    </a:lnTo>
                    <a:lnTo>
                      <a:pt x="1412140" y="2126778"/>
                    </a:lnTo>
                    <a:lnTo>
                      <a:pt x="1414678" y="2129951"/>
                    </a:lnTo>
                    <a:lnTo>
                      <a:pt x="1417851" y="2133759"/>
                    </a:lnTo>
                    <a:lnTo>
                      <a:pt x="1421025" y="2135028"/>
                    </a:lnTo>
                    <a:lnTo>
                      <a:pt x="1426102" y="2136298"/>
                    </a:lnTo>
                    <a:lnTo>
                      <a:pt x="1428641" y="2138202"/>
                    </a:lnTo>
                    <a:lnTo>
                      <a:pt x="1426102" y="2142009"/>
                    </a:lnTo>
                    <a:lnTo>
                      <a:pt x="1428006" y="2145818"/>
                    </a:lnTo>
                    <a:lnTo>
                      <a:pt x="1431814" y="2150260"/>
                    </a:lnTo>
                    <a:lnTo>
                      <a:pt x="1435622" y="2154068"/>
                    </a:lnTo>
                    <a:lnTo>
                      <a:pt x="1439430" y="2155338"/>
                    </a:lnTo>
                    <a:lnTo>
                      <a:pt x="1440065" y="2156607"/>
                    </a:lnTo>
                    <a:lnTo>
                      <a:pt x="1439430" y="2159146"/>
                    </a:lnTo>
                    <a:lnTo>
                      <a:pt x="1437526" y="2162953"/>
                    </a:lnTo>
                    <a:lnTo>
                      <a:pt x="1438161" y="2165492"/>
                    </a:lnTo>
                    <a:lnTo>
                      <a:pt x="1440065" y="2166762"/>
                    </a:lnTo>
                    <a:lnTo>
                      <a:pt x="1441969" y="2168031"/>
                    </a:lnTo>
                    <a:lnTo>
                      <a:pt x="1443873" y="2170570"/>
                    </a:lnTo>
                    <a:lnTo>
                      <a:pt x="1444508" y="2173108"/>
                    </a:lnTo>
                    <a:lnTo>
                      <a:pt x="1443873" y="2178186"/>
                    </a:lnTo>
                    <a:lnTo>
                      <a:pt x="1443873" y="2180725"/>
                    </a:lnTo>
                    <a:lnTo>
                      <a:pt x="1445142" y="2180725"/>
                    </a:lnTo>
                    <a:lnTo>
                      <a:pt x="1448315" y="2183263"/>
                    </a:lnTo>
                    <a:lnTo>
                      <a:pt x="1450854" y="2185802"/>
                    </a:lnTo>
                    <a:lnTo>
                      <a:pt x="1450854" y="2187071"/>
                    </a:lnTo>
                    <a:lnTo>
                      <a:pt x="1455932" y="2188340"/>
                    </a:lnTo>
                    <a:lnTo>
                      <a:pt x="1458470" y="2190879"/>
                    </a:lnTo>
                    <a:lnTo>
                      <a:pt x="1460374" y="2194052"/>
                    </a:lnTo>
                    <a:lnTo>
                      <a:pt x="1462913" y="2197226"/>
                    </a:lnTo>
                    <a:lnTo>
                      <a:pt x="1465452" y="2198495"/>
                    </a:lnTo>
                    <a:lnTo>
                      <a:pt x="1469260" y="2199765"/>
                    </a:lnTo>
                    <a:lnTo>
                      <a:pt x="1470529" y="2200399"/>
                    </a:lnTo>
                    <a:lnTo>
                      <a:pt x="1471164" y="2202938"/>
                    </a:lnTo>
                    <a:lnTo>
                      <a:pt x="1471798" y="2206111"/>
                    </a:lnTo>
                    <a:lnTo>
                      <a:pt x="1472433" y="2208650"/>
                    </a:lnTo>
                    <a:lnTo>
                      <a:pt x="1474337" y="2209919"/>
                    </a:lnTo>
                    <a:lnTo>
                      <a:pt x="1478145" y="2215631"/>
                    </a:lnTo>
                    <a:lnTo>
                      <a:pt x="1479414" y="2216900"/>
                    </a:lnTo>
                    <a:lnTo>
                      <a:pt x="1487665" y="2216900"/>
                    </a:lnTo>
                    <a:lnTo>
                      <a:pt x="1488934" y="2218170"/>
                    </a:lnTo>
                    <a:lnTo>
                      <a:pt x="1491473" y="2222613"/>
                    </a:lnTo>
                    <a:lnTo>
                      <a:pt x="1492108" y="2223247"/>
                    </a:lnTo>
                    <a:lnTo>
                      <a:pt x="1494647" y="2223247"/>
                    </a:lnTo>
                    <a:lnTo>
                      <a:pt x="1499089" y="2220709"/>
                    </a:lnTo>
                    <a:lnTo>
                      <a:pt x="1501628" y="2220074"/>
                    </a:lnTo>
                    <a:lnTo>
                      <a:pt x="1504167" y="2220709"/>
                    </a:lnTo>
                    <a:lnTo>
                      <a:pt x="1506705" y="2225786"/>
                    </a:lnTo>
                    <a:lnTo>
                      <a:pt x="1507975" y="2227055"/>
                    </a:lnTo>
                    <a:lnTo>
                      <a:pt x="1511782" y="2228325"/>
                    </a:lnTo>
                    <a:lnTo>
                      <a:pt x="1516225" y="2230229"/>
                    </a:lnTo>
                    <a:lnTo>
                      <a:pt x="1520668" y="2234037"/>
                    </a:lnTo>
                    <a:lnTo>
                      <a:pt x="1522572" y="2237845"/>
                    </a:lnTo>
                    <a:lnTo>
                      <a:pt x="1522572" y="2247999"/>
                    </a:lnTo>
                    <a:lnTo>
                      <a:pt x="1521937" y="2253711"/>
                    </a:lnTo>
                    <a:lnTo>
                      <a:pt x="1521937" y="2256250"/>
                    </a:lnTo>
                    <a:lnTo>
                      <a:pt x="1523207" y="2257519"/>
                    </a:lnTo>
                    <a:lnTo>
                      <a:pt x="1526380" y="2257519"/>
                    </a:lnTo>
                    <a:lnTo>
                      <a:pt x="1528284" y="2258154"/>
                    </a:lnTo>
                    <a:lnTo>
                      <a:pt x="1528919" y="2260058"/>
                    </a:lnTo>
                    <a:lnTo>
                      <a:pt x="1529553" y="2263866"/>
                    </a:lnTo>
                    <a:lnTo>
                      <a:pt x="1529553" y="2265135"/>
                    </a:lnTo>
                    <a:lnTo>
                      <a:pt x="1529553" y="2274656"/>
                    </a:lnTo>
                    <a:lnTo>
                      <a:pt x="1528919" y="2277829"/>
                    </a:lnTo>
                    <a:lnTo>
                      <a:pt x="1527015" y="2283541"/>
                    </a:lnTo>
                    <a:lnTo>
                      <a:pt x="1526380" y="2288618"/>
                    </a:lnTo>
                    <a:lnTo>
                      <a:pt x="1525111" y="2291792"/>
                    </a:lnTo>
                    <a:lnTo>
                      <a:pt x="1525111" y="2294330"/>
                    </a:lnTo>
                    <a:lnTo>
                      <a:pt x="1524476" y="2296869"/>
                    </a:lnTo>
                    <a:lnTo>
                      <a:pt x="1520668" y="2300677"/>
                    </a:lnTo>
                    <a:lnTo>
                      <a:pt x="1520668" y="2300677"/>
                    </a:lnTo>
                    <a:lnTo>
                      <a:pt x="1519398" y="2303216"/>
                    </a:lnTo>
                    <a:lnTo>
                      <a:pt x="1525745" y="2305754"/>
                    </a:lnTo>
                    <a:lnTo>
                      <a:pt x="1527015" y="2307023"/>
                    </a:lnTo>
                    <a:lnTo>
                      <a:pt x="1527649" y="2307658"/>
                    </a:lnTo>
                    <a:lnTo>
                      <a:pt x="1528284" y="2309562"/>
                    </a:lnTo>
                    <a:lnTo>
                      <a:pt x="1528919" y="2310197"/>
                    </a:lnTo>
                    <a:lnTo>
                      <a:pt x="1531457" y="2311466"/>
                    </a:lnTo>
                    <a:lnTo>
                      <a:pt x="1532092" y="2312101"/>
                    </a:lnTo>
                    <a:lnTo>
                      <a:pt x="1535265" y="2315909"/>
                    </a:lnTo>
                    <a:lnTo>
                      <a:pt x="1537804" y="2319717"/>
                    </a:lnTo>
                    <a:lnTo>
                      <a:pt x="1539708" y="2324160"/>
                    </a:lnTo>
                    <a:lnTo>
                      <a:pt x="1540342" y="2329237"/>
                    </a:lnTo>
                    <a:lnTo>
                      <a:pt x="1539708" y="2334314"/>
                    </a:lnTo>
                    <a:lnTo>
                      <a:pt x="1536535" y="2345104"/>
                    </a:lnTo>
                    <a:lnTo>
                      <a:pt x="1535900" y="2350181"/>
                    </a:lnTo>
                    <a:lnTo>
                      <a:pt x="1536535" y="2351450"/>
                    </a:lnTo>
                    <a:lnTo>
                      <a:pt x="1537169" y="2352720"/>
                    </a:lnTo>
                    <a:lnTo>
                      <a:pt x="1538439" y="2354624"/>
                    </a:lnTo>
                    <a:lnTo>
                      <a:pt x="1539073" y="2357163"/>
                    </a:lnTo>
                    <a:lnTo>
                      <a:pt x="1538439" y="2359066"/>
                    </a:lnTo>
                    <a:lnTo>
                      <a:pt x="1533996" y="2367317"/>
                    </a:lnTo>
                    <a:lnTo>
                      <a:pt x="1537804" y="2373029"/>
                    </a:lnTo>
                    <a:lnTo>
                      <a:pt x="1538439" y="2374299"/>
                    </a:lnTo>
                    <a:lnTo>
                      <a:pt x="1541612" y="2376837"/>
                    </a:lnTo>
                    <a:lnTo>
                      <a:pt x="1543516" y="2377472"/>
                    </a:lnTo>
                    <a:lnTo>
                      <a:pt x="1545420" y="2377472"/>
                    </a:lnTo>
                    <a:lnTo>
                      <a:pt x="1547324" y="2378107"/>
                    </a:lnTo>
                    <a:lnTo>
                      <a:pt x="1548594" y="2380010"/>
                    </a:lnTo>
                    <a:lnTo>
                      <a:pt x="1549228" y="2382549"/>
                    </a:lnTo>
                    <a:lnTo>
                      <a:pt x="1549228" y="2387627"/>
                    </a:lnTo>
                    <a:lnTo>
                      <a:pt x="1549863" y="2390165"/>
                    </a:lnTo>
                    <a:lnTo>
                      <a:pt x="1551767" y="2392069"/>
                    </a:lnTo>
                    <a:lnTo>
                      <a:pt x="1560652" y="2399051"/>
                    </a:lnTo>
                    <a:lnTo>
                      <a:pt x="1563191" y="2402224"/>
                    </a:lnTo>
                    <a:lnTo>
                      <a:pt x="1570172" y="2411109"/>
                    </a:lnTo>
                    <a:lnTo>
                      <a:pt x="1573345" y="2414917"/>
                    </a:lnTo>
                    <a:lnTo>
                      <a:pt x="1577154" y="2418726"/>
                    </a:lnTo>
                    <a:lnTo>
                      <a:pt x="1580327" y="2422533"/>
                    </a:lnTo>
                    <a:lnTo>
                      <a:pt x="1583500" y="2433323"/>
                    </a:lnTo>
                    <a:lnTo>
                      <a:pt x="1586674" y="2444747"/>
                    </a:lnTo>
                    <a:lnTo>
                      <a:pt x="1595559" y="2471403"/>
                    </a:lnTo>
                    <a:lnTo>
                      <a:pt x="1596194" y="2475211"/>
                    </a:lnTo>
                    <a:lnTo>
                      <a:pt x="1598098" y="2487904"/>
                    </a:lnTo>
                    <a:lnTo>
                      <a:pt x="1599367" y="2493616"/>
                    </a:lnTo>
                    <a:lnTo>
                      <a:pt x="1604444" y="2496155"/>
                    </a:lnTo>
                    <a:lnTo>
                      <a:pt x="1610156" y="2497424"/>
                    </a:lnTo>
                    <a:lnTo>
                      <a:pt x="1612695" y="2501233"/>
                    </a:lnTo>
                    <a:lnTo>
                      <a:pt x="1615234" y="2508214"/>
                    </a:lnTo>
                    <a:lnTo>
                      <a:pt x="1615868" y="2511387"/>
                    </a:lnTo>
                    <a:lnTo>
                      <a:pt x="1615234" y="2514560"/>
                    </a:lnTo>
                    <a:lnTo>
                      <a:pt x="1613329" y="2517734"/>
                    </a:lnTo>
                    <a:lnTo>
                      <a:pt x="1612060" y="2520907"/>
                    </a:lnTo>
                    <a:lnTo>
                      <a:pt x="1612695" y="2523446"/>
                    </a:lnTo>
                    <a:lnTo>
                      <a:pt x="1617138" y="2527254"/>
                    </a:lnTo>
                    <a:lnTo>
                      <a:pt x="1621580" y="2527888"/>
                    </a:lnTo>
                    <a:lnTo>
                      <a:pt x="1625388" y="2527254"/>
                    </a:lnTo>
                    <a:lnTo>
                      <a:pt x="1629831" y="2527254"/>
                    </a:lnTo>
                    <a:lnTo>
                      <a:pt x="1631101" y="2527888"/>
                    </a:lnTo>
                    <a:lnTo>
                      <a:pt x="1632370" y="2529793"/>
                    </a:lnTo>
                    <a:lnTo>
                      <a:pt x="1633639" y="2530427"/>
                    </a:lnTo>
                    <a:lnTo>
                      <a:pt x="1634908" y="2529793"/>
                    </a:lnTo>
                    <a:lnTo>
                      <a:pt x="1638716" y="2527888"/>
                    </a:lnTo>
                    <a:lnTo>
                      <a:pt x="1643794" y="2527888"/>
                    </a:lnTo>
                    <a:lnTo>
                      <a:pt x="1645698" y="2529158"/>
                    </a:lnTo>
                    <a:lnTo>
                      <a:pt x="1647602" y="2532966"/>
                    </a:lnTo>
                    <a:lnTo>
                      <a:pt x="1651410" y="2529158"/>
                    </a:lnTo>
                    <a:lnTo>
                      <a:pt x="1659661" y="2535504"/>
                    </a:lnTo>
                    <a:lnTo>
                      <a:pt x="1664738" y="2534235"/>
                    </a:lnTo>
                    <a:lnTo>
                      <a:pt x="1666642" y="2535504"/>
                    </a:lnTo>
                    <a:lnTo>
                      <a:pt x="1669181" y="2536139"/>
                    </a:lnTo>
                    <a:lnTo>
                      <a:pt x="1671085" y="2535504"/>
                    </a:lnTo>
                    <a:lnTo>
                      <a:pt x="1672354" y="2533601"/>
                    </a:lnTo>
                    <a:lnTo>
                      <a:pt x="1672354" y="2533601"/>
                    </a:lnTo>
                    <a:lnTo>
                      <a:pt x="1674892" y="2534870"/>
                    </a:lnTo>
                    <a:lnTo>
                      <a:pt x="1676796" y="2534235"/>
                    </a:lnTo>
                    <a:lnTo>
                      <a:pt x="1678066" y="2532966"/>
                    </a:lnTo>
                    <a:lnTo>
                      <a:pt x="1679970" y="2532966"/>
                    </a:lnTo>
                    <a:lnTo>
                      <a:pt x="1681239" y="2533601"/>
                    </a:lnTo>
                    <a:lnTo>
                      <a:pt x="1684413" y="2537408"/>
                    </a:lnTo>
                    <a:lnTo>
                      <a:pt x="1692029" y="2542486"/>
                    </a:lnTo>
                    <a:lnTo>
                      <a:pt x="1694567" y="2545659"/>
                    </a:lnTo>
                    <a:lnTo>
                      <a:pt x="1693933" y="2549467"/>
                    </a:lnTo>
                    <a:lnTo>
                      <a:pt x="1697106" y="2549467"/>
                    </a:lnTo>
                    <a:lnTo>
                      <a:pt x="1699644" y="2549467"/>
                    </a:lnTo>
                    <a:lnTo>
                      <a:pt x="1702183" y="2550102"/>
                    </a:lnTo>
                    <a:lnTo>
                      <a:pt x="1704722" y="2552641"/>
                    </a:lnTo>
                    <a:lnTo>
                      <a:pt x="1702183" y="2555814"/>
                    </a:lnTo>
                    <a:lnTo>
                      <a:pt x="1702818" y="2557083"/>
                    </a:lnTo>
                    <a:lnTo>
                      <a:pt x="1704722" y="2557083"/>
                    </a:lnTo>
                    <a:lnTo>
                      <a:pt x="1706626" y="2557718"/>
                    </a:lnTo>
                    <a:lnTo>
                      <a:pt x="1711069" y="2562161"/>
                    </a:lnTo>
                    <a:lnTo>
                      <a:pt x="1713608" y="2563430"/>
                    </a:lnTo>
                    <a:lnTo>
                      <a:pt x="1716781" y="2564065"/>
                    </a:lnTo>
                    <a:lnTo>
                      <a:pt x="1730109" y="2558987"/>
                    </a:lnTo>
                    <a:lnTo>
                      <a:pt x="1736456" y="2562161"/>
                    </a:lnTo>
                    <a:lnTo>
                      <a:pt x="1743437" y="2564065"/>
                    </a:lnTo>
                    <a:lnTo>
                      <a:pt x="1749783" y="2566603"/>
                    </a:lnTo>
                    <a:lnTo>
                      <a:pt x="1754227" y="2572315"/>
                    </a:lnTo>
                    <a:lnTo>
                      <a:pt x="1757400" y="2568507"/>
                    </a:lnTo>
                    <a:lnTo>
                      <a:pt x="1758034" y="2567873"/>
                    </a:lnTo>
                    <a:lnTo>
                      <a:pt x="1764381" y="2569777"/>
                    </a:lnTo>
                    <a:lnTo>
                      <a:pt x="1771362" y="2573585"/>
                    </a:lnTo>
                    <a:lnTo>
                      <a:pt x="1777709" y="2575489"/>
                    </a:lnTo>
                    <a:lnTo>
                      <a:pt x="1775805" y="2580566"/>
                    </a:lnTo>
                    <a:lnTo>
                      <a:pt x="1775805" y="2583105"/>
                    </a:lnTo>
                    <a:lnTo>
                      <a:pt x="1778344" y="2583740"/>
                    </a:lnTo>
                    <a:lnTo>
                      <a:pt x="1784690" y="2583740"/>
                    </a:lnTo>
                    <a:lnTo>
                      <a:pt x="1785960" y="2585644"/>
                    </a:lnTo>
                    <a:lnTo>
                      <a:pt x="1791037" y="2593260"/>
                    </a:lnTo>
                    <a:lnTo>
                      <a:pt x="1793576" y="2595798"/>
                    </a:lnTo>
                    <a:lnTo>
                      <a:pt x="1811347" y="2604684"/>
                    </a:lnTo>
                    <a:lnTo>
                      <a:pt x="1819597" y="2607222"/>
                    </a:lnTo>
                    <a:lnTo>
                      <a:pt x="1827214" y="2607222"/>
                    </a:lnTo>
                    <a:lnTo>
                      <a:pt x="1838003" y="2604049"/>
                    </a:lnTo>
                    <a:lnTo>
                      <a:pt x="1842445" y="2604684"/>
                    </a:lnTo>
                    <a:lnTo>
                      <a:pt x="1844349" y="2611030"/>
                    </a:lnTo>
                    <a:lnTo>
                      <a:pt x="1846888" y="2611665"/>
                    </a:lnTo>
                    <a:lnTo>
                      <a:pt x="1851331" y="2609761"/>
                    </a:lnTo>
                    <a:lnTo>
                      <a:pt x="1858312" y="2605953"/>
                    </a:lnTo>
                    <a:lnTo>
                      <a:pt x="1861485" y="2605318"/>
                    </a:lnTo>
                    <a:lnTo>
                      <a:pt x="1874178" y="2607222"/>
                    </a:lnTo>
                    <a:lnTo>
                      <a:pt x="1888776" y="2605318"/>
                    </a:lnTo>
                    <a:lnTo>
                      <a:pt x="1905912" y="2605318"/>
                    </a:lnTo>
                    <a:lnTo>
                      <a:pt x="1910355" y="2606588"/>
                    </a:lnTo>
                    <a:lnTo>
                      <a:pt x="1910990" y="2610395"/>
                    </a:lnTo>
                    <a:lnTo>
                      <a:pt x="1914163" y="2611030"/>
                    </a:lnTo>
                    <a:lnTo>
                      <a:pt x="1933838" y="2611665"/>
                    </a:lnTo>
                    <a:lnTo>
                      <a:pt x="1938281" y="2612300"/>
                    </a:lnTo>
                    <a:lnTo>
                      <a:pt x="1942089" y="2614204"/>
                    </a:lnTo>
                    <a:lnTo>
                      <a:pt x="1946531" y="2617377"/>
                    </a:lnTo>
                    <a:lnTo>
                      <a:pt x="1949070" y="2620550"/>
                    </a:lnTo>
                    <a:lnTo>
                      <a:pt x="1950974" y="2624358"/>
                    </a:lnTo>
                    <a:lnTo>
                      <a:pt x="1953512" y="2627532"/>
                    </a:lnTo>
                    <a:lnTo>
                      <a:pt x="1960494" y="2630070"/>
                    </a:lnTo>
                    <a:lnTo>
                      <a:pt x="1970649" y="2640225"/>
                    </a:lnTo>
                    <a:lnTo>
                      <a:pt x="1974457" y="2642764"/>
                    </a:lnTo>
                    <a:lnTo>
                      <a:pt x="1978264" y="2644033"/>
                    </a:lnTo>
                    <a:lnTo>
                      <a:pt x="1982072" y="2644668"/>
                    </a:lnTo>
                    <a:lnTo>
                      <a:pt x="1987150" y="2644668"/>
                    </a:lnTo>
                    <a:lnTo>
                      <a:pt x="1989054" y="2646572"/>
                    </a:lnTo>
                    <a:lnTo>
                      <a:pt x="1990323" y="2650380"/>
                    </a:lnTo>
                    <a:lnTo>
                      <a:pt x="1992862" y="2654188"/>
                    </a:lnTo>
                    <a:lnTo>
                      <a:pt x="1997939" y="2654822"/>
                    </a:lnTo>
                    <a:lnTo>
                      <a:pt x="1998574" y="2654188"/>
                    </a:lnTo>
                    <a:lnTo>
                      <a:pt x="1998574" y="2654188"/>
                    </a:lnTo>
                    <a:lnTo>
                      <a:pt x="1998574" y="2652918"/>
                    </a:lnTo>
                    <a:lnTo>
                      <a:pt x="1999209" y="2651649"/>
                    </a:lnTo>
                    <a:lnTo>
                      <a:pt x="1999209" y="2651649"/>
                    </a:lnTo>
                    <a:lnTo>
                      <a:pt x="2001112" y="2651649"/>
                    </a:lnTo>
                    <a:lnTo>
                      <a:pt x="2002382" y="2652918"/>
                    </a:lnTo>
                    <a:lnTo>
                      <a:pt x="2003017" y="2654822"/>
                    </a:lnTo>
                    <a:lnTo>
                      <a:pt x="2004286" y="2656727"/>
                    </a:lnTo>
                    <a:lnTo>
                      <a:pt x="2006825" y="2657361"/>
                    </a:lnTo>
                    <a:lnTo>
                      <a:pt x="2011268" y="2655457"/>
                    </a:lnTo>
                    <a:lnTo>
                      <a:pt x="2011268" y="2650380"/>
                    </a:lnTo>
                    <a:lnTo>
                      <a:pt x="2009363" y="2644668"/>
                    </a:lnTo>
                    <a:lnTo>
                      <a:pt x="2008729" y="2640225"/>
                    </a:lnTo>
                    <a:lnTo>
                      <a:pt x="2009363" y="2638956"/>
                    </a:lnTo>
                    <a:lnTo>
                      <a:pt x="2009363" y="2638956"/>
                    </a:lnTo>
                    <a:lnTo>
                      <a:pt x="2014441" y="2635148"/>
                    </a:lnTo>
                    <a:lnTo>
                      <a:pt x="2018249" y="2637686"/>
                    </a:lnTo>
                    <a:lnTo>
                      <a:pt x="2023326" y="2635782"/>
                    </a:lnTo>
                    <a:lnTo>
                      <a:pt x="2024596" y="2634513"/>
                    </a:lnTo>
                    <a:lnTo>
                      <a:pt x="2027134" y="2631974"/>
                    </a:lnTo>
                    <a:lnTo>
                      <a:pt x="2027134" y="2631974"/>
                    </a:lnTo>
                    <a:lnTo>
                      <a:pt x="2027769" y="2628166"/>
                    </a:lnTo>
                    <a:lnTo>
                      <a:pt x="2027769" y="2628166"/>
                    </a:lnTo>
                    <a:lnTo>
                      <a:pt x="2030942" y="2627532"/>
                    </a:lnTo>
                    <a:lnTo>
                      <a:pt x="2041731" y="2628166"/>
                    </a:lnTo>
                    <a:lnTo>
                      <a:pt x="2056329" y="2626897"/>
                    </a:lnTo>
                    <a:lnTo>
                      <a:pt x="2056964" y="2624358"/>
                    </a:lnTo>
                    <a:lnTo>
                      <a:pt x="2056329" y="2612934"/>
                    </a:lnTo>
                    <a:lnTo>
                      <a:pt x="2055695" y="2605953"/>
                    </a:lnTo>
                    <a:lnTo>
                      <a:pt x="2053790" y="2598971"/>
                    </a:lnTo>
                    <a:lnTo>
                      <a:pt x="2050617" y="2598337"/>
                    </a:lnTo>
                    <a:lnTo>
                      <a:pt x="2048078" y="2600241"/>
                    </a:lnTo>
                    <a:lnTo>
                      <a:pt x="2047444" y="2604049"/>
                    </a:lnTo>
                    <a:lnTo>
                      <a:pt x="2047444" y="2608491"/>
                    </a:lnTo>
                    <a:lnTo>
                      <a:pt x="2046809" y="2612300"/>
                    </a:lnTo>
                    <a:lnTo>
                      <a:pt x="2045539" y="2614838"/>
                    </a:lnTo>
                    <a:lnTo>
                      <a:pt x="2043636" y="2616742"/>
                    </a:lnTo>
                    <a:lnTo>
                      <a:pt x="2037923" y="2619281"/>
                    </a:lnTo>
                    <a:lnTo>
                      <a:pt x="2036654" y="2620550"/>
                    </a:lnTo>
                    <a:lnTo>
                      <a:pt x="2036654" y="2621820"/>
                    </a:lnTo>
                    <a:lnTo>
                      <a:pt x="2036019" y="2622454"/>
                    </a:lnTo>
                    <a:lnTo>
                      <a:pt x="2033481" y="2621185"/>
                    </a:lnTo>
                    <a:lnTo>
                      <a:pt x="2032211" y="2620550"/>
                    </a:lnTo>
                    <a:lnTo>
                      <a:pt x="2031577" y="2619281"/>
                    </a:lnTo>
                    <a:lnTo>
                      <a:pt x="2030308" y="2615473"/>
                    </a:lnTo>
                    <a:lnTo>
                      <a:pt x="2030308" y="2611665"/>
                    </a:lnTo>
                    <a:lnTo>
                      <a:pt x="2032846" y="2605953"/>
                    </a:lnTo>
                    <a:lnTo>
                      <a:pt x="2032846" y="2601510"/>
                    </a:lnTo>
                    <a:lnTo>
                      <a:pt x="2036019" y="2602780"/>
                    </a:lnTo>
                    <a:lnTo>
                      <a:pt x="2038558" y="2602145"/>
                    </a:lnTo>
                    <a:lnTo>
                      <a:pt x="2039828" y="2599606"/>
                    </a:lnTo>
                    <a:lnTo>
                      <a:pt x="2040462" y="2595798"/>
                    </a:lnTo>
                    <a:lnTo>
                      <a:pt x="2037923" y="2594529"/>
                    </a:lnTo>
                    <a:lnTo>
                      <a:pt x="2035385" y="2593894"/>
                    </a:lnTo>
                    <a:lnTo>
                      <a:pt x="2029038" y="2593894"/>
                    </a:lnTo>
                    <a:lnTo>
                      <a:pt x="2026499" y="2593260"/>
                    </a:lnTo>
                    <a:lnTo>
                      <a:pt x="2023961" y="2591990"/>
                    </a:lnTo>
                    <a:lnTo>
                      <a:pt x="2022057" y="2590721"/>
                    </a:lnTo>
                    <a:lnTo>
                      <a:pt x="2020788" y="2590086"/>
                    </a:lnTo>
                    <a:lnTo>
                      <a:pt x="2018249" y="2587547"/>
                    </a:lnTo>
                    <a:lnTo>
                      <a:pt x="2016979" y="2580566"/>
                    </a:lnTo>
                    <a:lnTo>
                      <a:pt x="2016979" y="2572950"/>
                    </a:lnTo>
                    <a:lnTo>
                      <a:pt x="2018249" y="2567873"/>
                    </a:lnTo>
                    <a:lnTo>
                      <a:pt x="2015076" y="2562795"/>
                    </a:lnTo>
                    <a:lnTo>
                      <a:pt x="2013806" y="2560257"/>
                    </a:lnTo>
                    <a:lnTo>
                      <a:pt x="2013171" y="2557083"/>
                    </a:lnTo>
                    <a:lnTo>
                      <a:pt x="2013806" y="2555179"/>
                    </a:lnTo>
                    <a:lnTo>
                      <a:pt x="2015076" y="2553275"/>
                    </a:lnTo>
                    <a:lnTo>
                      <a:pt x="2015710" y="2551371"/>
                    </a:lnTo>
                    <a:lnTo>
                      <a:pt x="2014441" y="2548833"/>
                    </a:lnTo>
                    <a:lnTo>
                      <a:pt x="2012537" y="2547563"/>
                    </a:lnTo>
                    <a:lnTo>
                      <a:pt x="2011268" y="2547563"/>
                    </a:lnTo>
                    <a:lnTo>
                      <a:pt x="2009998" y="2548198"/>
                    </a:lnTo>
                    <a:lnTo>
                      <a:pt x="2008094" y="2548833"/>
                    </a:lnTo>
                    <a:lnTo>
                      <a:pt x="2006190" y="2546294"/>
                    </a:lnTo>
                    <a:lnTo>
                      <a:pt x="2006190" y="2541217"/>
                    </a:lnTo>
                    <a:lnTo>
                      <a:pt x="2007459" y="2536139"/>
                    </a:lnTo>
                    <a:lnTo>
                      <a:pt x="2009363" y="2533601"/>
                    </a:lnTo>
                    <a:lnTo>
                      <a:pt x="2010632" y="2532331"/>
                    </a:lnTo>
                    <a:lnTo>
                      <a:pt x="2009998" y="2530427"/>
                    </a:lnTo>
                    <a:lnTo>
                      <a:pt x="2008094" y="2529158"/>
                    </a:lnTo>
                    <a:lnTo>
                      <a:pt x="2007459" y="2530427"/>
                    </a:lnTo>
                    <a:lnTo>
                      <a:pt x="2006825" y="2531062"/>
                    </a:lnTo>
                    <a:lnTo>
                      <a:pt x="2005556" y="2532331"/>
                    </a:lnTo>
                    <a:lnTo>
                      <a:pt x="2004286" y="2532966"/>
                    </a:lnTo>
                    <a:lnTo>
                      <a:pt x="2003017" y="2532966"/>
                    </a:lnTo>
                    <a:lnTo>
                      <a:pt x="2002382" y="2531062"/>
                    </a:lnTo>
                    <a:lnTo>
                      <a:pt x="2004286" y="2525984"/>
                    </a:lnTo>
                    <a:lnTo>
                      <a:pt x="2004286" y="2524081"/>
                    </a:lnTo>
                    <a:lnTo>
                      <a:pt x="2003017" y="2523446"/>
                    </a:lnTo>
                    <a:lnTo>
                      <a:pt x="1997939" y="2522811"/>
                    </a:lnTo>
                    <a:lnTo>
                      <a:pt x="1996035" y="2522177"/>
                    </a:lnTo>
                    <a:lnTo>
                      <a:pt x="1994766" y="2519003"/>
                    </a:lnTo>
                    <a:lnTo>
                      <a:pt x="1994131" y="2515830"/>
                    </a:lnTo>
                    <a:lnTo>
                      <a:pt x="1992862" y="2513291"/>
                    </a:lnTo>
                    <a:lnTo>
                      <a:pt x="1989054" y="2512022"/>
                    </a:lnTo>
                    <a:lnTo>
                      <a:pt x="1985881" y="2512022"/>
                    </a:lnTo>
                    <a:lnTo>
                      <a:pt x="1985246" y="2511387"/>
                    </a:lnTo>
                    <a:lnTo>
                      <a:pt x="1985881" y="2508848"/>
                    </a:lnTo>
                    <a:lnTo>
                      <a:pt x="1986515" y="2501867"/>
                    </a:lnTo>
                    <a:lnTo>
                      <a:pt x="1987150" y="2498059"/>
                    </a:lnTo>
                    <a:lnTo>
                      <a:pt x="1987150" y="2495520"/>
                    </a:lnTo>
                    <a:lnTo>
                      <a:pt x="1979534" y="2492982"/>
                    </a:lnTo>
                    <a:lnTo>
                      <a:pt x="1985246" y="2491078"/>
                    </a:lnTo>
                    <a:lnTo>
                      <a:pt x="1987150" y="2489174"/>
                    </a:lnTo>
                    <a:lnTo>
                      <a:pt x="1988419" y="2486000"/>
                    </a:lnTo>
                    <a:lnTo>
                      <a:pt x="1989054" y="2487270"/>
                    </a:lnTo>
                    <a:lnTo>
                      <a:pt x="1990958" y="2489174"/>
                    </a:lnTo>
                    <a:lnTo>
                      <a:pt x="1991592" y="2491078"/>
                    </a:lnTo>
                    <a:lnTo>
                      <a:pt x="1989689" y="2482827"/>
                    </a:lnTo>
                    <a:lnTo>
                      <a:pt x="1984611" y="2466326"/>
                    </a:lnTo>
                    <a:lnTo>
                      <a:pt x="1982072" y="2449824"/>
                    </a:lnTo>
                    <a:lnTo>
                      <a:pt x="1976361" y="2433957"/>
                    </a:lnTo>
                    <a:lnTo>
                      <a:pt x="1974457" y="2423168"/>
                    </a:lnTo>
                    <a:lnTo>
                      <a:pt x="1973188" y="2419360"/>
                    </a:lnTo>
                    <a:lnTo>
                      <a:pt x="1971283" y="2415552"/>
                    </a:lnTo>
                    <a:lnTo>
                      <a:pt x="1968744" y="2413013"/>
                    </a:lnTo>
                    <a:lnTo>
                      <a:pt x="1964937" y="2411744"/>
                    </a:lnTo>
                    <a:lnTo>
                      <a:pt x="1961763" y="2411744"/>
                    </a:lnTo>
                    <a:lnTo>
                      <a:pt x="1959224" y="2411109"/>
                    </a:lnTo>
                    <a:lnTo>
                      <a:pt x="1957321" y="2407936"/>
                    </a:lnTo>
                    <a:lnTo>
                      <a:pt x="1957321" y="2404763"/>
                    </a:lnTo>
                    <a:lnTo>
                      <a:pt x="1957955" y="2399685"/>
                    </a:lnTo>
                    <a:lnTo>
                      <a:pt x="1958590" y="2394608"/>
                    </a:lnTo>
                    <a:lnTo>
                      <a:pt x="1959859" y="2392069"/>
                    </a:lnTo>
                    <a:lnTo>
                      <a:pt x="1962398" y="2393339"/>
                    </a:lnTo>
                    <a:lnTo>
                      <a:pt x="1972552" y="2402224"/>
                    </a:lnTo>
                    <a:lnTo>
                      <a:pt x="1975091" y="2397147"/>
                    </a:lnTo>
                    <a:lnTo>
                      <a:pt x="1971918" y="2393973"/>
                    </a:lnTo>
                    <a:lnTo>
                      <a:pt x="1963032" y="2390165"/>
                    </a:lnTo>
                    <a:lnTo>
                      <a:pt x="1960494" y="2386992"/>
                    </a:lnTo>
                    <a:lnTo>
                      <a:pt x="1958590" y="2383184"/>
                    </a:lnTo>
                    <a:lnTo>
                      <a:pt x="1957321" y="2378741"/>
                    </a:lnTo>
                    <a:lnTo>
                      <a:pt x="1956685" y="2367952"/>
                    </a:lnTo>
                    <a:lnTo>
                      <a:pt x="1957321" y="2365413"/>
                    </a:lnTo>
                    <a:lnTo>
                      <a:pt x="1959859" y="2364144"/>
                    </a:lnTo>
                    <a:lnTo>
                      <a:pt x="1972552" y="2362874"/>
                    </a:lnTo>
                    <a:lnTo>
                      <a:pt x="1975726" y="2360336"/>
                    </a:lnTo>
                    <a:lnTo>
                      <a:pt x="1975726" y="2355893"/>
                    </a:lnTo>
                    <a:lnTo>
                      <a:pt x="1973188" y="2349546"/>
                    </a:lnTo>
                    <a:lnTo>
                      <a:pt x="1975726" y="2347008"/>
                    </a:lnTo>
                    <a:lnTo>
                      <a:pt x="1974457" y="2343834"/>
                    </a:lnTo>
                    <a:lnTo>
                      <a:pt x="1971918" y="2340661"/>
                    </a:lnTo>
                    <a:lnTo>
                      <a:pt x="1971918" y="2339392"/>
                    </a:lnTo>
                    <a:lnTo>
                      <a:pt x="1975726" y="2338757"/>
                    </a:lnTo>
                    <a:lnTo>
                      <a:pt x="1978899" y="2337488"/>
                    </a:lnTo>
                    <a:lnTo>
                      <a:pt x="1981438" y="2334949"/>
                    </a:lnTo>
                    <a:lnTo>
                      <a:pt x="1982708" y="2331776"/>
                    </a:lnTo>
                    <a:lnTo>
                      <a:pt x="1982072" y="2328602"/>
                    </a:lnTo>
                    <a:lnTo>
                      <a:pt x="1980169" y="2324794"/>
                    </a:lnTo>
                    <a:lnTo>
                      <a:pt x="1979534" y="2321621"/>
                    </a:lnTo>
                    <a:lnTo>
                      <a:pt x="1981438" y="2320352"/>
                    </a:lnTo>
                    <a:lnTo>
                      <a:pt x="1982708" y="2318447"/>
                    </a:lnTo>
                    <a:lnTo>
                      <a:pt x="1982708" y="2314005"/>
                    </a:lnTo>
                    <a:lnTo>
                      <a:pt x="1982708" y="2309562"/>
                    </a:lnTo>
                    <a:lnTo>
                      <a:pt x="1982072" y="2307023"/>
                    </a:lnTo>
                    <a:lnTo>
                      <a:pt x="1984611" y="2305754"/>
                    </a:lnTo>
                    <a:lnTo>
                      <a:pt x="1985881" y="2303216"/>
                    </a:lnTo>
                    <a:lnTo>
                      <a:pt x="1985881" y="2300042"/>
                    </a:lnTo>
                    <a:lnTo>
                      <a:pt x="1984611" y="2296869"/>
                    </a:lnTo>
                    <a:lnTo>
                      <a:pt x="1970014" y="2301946"/>
                    </a:lnTo>
                    <a:lnTo>
                      <a:pt x="1965571" y="2305120"/>
                    </a:lnTo>
                    <a:lnTo>
                      <a:pt x="1961763" y="2307023"/>
                    </a:lnTo>
                    <a:lnTo>
                      <a:pt x="1956051" y="2307023"/>
                    </a:lnTo>
                    <a:lnTo>
                      <a:pt x="1944627" y="2304485"/>
                    </a:lnTo>
                    <a:lnTo>
                      <a:pt x="1939550" y="2302581"/>
                    </a:lnTo>
                    <a:lnTo>
                      <a:pt x="1935742" y="2300042"/>
                    </a:lnTo>
                    <a:lnTo>
                      <a:pt x="1931934" y="2298138"/>
                    </a:lnTo>
                    <a:lnTo>
                      <a:pt x="1926222" y="2297503"/>
                    </a:lnTo>
                    <a:lnTo>
                      <a:pt x="1914797" y="2298773"/>
                    </a:lnTo>
                    <a:lnTo>
                      <a:pt x="1909721" y="2297503"/>
                    </a:lnTo>
                    <a:lnTo>
                      <a:pt x="1906547" y="2293061"/>
                    </a:lnTo>
                    <a:lnTo>
                      <a:pt x="1911624" y="2293061"/>
                    </a:lnTo>
                    <a:lnTo>
                      <a:pt x="1916702" y="2294330"/>
                    </a:lnTo>
                    <a:lnTo>
                      <a:pt x="1922414" y="2294965"/>
                    </a:lnTo>
                    <a:lnTo>
                      <a:pt x="1927491" y="2293061"/>
                    </a:lnTo>
                    <a:lnTo>
                      <a:pt x="1930030" y="2289887"/>
                    </a:lnTo>
                    <a:lnTo>
                      <a:pt x="1928761" y="2287349"/>
                    </a:lnTo>
                    <a:lnTo>
                      <a:pt x="1925587" y="2286714"/>
                    </a:lnTo>
                    <a:lnTo>
                      <a:pt x="1921144" y="2288618"/>
                    </a:lnTo>
                    <a:lnTo>
                      <a:pt x="1920510" y="2287983"/>
                    </a:lnTo>
                    <a:lnTo>
                      <a:pt x="1919875" y="2287349"/>
                    </a:lnTo>
                    <a:lnTo>
                      <a:pt x="1919241" y="2285445"/>
                    </a:lnTo>
                    <a:lnTo>
                      <a:pt x="1923683" y="2282906"/>
                    </a:lnTo>
                    <a:lnTo>
                      <a:pt x="1921144" y="2277829"/>
                    </a:lnTo>
                    <a:lnTo>
                      <a:pt x="1912894" y="2270213"/>
                    </a:lnTo>
                    <a:lnTo>
                      <a:pt x="1916067" y="2270213"/>
                    </a:lnTo>
                    <a:lnTo>
                      <a:pt x="1913528" y="2265135"/>
                    </a:lnTo>
                    <a:lnTo>
                      <a:pt x="1905912" y="2257519"/>
                    </a:lnTo>
                    <a:lnTo>
                      <a:pt x="1905277" y="2251807"/>
                    </a:lnTo>
                    <a:lnTo>
                      <a:pt x="1912259" y="2256250"/>
                    </a:lnTo>
                    <a:lnTo>
                      <a:pt x="1917971" y="2261962"/>
                    </a:lnTo>
                    <a:lnTo>
                      <a:pt x="1936376" y="2287349"/>
                    </a:lnTo>
                    <a:lnTo>
                      <a:pt x="1937011" y="2289887"/>
                    </a:lnTo>
                    <a:lnTo>
                      <a:pt x="1937011" y="2292426"/>
                    </a:lnTo>
                    <a:lnTo>
                      <a:pt x="1937645" y="2293696"/>
                    </a:lnTo>
                    <a:lnTo>
                      <a:pt x="1940819" y="2294330"/>
                    </a:lnTo>
                    <a:lnTo>
                      <a:pt x="1943358" y="2293696"/>
                    </a:lnTo>
                    <a:lnTo>
                      <a:pt x="1944627" y="2292426"/>
                    </a:lnTo>
                    <a:lnTo>
                      <a:pt x="1944627" y="2290522"/>
                    </a:lnTo>
                    <a:lnTo>
                      <a:pt x="1943992" y="2288618"/>
                    </a:lnTo>
                    <a:lnTo>
                      <a:pt x="1947801" y="2282272"/>
                    </a:lnTo>
                    <a:lnTo>
                      <a:pt x="1949704" y="2281637"/>
                    </a:lnTo>
                    <a:lnTo>
                      <a:pt x="1950974" y="2285445"/>
                    </a:lnTo>
                    <a:lnTo>
                      <a:pt x="1954147" y="2282272"/>
                    </a:lnTo>
                    <a:lnTo>
                      <a:pt x="1956051" y="2281002"/>
                    </a:lnTo>
                    <a:lnTo>
                      <a:pt x="1958590" y="2279733"/>
                    </a:lnTo>
                    <a:lnTo>
                      <a:pt x="1956685" y="2276559"/>
                    </a:lnTo>
                    <a:lnTo>
                      <a:pt x="1959224" y="2274656"/>
                    </a:lnTo>
                    <a:lnTo>
                      <a:pt x="1964302" y="2269578"/>
                    </a:lnTo>
                    <a:lnTo>
                      <a:pt x="1968744" y="2267674"/>
                    </a:lnTo>
                    <a:lnTo>
                      <a:pt x="1968110" y="2272752"/>
                    </a:lnTo>
                    <a:lnTo>
                      <a:pt x="1967475" y="2277829"/>
                    </a:lnTo>
                    <a:lnTo>
                      <a:pt x="1968110" y="2280367"/>
                    </a:lnTo>
                    <a:lnTo>
                      <a:pt x="1970014" y="2281002"/>
                    </a:lnTo>
                    <a:lnTo>
                      <a:pt x="1971918" y="2280367"/>
                    </a:lnTo>
                    <a:lnTo>
                      <a:pt x="1972552" y="2279733"/>
                    </a:lnTo>
                    <a:lnTo>
                      <a:pt x="1974457" y="2281002"/>
                    </a:lnTo>
                    <a:lnTo>
                      <a:pt x="1975091" y="2281002"/>
                    </a:lnTo>
                    <a:lnTo>
                      <a:pt x="1975091" y="2281637"/>
                    </a:lnTo>
                    <a:lnTo>
                      <a:pt x="1973188" y="2283541"/>
                    </a:lnTo>
                    <a:lnTo>
                      <a:pt x="1971918" y="2284176"/>
                    </a:lnTo>
                    <a:lnTo>
                      <a:pt x="1969379" y="2284810"/>
                    </a:lnTo>
                    <a:lnTo>
                      <a:pt x="1964937" y="2284810"/>
                    </a:lnTo>
                    <a:lnTo>
                      <a:pt x="1965571" y="2285445"/>
                    </a:lnTo>
                    <a:lnTo>
                      <a:pt x="1966206" y="2286079"/>
                    </a:lnTo>
                    <a:lnTo>
                      <a:pt x="1966841" y="2286714"/>
                    </a:lnTo>
                    <a:lnTo>
                      <a:pt x="1968110" y="2287349"/>
                    </a:lnTo>
                    <a:lnTo>
                      <a:pt x="1965571" y="2289887"/>
                    </a:lnTo>
                    <a:lnTo>
                      <a:pt x="1957321" y="2294330"/>
                    </a:lnTo>
                    <a:lnTo>
                      <a:pt x="1961763" y="2297503"/>
                    </a:lnTo>
                    <a:lnTo>
                      <a:pt x="1964937" y="2296234"/>
                    </a:lnTo>
                    <a:lnTo>
                      <a:pt x="1969379" y="2291157"/>
                    </a:lnTo>
                    <a:lnTo>
                      <a:pt x="1983977" y="2284810"/>
                    </a:lnTo>
                    <a:lnTo>
                      <a:pt x="1986515" y="2282906"/>
                    </a:lnTo>
                    <a:lnTo>
                      <a:pt x="1987150" y="2277194"/>
                    </a:lnTo>
                    <a:lnTo>
                      <a:pt x="1995401" y="2251173"/>
                    </a:lnTo>
                    <a:lnTo>
                      <a:pt x="1998574" y="2247365"/>
                    </a:lnTo>
                    <a:lnTo>
                      <a:pt x="1999209" y="2244826"/>
                    </a:lnTo>
                    <a:lnTo>
                      <a:pt x="1999843" y="2239749"/>
                    </a:lnTo>
                    <a:lnTo>
                      <a:pt x="2003651" y="2228325"/>
                    </a:lnTo>
                    <a:lnTo>
                      <a:pt x="2009998" y="2215631"/>
                    </a:lnTo>
                    <a:lnTo>
                      <a:pt x="2010632" y="2213727"/>
                    </a:lnTo>
                    <a:lnTo>
                      <a:pt x="2011268" y="2208015"/>
                    </a:lnTo>
                    <a:lnTo>
                      <a:pt x="2011902" y="2205476"/>
                    </a:lnTo>
                    <a:lnTo>
                      <a:pt x="2013171" y="2203572"/>
                    </a:lnTo>
                    <a:lnTo>
                      <a:pt x="2015710" y="2200399"/>
                    </a:lnTo>
                    <a:lnTo>
                      <a:pt x="2017614" y="2196591"/>
                    </a:lnTo>
                    <a:lnTo>
                      <a:pt x="2018249" y="2192783"/>
                    </a:lnTo>
                    <a:lnTo>
                      <a:pt x="2016345" y="2189610"/>
                    </a:lnTo>
                    <a:lnTo>
                      <a:pt x="1996670" y="2181359"/>
                    </a:lnTo>
                    <a:lnTo>
                      <a:pt x="1992862" y="2178186"/>
                    </a:lnTo>
                    <a:lnTo>
                      <a:pt x="1987150" y="2171204"/>
                    </a:lnTo>
                    <a:lnTo>
                      <a:pt x="1988419" y="2169300"/>
                    </a:lnTo>
                    <a:lnTo>
                      <a:pt x="1987784" y="2166762"/>
                    </a:lnTo>
                    <a:lnTo>
                      <a:pt x="1989689" y="2159780"/>
                    </a:lnTo>
                    <a:lnTo>
                      <a:pt x="1988419" y="2155972"/>
                    </a:lnTo>
                    <a:lnTo>
                      <a:pt x="1986515" y="2158511"/>
                    </a:lnTo>
                    <a:lnTo>
                      <a:pt x="1983977" y="2159780"/>
                    </a:lnTo>
                    <a:lnTo>
                      <a:pt x="1981438" y="2159780"/>
                    </a:lnTo>
                    <a:lnTo>
                      <a:pt x="1979534" y="2158511"/>
                    </a:lnTo>
                    <a:lnTo>
                      <a:pt x="1972552" y="2160415"/>
                    </a:lnTo>
                    <a:lnTo>
                      <a:pt x="1967475" y="2159780"/>
                    </a:lnTo>
                    <a:lnTo>
                      <a:pt x="1963667" y="2156607"/>
                    </a:lnTo>
                    <a:lnTo>
                      <a:pt x="1959859" y="2150895"/>
                    </a:lnTo>
                    <a:lnTo>
                      <a:pt x="1963667" y="2149626"/>
                    </a:lnTo>
                    <a:lnTo>
                      <a:pt x="1964302" y="2149626"/>
                    </a:lnTo>
                    <a:lnTo>
                      <a:pt x="1966206" y="2150260"/>
                    </a:lnTo>
                    <a:lnTo>
                      <a:pt x="1966841" y="2151529"/>
                    </a:lnTo>
                    <a:lnTo>
                      <a:pt x="1966841" y="2152164"/>
                    </a:lnTo>
                    <a:lnTo>
                      <a:pt x="1967475" y="2152799"/>
                    </a:lnTo>
                    <a:lnTo>
                      <a:pt x="1968744" y="2153433"/>
                    </a:lnTo>
                    <a:lnTo>
                      <a:pt x="1970649" y="2154068"/>
                    </a:lnTo>
                    <a:lnTo>
                      <a:pt x="1972552" y="2154703"/>
                    </a:lnTo>
                    <a:lnTo>
                      <a:pt x="1973822" y="2154068"/>
                    </a:lnTo>
                    <a:lnTo>
                      <a:pt x="1974457" y="2151529"/>
                    </a:lnTo>
                    <a:lnTo>
                      <a:pt x="1975726" y="2150895"/>
                    </a:lnTo>
                    <a:lnTo>
                      <a:pt x="1982072" y="2150260"/>
                    </a:lnTo>
                    <a:lnTo>
                      <a:pt x="1994766" y="2150260"/>
                    </a:lnTo>
                    <a:lnTo>
                      <a:pt x="2000478" y="2148356"/>
                    </a:lnTo>
                    <a:lnTo>
                      <a:pt x="1999843" y="2150260"/>
                    </a:lnTo>
                    <a:lnTo>
                      <a:pt x="1999843" y="2150895"/>
                    </a:lnTo>
                    <a:lnTo>
                      <a:pt x="1999209" y="2151529"/>
                    </a:lnTo>
                    <a:lnTo>
                      <a:pt x="1997939" y="2152799"/>
                    </a:lnTo>
                    <a:lnTo>
                      <a:pt x="2003651" y="2152164"/>
                    </a:lnTo>
                    <a:lnTo>
                      <a:pt x="2012537" y="2148356"/>
                    </a:lnTo>
                    <a:lnTo>
                      <a:pt x="2017614" y="2147722"/>
                    </a:lnTo>
                    <a:lnTo>
                      <a:pt x="2021422" y="2148356"/>
                    </a:lnTo>
                    <a:lnTo>
                      <a:pt x="2024596" y="2150895"/>
                    </a:lnTo>
                    <a:lnTo>
                      <a:pt x="2027769" y="2154703"/>
                    </a:lnTo>
                    <a:lnTo>
                      <a:pt x="2030308" y="2158511"/>
                    </a:lnTo>
                    <a:lnTo>
                      <a:pt x="2025865" y="2158511"/>
                    </a:lnTo>
                    <a:lnTo>
                      <a:pt x="2025865" y="2160415"/>
                    </a:lnTo>
                    <a:lnTo>
                      <a:pt x="2031577" y="2161050"/>
                    </a:lnTo>
                    <a:lnTo>
                      <a:pt x="2036654" y="2157242"/>
                    </a:lnTo>
                    <a:lnTo>
                      <a:pt x="2053156" y="2131855"/>
                    </a:lnTo>
                    <a:lnTo>
                      <a:pt x="2060771" y="2117258"/>
                    </a:lnTo>
                    <a:lnTo>
                      <a:pt x="2061406" y="2117892"/>
                    </a:lnTo>
                    <a:lnTo>
                      <a:pt x="2061406" y="2118527"/>
                    </a:lnTo>
                    <a:lnTo>
                      <a:pt x="2062041" y="2119161"/>
                    </a:lnTo>
                    <a:lnTo>
                      <a:pt x="2062676" y="2119161"/>
                    </a:lnTo>
                    <a:lnTo>
                      <a:pt x="2066484" y="2111545"/>
                    </a:lnTo>
                    <a:lnTo>
                      <a:pt x="2067753" y="2109641"/>
                    </a:lnTo>
                    <a:lnTo>
                      <a:pt x="2070291" y="2107103"/>
                    </a:lnTo>
                    <a:lnTo>
                      <a:pt x="2070926" y="2105833"/>
                    </a:lnTo>
                    <a:lnTo>
                      <a:pt x="2070926" y="2104564"/>
                    </a:lnTo>
                    <a:lnTo>
                      <a:pt x="2070291" y="2101391"/>
                    </a:lnTo>
                    <a:lnTo>
                      <a:pt x="2071561" y="2091236"/>
                    </a:lnTo>
                    <a:lnTo>
                      <a:pt x="2070926" y="2088697"/>
                    </a:lnTo>
                    <a:lnTo>
                      <a:pt x="2068388" y="2086793"/>
                    </a:lnTo>
                    <a:lnTo>
                      <a:pt x="2067118" y="2087428"/>
                    </a:lnTo>
                    <a:lnTo>
                      <a:pt x="2066484" y="2088062"/>
                    </a:lnTo>
                    <a:lnTo>
                      <a:pt x="2065849" y="2088062"/>
                    </a:lnTo>
                    <a:lnTo>
                      <a:pt x="2066484" y="2088697"/>
                    </a:lnTo>
                    <a:lnTo>
                      <a:pt x="2067118" y="2089332"/>
                    </a:lnTo>
                    <a:lnTo>
                      <a:pt x="2063310" y="2093775"/>
                    </a:lnTo>
                    <a:lnTo>
                      <a:pt x="2052521" y="2098852"/>
                    </a:lnTo>
                    <a:lnTo>
                      <a:pt x="2049982" y="2102660"/>
                    </a:lnTo>
                    <a:lnTo>
                      <a:pt x="2049982" y="2105833"/>
                    </a:lnTo>
                    <a:lnTo>
                      <a:pt x="2048713" y="2109007"/>
                    </a:lnTo>
                    <a:lnTo>
                      <a:pt x="2047444" y="2112180"/>
                    </a:lnTo>
                    <a:lnTo>
                      <a:pt x="2045539" y="2114084"/>
                    </a:lnTo>
                    <a:lnTo>
                      <a:pt x="2043001" y="2115353"/>
                    </a:lnTo>
                    <a:lnTo>
                      <a:pt x="2043001" y="2114084"/>
                    </a:lnTo>
                    <a:lnTo>
                      <a:pt x="2044270" y="2111545"/>
                    </a:lnTo>
                    <a:lnTo>
                      <a:pt x="2044270" y="2114719"/>
                    </a:lnTo>
                    <a:lnTo>
                      <a:pt x="2041731" y="2110911"/>
                    </a:lnTo>
                    <a:lnTo>
                      <a:pt x="2038558" y="2108372"/>
                    </a:lnTo>
                    <a:lnTo>
                      <a:pt x="2034750" y="2106468"/>
                    </a:lnTo>
                    <a:lnTo>
                      <a:pt x="2029672" y="2105833"/>
                    </a:lnTo>
                    <a:lnTo>
                      <a:pt x="2027769" y="2103295"/>
                    </a:lnTo>
                    <a:lnTo>
                      <a:pt x="2031577" y="2097583"/>
                    </a:lnTo>
                    <a:lnTo>
                      <a:pt x="2040462" y="2088062"/>
                    </a:lnTo>
                    <a:lnTo>
                      <a:pt x="2036654" y="2086793"/>
                    </a:lnTo>
                    <a:lnTo>
                      <a:pt x="2036019" y="2084255"/>
                    </a:lnTo>
                    <a:lnTo>
                      <a:pt x="2036654" y="2081716"/>
                    </a:lnTo>
                    <a:lnTo>
                      <a:pt x="2038558" y="2079812"/>
                    </a:lnTo>
                    <a:lnTo>
                      <a:pt x="2041097" y="2079177"/>
                    </a:lnTo>
                    <a:lnTo>
                      <a:pt x="2044270" y="2079812"/>
                    </a:lnTo>
                    <a:lnTo>
                      <a:pt x="2046175" y="2081716"/>
                    </a:lnTo>
                    <a:lnTo>
                      <a:pt x="2044905" y="2084255"/>
                    </a:lnTo>
                    <a:lnTo>
                      <a:pt x="2050617" y="2082985"/>
                    </a:lnTo>
                    <a:lnTo>
                      <a:pt x="2058868" y="2079177"/>
                    </a:lnTo>
                    <a:lnTo>
                      <a:pt x="2066484" y="2074100"/>
                    </a:lnTo>
                    <a:lnTo>
                      <a:pt x="2069657" y="2069022"/>
                    </a:lnTo>
                    <a:lnTo>
                      <a:pt x="2070926" y="2069022"/>
                    </a:lnTo>
                    <a:lnTo>
                      <a:pt x="2072196" y="2072831"/>
                    </a:lnTo>
                    <a:lnTo>
                      <a:pt x="2070926" y="2080446"/>
                    </a:lnTo>
                    <a:lnTo>
                      <a:pt x="2072196" y="2082985"/>
                    </a:lnTo>
                    <a:lnTo>
                      <a:pt x="2071561" y="2084255"/>
                    </a:lnTo>
                    <a:lnTo>
                      <a:pt x="2070926" y="2084889"/>
                    </a:lnTo>
                    <a:lnTo>
                      <a:pt x="2070291" y="2085524"/>
                    </a:lnTo>
                    <a:lnTo>
                      <a:pt x="2069657" y="2086159"/>
                    </a:lnTo>
                    <a:lnTo>
                      <a:pt x="2077908" y="2088697"/>
                    </a:lnTo>
                    <a:lnTo>
                      <a:pt x="2080446" y="2087428"/>
                    </a:lnTo>
                    <a:lnTo>
                      <a:pt x="2083619" y="2082351"/>
                    </a:lnTo>
                    <a:lnTo>
                      <a:pt x="2085524" y="2077273"/>
                    </a:lnTo>
                    <a:lnTo>
                      <a:pt x="2086793" y="2072831"/>
                    </a:lnTo>
                    <a:lnTo>
                      <a:pt x="2086158" y="2069022"/>
                    </a:lnTo>
                    <a:lnTo>
                      <a:pt x="2082985" y="2066484"/>
                    </a:lnTo>
                    <a:lnTo>
                      <a:pt x="2088063" y="2058233"/>
                    </a:lnTo>
                    <a:lnTo>
                      <a:pt x="2091236" y="2054425"/>
                    </a:lnTo>
                    <a:lnTo>
                      <a:pt x="2093775" y="2054425"/>
                    </a:lnTo>
                    <a:lnTo>
                      <a:pt x="2094409" y="2058233"/>
                    </a:lnTo>
                    <a:lnTo>
                      <a:pt x="2092505" y="2062676"/>
                    </a:lnTo>
                    <a:lnTo>
                      <a:pt x="2091236" y="2067118"/>
                    </a:lnTo>
                    <a:lnTo>
                      <a:pt x="2094409" y="2071561"/>
                    </a:lnTo>
                    <a:lnTo>
                      <a:pt x="2091236" y="2075369"/>
                    </a:lnTo>
                    <a:lnTo>
                      <a:pt x="2089332" y="2079177"/>
                    </a:lnTo>
                    <a:lnTo>
                      <a:pt x="2086793" y="2088697"/>
                    </a:lnTo>
                    <a:lnTo>
                      <a:pt x="2090601" y="2086793"/>
                    </a:lnTo>
                    <a:lnTo>
                      <a:pt x="2097583" y="2084889"/>
                    </a:lnTo>
                    <a:lnTo>
                      <a:pt x="2101390" y="2082351"/>
                    </a:lnTo>
                    <a:lnTo>
                      <a:pt x="2109006" y="2071561"/>
                    </a:lnTo>
                    <a:lnTo>
                      <a:pt x="2112815" y="2067753"/>
                    </a:lnTo>
                    <a:lnTo>
                      <a:pt x="2120431" y="2062676"/>
                    </a:lnTo>
                    <a:lnTo>
                      <a:pt x="2122969" y="2059502"/>
                    </a:lnTo>
                    <a:lnTo>
                      <a:pt x="2118526" y="2049982"/>
                    </a:lnTo>
                    <a:lnTo>
                      <a:pt x="2119162" y="2045540"/>
                    </a:lnTo>
                    <a:lnTo>
                      <a:pt x="2121065" y="2041097"/>
                    </a:lnTo>
                    <a:lnTo>
                      <a:pt x="2122335" y="2036654"/>
                    </a:lnTo>
                    <a:lnTo>
                      <a:pt x="2119162" y="2030942"/>
                    </a:lnTo>
                    <a:lnTo>
                      <a:pt x="2112180" y="2023326"/>
                    </a:lnTo>
                    <a:lnTo>
                      <a:pt x="2107737" y="2016345"/>
                    </a:lnTo>
                    <a:lnTo>
                      <a:pt x="2111545" y="2013172"/>
                    </a:lnTo>
                    <a:lnTo>
                      <a:pt x="2114718" y="2015075"/>
                    </a:lnTo>
                    <a:lnTo>
                      <a:pt x="2119162" y="2018249"/>
                    </a:lnTo>
                    <a:lnTo>
                      <a:pt x="2123604" y="2020153"/>
                    </a:lnTo>
                    <a:lnTo>
                      <a:pt x="2125508" y="2017614"/>
                    </a:lnTo>
                    <a:lnTo>
                      <a:pt x="2124873" y="2013806"/>
                    </a:lnTo>
                    <a:lnTo>
                      <a:pt x="2122969" y="2011268"/>
                    </a:lnTo>
                    <a:lnTo>
                      <a:pt x="2117257" y="2006825"/>
                    </a:lnTo>
                    <a:lnTo>
                      <a:pt x="2115353" y="2007459"/>
                    </a:lnTo>
                    <a:lnTo>
                      <a:pt x="2114718" y="2006190"/>
                    </a:lnTo>
                    <a:lnTo>
                      <a:pt x="2115353" y="2003652"/>
                    </a:lnTo>
                    <a:lnTo>
                      <a:pt x="2117257" y="2001748"/>
                    </a:lnTo>
                    <a:lnTo>
                      <a:pt x="2119162" y="2000478"/>
                    </a:lnTo>
                    <a:lnTo>
                      <a:pt x="2121065" y="2002382"/>
                    </a:lnTo>
                    <a:lnTo>
                      <a:pt x="2124873" y="2008729"/>
                    </a:lnTo>
                    <a:lnTo>
                      <a:pt x="2125508" y="2009364"/>
                    </a:lnTo>
                    <a:lnTo>
                      <a:pt x="2128046" y="2010633"/>
                    </a:lnTo>
                    <a:lnTo>
                      <a:pt x="2128682" y="2011268"/>
                    </a:lnTo>
                    <a:lnTo>
                      <a:pt x="2129316" y="2012537"/>
                    </a:lnTo>
                    <a:lnTo>
                      <a:pt x="2129316" y="2015075"/>
                    </a:lnTo>
                    <a:lnTo>
                      <a:pt x="2129951" y="2016979"/>
                    </a:lnTo>
                    <a:lnTo>
                      <a:pt x="2131220" y="2017614"/>
                    </a:lnTo>
                    <a:lnTo>
                      <a:pt x="2135028" y="2017614"/>
                    </a:lnTo>
                    <a:lnTo>
                      <a:pt x="2136932" y="2018884"/>
                    </a:lnTo>
                    <a:lnTo>
                      <a:pt x="2137566" y="2021422"/>
                    </a:lnTo>
                    <a:lnTo>
                      <a:pt x="2138202" y="2030308"/>
                    </a:lnTo>
                    <a:lnTo>
                      <a:pt x="2139471" y="2034116"/>
                    </a:lnTo>
                    <a:lnTo>
                      <a:pt x="2142009" y="2036020"/>
                    </a:lnTo>
                    <a:lnTo>
                      <a:pt x="2145817" y="2034750"/>
                    </a:lnTo>
                    <a:lnTo>
                      <a:pt x="2149625" y="2037924"/>
                    </a:lnTo>
                    <a:lnTo>
                      <a:pt x="2173108" y="2023961"/>
                    </a:lnTo>
                    <a:lnTo>
                      <a:pt x="2176282" y="2022692"/>
                    </a:lnTo>
                    <a:lnTo>
                      <a:pt x="2183898" y="2017614"/>
                    </a:lnTo>
                    <a:lnTo>
                      <a:pt x="2188340" y="2016345"/>
                    </a:lnTo>
                    <a:lnTo>
                      <a:pt x="2204207" y="2007459"/>
                    </a:lnTo>
                    <a:lnTo>
                      <a:pt x="2203572" y="2001748"/>
                    </a:lnTo>
                    <a:lnTo>
                      <a:pt x="2197225" y="1996670"/>
                    </a:lnTo>
                    <a:lnTo>
                      <a:pt x="2188975" y="1994131"/>
                    </a:lnTo>
                    <a:lnTo>
                      <a:pt x="2181993" y="1996035"/>
                    </a:lnTo>
                    <a:lnTo>
                      <a:pt x="2179455" y="1997939"/>
                    </a:lnTo>
                    <a:lnTo>
                      <a:pt x="2175647" y="2000478"/>
                    </a:lnTo>
                    <a:lnTo>
                      <a:pt x="2171839" y="2000478"/>
                    </a:lnTo>
                    <a:lnTo>
                      <a:pt x="2169935" y="1996670"/>
                    </a:lnTo>
                    <a:lnTo>
                      <a:pt x="2171839" y="1996035"/>
                    </a:lnTo>
                    <a:lnTo>
                      <a:pt x="2183263" y="1990324"/>
                    </a:lnTo>
                    <a:lnTo>
                      <a:pt x="2181359" y="1985881"/>
                    </a:lnTo>
                    <a:lnTo>
                      <a:pt x="2180090" y="1983977"/>
                    </a:lnTo>
                    <a:lnTo>
                      <a:pt x="2178185" y="1982073"/>
                    </a:lnTo>
                    <a:lnTo>
                      <a:pt x="2176916" y="1980804"/>
                    </a:lnTo>
                    <a:lnTo>
                      <a:pt x="2172473" y="1978899"/>
                    </a:lnTo>
                    <a:lnTo>
                      <a:pt x="2166126" y="1975091"/>
                    </a:lnTo>
                    <a:lnTo>
                      <a:pt x="2163588" y="1974457"/>
                    </a:lnTo>
                    <a:lnTo>
                      <a:pt x="2161684" y="1976995"/>
                    </a:lnTo>
                    <a:lnTo>
                      <a:pt x="2159780" y="1977630"/>
                    </a:lnTo>
                    <a:lnTo>
                      <a:pt x="2157876" y="1975091"/>
                    </a:lnTo>
                    <a:lnTo>
                      <a:pt x="2157876" y="1973187"/>
                    </a:lnTo>
                    <a:lnTo>
                      <a:pt x="2158511" y="1966841"/>
                    </a:lnTo>
                    <a:lnTo>
                      <a:pt x="2158511" y="1964302"/>
                    </a:lnTo>
                    <a:lnTo>
                      <a:pt x="2157876" y="1961763"/>
                    </a:lnTo>
                    <a:lnTo>
                      <a:pt x="2157242" y="1959859"/>
                    </a:lnTo>
                    <a:lnTo>
                      <a:pt x="2150895" y="1951609"/>
                    </a:lnTo>
                    <a:lnTo>
                      <a:pt x="2148991" y="1947801"/>
                    </a:lnTo>
                    <a:lnTo>
                      <a:pt x="2147722" y="1943358"/>
                    </a:lnTo>
                    <a:lnTo>
                      <a:pt x="2147086" y="1937011"/>
                    </a:lnTo>
                    <a:lnTo>
                      <a:pt x="2149625" y="1938281"/>
                    </a:lnTo>
                    <a:lnTo>
                      <a:pt x="2150895" y="1938915"/>
                    </a:lnTo>
                    <a:lnTo>
                      <a:pt x="2151530" y="1940185"/>
                    </a:lnTo>
                    <a:lnTo>
                      <a:pt x="2154068" y="1938281"/>
                    </a:lnTo>
                    <a:lnTo>
                      <a:pt x="2157242" y="1937646"/>
                    </a:lnTo>
                    <a:lnTo>
                      <a:pt x="2160415" y="1938281"/>
                    </a:lnTo>
                    <a:lnTo>
                      <a:pt x="2162953" y="1940185"/>
                    </a:lnTo>
                    <a:lnTo>
                      <a:pt x="2164857" y="1942723"/>
                    </a:lnTo>
                    <a:lnTo>
                      <a:pt x="2165492" y="1944627"/>
                    </a:lnTo>
                    <a:lnTo>
                      <a:pt x="2166126" y="1946531"/>
                    </a:lnTo>
                    <a:lnTo>
                      <a:pt x="2167396" y="1949705"/>
                    </a:lnTo>
                    <a:lnTo>
                      <a:pt x="2168031" y="1951609"/>
                    </a:lnTo>
                    <a:lnTo>
                      <a:pt x="2168031" y="1953512"/>
                    </a:lnTo>
                    <a:lnTo>
                      <a:pt x="2168031" y="1954782"/>
                    </a:lnTo>
                    <a:lnTo>
                      <a:pt x="2169300" y="1956686"/>
                    </a:lnTo>
                    <a:lnTo>
                      <a:pt x="2170570" y="1957321"/>
                    </a:lnTo>
                    <a:lnTo>
                      <a:pt x="2173743" y="1957321"/>
                    </a:lnTo>
                    <a:lnTo>
                      <a:pt x="2175012" y="1957955"/>
                    </a:lnTo>
                    <a:lnTo>
                      <a:pt x="2177551" y="1958590"/>
                    </a:lnTo>
                    <a:lnTo>
                      <a:pt x="2180090" y="1957955"/>
                    </a:lnTo>
                    <a:lnTo>
                      <a:pt x="2182628" y="1957321"/>
                    </a:lnTo>
                    <a:lnTo>
                      <a:pt x="2183263" y="1959225"/>
                    </a:lnTo>
                    <a:lnTo>
                      <a:pt x="2185167" y="1964937"/>
                    </a:lnTo>
                    <a:lnTo>
                      <a:pt x="2193418" y="1959225"/>
                    </a:lnTo>
                    <a:lnTo>
                      <a:pt x="2195322" y="1963667"/>
                    </a:lnTo>
                    <a:lnTo>
                      <a:pt x="2194052" y="1968745"/>
                    </a:lnTo>
                    <a:lnTo>
                      <a:pt x="2190879" y="1970014"/>
                    </a:lnTo>
                    <a:lnTo>
                      <a:pt x="2187071" y="1970649"/>
                    </a:lnTo>
                    <a:lnTo>
                      <a:pt x="2183898" y="1973822"/>
                    </a:lnTo>
                    <a:lnTo>
                      <a:pt x="2190879" y="1972553"/>
                    </a:lnTo>
                    <a:lnTo>
                      <a:pt x="2198495" y="1969379"/>
                    </a:lnTo>
                    <a:lnTo>
                      <a:pt x="2211189" y="1961129"/>
                    </a:lnTo>
                    <a:lnTo>
                      <a:pt x="2203572" y="1959225"/>
                    </a:lnTo>
                    <a:lnTo>
                      <a:pt x="2200399" y="1957321"/>
                    </a:lnTo>
                    <a:lnTo>
                      <a:pt x="2201033" y="1953512"/>
                    </a:lnTo>
                    <a:lnTo>
                      <a:pt x="2201669" y="1950974"/>
                    </a:lnTo>
                    <a:lnTo>
                      <a:pt x="2201033" y="1949070"/>
                    </a:lnTo>
                    <a:lnTo>
                      <a:pt x="2200399" y="1947166"/>
                    </a:lnTo>
                    <a:lnTo>
                      <a:pt x="2200399" y="1945262"/>
                    </a:lnTo>
                    <a:lnTo>
                      <a:pt x="2201033" y="1944627"/>
                    </a:lnTo>
                    <a:lnTo>
                      <a:pt x="2202303" y="1943358"/>
                    </a:lnTo>
                    <a:lnTo>
                      <a:pt x="2203572" y="1942089"/>
                    </a:lnTo>
                    <a:lnTo>
                      <a:pt x="2204207" y="1939550"/>
                    </a:lnTo>
                    <a:lnTo>
                      <a:pt x="2203572" y="1937646"/>
                    </a:lnTo>
                    <a:lnTo>
                      <a:pt x="2201669" y="1938281"/>
                    </a:lnTo>
                    <a:lnTo>
                      <a:pt x="2199764" y="1940185"/>
                    </a:lnTo>
                    <a:lnTo>
                      <a:pt x="2197860" y="1940819"/>
                    </a:lnTo>
                    <a:lnTo>
                      <a:pt x="2196591" y="1938915"/>
                    </a:lnTo>
                    <a:lnTo>
                      <a:pt x="2194687" y="1935107"/>
                    </a:lnTo>
                    <a:lnTo>
                      <a:pt x="2193418" y="1930665"/>
                    </a:lnTo>
                    <a:lnTo>
                      <a:pt x="2192783" y="1926857"/>
                    </a:lnTo>
                    <a:lnTo>
                      <a:pt x="2194052" y="1926857"/>
                    </a:lnTo>
                    <a:lnTo>
                      <a:pt x="2194687" y="1928761"/>
                    </a:lnTo>
                    <a:lnTo>
                      <a:pt x="2198495" y="1935107"/>
                    </a:lnTo>
                    <a:lnTo>
                      <a:pt x="2199130" y="1934472"/>
                    </a:lnTo>
                    <a:lnTo>
                      <a:pt x="2201033" y="1933203"/>
                    </a:lnTo>
                    <a:lnTo>
                      <a:pt x="2202303" y="1931934"/>
                    </a:lnTo>
                    <a:lnTo>
                      <a:pt x="2205476" y="1935107"/>
                    </a:lnTo>
                    <a:lnTo>
                      <a:pt x="2206745" y="1938915"/>
                    </a:lnTo>
                    <a:lnTo>
                      <a:pt x="2206111" y="1942723"/>
                    </a:lnTo>
                    <a:lnTo>
                      <a:pt x="2204207" y="1945897"/>
                    </a:lnTo>
                    <a:lnTo>
                      <a:pt x="2205476" y="1948435"/>
                    </a:lnTo>
                    <a:lnTo>
                      <a:pt x="2212458" y="1954782"/>
                    </a:lnTo>
                    <a:lnTo>
                      <a:pt x="2213727" y="1957321"/>
                    </a:lnTo>
                    <a:lnTo>
                      <a:pt x="2213727" y="1959225"/>
                    </a:lnTo>
                    <a:lnTo>
                      <a:pt x="2214362" y="1959859"/>
                    </a:lnTo>
                    <a:lnTo>
                      <a:pt x="2218170" y="1958590"/>
                    </a:lnTo>
                    <a:lnTo>
                      <a:pt x="2222612" y="1955417"/>
                    </a:lnTo>
                    <a:lnTo>
                      <a:pt x="2228324" y="1947801"/>
                    </a:lnTo>
                    <a:lnTo>
                      <a:pt x="2232767" y="1945262"/>
                    </a:lnTo>
                    <a:lnTo>
                      <a:pt x="2231498" y="1949070"/>
                    </a:lnTo>
                    <a:lnTo>
                      <a:pt x="2236575" y="1945897"/>
                    </a:lnTo>
                    <a:lnTo>
                      <a:pt x="2239749" y="1944627"/>
                    </a:lnTo>
                    <a:lnTo>
                      <a:pt x="2242922" y="1943992"/>
                    </a:lnTo>
                    <a:lnTo>
                      <a:pt x="2247364" y="1943992"/>
                    </a:lnTo>
                    <a:lnTo>
                      <a:pt x="2249269" y="1944627"/>
                    </a:lnTo>
                    <a:lnTo>
                      <a:pt x="2248633" y="1947166"/>
                    </a:lnTo>
                    <a:lnTo>
                      <a:pt x="2243557" y="1955417"/>
                    </a:lnTo>
                    <a:lnTo>
                      <a:pt x="2242922" y="1958590"/>
                    </a:lnTo>
                    <a:lnTo>
                      <a:pt x="2244191" y="1960494"/>
                    </a:lnTo>
                    <a:lnTo>
                      <a:pt x="2248633" y="1961129"/>
                    </a:lnTo>
                    <a:lnTo>
                      <a:pt x="2251807" y="1960494"/>
                    </a:lnTo>
                    <a:lnTo>
                      <a:pt x="2254346" y="1959225"/>
                    </a:lnTo>
                    <a:lnTo>
                      <a:pt x="2257519" y="1958590"/>
                    </a:lnTo>
                    <a:lnTo>
                      <a:pt x="2261327" y="1958590"/>
                    </a:lnTo>
                    <a:lnTo>
                      <a:pt x="2261327" y="1960494"/>
                    </a:lnTo>
                    <a:lnTo>
                      <a:pt x="2260058" y="1960494"/>
                    </a:lnTo>
                    <a:lnTo>
                      <a:pt x="2256885" y="1963667"/>
                    </a:lnTo>
                    <a:lnTo>
                      <a:pt x="2246730" y="1964937"/>
                    </a:lnTo>
                    <a:lnTo>
                      <a:pt x="2242922" y="1967475"/>
                    </a:lnTo>
                    <a:lnTo>
                      <a:pt x="2242287" y="1971284"/>
                    </a:lnTo>
                    <a:lnTo>
                      <a:pt x="2247364" y="1971284"/>
                    </a:lnTo>
                    <a:lnTo>
                      <a:pt x="2257519" y="1968110"/>
                    </a:lnTo>
                    <a:lnTo>
                      <a:pt x="2270212" y="1961763"/>
                    </a:lnTo>
                    <a:lnTo>
                      <a:pt x="2274656" y="1960494"/>
                    </a:lnTo>
                    <a:lnTo>
                      <a:pt x="2277194" y="1959225"/>
                    </a:lnTo>
                    <a:lnTo>
                      <a:pt x="2285445" y="1954147"/>
                    </a:lnTo>
                    <a:lnTo>
                      <a:pt x="2289887" y="1953512"/>
                    </a:lnTo>
                    <a:lnTo>
                      <a:pt x="2294330" y="1955417"/>
                    </a:lnTo>
                    <a:lnTo>
                      <a:pt x="2295599" y="1959225"/>
                    </a:lnTo>
                    <a:lnTo>
                      <a:pt x="2294965" y="1963033"/>
                    </a:lnTo>
                    <a:lnTo>
                      <a:pt x="2292426" y="1964937"/>
                    </a:lnTo>
                    <a:lnTo>
                      <a:pt x="2287983" y="1966206"/>
                    </a:lnTo>
                    <a:lnTo>
                      <a:pt x="2256885" y="1983342"/>
                    </a:lnTo>
                    <a:lnTo>
                      <a:pt x="2249903" y="1989054"/>
                    </a:lnTo>
                    <a:lnTo>
                      <a:pt x="2244826" y="1996035"/>
                    </a:lnTo>
                    <a:lnTo>
                      <a:pt x="2251172" y="1992862"/>
                    </a:lnTo>
                    <a:lnTo>
                      <a:pt x="2265136" y="1983342"/>
                    </a:lnTo>
                    <a:lnTo>
                      <a:pt x="2277829" y="1978899"/>
                    </a:lnTo>
                    <a:lnTo>
                      <a:pt x="2290522" y="1967475"/>
                    </a:lnTo>
                    <a:lnTo>
                      <a:pt x="2312736" y="1961129"/>
                    </a:lnTo>
                    <a:lnTo>
                      <a:pt x="2326698" y="1953512"/>
                    </a:lnTo>
                    <a:lnTo>
                      <a:pt x="2352085" y="1935107"/>
                    </a:lnTo>
                    <a:lnTo>
                      <a:pt x="2344469" y="1936377"/>
                    </a:lnTo>
                    <a:lnTo>
                      <a:pt x="2336218" y="1940185"/>
                    </a:lnTo>
                    <a:lnTo>
                      <a:pt x="2306389" y="1958590"/>
                    </a:lnTo>
                    <a:lnTo>
                      <a:pt x="2305754" y="1959225"/>
                    </a:lnTo>
                    <a:lnTo>
                      <a:pt x="2304485" y="1959859"/>
                    </a:lnTo>
                    <a:lnTo>
                      <a:pt x="2302580" y="1959859"/>
                    </a:lnTo>
                    <a:lnTo>
                      <a:pt x="2301946" y="1959225"/>
                    </a:lnTo>
                    <a:lnTo>
                      <a:pt x="2301311" y="1957955"/>
                    </a:lnTo>
                    <a:lnTo>
                      <a:pt x="2301311" y="1957321"/>
                    </a:lnTo>
                    <a:lnTo>
                      <a:pt x="2301946" y="1956051"/>
                    </a:lnTo>
                    <a:lnTo>
                      <a:pt x="2301946" y="1952243"/>
                    </a:lnTo>
                    <a:lnTo>
                      <a:pt x="2302580" y="1949705"/>
                    </a:lnTo>
                    <a:lnTo>
                      <a:pt x="2302580" y="1947166"/>
                    </a:lnTo>
                    <a:lnTo>
                      <a:pt x="2301311" y="1943992"/>
                    </a:lnTo>
                    <a:lnTo>
                      <a:pt x="2330506" y="1931934"/>
                    </a:lnTo>
                    <a:lnTo>
                      <a:pt x="2338757" y="1930665"/>
                    </a:lnTo>
                    <a:lnTo>
                      <a:pt x="2348912" y="1930665"/>
                    </a:lnTo>
                    <a:lnTo>
                      <a:pt x="2359066" y="1930030"/>
                    </a:lnTo>
                    <a:lnTo>
                      <a:pt x="2368586" y="1927491"/>
                    </a:lnTo>
                    <a:lnTo>
                      <a:pt x="2378106" y="1922414"/>
                    </a:lnTo>
                    <a:lnTo>
                      <a:pt x="2402858" y="1904643"/>
                    </a:lnTo>
                    <a:lnTo>
                      <a:pt x="2416821" y="1893219"/>
                    </a:lnTo>
                    <a:lnTo>
                      <a:pt x="2420630" y="1891315"/>
                    </a:lnTo>
                    <a:lnTo>
                      <a:pt x="2425706" y="1890680"/>
                    </a:lnTo>
                    <a:lnTo>
                      <a:pt x="2428245" y="1888777"/>
                    </a:lnTo>
                    <a:lnTo>
                      <a:pt x="2439670" y="1877987"/>
                    </a:lnTo>
                    <a:lnTo>
                      <a:pt x="2451093" y="1864024"/>
                    </a:lnTo>
                    <a:lnTo>
                      <a:pt x="2457440" y="1860216"/>
                    </a:lnTo>
                    <a:lnTo>
                      <a:pt x="2472672" y="1846888"/>
                    </a:lnTo>
                    <a:lnTo>
                      <a:pt x="2473941" y="1843715"/>
                    </a:lnTo>
                    <a:lnTo>
                      <a:pt x="2474576" y="1839907"/>
                    </a:lnTo>
                    <a:lnTo>
                      <a:pt x="2473941" y="1836099"/>
                    </a:lnTo>
                    <a:lnTo>
                      <a:pt x="2471403" y="1825944"/>
                    </a:lnTo>
                    <a:lnTo>
                      <a:pt x="2470768" y="1820867"/>
                    </a:lnTo>
                    <a:lnTo>
                      <a:pt x="2472672" y="1815155"/>
                    </a:lnTo>
                    <a:lnTo>
                      <a:pt x="2469499" y="1808808"/>
                    </a:lnTo>
                    <a:lnTo>
                      <a:pt x="2467594" y="1806904"/>
                    </a:lnTo>
                    <a:lnTo>
                      <a:pt x="2471403" y="1808808"/>
                    </a:lnTo>
                    <a:lnTo>
                      <a:pt x="2475211" y="1809443"/>
                    </a:lnTo>
                    <a:lnTo>
                      <a:pt x="2477750" y="1810712"/>
                    </a:lnTo>
                    <a:lnTo>
                      <a:pt x="2479653" y="1815155"/>
                    </a:lnTo>
                    <a:lnTo>
                      <a:pt x="2485366" y="1811347"/>
                    </a:lnTo>
                    <a:lnTo>
                      <a:pt x="2490443" y="1807539"/>
                    </a:lnTo>
                    <a:lnTo>
                      <a:pt x="2504406" y="1790403"/>
                    </a:lnTo>
                    <a:lnTo>
                      <a:pt x="2504406" y="1789768"/>
                    </a:lnTo>
                    <a:lnTo>
                      <a:pt x="2503771" y="1787229"/>
                    </a:lnTo>
                    <a:lnTo>
                      <a:pt x="2503771" y="1786595"/>
                    </a:lnTo>
                    <a:lnTo>
                      <a:pt x="2504406" y="1786595"/>
                    </a:lnTo>
                    <a:lnTo>
                      <a:pt x="2506310" y="1786595"/>
                    </a:lnTo>
                    <a:lnTo>
                      <a:pt x="2506944" y="1786595"/>
                    </a:lnTo>
                    <a:lnTo>
                      <a:pt x="2511387" y="1782787"/>
                    </a:lnTo>
                    <a:lnTo>
                      <a:pt x="2513291" y="1780248"/>
                    </a:lnTo>
                    <a:lnTo>
                      <a:pt x="2513926" y="1777074"/>
                    </a:lnTo>
                    <a:lnTo>
                      <a:pt x="2515830" y="1777074"/>
                    </a:lnTo>
                    <a:lnTo>
                      <a:pt x="2519638" y="1779613"/>
                    </a:lnTo>
                    <a:lnTo>
                      <a:pt x="2522811" y="1777709"/>
                    </a:lnTo>
                    <a:lnTo>
                      <a:pt x="2525350" y="1772632"/>
                    </a:lnTo>
                    <a:lnTo>
                      <a:pt x="2525985" y="1767554"/>
                    </a:lnTo>
                    <a:lnTo>
                      <a:pt x="2527254" y="1762477"/>
                    </a:lnTo>
                    <a:lnTo>
                      <a:pt x="2531061" y="1761208"/>
                    </a:lnTo>
                    <a:lnTo>
                      <a:pt x="2535505" y="1761843"/>
                    </a:lnTo>
                    <a:lnTo>
                      <a:pt x="2539312" y="1764381"/>
                    </a:lnTo>
                    <a:lnTo>
                      <a:pt x="2539947" y="1763112"/>
                    </a:lnTo>
                    <a:lnTo>
                      <a:pt x="2540581" y="1762477"/>
                    </a:lnTo>
                    <a:lnTo>
                      <a:pt x="2541217" y="1762477"/>
                    </a:lnTo>
                    <a:lnTo>
                      <a:pt x="2541851" y="1761843"/>
                    </a:lnTo>
                    <a:lnTo>
                      <a:pt x="2532331" y="1758034"/>
                    </a:lnTo>
                    <a:lnTo>
                      <a:pt x="2529158" y="1757400"/>
                    </a:lnTo>
                    <a:lnTo>
                      <a:pt x="2526619" y="1755496"/>
                    </a:lnTo>
                    <a:lnTo>
                      <a:pt x="2520272" y="1745341"/>
                    </a:lnTo>
                    <a:lnTo>
                      <a:pt x="2520272" y="1745976"/>
                    </a:lnTo>
                    <a:lnTo>
                      <a:pt x="2520272" y="1746610"/>
                    </a:lnTo>
                    <a:lnTo>
                      <a:pt x="2519638" y="1746610"/>
                    </a:lnTo>
                    <a:lnTo>
                      <a:pt x="2519003" y="1746610"/>
                    </a:lnTo>
                    <a:lnTo>
                      <a:pt x="2519003" y="1747245"/>
                    </a:lnTo>
                    <a:lnTo>
                      <a:pt x="2519003" y="1747880"/>
                    </a:lnTo>
                    <a:lnTo>
                      <a:pt x="2519638" y="1748514"/>
                    </a:lnTo>
                    <a:lnTo>
                      <a:pt x="2519638" y="1750418"/>
                    </a:lnTo>
                    <a:lnTo>
                      <a:pt x="2513926" y="1750418"/>
                    </a:lnTo>
                    <a:lnTo>
                      <a:pt x="2512657" y="1747245"/>
                    </a:lnTo>
                    <a:lnTo>
                      <a:pt x="2512021" y="1743437"/>
                    </a:lnTo>
                    <a:lnTo>
                      <a:pt x="2508213" y="1740898"/>
                    </a:lnTo>
                    <a:lnTo>
                      <a:pt x="2508213" y="1738994"/>
                    </a:lnTo>
                    <a:lnTo>
                      <a:pt x="2511387" y="1737725"/>
                    </a:lnTo>
                    <a:lnTo>
                      <a:pt x="2514560" y="1735821"/>
                    </a:lnTo>
                    <a:lnTo>
                      <a:pt x="2517099" y="1733283"/>
                    </a:lnTo>
                    <a:lnTo>
                      <a:pt x="2518368" y="1729474"/>
                    </a:lnTo>
                    <a:lnTo>
                      <a:pt x="2501867" y="1725031"/>
                    </a:lnTo>
                    <a:lnTo>
                      <a:pt x="2494251" y="1720589"/>
                    </a:lnTo>
                    <a:lnTo>
                      <a:pt x="2495520" y="1713608"/>
                    </a:lnTo>
                    <a:lnTo>
                      <a:pt x="2498059" y="1711069"/>
                    </a:lnTo>
                    <a:lnTo>
                      <a:pt x="2501232" y="1706626"/>
                    </a:lnTo>
                    <a:lnTo>
                      <a:pt x="2502501" y="1702184"/>
                    </a:lnTo>
                    <a:lnTo>
                      <a:pt x="2494886" y="1698376"/>
                    </a:lnTo>
                    <a:lnTo>
                      <a:pt x="2493617" y="1694567"/>
                    </a:lnTo>
                    <a:lnTo>
                      <a:pt x="2494251" y="1690125"/>
                    </a:lnTo>
                    <a:lnTo>
                      <a:pt x="2498059" y="1686951"/>
                    </a:lnTo>
                    <a:lnTo>
                      <a:pt x="2496790" y="1684413"/>
                    </a:lnTo>
                    <a:lnTo>
                      <a:pt x="2495520" y="1683778"/>
                    </a:lnTo>
                    <a:lnTo>
                      <a:pt x="2493617" y="1683778"/>
                    </a:lnTo>
                    <a:lnTo>
                      <a:pt x="2491078" y="1683778"/>
                    </a:lnTo>
                    <a:lnTo>
                      <a:pt x="2488539" y="1683143"/>
                    </a:lnTo>
                    <a:lnTo>
                      <a:pt x="2486635" y="1681874"/>
                    </a:lnTo>
                    <a:lnTo>
                      <a:pt x="2482827" y="1678066"/>
                    </a:lnTo>
                    <a:lnTo>
                      <a:pt x="2484096" y="1676797"/>
                    </a:lnTo>
                    <a:lnTo>
                      <a:pt x="2496790" y="1676797"/>
                    </a:lnTo>
                    <a:lnTo>
                      <a:pt x="2503771" y="1680605"/>
                    </a:lnTo>
                    <a:lnTo>
                      <a:pt x="2510752" y="1686317"/>
                    </a:lnTo>
                    <a:lnTo>
                      <a:pt x="2517733" y="1688856"/>
                    </a:lnTo>
                    <a:lnTo>
                      <a:pt x="2524715" y="1683778"/>
                    </a:lnTo>
                    <a:lnTo>
                      <a:pt x="2527888" y="1675527"/>
                    </a:lnTo>
                    <a:lnTo>
                      <a:pt x="2529792" y="1667277"/>
                    </a:lnTo>
                    <a:lnTo>
                      <a:pt x="2531061" y="1664738"/>
                    </a:lnTo>
                    <a:lnTo>
                      <a:pt x="2534870" y="1662199"/>
                    </a:lnTo>
                    <a:lnTo>
                      <a:pt x="2542486" y="1658391"/>
                    </a:lnTo>
                    <a:lnTo>
                      <a:pt x="2547563" y="1655218"/>
                    </a:lnTo>
                    <a:lnTo>
                      <a:pt x="2549467" y="1654583"/>
                    </a:lnTo>
                    <a:lnTo>
                      <a:pt x="2551371" y="1655218"/>
                    </a:lnTo>
                    <a:lnTo>
                      <a:pt x="2552640" y="1659661"/>
                    </a:lnTo>
                    <a:lnTo>
                      <a:pt x="2554545" y="1660930"/>
                    </a:lnTo>
                    <a:lnTo>
                      <a:pt x="2558987" y="1661565"/>
                    </a:lnTo>
                    <a:lnTo>
                      <a:pt x="2559622" y="1664103"/>
                    </a:lnTo>
                    <a:lnTo>
                      <a:pt x="2560257" y="1667911"/>
                    </a:lnTo>
                    <a:lnTo>
                      <a:pt x="2562160" y="1672354"/>
                    </a:lnTo>
                    <a:lnTo>
                      <a:pt x="2560891" y="1678066"/>
                    </a:lnTo>
                    <a:lnTo>
                      <a:pt x="2558352" y="1690125"/>
                    </a:lnTo>
                    <a:lnTo>
                      <a:pt x="2555814" y="1699010"/>
                    </a:lnTo>
                    <a:lnTo>
                      <a:pt x="2552640" y="1707261"/>
                    </a:lnTo>
                    <a:lnTo>
                      <a:pt x="2550101" y="1711069"/>
                    </a:lnTo>
                    <a:lnTo>
                      <a:pt x="2547563" y="1712338"/>
                    </a:lnTo>
                    <a:lnTo>
                      <a:pt x="2544390" y="1712973"/>
                    </a:lnTo>
                    <a:lnTo>
                      <a:pt x="2541851" y="1713608"/>
                    </a:lnTo>
                    <a:lnTo>
                      <a:pt x="2541851" y="1715511"/>
                    </a:lnTo>
                    <a:lnTo>
                      <a:pt x="2543755" y="1717416"/>
                    </a:lnTo>
                    <a:lnTo>
                      <a:pt x="2546294" y="1718050"/>
                    </a:lnTo>
                    <a:lnTo>
                      <a:pt x="2548832" y="1718050"/>
                    </a:lnTo>
                    <a:lnTo>
                      <a:pt x="2560257" y="1716146"/>
                    </a:lnTo>
                    <a:lnTo>
                      <a:pt x="2591355" y="1705357"/>
                    </a:lnTo>
                    <a:lnTo>
                      <a:pt x="2595164" y="1705357"/>
                    </a:lnTo>
                    <a:lnTo>
                      <a:pt x="2598971" y="1706626"/>
                    </a:lnTo>
                    <a:lnTo>
                      <a:pt x="2602779" y="1709800"/>
                    </a:lnTo>
                    <a:lnTo>
                      <a:pt x="2607222" y="1711069"/>
                    </a:lnTo>
                    <a:lnTo>
                      <a:pt x="2610395" y="1708530"/>
                    </a:lnTo>
                    <a:lnTo>
                      <a:pt x="2612299" y="1706626"/>
                    </a:lnTo>
                    <a:lnTo>
                      <a:pt x="2612934" y="1710434"/>
                    </a:lnTo>
                    <a:lnTo>
                      <a:pt x="2611665" y="1714877"/>
                    </a:lnTo>
                    <a:lnTo>
                      <a:pt x="2609126" y="1717416"/>
                    </a:lnTo>
                    <a:lnTo>
                      <a:pt x="2605318" y="1718050"/>
                    </a:lnTo>
                    <a:lnTo>
                      <a:pt x="2594528" y="1718050"/>
                    </a:lnTo>
                    <a:lnTo>
                      <a:pt x="2592625" y="1718685"/>
                    </a:lnTo>
                    <a:lnTo>
                      <a:pt x="2590086" y="1720589"/>
                    </a:lnTo>
                    <a:lnTo>
                      <a:pt x="2583739" y="1727570"/>
                    </a:lnTo>
                    <a:lnTo>
                      <a:pt x="2581835" y="1728840"/>
                    </a:lnTo>
                    <a:lnTo>
                      <a:pt x="2579931" y="1730109"/>
                    </a:lnTo>
                    <a:lnTo>
                      <a:pt x="2577393" y="1730744"/>
                    </a:lnTo>
                    <a:lnTo>
                      <a:pt x="2572315" y="1732013"/>
                    </a:lnTo>
                    <a:lnTo>
                      <a:pt x="2567238" y="1735186"/>
                    </a:lnTo>
                    <a:lnTo>
                      <a:pt x="2550101" y="1753592"/>
                    </a:lnTo>
                    <a:lnTo>
                      <a:pt x="2548198" y="1756765"/>
                    </a:lnTo>
                    <a:lnTo>
                      <a:pt x="2548832" y="1759304"/>
                    </a:lnTo>
                    <a:lnTo>
                      <a:pt x="2553910" y="1759938"/>
                    </a:lnTo>
                    <a:lnTo>
                      <a:pt x="2558352" y="1757400"/>
                    </a:lnTo>
                    <a:lnTo>
                      <a:pt x="2569142" y="1743437"/>
                    </a:lnTo>
                    <a:lnTo>
                      <a:pt x="2576758" y="1737090"/>
                    </a:lnTo>
                    <a:lnTo>
                      <a:pt x="2644667" y="1702184"/>
                    </a:lnTo>
                    <a:lnTo>
                      <a:pt x="2670054" y="1690760"/>
                    </a:lnTo>
                    <a:lnTo>
                      <a:pt x="2687825" y="1679336"/>
                    </a:lnTo>
                    <a:lnTo>
                      <a:pt x="2694172" y="1676162"/>
                    </a:lnTo>
                    <a:lnTo>
                      <a:pt x="2703057" y="1672989"/>
                    </a:lnTo>
                    <a:lnTo>
                      <a:pt x="2708134" y="1672354"/>
                    </a:lnTo>
                    <a:lnTo>
                      <a:pt x="2734791" y="1671719"/>
                    </a:lnTo>
                    <a:lnTo>
                      <a:pt x="2741138" y="1672989"/>
                    </a:lnTo>
                    <a:lnTo>
                      <a:pt x="2743676" y="1672989"/>
                    </a:lnTo>
                    <a:lnTo>
                      <a:pt x="2746849" y="1668546"/>
                    </a:lnTo>
                    <a:lnTo>
                      <a:pt x="2743041" y="1660930"/>
                    </a:lnTo>
                    <a:lnTo>
                      <a:pt x="2730348" y="1647602"/>
                    </a:lnTo>
                    <a:lnTo>
                      <a:pt x="2724636" y="1638717"/>
                    </a:lnTo>
                    <a:lnTo>
                      <a:pt x="2725905" y="1629831"/>
                    </a:lnTo>
                    <a:lnTo>
                      <a:pt x="2741772" y="1604444"/>
                    </a:lnTo>
                    <a:lnTo>
                      <a:pt x="2743676" y="1600002"/>
                    </a:lnTo>
                    <a:lnTo>
                      <a:pt x="2744311" y="1595559"/>
                    </a:lnTo>
                    <a:lnTo>
                      <a:pt x="2746849" y="1594290"/>
                    </a:lnTo>
                    <a:lnTo>
                      <a:pt x="2752561" y="1593655"/>
                    </a:lnTo>
                    <a:lnTo>
                      <a:pt x="2757004" y="1593655"/>
                    </a:lnTo>
                    <a:lnTo>
                      <a:pt x="2757004" y="1593655"/>
                    </a:lnTo>
                    <a:lnTo>
                      <a:pt x="2760812" y="1585404"/>
                    </a:lnTo>
                    <a:lnTo>
                      <a:pt x="2772871" y="1570172"/>
                    </a:lnTo>
                    <a:lnTo>
                      <a:pt x="2770967" y="1566999"/>
                    </a:lnTo>
                    <a:lnTo>
                      <a:pt x="2770967" y="1564460"/>
                    </a:lnTo>
                    <a:lnTo>
                      <a:pt x="2773506" y="1559383"/>
                    </a:lnTo>
                    <a:lnTo>
                      <a:pt x="2774775" y="1553671"/>
                    </a:lnTo>
                    <a:lnTo>
                      <a:pt x="2774140" y="1549863"/>
                    </a:lnTo>
                    <a:lnTo>
                      <a:pt x="2773506" y="1546055"/>
                    </a:lnTo>
                    <a:lnTo>
                      <a:pt x="2772871" y="1541612"/>
                    </a:lnTo>
                    <a:lnTo>
                      <a:pt x="2772236" y="1539708"/>
                    </a:lnTo>
                    <a:lnTo>
                      <a:pt x="2769698" y="1535900"/>
                    </a:lnTo>
                    <a:lnTo>
                      <a:pt x="2769062" y="1533362"/>
                    </a:lnTo>
                    <a:lnTo>
                      <a:pt x="2769062" y="1530188"/>
                    </a:lnTo>
                    <a:lnTo>
                      <a:pt x="2770967" y="1525111"/>
                    </a:lnTo>
                    <a:lnTo>
                      <a:pt x="2771601" y="1522572"/>
                    </a:lnTo>
                    <a:lnTo>
                      <a:pt x="2770332" y="1516860"/>
                    </a:lnTo>
                    <a:lnTo>
                      <a:pt x="2767159" y="1513052"/>
                    </a:lnTo>
                    <a:lnTo>
                      <a:pt x="2763351" y="1510513"/>
                    </a:lnTo>
                    <a:lnTo>
                      <a:pt x="2761447" y="1506705"/>
                    </a:lnTo>
                    <a:lnTo>
                      <a:pt x="2760178" y="1495916"/>
                    </a:lnTo>
                    <a:lnTo>
                      <a:pt x="2760812" y="1490839"/>
                    </a:lnTo>
                    <a:lnTo>
                      <a:pt x="2763351" y="1485127"/>
                    </a:lnTo>
                    <a:lnTo>
                      <a:pt x="2768428" y="1478145"/>
                    </a:lnTo>
                    <a:lnTo>
                      <a:pt x="2769698" y="1474337"/>
                    </a:lnTo>
                    <a:lnTo>
                      <a:pt x="2770332" y="1469895"/>
                    </a:lnTo>
                    <a:lnTo>
                      <a:pt x="2769698" y="1467990"/>
                    </a:lnTo>
                    <a:lnTo>
                      <a:pt x="2766524" y="1460375"/>
                    </a:lnTo>
                    <a:lnTo>
                      <a:pt x="2766524" y="1460375"/>
                    </a:lnTo>
                    <a:lnTo>
                      <a:pt x="2765889" y="1455297"/>
                    </a:lnTo>
                    <a:lnTo>
                      <a:pt x="2765255" y="1454028"/>
                    </a:lnTo>
                    <a:lnTo>
                      <a:pt x="2763351" y="1453393"/>
                    </a:lnTo>
                    <a:lnTo>
                      <a:pt x="2762716" y="1452124"/>
                    </a:lnTo>
                    <a:lnTo>
                      <a:pt x="2762716" y="1447046"/>
                    </a:lnTo>
                    <a:lnTo>
                      <a:pt x="2764620" y="1442604"/>
                    </a:lnTo>
                    <a:lnTo>
                      <a:pt x="2767793" y="1439430"/>
                    </a:lnTo>
                    <a:lnTo>
                      <a:pt x="2772236" y="1438161"/>
                    </a:lnTo>
                    <a:lnTo>
                      <a:pt x="2772236" y="1435622"/>
                    </a:lnTo>
                    <a:lnTo>
                      <a:pt x="2774775" y="1422929"/>
                    </a:lnTo>
                    <a:lnTo>
                      <a:pt x="2776679" y="1419121"/>
                    </a:lnTo>
                    <a:lnTo>
                      <a:pt x="2783660" y="1412774"/>
                    </a:lnTo>
                    <a:lnTo>
                      <a:pt x="2785564" y="1408966"/>
                    </a:lnTo>
                    <a:lnTo>
                      <a:pt x="2786833" y="1396908"/>
                    </a:lnTo>
                    <a:lnTo>
                      <a:pt x="2793815" y="1382310"/>
                    </a:lnTo>
                    <a:lnTo>
                      <a:pt x="2795085" y="1377868"/>
                    </a:lnTo>
                    <a:lnTo>
                      <a:pt x="2795085" y="1375329"/>
                    </a:lnTo>
                    <a:lnTo>
                      <a:pt x="2795085" y="1372155"/>
                    </a:lnTo>
                    <a:lnTo>
                      <a:pt x="2794449" y="1369617"/>
                    </a:lnTo>
                    <a:lnTo>
                      <a:pt x="2793180" y="1365174"/>
                    </a:lnTo>
                    <a:lnTo>
                      <a:pt x="2792546" y="1362635"/>
                    </a:lnTo>
                    <a:lnTo>
                      <a:pt x="2793180" y="1360097"/>
                    </a:lnTo>
                    <a:lnTo>
                      <a:pt x="2795085" y="1357558"/>
                    </a:lnTo>
                    <a:lnTo>
                      <a:pt x="2798258" y="1354385"/>
                    </a:lnTo>
                    <a:lnTo>
                      <a:pt x="2799527" y="1351846"/>
                    </a:lnTo>
                    <a:lnTo>
                      <a:pt x="2799527" y="1350577"/>
                    </a:lnTo>
                    <a:lnTo>
                      <a:pt x="2797623" y="1347403"/>
                    </a:lnTo>
                    <a:lnTo>
                      <a:pt x="2795719" y="1345499"/>
                    </a:lnTo>
                    <a:lnTo>
                      <a:pt x="2791911" y="1340422"/>
                    </a:lnTo>
                    <a:lnTo>
                      <a:pt x="2789372" y="1334710"/>
                    </a:lnTo>
                    <a:lnTo>
                      <a:pt x="2792546" y="1332171"/>
                    </a:lnTo>
                    <a:lnTo>
                      <a:pt x="2794449" y="1331536"/>
                    </a:lnTo>
                    <a:lnTo>
                      <a:pt x="2800161" y="1329633"/>
                    </a:lnTo>
                    <a:lnTo>
                      <a:pt x="2801431" y="1328363"/>
                    </a:lnTo>
                    <a:lnTo>
                      <a:pt x="2802066" y="1325825"/>
                    </a:lnTo>
                    <a:lnTo>
                      <a:pt x="2805239" y="1328363"/>
                    </a:lnTo>
                    <a:close/>
                  </a:path>
                </a:pathLst>
              </a:custGeom>
              <a:solidFill>
                <a:srgbClr val="015F87"/>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23" name="Google Shape;423;p51"/>
              <p:cNvSpPr/>
              <p:nvPr/>
            </p:nvSpPr>
            <p:spPr>
              <a:xfrm>
                <a:off x="5865651" y="4029188"/>
                <a:ext cx="1240460" cy="452000"/>
              </a:xfrm>
              <a:custGeom>
                <a:avLst/>
                <a:gdLst/>
                <a:ahLst/>
                <a:cxnLst/>
                <a:rect l="l" t="t" r="r" b="b"/>
                <a:pathLst>
                  <a:path w="1703452" h="620706" extrusionOk="0">
                    <a:moveTo>
                      <a:pt x="1300438" y="66006"/>
                    </a:moveTo>
                    <a:lnTo>
                      <a:pt x="1321382" y="62832"/>
                    </a:lnTo>
                    <a:lnTo>
                      <a:pt x="1342326" y="59659"/>
                    </a:lnTo>
                    <a:lnTo>
                      <a:pt x="1363270" y="56486"/>
                    </a:lnTo>
                    <a:lnTo>
                      <a:pt x="1384214" y="53312"/>
                    </a:lnTo>
                    <a:lnTo>
                      <a:pt x="1405158" y="50139"/>
                    </a:lnTo>
                    <a:lnTo>
                      <a:pt x="1426103" y="46966"/>
                    </a:lnTo>
                    <a:lnTo>
                      <a:pt x="1447046" y="43792"/>
                    </a:lnTo>
                    <a:lnTo>
                      <a:pt x="1467991" y="40619"/>
                    </a:lnTo>
                    <a:lnTo>
                      <a:pt x="1488934" y="37446"/>
                    </a:lnTo>
                    <a:lnTo>
                      <a:pt x="1509879" y="34272"/>
                    </a:lnTo>
                    <a:lnTo>
                      <a:pt x="1530823" y="31099"/>
                    </a:lnTo>
                    <a:lnTo>
                      <a:pt x="1551767" y="27926"/>
                    </a:lnTo>
                    <a:lnTo>
                      <a:pt x="1572077" y="24752"/>
                    </a:lnTo>
                    <a:lnTo>
                      <a:pt x="1593020" y="21579"/>
                    </a:lnTo>
                    <a:lnTo>
                      <a:pt x="1613965" y="18406"/>
                    </a:lnTo>
                    <a:lnTo>
                      <a:pt x="1634908" y="15232"/>
                    </a:lnTo>
                    <a:lnTo>
                      <a:pt x="1644428" y="13328"/>
                    </a:lnTo>
                    <a:lnTo>
                      <a:pt x="1645698" y="12693"/>
                    </a:lnTo>
                    <a:lnTo>
                      <a:pt x="1649506" y="8251"/>
                    </a:lnTo>
                    <a:lnTo>
                      <a:pt x="1651410" y="7616"/>
                    </a:lnTo>
                    <a:lnTo>
                      <a:pt x="1653314" y="6981"/>
                    </a:lnTo>
                    <a:lnTo>
                      <a:pt x="1667277" y="5077"/>
                    </a:lnTo>
                    <a:lnTo>
                      <a:pt x="1684413" y="2539"/>
                    </a:lnTo>
                    <a:lnTo>
                      <a:pt x="1703453" y="0"/>
                    </a:lnTo>
                    <a:lnTo>
                      <a:pt x="1696472" y="17136"/>
                    </a:lnTo>
                    <a:lnTo>
                      <a:pt x="1695837" y="22213"/>
                    </a:lnTo>
                    <a:lnTo>
                      <a:pt x="1696472" y="23483"/>
                    </a:lnTo>
                    <a:lnTo>
                      <a:pt x="1700280" y="28560"/>
                    </a:lnTo>
                    <a:lnTo>
                      <a:pt x="1700914" y="31099"/>
                    </a:lnTo>
                    <a:lnTo>
                      <a:pt x="1699011" y="40619"/>
                    </a:lnTo>
                    <a:lnTo>
                      <a:pt x="1695837" y="52043"/>
                    </a:lnTo>
                    <a:lnTo>
                      <a:pt x="1695202" y="54582"/>
                    </a:lnTo>
                    <a:lnTo>
                      <a:pt x="1695202" y="56486"/>
                    </a:lnTo>
                    <a:lnTo>
                      <a:pt x="1695837" y="57120"/>
                    </a:lnTo>
                    <a:lnTo>
                      <a:pt x="1698375" y="60928"/>
                    </a:lnTo>
                    <a:lnTo>
                      <a:pt x="1701549" y="64102"/>
                    </a:lnTo>
                    <a:lnTo>
                      <a:pt x="1702184" y="65371"/>
                    </a:lnTo>
                    <a:lnTo>
                      <a:pt x="1702818" y="66640"/>
                    </a:lnTo>
                    <a:lnTo>
                      <a:pt x="1702184" y="67275"/>
                    </a:lnTo>
                    <a:lnTo>
                      <a:pt x="1701549" y="67910"/>
                    </a:lnTo>
                    <a:lnTo>
                      <a:pt x="1695202" y="67910"/>
                    </a:lnTo>
                    <a:lnTo>
                      <a:pt x="1683778" y="66006"/>
                    </a:lnTo>
                    <a:lnTo>
                      <a:pt x="1683144" y="66006"/>
                    </a:lnTo>
                    <a:lnTo>
                      <a:pt x="1682509" y="66640"/>
                    </a:lnTo>
                    <a:lnTo>
                      <a:pt x="1668546" y="79334"/>
                    </a:lnTo>
                    <a:lnTo>
                      <a:pt x="1664104" y="84411"/>
                    </a:lnTo>
                    <a:lnTo>
                      <a:pt x="1663469" y="85680"/>
                    </a:lnTo>
                    <a:lnTo>
                      <a:pt x="1649506" y="126934"/>
                    </a:lnTo>
                    <a:lnTo>
                      <a:pt x="1648237" y="129473"/>
                    </a:lnTo>
                    <a:lnTo>
                      <a:pt x="1646333" y="131377"/>
                    </a:lnTo>
                    <a:lnTo>
                      <a:pt x="1644428" y="132646"/>
                    </a:lnTo>
                    <a:lnTo>
                      <a:pt x="1641890" y="135819"/>
                    </a:lnTo>
                    <a:lnTo>
                      <a:pt x="1639986" y="137723"/>
                    </a:lnTo>
                    <a:lnTo>
                      <a:pt x="1638082" y="138358"/>
                    </a:lnTo>
                    <a:lnTo>
                      <a:pt x="1636813" y="138993"/>
                    </a:lnTo>
                    <a:lnTo>
                      <a:pt x="1634908" y="138993"/>
                    </a:lnTo>
                    <a:lnTo>
                      <a:pt x="1631735" y="138358"/>
                    </a:lnTo>
                    <a:lnTo>
                      <a:pt x="1630466" y="137723"/>
                    </a:lnTo>
                    <a:lnTo>
                      <a:pt x="1629197" y="137089"/>
                    </a:lnTo>
                    <a:lnTo>
                      <a:pt x="1627927" y="136454"/>
                    </a:lnTo>
                    <a:lnTo>
                      <a:pt x="1627293" y="135819"/>
                    </a:lnTo>
                    <a:lnTo>
                      <a:pt x="1626658" y="135185"/>
                    </a:lnTo>
                    <a:lnTo>
                      <a:pt x="1626024" y="133915"/>
                    </a:lnTo>
                    <a:lnTo>
                      <a:pt x="1625388" y="132646"/>
                    </a:lnTo>
                    <a:lnTo>
                      <a:pt x="1624754" y="131377"/>
                    </a:lnTo>
                    <a:lnTo>
                      <a:pt x="1624119" y="130742"/>
                    </a:lnTo>
                    <a:lnTo>
                      <a:pt x="1623485" y="130107"/>
                    </a:lnTo>
                    <a:lnTo>
                      <a:pt x="1622850" y="129473"/>
                    </a:lnTo>
                    <a:lnTo>
                      <a:pt x="1621580" y="128838"/>
                    </a:lnTo>
                    <a:lnTo>
                      <a:pt x="1620311" y="128838"/>
                    </a:lnTo>
                    <a:lnTo>
                      <a:pt x="1617773" y="129473"/>
                    </a:lnTo>
                    <a:lnTo>
                      <a:pt x="1616504" y="129473"/>
                    </a:lnTo>
                    <a:lnTo>
                      <a:pt x="1615234" y="128838"/>
                    </a:lnTo>
                    <a:lnTo>
                      <a:pt x="1613330" y="127569"/>
                    </a:lnTo>
                    <a:lnTo>
                      <a:pt x="1612060" y="127569"/>
                    </a:lnTo>
                    <a:lnTo>
                      <a:pt x="1611426" y="127569"/>
                    </a:lnTo>
                    <a:lnTo>
                      <a:pt x="1610157" y="128203"/>
                    </a:lnTo>
                    <a:lnTo>
                      <a:pt x="1608253" y="129473"/>
                    </a:lnTo>
                    <a:lnTo>
                      <a:pt x="1602540" y="135185"/>
                    </a:lnTo>
                    <a:lnTo>
                      <a:pt x="1601271" y="135819"/>
                    </a:lnTo>
                    <a:lnTo>
                      <a:pt x="1596828" y="136454"/>
                    </a:lnTo>
                    <a:lnTo>
                      <a:pt x="1594925" y="137089"/>
                    </a:lnTo>
                    <a:lnTo>
                      <a:pt x="1590482" y="140262"/>
                    </a:lnTo>
                    <a:lnTo>
                      <a:pt x="1583500" y="143436"/>
                    </a:lnTo>
                    <a:lnTo>
                      <a:pt x="1581597" y="144705"/>
                    </a:lnTo>
                    <a:lnTo>
                      <a:pt x="1578423" y="147243"/>
                    </a:lnTo>
                    <a:lnTo>
                      <a:pt x="1575250" y="150417"/>
                    </a:lnTo>
                    <a:lnTo>
                      <a:pt x="1569538" y="158667"/>
                    </a:lnTo>
                    <a:lnTo>
                      <a:pt x="1567634" y="161841"/>
                    </a:lnTo>
                    <a:lnTo>
                      <a:pt x="1565730" y="168187"/>
                    </a:lnTo>
                    <a:lnTo>
                      <a:pt x="1565095" y="170091"/>
                    </a:lnTo>
                    <a:lnTo>
                      <a:pt x="1561921" y="175169"/>
                    </a:lnTo>
                    <a:lnTo>
                      <a:pt x="1560652" y="177073"/>
                    </a:lnTo>
                    <a:lnTo>
                      <a:pt x="1559383" y="178342"/>
                    </a:lnTo>
                    <a:lnTo>
                      <a:pt x="1558748" y="178977"/>
                    </a:lnTo>
                    <a:lnTo>
                      <a:pt x="1558114" y="179611"/>
                    </a:lnTo>
                    <a:lnTo>
                      <a:pt x="1549863" y="186593"/>
                    </a:lnTo>
                    <a:lnTo>
                      <a:pt x="1547959" y="187862"/>
                    </a:lnTo>
                    <a:lnTo>
                      <a:pt x="1546690" y="188497"/>
                    </a:lnTo>
                    <a:lnTo>
                      <a:pt x="1545420" y="188497"/>
                    </a:lnTo>
                    <a:lnTo>
                      <a:pt x="1544151" y="188497"/>
                    </a:lnTo>
                    <a:lnTo>
                      <a:pt x="1542881" y="187862"/>
                    </a:lnTo>
                    <a:lnTo>
                      <a:pt x="1541612" y="187227"/>
                    </a:lnTo>
                    <a:lnTo>
                      <a:pt x="1540343" y="186593"/>
                    </a:lnTo>
                    <a:lnTo>
                      <a:pt x="1539708" y="185958"/>
                    </a:lnTo>
                    <a:lnTo>
                      <a:pt x="1539073" y="185324"/>
                    </a:lnTo>
                    <a:lnTo>
                      <a:pt x="1537170" y="182150"/>
                    </a:lnTo>
                    <a:lnTo>
                      <a:pt x="1536535" y="180881"/>
                    </a:lnTo>
                    <a:lnTo>
                      <a:pt x="1536535" y="179611"/>
                    </a:lnTo>
                    <a:lnTo>
                      <a:pt x="1536535" y="177707"/>
                    </a:lnTo>
                    <a:lnTo>
                      <a:pt x="1537170" y="174534"/>
                    </a:lnTo>
                    <a:lnTo>
                      <a:pt x="1537170" y="173265"/>
                    </a:lnTo>
                    <a:lnTo>
                      <a:pt x="1537170" y="172630"/>
                    </a:lnTo>
                    <a:lnTo>
                      <a:pt x="1536535" y="171996"/>
                    </a:lnTo>
                    <a:lnTo>
                      <a:pt x="1532727" y="167553"/>
                    </a:lnTo>
                    <a:lnTo>
                      <a:pt x="1532092" y="166918"/>
                    </a:lnTo>
                    <a:lnTo>
                      <a:pt x="1530823" y="166918"/>
                    </a:lnTo>
                    <a:lnTo>
                      <a:pt x="1528919" y="167553"/>
                    </a:lnTo>
                    <a:lnTo>
                      <a:pt x="1520033" y="173900"/>
                    </a:lnTo>
                    <a:lnTo>
                      <a:pt x="1515591" y="176438"/>
                    </a:lnTo>
                    <a:lnTo>
                      <a:pt x="1502898" y="185958"/>
                    </a:lnTo>
                    <a:lnTo>
                      <a:pt x="1502898" y="186593"/>
                    </a:lnTo>
                    <a:lnTo>
                      <a:pt x="1502263" y="187227"/>
                    </a:lnTo>
                    <a:lnTo>
                      <a:pt x="1502263" y="187862"/>
                    </a:lnTo>
                    <a:lnTo>
                      <a:pt x="1502898" y="191670"/>
                    </a:lnTo>
                    <a:lnTo>
                      <a:pt x="1502898" y="192940"/>
                    </a:lnTo>
                    <a:lnTo>
                      <a:pt x="1502263" y="194209"/>
                    </a:lnTo>
                    <a:lnTo>
                      <a:pt x="1500359" y="197382"/>
                    </a:lnTo>
                    <a:lnTo>
                      <a:pt x="1499724" y="199921"/>
                    </a:lnTo>
                    <a:lnTo>
                      <a:pt x="1499724" y="201190"/>
                    </a:lnTo>
                    <a:lnTo>
                      <a:pt x="1499090" y="203094"/>
                    </a:lnTo>
                    <a:lnTo>
                      <a:pt x="1497820" y="203729"/>
                    </a:lnTo>
                    <a:lnTo>
                      <a:pt x="1496551" y="204364"/>
                    </a:lnTo>
                    <a:lnTo>
                      <a:pt x="1495281" y="204364"/>
                    </a:lnTo>
                    <a:lnTo>
                      <a:pt x="1492743" y="203094"/>
                    </a:lnTo>
                    <a:lnTo>
                      <a:pt x="1489570" y="201190"/>
                    </a:lnTo>
                    <a:lnTo>
                      <a:pt x="1487031" y="200556"/>
                    </a:lnTo>
                    <a:lnTo>
                      <a:pt x="1485127" y="200556"/>
                    </a:lnTo>
                    <a:lnTo>
                      <a:pt x="1483223" y="201190"/>
                    </a:lnTo>
                    <a:lnTo>
                      <a:pt x="1480050" y="202460"/>
                    </a:lnTo>
                    <a:lnTo>
                      <a:pt x="1478780" y="203729"/>
                    </a:lnTo>
                    <a:lnTo>
                      <a:pt x="1477511" y="204998"/>
                    </a:lnTo>
                    <a:lnTo>
                      <a:pt x="1476876" y="206268"/>
                    </a:lnTo>
                    <a:lnTo>
                      <a:pt x="1476241" y="207537"/>
                    </a:lnTo>
                    <a:lnTo>
                      <a:pt x="1475607" y="208806"/>
                    </a:lnTo>
                    <a:lnTo>
                      <a:pt x="1475607" y="210076"/>
                    </a:lnTo>
                    <a:lnTo>
                      <a:pt x="1475607" y="211345"/>
                    </a:lnTo>
                    <a:lnTo>
                      <a:pt x="1476241" y="212614"/>
                    </a:lnTo>
                    <a:lnTo>
                      <a:pt x="1476876" y="213884"/>
                    </a:lnTo>
                    <a:lnTo>
                      <a:pt x="1479414" y="217692"/>
                    </a:lnTo>
                    <a:lnTo>
                      <a:pt x="1479414" y="218961"/>
                    </a:lnTo>
                    <a:lnTo>
                      <a:pt x="1478780" y="220230"/>
                    </a:lnTo>
                    <a:lnTo>
                      <a:pt x="1476876" y="223404"/>
                    </a:lnTo>
                    <a:lnTo>
                      <a:pt x="1476241" y="224673"/>
                    </a:lnTo>
                    <a:lnTo>
                      <a:pt x="1476241" y="227212"/>
                    </a:lnTo>
                    <a:lnTo>
                      <a:pt x="1476241" y="228481"/>
                    </a:lnTo>
                    <a:lnTo>
                      <a:pt x="1475607" y="231020"/>
                    </a:lnTo>
                    <a:lnTo>
                      <a:pt x="1471799" y="239270"/>
                    </a:lnTo>
                    <a:lnTo>
                      <a:pt x="1467991" y="246252"/>
                    </a:lnTo>
                    <a:lnTo>
                      <a:pt x="1466721" y="247521"/>
                    </a:lnTo>
                    <a:lnTo>
                      <a:pt x="1465452" y="248156"/>
                    </a:lnTo>
                    <a:lnTo>
                      <a:pt x="1462279" y="247521"/>
                    </a:lnTo>
                    <a:lnTo>
                      <a:pt x="1454028" y="248156"/>
                    </a:lnTo>
                    <a:lnTo>
                      <a:pt x="1451490" y="247521"/>
                    </a:lnTo>
                    <a:lnTo>
                      <a:pt x="1450220" y="248156"/>
                    </a:lnTo>
                    <a:lnTo>
                      <a:pt x="1449585" y="248791"/>
                    </a:lnTo>
                    <a:lnTo>
                      <a:pt x="1440065" y="255772"/>
                    </a:lnTo>
                    <a:lnTo>
                      <a:pt x="1433084" y="258945"/>
                    </a:lnTo>
                    <a:lnTo>
                      <a:pt x="1431814" y="259580"/>
                    </a:lnTo>
                    <a:lnTo>
                      <a:pt x="1430545" y="260214"/>
                    </a:lnTo>
                    <a:lnTo>
                      <a:pt x="1426737" y="265927"/>
                    </a:lnTo>
                    <a:lnTo>
                      <a:pt x="1424833" y="267196"/>
                    </a:lnTo>
                    <a:lnTo>
                      <a:pt x="1419756" y="269735"/>
                    </a:lnTo>
                    <a:lnTo>
                      <a:pt x="1418486" y="270369"/>
                    </a:lnTo>
                    <a:lnTo>
                      <a:pt x="1417852" y="271638"/>
                    </a:lnTo>
                    <a:lnTo>
                      <a:pt x="1417217" y="272908"/>
                    </a:lnTo>
                    <a:lnTo>
                      <a:pt x="1413409" y="277985"/>
                    </a:lnTo>
                    <a:lnTo>
                      <a:pt x="1410236" y="284332"/>
                    </a:lnTo>
                    <a:lnTo>
                      <a:pt x="1408966" y="284967"/>
                    </a:lnTo>
                    <a:lnTo>
                      <a:pt x="1407697" y="285601"/>
                    </a:lnTo>
                    <a:lnTo>
                      <a:pt x="1406427" y="285601"/>
                    </a:lnTo>
                    <a:lnTo>
                      <a:pt x="1404524" y="285601"/>
                    </a:lnTo>
                    <a:lnTo>
                      <a:pt x="1402620" y="286236"/>
                    </a:lnTo>
                    <a:lnTo>
                      <a:pt x="1400716" y="287505"/>
                    </a:lnTo>
                    <a:lnTo>
                      <a:pt x="1398177" y="290679"/>
                    </a:lnTo>
                    <a:lnTo>
                      <a:pt x="1396273" y="293217"/>
                    </a:lnTo>
                    <a:lnTo>
                      <a:pt x="1393734" y="295756"/>
                    </a:lnTo>
                    <a:lnTo>
                      <a:pt x="1383579" y="302103"/>
                    </a:lnTo>
                    <a:lnTo>
                      <a:pt x="1381676" y="303372"/>
                    </a:lnTo>
                    <a:lnTo>
                      <a:pt x="1380406" y="304641"/>
                    </a:lnTo>
                    <a:lnTo>
                      <a:pt x="1378503" y="307815"/>
                    </a:lnTo>
                    <a:lnTo>
                      <a:pt x="1374694" y="312892"/>
                    </a:lnTo>
                    <a:lnTo>
                      <a:pt x="1373425" y="314161"/>
                    </a:lnTo>
                    <a:lnTo>
                      <a:pt x="1372156" y="314796"/>
                    </a:lnTo>
                    <a:lnTo>
                      <a:pt x="1359462" y="319239"/>
                    </a:lnTo>
                    <a:lnTo>
                      <a:pt x="1358193" y="319239"/>
                    </a:lnTo>
                    <a:lnTo>
                      <a:pt x="1356924" y="319239"/>
                    </a:lnTo>
                    <a:lnTo>
                      <a:pt x="1355654" y="318604"/>
                    </a:lnTo>
                    <a:lnTo>
                      <a:pt x="1354385" y="317970"/>
                    </a:lnTo>
                    <a:lnTo>
                      <a:pt x="1353116" y="317335"/>
                    </a:lnTo>
                    <a:lnTo>
                      <a:pt x="1351846" y="317335"/>
                    </a:lnTo>
                    <a:lnTo>
                      <a:pt x="1349942" y="317335"/>
                    </a:lnTo>
                    <a:lnTo>
                      <a:pt x="1346134" y="319239"/>
                    </a:lnTo>
                    <a:lnTo>
                      <a:pt x="1343596" y="319874"/>
                    </a:lnTo>
                    <a:lnTo>
                      <a:pt x="1341691" y="320508"/>
                    </a:lnTo>
                    <a:lnTo>
                      <a:pt x="1340422" y="320508"/>
                    </a:lnTo>
                    <a:lnTo>
                      <a:pt x="1339153" y="320508"/>
                    </a:lnTo>
                    <a:lnTo>
                      <a:pt x="1337884" y="321143"/>
                    </a:lnTo>
                    <a:lnTo>
                      <a:pt x="1336614" y="321777"/>
                    </a:lnTo>
                    <a:lnTo>
                      <a:pt x="1334710" y="323047"/>
                    </a:lnTo>
                    <a:lnTo>
                      <a:pt x="1334076" y="323047"/>
                    </a:lnTo>
                    <a:lnTo>
                      <a:pt x="1333440" y="323047"/>
                    </a:lnTo>
                    <a:lnTo>
                      <a:pt x="1326459" y="323681"/>
                    </a:lnTo>
                    <a:lnTo>
                      <a:pt x="1325190" y="323681"/>
                    </a:lnTo>
                    <a:lnTo>
                      <a:pt x="1321382" y="325585"/>
                    </a:lnTo>
                    <a:lnTo>
                      <a:pt x="1317574" y="327490"/>
                    </a:lnTo>
                    <a:lnTo>
                      <a:pt x="1313131" y="331298"/>
                    </a:lnTo>
                    <a:lnTo>
                      <a:pt x="1310592" y="334471"/>
                    </a:lnTo>
                    <a:lnTo>
                      <a:pt x="1308689" y="335740"/>
                    </a:lnTo>
                    <a:lnTo>
                      <a:pt x="1307419" y="336375"/>
                    </a:lnTo>
                    <a:lnTo>
                      <a:pt x="1301072" y="338914"/>
                    </a:lnTo>
                    <a:lnTo>
                      <a:pt x="1297899" y="340818"/>
                    </a:lnTo>
                    <a:lnTo>
                      <a:pt x="1295996" y="342087"/>
                    </a:lnTo>
                    <a:lnTo>
                      <a:pt x="1295360" y="343356"/>
                    </a:lnTo>
                    <a:lnTo>
                      <a:pt x="1292822" y="350338"/>
                    </a:lnTo>
                    <a:lnTo>
                      <a:pt x="1292187" y="351607"/>
                    </a:lnTo>
                    <a:lnTo>
                      <a:pt x="1290918" y="353511"/>
                    </a:lnTo>
                    <a:lnTo>
                      <a:pt x="1289649" y="354780"/>
                    </a:lnTo>
                    <a:lnTo>
                      <a:pt x="1281398" y="358588"/>
                    </a:lnTo>
                    <a:lnTo>
                      <a:pt x="1279494" y="359858"/>
                    </a:lnTo>
                    <a:lnTo>
                      <a:pt x="1278224" y="361127"/>
                    </a:lnTo>
                    <a:lnTo>
                      <a:pt x="1274417" y="366839"/>
                    </a:lnTo>
                    <a:lnTo>
                      <a:pt x="1273782" y="368108"/>
                    </a:lnTo>
                    <a:lnTo>
                      <a:pt x="1273147" y="368743"/>
                    </a:lnTo>
                    <a:lnTo>
                      <a:pt x="1273147" y="369378"/>
                    </a:lnTo>
                    <a:lnTo>
                      <a:pt x="1273147" y="370012"/>
                    </a:lnTo>
                    <a:lnTo>
                      <a:pt x="1274417" y="373186"/>
                    </a:lnTo>
                    <a:lnTo>
                      <a:pt x="1274417" y="374455"/>
                    </a:lnTo>
                    <a:lnTo>
                      <a:pt x="1274417" y="375724"/>
                    </a:lnTo>
                    <a:lnTo>
                      <a:pt x="1274417" y="376994"/>
                    </a:lnTo>
                    <a:lnTo>
                      <a:pt x="1273782" y="378263"/>
                    </a:lnTo>
                    <a:lnTo>
                      <a:pt x="1271243" y="383975"/>
                    </a:lnTo>
                    <a:lnTo>
                      <a:pt x="1270609" y="385244"/>
                    </a:lnTo>
                    <a:lnTo>
                      <a:pt x="1269973" y="387783"/>
                    </a:lnTo>
                    <a:lnTo>
                      <a:pt x="1269973" y="389052"/>
                    </a:lnTo>
                    <a:lnTo>
                      <a:pt x="1270609" y="397303"/>
                    </a:lnTo>
                    <a:lnTo>
                      <a:pt x="1269973" y="399842"/>
                    </a:lnTo>
                    <a:lnTo>
                      <a:pt x="1268704" y="402381"/>
                    </a:lnTo>
                    <a:lnTo>
                      <a:pt x="1265531" y="406823"/>
                    </a:lnTo>
                    <a:lnTo>
                      <a:pt x="1263627" y="408727"/>
                    </a:lnTo>
                    <a:lnTo>
                      <a:pt x="1262358" y="409997"/>
                    </a:lnTo>
                    <a:lnTo>
                      <a:pt x="1261723" y="409997"/>
                    </a:lnTo>
                    <a:lnTo>
                      <a:pt x="1256646" y="410631"/>
                    </a:lnTo>
                    <a:lnTo>
                      <a:pt x="1245856" y="413170"/>
                    </a:lnTo>
                    <a:lnTo>
                      <a:pt x="1242683" y="413805"/>
                    </a:lnTo>
                    <a:lnTo>
                      <a:pt x="1241413" y="413805"/>
                    </a:lnTo>
                    <a:lnTo>
                      <a:pt x="1240144" y="413170"/>
                    </a:lnTo>
                    <a:lnTo>
                      <a:pt x="1238875" y="412535"/>
                    </a:lnTo>
                    <a:lnTo>
                      <a:pt x="1236971" y="411266"/>
                    </a:lnTo>
                    <a:lnTo>
                      <a:pt x="1235702" y="411266"/>
                    </a:lnTo>
                    <a:lnTo>
                      <a:pt x="1233798" y="411266"/>
                    </a:lnTo>
                    <a:lnTo>
                      <a:pt x="1230624" y="412535"/>
                    </a:lnTo>
                    <a:lnTo>
                      <a:pt x="1229355" y="413805"/>
                    </a:lnTo>
                    <a:lnTo>
                      <a:pt x="1228085" y="415074"/>
                    </a:lnTo>
                    <a:lnTo>
                      <a:pt x="1224912" y="418882"/>
                    </a:lnTo>
                    <a:lnTo>
                      <a:pt x="1223009" y="422055"/>
                    </a:lnTo>
                    <a:lnTo>
                      <a:pt x="1222373" y="424594"/>
                    </a:lnTo>
                    <a:lnTo>
                      <a:pt x="1221739" y="425863"/>
                    </a:lnTo>
                    <a:lnTo>
                      <a:pt x="1221739" y="427767"/>
                    </a:lnTo>
                    <a:lnTo>
                      <a:pt x="1222373" y="436018"/>
                    </a:lnTo>
                    <a:lnTo>
                      <a:pt x="1223009" y="445538"/>
                    </a:lnTo>
                    <a:lnTo>
                      <a:pt x="1223643" y="459501"/>
                    </a:lnTo>
                    <a:lnTo>
                      <a:pt x="1224278" y="471559"/>
                    </a:lnTo>
                    <a:lnTo>
                      <a:pt x="1224912" y="482984"/>
                    </a:lnTo>
                    <a:lnTo>
                      <a:pt x="1207142" y="484888"/>
                    </a:lnTo>
                    <a:lnTo>
                      <a:pt x="1188102" y="486792"/>
                    </a:lnTo>
                    <a:lnTo>
                      <a:pt x="1173504" y="488061"/>
                    </a:lnTo>
                    <a:lnTo>
                      <a:pt x="1172235" y="487426"/>
                    </a:lnTo>
                    <a:lnTo>
                      <a:pt x="1165253" y="488061"/>
                    </a:lnTo>
                    <a:lnTo>
                      <a:pt x="1139866" y="491869"/>
                    </a:lnTo>
                    <a:lnTo>
                      <a:pt x="1114479" y="495677"/>
                    </a:lnTo>
                    <a:lnTo>
                      <a:pt x="1089093" y="499485"/>
                    </a:lnTo>
                    <a:lnTo>
                      <a:pt x="1063706" y="503293"/>
                    </a:lnTo>
                    <a:lnTo>
                      <a:pt x="1038319" y="506466"/>
                    </a:lnTo>
                    <a:lnTo>
                      <a:pt x="1012932" y="509639"/>
                    </a:lnTo>
                    <a:lnTo>
                      <a:pt x="987546" y="513448"/>
                    </a:lnTo>
                    <a:lnTo>
                      <a:pt x="962159" y="516621"/>
                    </a:lnTo>
                    <a:lnTo>
                      <a:pt x="929791" y="520429"/>
                    </a:lnTo>
                    <a:lnTo>
                      <a:pt x="897423" y="524237"/>
                    </a:lnTo>
                    <a:lnTo>
                      <a:pt x="865055" y="528045"/>
                    </a:lnTo>
                    <a:lnTo>
                      <a:pt x="832687" y="531853"/>
                    </a:lnTo>
                    <a:lnTo>
                      <a:pt x="800318" y="535661"/>
                    </a:lnTo>
                    <a:lnTo>
                      <a:pt x="767950" y="539469"/>
                    </a:lnTo>
                    <a:lnTo>
                      <a:pt x="735582" y="543277"/>
                    </a:lnTo>
                    <a:lnTo>
                      <a:pt x="703214" y="547085"/>
                    </a:lnTo>
                    <a:lnTo>
                      <a:pt x="670846" y="550259"/>
                    </a:lnTo>
                    <a:lnTo>
                      <a:pt x="638477" y="553432"/>
                    </a:lnTo>
                    <a:lnTo>
                      <a:pt x="606109" y="556605"/>
                    </a:lnTo>
                    <a:lnTo>
                      <a:pt x="573741" y="559779"/>
                    </a:lnTo>
                    <a:lnTo>
                      <a:pt x="541373" y="562952"/>
                    </a:lnTo>
                    <a:lnTo>
                      <a:pt x="509005" y="566125"/>
                    </a:lnTo>
                    <a:lnTo>
                      <a:pt x="476637" y="569299"/>
                    </a:lnTo>
                    <a:lnTo>
                      <a:pt x="444269" y="572472"/>
                    </a:lnTo>
                    <a:lnTo>
                      <a:pt x="437287" y="573106"/>
                    </a:lnTo>
                    <a:lnTo>
                      <a:pt x="434749" y="573106"/>
                    </a:lnTo>
                    <a:lnTo>
                      <a:pt x="437922" y="579453"/>
                    </a:lnTo>
                    <a:lnTo>
                      <a:pt x="436018" y="579453"/>
                    </a:lnTo>
                    <a:lnTo>
                      <a:pt x="428402" y="580088"/>
                    </a:lnTo>
                    <a:lnTo>
                      <a:pt x="401746" y="582626"/>
                    </a:lnTo>
                    <a:lnTo>
                      <a:pt x="375090" y="585165"/>
                    </a:lnTo>
                    <a:lnTo>
                      <a:pt x="348434" y="587704"/>
                    </a:lnTo>
                    <a:lnTo>
                      <a:pt x="321778" y="590243"/>
                    </a:lnTo>
                    <a:lnTo>
                      <a:pt x="295121" y="592781"/>
                    </a:lnTo>
                    <a:lnTo>
                      <a:pt x="268465" y="595320"/>
                    </a:lnTo>
                    <a:lnTo>
                      <a:pt x="241809" y="597859"/>
                    </a:lnTo>
                    <a:lnTo>
                      <a:pt x="215153" y="600398"/>
                    </a:lnTo>
                    <a:lnTo>
                      <a:pt x="188497" y="602936"/>
                    </a:lnTo>
                    <a:lnTo>
                      <a:pt x="161841" y="605475"/>
                    </a:lnTo>
                    <a:lnTo>
                      <a:pt x="135185" y="608013"/>
                    </a:lnTo>
                    <a:lnTo>
                      <a:pt x="108528" y="610552"/>
                    </a:lnTo>
                    <a:lnTo>
                      <a:pt x="81873" y="613091"/>
                    </a:lnTo>
                    <a:lnTo>
                      <a:pt x="55217" y="615629"/>
                    </a:lnTo>
                    <a:lnTo>
                      <a:pt x="28560" y="618168"/>
                    </a:lnTo>
                    <a:lnTo>
                      <a:pt x="1904" y="620707"/>
                    </a:lnTo>
                    <a:lnTo>
                      <a:pt x="0" y="618168"/>
                    </a:lnTo>
                    <a:lnTo>
                      <a:pt x="1904" y="616264"/>
                    </a:lnTo>
                    <a:lnTo>
                      <a:pt x="5712" y="614995"/>
                    </a:lnTo>
                    <a:lnTo>
                      <a:pt x="10155" y="612456"/>
                    </a:lnTo>
                    <a:lnTo>
                      <a:pt x="17137" y="607379"/>
                    </a:lnTo>
                    <a:lnTo>
                      <a:pt x="19675" y="604205"/>
                    </a:lnTo>
                    <a:lnTo>
                      <a:pt x="21579" y="600398"/>
                    </a:lnTo>
                    <a:lnTo>
                      <a:pt x="22213" y="595955"/>
                    </a:lnTo>
                    <a:lnTo>
                      <a:pt x="22213" y="590878"/>
                    </a:lnTo>
                    <a:lnTo>
                      <a:pt x="24118" y="586435"/>
                    </a:lnTo>
                    <a:lnTo>
                      <a:pt x="29195" y="585800"/>
                    </a:lnTo>
                    <a:lnTo>
                      <a:pt x="34907" y="586435"/>
                    </a:lnTo>
                    <a:lnTo>
                      <a:pt x="39350" y="586435"/>
                    </a:lnTo>
                    <a:lnTo>
                      <a:pt x="43158" y="579453"/>
                    </a:lnTo>
                    <a:lnTo>
                      <a:pt x="42523" y="569299"/>
                    </a:lnTo>
                    <a:lnTo>
                      <a:pt x="39350" y="559144"/>
                    </a:lnTo>
                    <a:lnTo>
                      <a:pt x="34272" y="547085"/>
                    </a:lnTo>
                    <a:lnTo>
                      <a:pt x="33003" y="542008"/>
                    </a:lnTo>
                    <a:lnTo>
                      <a:pt x="31733" y="530584"/>
                    </a:lnTo>
                    <a:lnTo>
                      <a:pt x="32368" y="524872"/>
                    </a:lnTo>
                    <a:lnTo>
                      <a:pt x="34907" y="521064"/>
                    </a:lnTo>
                    <a:lnTo>
                      <a:pt x="45061" y="510909"/>
                    </a:lnTo>
                    <a:lnTo>
                      <a:pt x="47600" y="507101"/>
                    </a:lnTo>
                    <a:lnTo>
                      <a:pt x="49505" y="502658"/>
                    </a:lnTo>
                    <a:lnTo>
                      <a:pt x="50139" y="498216"/>
                    </a:lnTo>
                    <a:lnTo>
                      <a:pt x="49505" y="491869"/>
                    </a:lnTo>
                    <a:lnTo>
                      <a:pt x="50139" y="487426"/>
                    </a:lnTo>
                    <a:lnTo>
                      <a:pt x="52678" y="484888"/>
                    </a:lnTo>
                    <a:lnTo>
                      <a:pt x="57755" y="482984"/>
                    </a:lnTo>
                    <a:lnTo>
                      <a:pt x="62832" y="481714"/>
                    </a:lnTo>
                    <a:lnTo>
                      <a:pt x="67275" y="479810"/>
                    </a:lnTo>
                    <a:lnTo>
                      <a:pt x="69179" y="476637"/>
                    </a:lnTo>
                    <a:lnTo>
                      <a:pt x="66006" y="470925"/>
                    </a:lnTo>
                    <a:lnTo>
                      <a:pt x="62198" y="466482"/>
                    </a:lnTo>
                    <a:lnTo>
                      <a:pt x="60928" y="463944"/>
                    </a:lnTo>
                    <a:lnTo>
                      <a:pt x="62198" y="461405"/>
                    </a:lnTo>
                    <a:lnTo>
                      <a:pt x="65371" y="458231"/>
                    </a:lnTo>
                    <a:lnTo>
                      <a:pt x="68545" y="453789"/>
                    </a:lnTo>
                    <a:lnTo>
                      <a:pt x="68545" y="450615"/>
                    </a:lnTo>
                    <a:lnTo>
                      <a:pt x="62198" y="443634"/>
                    </a:lnTo>
                    <a:lnTo>
                      <a:pt x="58390" y="437922"/>
                    </a:lnTo>
                    <a:lnTo>
                      <a:pt x="57755" y="433479"/>
                    </a:lnTo>
                    <a:lnTo>
                      <a:pt x="60294" y="429671"/>
                    </a:lnTo>
                    <a:lnTo>
                      <a:pt x="90124" y="413170"/>
                    </a:lnTo>
                    <a:lnTo>
                      <a:pt x="102182" y="401111"/>
                    </a:lnTo>
                    <a:lnTo>
                      <a:pt x="99644" y="396668"/>
                    </a:lnTo>
                    <a:lnTo>
                      <a:pt x="93931" y="392861"/>
                    </a:lnTo>
                    <a:lnTo>
                      <a:pt x="88219" y="390957"/>
                    </a:lnTo>
                    <a:lnTo>
                      <a:pt x="89488" y="386514"/>
                    </a:lnTo>
                    <a:lnTo>
                      <a:pt x="92027" y="382706"/>
                    </a:lnTo>
                    <a:lnTo>
                      <a:pt x="95835" y="380167"/>
                    </a:lnTo>
                    <a:lnTo>
                      <a:pt x="100278" y="379532"/>
                    </a:lnTo>
                    <a:lnTo>
                      <a:pt x="106625" y="383341"/>
                    </a:lnTo>
                    <a:lnTo>
                      <a:pt x="109798" y="383975"/>
                    </a:lnTo>
                    <a:lnTo>
                      <a:pt x="111067" y="378898"/>
                    </a:lnTo>
                    <a:lnTo>
                      <a:pt x="107259" y="371917"/>
                    </a:lnTo>
                    <a:lnTo>
                      <a:pt x="101547" y="366839"/>
                    </a:lnTo>
                    <a:lnTo>
                      <a:pt x="97105" y="361127"/>
                    </a:lnTo>
                    <a:lnTo>
                      <a:pt x="97105" y="359223"/>
                    </a:lnTo>
                    <a:lnTo>
                      <a:pt x="97739" y="350338"/>
                    </a:lnTo>
                    <a:lnTo>
                      <a:pt x="102817" y="339548"/>
                    </a:lnTo>
                    <a:lnTo>
                      <a:pt x="103451" y="335105"/>
                    </a:lnTo>
                    <a:lnTo>
                      <a:pt x="104720" y="332567"/>
                    </a:lnTo>
                    <a:lnTo>
                      <a:pt x="107894" y="330028"/>
                    </a:lnTo>
                    <a:lnTo>
                      <a:pt x="111702" y="327490"/>
                    </a:lnTo>
                    <a:lnTo>
                      <a:pt x="114875" y="326855"/>
                    </a:lnTo>
                    <a:lnTo>
                      <a:pt x="116145" y="321777"/>
                    </a:lnTo>
                    <a:lnTo>
                      <a:pt x="109798" y="312257"/>
                    </a:lnTo>
                    <a:lnTo>
                      <a:pt x="97105" y="297025"/>
                    </a:lnTo>
                    <a:lnTo>
                      <a:pt x="100913" y="295121"/>
                    </a:lnTo>
                    <a:lnTo>
                      <a:pt x="119318" y="292583"/>
                    </a:lnTo>
                    <a:lnTo>
                      <a:pt x="121857" y="291948"/>
                    </a:lnTo>
                    <a:lnTo>
                      <a:pt x="123761" y="290044"/>
                    </a:lnTo>
                    <a:lnTo>
                      <a:pt x="124395" y="287505"/>
                    </a:lnTo>
                    <a:lnTo>
                      <a:pt x="121857" y="286236"/>
                    </a:lnTo>
                    <a:lnTo>
                      <a:pt x="116779" y="284967"/>
                    </a:lnTo>
                    <a:lnTo>
                      <a:pt x="112971" y="281793"/>
                    </a:lnTo>
                    <a:lnTo>
                      <a:pt x="109164" y="276716"/>
                    </a:lnTo>
                    <a:lnTo>
                      <a:pt x="108528" y="272273"/>
                    </a:lnTo>
                    <a:lnTo>
                      <a:pt x="112337" y="269735"/>
                    </a:lnTo>
                    <a:lnTo>
                      <a:pt x="117414" y="269100"/>
                    </a:lnTo>
                    <a:lnTo>
                      <a:pt x="122492" y="267831"/>
                    </a:lnTo>
                    <a:lnTo>
                      <a:pt x="125665" y="265292"/>
                    </a:lnTo>
                    <a:lnTo>
                      <a:pt x="127568" y="259580"/>
                    </a:lnTo>
                    <a:lnTo>
                      <a:pt x="126299" y="254503"/>
                    </a:lnTo>
                    <a:lnTo>
                      <a:pt x="121222" y="244348"/>
                    </a:lnTo>
                    <a:lnTo>
                      <a:pt x="121222" y="240540"/>
                    </a:lnTo>
                    <a:lnTo>
                      <a:pt x="121857" y="235463"/>
                    </a:lnTo>
                    <a:lnTo>
                      <a:pt x="119953" y="231654"/>
                    </a:lnTo>
                    <a:lnTo>
                      <a:pt x="119318" y="231020"/>
                    </a:lnTo>
                    <a:lnTo>
                      <a:pt x="132012" y="229116"/>
                    </a:lnTo>
                    <a:lnTo>
                      <a:pt x="131377" y="231654"/>
                    </a:lnTo>
                    <a:lnTo>
                      <a:pt x="130107" y="236732"/>
                    </a:lnTo>
                    <a:lnTo>
                      <a:pt x="130742" y="240540"/>
                    </a:lnTo>
                    <a:lnTo>
                      <a:pt x="135819" y="241174"/>
                    </a:lnTo>
                    <a:lnTo>
                      <a:pt x="138358" y="239270"/>
                    </a:lnTo>
                    <a:lnTo>
                      <a:pt x="141532" y="235463"/>
                    </a:lnTo>
                    <a:lnTo>
                      <a:pt x="145339" y="229750"/>
                    </a:lnTo>
                    <a:lnTo>
                      <a:pt x="145974" y="228481"/>
                    </a:lnTo>
                    <a:lnTo>
                      <a:pt x="180881" y="225308"/>
                    </a:lnTo>
                    <a:lnTo>
                      <a:pt x="215788" y="222134"/>
                    </a:lnTo>
                    <a:lnTo>
                      <a:pt x="250060" y="218326"/>
                    </a:lnTo>
                    <a:lnTo>
                      <a:pt x="284967" y="214518"/>
                    </a:lnTo>
                    <a:lnTo>
                      <a:pt x="319239" y="210710"/>
                    </a:lnTo>
                    <a:lnTo>
                      <a:pt x="354146" y="206902"/>
                    </a:lnTo>
                    <a:lnTo>
                      <a:pt x="389053" y="203094"/>
                    </a:lnTo>
                    <a:lnTo>
                      <a:pt x="423960" y="199286"/>
                    </a:lnTo>
                    <a:lnTo>
                      <a:pt x="423960" y="193574"/>
                    </a:lnTo>
                    <a:lnTo>
                      <a:pt x="423325" y="184689"/>
                    </a:lnTo>
                    <a:lnTo>
                      <a:pt x="422690" y="180881"/>
                    </a:lnTo>
                    <a:lnTo>
                      <a:pt x="418882" y="168187"/>
                    </a:lnTo>
                    <a:lnTo>
                      <a:pt x="413805" y="156763"/>
                    </a:lnTo>
                    <a:lnTo>
                      <a:pt x="413170" y="154225"/>
                    </a:lnTo>
                    <a:lnTo>
                      <a:pt x="413170" y="152956"/>
                    </a:lnTo>
                    <a:lnTo>
                      <a:pt x="413805" y="152321"/>
                    </a:lnTo>
                    <a:lnTo>
                      <a:pt x="414439" y="152321"/>
                    </a:lnTo>
                    <a:lnTo>
                      <a:pt x="425229" y="152321"/>
                    </a:lnTo>
                    <a:lnTo>
                      <a:pt x="443634" y="152321"/>
                    </a:lnTo>
                    <a:lnTo>
                      <a:pt x="455058" y="152321"/>
                    </a:lnTo>
                    <a:lnTo>
                      <a:pt x="456962" y="152956"/>
                    </a:lnTo>
                    <a:lnTo>
                      <a:pt x="458232" y="154225"/>
                    </a:lnTo>
                    <a:lnTo>
                      <a:pt x="460135" y="157398"/>
                    </a:lnTo>
                    <a:lnTo>
                      <a:pt x="461405" y="158667"/>
                    </a:lnTo>
                    <a:lnTo>
                      <a:pt x="462674" y="159302"/>
                    </a:lnTo>
                    <a:lnTo>
                      <a:pt x="463943" y="158667"/>
                    </a:lnTo>
                    <a:lnTo>
                      <a:pt x="472194" y="158033"/>
                    </a:lnTo>
                    <a:lnTo>
                      <a:pt x="474733" y="157398"/>
                    </a:lnTo>
                    <a:lnTo>
                      <a:pt x="482349" y="156763"/>
                    </a:lnTo>
                    <a:lnTo>
                      <a:pt x="493773" y="155494"/>
                    </a:lnTo>
                    <a:lnTo>
                      <a:pt x="509005" y="153590"/>
                    </a:lnTo>
                    <a:lnTo>
                      <a:pt x="527410" y="151051"/>
                    </a:lnTo>
                    <a:lnTo>
                      <a:pt x="547720" y="148513"/>
                    </a:lnTo>
                    <a:lnTo>
                      <a:pt x="569299" y="145974"/>
                    </a:lnTo>
                    <a:lnTo>
                      <a:pt x="591512" y="142801"/>
                    </a:lnTo>
                    <a:lnTo>
                      <a:pt x="613726" y="140262"/>
                    </a:lnTo>
                    <a:lnTo>
                      <a:pt x="635304" y="137723"/>
                    </a:lnTo>
                    <a:lnTo>
                      <a:pt x="655614" y="135185"/>
                    </a:lnTo>
                    <a:lnTo>
                      <a:pt x="674019" y="132646"/>
                    </a:lnTo>
                    <a:lnTo>
                      <a:pt x="689251" y="130742"/>
                    </a:lnTo>
                    <a:lnTo>
                      <a:pt x="701310" y="128838"/>
                    </a:lnTo>
                    <a:lnTo>
                      <a:pt x="708926" y="128203"/>
                    </a:lnTo>
                    <a:lnTo>
                      <a:pt x="711464" y="127569"/>
                    </a:lnTo>
                    <a:lnTo>
                      <a:pt x="720350" y="126299"/>
                    </a:lnTo>
                    <a:lnTo>
                      <a:pt x="727331" y="123761"/>
                    </a:lnTo>
                    <a:lnTo>
                      <a:pt x="729235" y="123126"/>
                    </a:lnTo>
                    <a:lnTo>
                      <a:pt x="738121" y="122491"/>
                    </a:lnTo>
                    <a:lnTo>
                      <a:pt x="743833" y="121857"/>
                    </a:lnTo>
                    <a:lnTo>
                      <a:pt x="760969" y="120587"/>
                    </a:lnTo>
                    <a:lnTo>
                      <a:pt x="787625" y="118049"/>
                    </a:lnTo>
                    <a:lnTo>
                      <a:pt x="821897" y="114875"/>
                    </a:lnTo>
                    <a:lnTo>
                      <a:pt x="862516" y="111067"/>
                    </a:lnTo>
                    <a:lnTo>
                      <a:pt x="908212" y="106625"/>
                    </a:lnTo>
                    <a:lnTo>
                      <a:pt x="957082" y="102182"/>
                    </a:lnTo>
                    <a:lnTo>
                      <a:pt x="1007221" y="97105"/>
                    </a:lnTo>
                    <a:lnTo>
                      <a:pt x="1057359" y="92027"/>
                    </a:lnTo>
                    <a:lnTo>
                      <a:pt x="1106229" y="86950"/>
                    </a:lnTo>
                    <a:lnTo>
                      <a:pt x="1151925" y="81873"/>
                    </a:lnTo>
                    <a:lnTo>
                      <a:pt x="1192544" y="77430"/>
                    </a:lnTo>
                    <a:lnTo>
                      <a:pt x="1226816" y="73622"/>
                    </a:lnTo>
                    <a:lnTo>
                      <a:pt x="1253472" y="70448"/>
                    </a:lnTo>
                    <a:lnTo>
                      <a:pt x="1270609" y="68544"/>
                    </a:lnTo>
                    <a:lnTo>
                      <a:pt x="1276955" y="67910"/>
                    </a:lnTo>
                    <a:lnTo>
                      <a:pt x="1286475" y="66640"/>
                    </a:lnTo>
                    <a:lnTo>
                      <a:pt x="1293457" y="63467"/>
                    </a:lnTo>
                    <a:lnTo>
                      <a:pt x="1300438" y="66006"/>
                    </a:lnTo>
                    <a:lnTo>
                      <a:pt x="1300438" y="66006"/>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24" name="Google Shape;424;p51"/>
              <p:cNvSpPr/>
              <p:nvPr/>
            </p:nvSpPr>
            <p:spPr>
              <a:xfrm>
                <a:off x="3875553" y="2571971"/>
                <a:ext cx="1029711" cy="607751"/>
              </a:xfrm>
              <a:custGeom>
                <a:avLst/>
                <a:gdLst/>
                <a:ahLst/>
                <a:cxnLst/>
                <a:rect l="l" t="t" r="r" b="b"/>
                <a:pathLst>
                  <a:path w="1414043" h="834590" extrusionOk="0">
                    <a:moveTo>
                      <a:pt x="1373425" y="5077"/>
                    </a:moveTo>
                    <a:lnTo>
                      <a:pt x="1372790" y="7616"/>
                    </a:lnTo>
                    <a:lnTo>
                      <a:pt x="1372155" y="8251"/>
                    </a:lnTo>
                    <a:lnTo>
                      <a:pt x="1371521" y="9520"/>
                    </a:lnTo>
                    <a:lnTo>
                      <a:pt x="1370886" y="10789"/>
                    </a:lnTo>
                    <a:lnTo>
                      <a:pt x="1369617" y="25387"/>
                    </a:lnTo>
                    <a:lnTo>
                      <a:pt x="1368347" y="29195"/>
                    </a:lnTo>
                    <a:lnTo>
                      <a:pt x="1364539" y="35542"/>
                    </a:lnTo>
                    <a:lnTo>
                      <a:pt x="1359462" y="47600"/>
                    </a:lnTo>
                    <a:lnTo>
                      <a:pt x="1358827" y="48870"/>
                    </a:lnTo>
                    <a:lnTo>
                      <a:pt x="1357558" y="50774"/>
                    </a:lnTo>
                    <a:lnTo>
                      <a:pt x="1355654" y="52678"/>
                    </a:lnTo>
                    <a:lnTo>
                      <a:pt x="1350577" y="56486"/>
                    </a:lnTo>
                    <a:lnTo>
                      <a:pt x="1337884" y="64102"/>
                    </a:lnTo>
                    <a:lnTo>
                      <a:pt x="1335979" y="66006"/>
                    </a:lnTo>
                    <a:lnTo>
                      <a:pt x="1332171" y="70448"/>
                    </a:lnTo>
                    <a:lnTo>
                      <a:pt x="1325190" y="75526"/>
                    </a:lnTo>
                    <a:lnTo>
                      <a:pt x="1323920" y="76795"/>
                    </a:lnTo>
                    <a:lnTo>
                      <a:pt x="1322651" y="78064"/>
                    </a:lnTo>
                    <a:lnTo>
                      <a:pt x="1320113" y="83142"/>
                    </a:lnTo>
                    <a:lnTo>
                      <a:pt x="1319478" y="88219"/>
                    </a:lnTo>
                    <a:lnTo>
                      <a:pt x="1324555" y="93931"/>
                    </a:lnTo>
                    <a:lnTo>
                      <a:pt x="1334075" y="103451"/>
                    </a:lnTo>
                    <a:lnTo>
                      <a:pt x="1337884" y="108529"/>
                    </a:lnTo>
                    <a:lnTo>
                      <a:pt x="1344865" y="123126"/>
                    </a:lnTo>
                    <a:lnTo>
                      <a:pt x="1349307" y="130107"/>
                    </a:lnTo>
                    <a:lnTo>
                      <a:pt x="1353115" y="133281"/>
                    </a:lnTo>
                    <a:lnTo>
                      <a:pt x="1367713" y="134550"/>
                    </a:lnTo>
                    <a:lnTo>
                      <a:pt x="1375328" y="136454"/>
                    </a:lnTo>
                    <a:lnTo>
                      <a:pt x="1380406" y="140262"/>
                    </a:lnTo>
                    <a:lnTo>
                      <a:pt x="1382310" y="142166"/>
                    </a:lnTo>
                    <a:lnTo>
                      <a:pt x="1386753" y="145339"/>
                    </a:lnTo>
                    <a:lnTo>
                      <a:pt x="1388657" y="147243"/>
                    </a:lnTo>
                    <a:lnTo>
                      <a:pt x="1393734" y="156129"/>
                    </a:lnTo>
                    <a:lnTo>
                      <a:pt x="1395004" y="158667"/>
                    </a:lnTo>
                    <a:lnTo>
                      <a:pt x="1395638" y="159302"/>
                    </a:lnTo>
                    <a:lnTo>
                      <a:pt x="1395638" y="159302"/>
                    </a:lnTo>
                    <a:lnTo>
                      <a:pt x="1396273" y="168822"/>
                    </a:lnTo>
                    <a:lnTo>
                      <a:pt x="1398177" y="222134"/>
                    </a:lnTo>
                    <a:lnTo>
                      <a:pt x="1400081" y="275447"/>
                    </a:lnTo>
                    <a:lnTo>
                      <a:pt x="1401985" y="328759"/>
                    </a:lnTo>
                    <a:lnTo>
                      <a:pt x="1403889" y="382071"/>
                    </a:lnTo>
                    <a:lnTo>
                      <a:pt x="1405793" y="435383"/>
                    </a:lnTo>
                    <a:lnTo>
                      <a:pt x="1407697" y="488695"/>
                    </a:lnTo>
                    <a:lnTo>
                      <a:pt x="1409601" y="542008"/>
                    </a:lnTo>
                    <a:lnTo>
                      <a:pt x="1411505" y="595320"/>
                    </a:lnTo>
                    <a:lnTo>
                      <a:pt x="1384848" y="596589"/>
                    </a:lnTo>
                    <a:lnTo>
                      <a:pt x="1384214" y="597224"/>
                    </a:lnTo>
                    <a:lnTo>
                      <a:pt x="1384848" y="598493"/>
                    </a:lnTo>
                    <a:lnTo>
                      <a:pt x="1385484" y="599763"/>
                    </a:lnTo>
                    <a:lnTo>
                      <a:pt x="1386118" y="601667"/>
                    </a:lnTo>
                    <a:lnTo>
                      <a:pt x="1386118" y="603571"/>
                    </a:lnTo>
                    <a:lnTo>
                      <a:pt x="1385484" y="606109"/>
                    </a:lnTo>
                    <a:lnTo>
                      <a:pt x="1385484" y="608648"/>
                    </a:lnTo>
                    <a:lnTo>
                      <a:pt x="1385484" y="610552"/>
                    </a:lnTo>
                    <a:lnTo>
                      <a:pt x="1386118" y="613091"/>
                    </a:lnTo>
                    <a:lnTo>
                      <a:pt x="1386753" y="614360"/>
                    </a:lnTo>
                    <a:lnTo>
                      <a:pt x="1390561" y="618168"/>
                    </a:lnTo>
                    <a:lnTo>
                      <a:pt x="1391830" y="620072"/>
                    </a:lnTo>
                    <a:lnTo>
                      <a:pt x="1395004" y="623245"/>
                    </a:lnTo>
                    <a:lnTo>
                      <a:pt x="1395638" y="623880"/>
                    </a:lnTo>
                    <a:lnTo>
                      <a:pt x="1396273" y="626419"/>
                    </a:lnTo>
                    <a:lnTo>
                      <a:pt x="1396907" y="639112"/>
                    </a:lnTo>
                    <a:lnTo>
                      <a:pt x="1396273" y="644824"/>
                    </a:lnTo>
                    <a:lnTo>
                      <a:pt x="1395638" y="645459"/>
                    </a:lnTo>
                    <a:lnTo>
                      <a:pt x="1395004" y="646093"/>
                    </a:lnTo>
                    <a:lnTo>
                      <a:pt x="1394369" y="646728"/>
                    </a:lnTo>
                    <a:lnTo>
                      <a:pt x="1393099" y="647363"/>
                    </a:lnTo>
                    <a:lnTo>
                      <a:pt x="1390561" y="646728"/>
                    </a:lnTo>
                    <a:lnTo>
                      <a:pt x="1389292" y="647363"/>
                    </a:lnTo>
                    <a:lnTo>
                      <a:pt x="1388657" y="648632"/>
                    </a:lnTo>
                    <a:lnTo>
                      <a:pt x="1388657" y="650536"/>
                    </a:lnTo>
                    <a:lnTo>
                      <a:pt x="1390561" y="653075"/>
                    </a:lnTo>
                    <a:lnTo>
                      <a:pt x="1391830" y="653710"/>
                    </a:lnTo>
                    <a:lnTo>
                      <a:pt x="1392465" y="654344"/>
                    </a:lnTo>
                    <a:lnTo>
                      <a:pt x="1393099" y="654979"/>
                    </a:lnTo>
                    <a:lnTo>
                      <a:pt x="1392465" y="655613"/>
                    </a:lnTo>
                    <a:lnTo>
                      <a:pt x="1390561" y="657518"/>
                    </a:lnTo>
                    <a:lnTo>
                      <a:pt x="1389926" y="658787"/>
                    </a:lnTo>
                    <a:lnTo>
                      <a:pt x="1389926" y="660056"/>
                    </a:lnTo>
                    <a:lnTo>
                      <a:pt x="1390561" y="661326"/>
                    </a:lnTo>
                    <a:lnTo>
                      <a:pt x="1391830" y="662595"/>
                    </a:lnTo>
                    <a:lnTo>
                      <a:pt x="1393099" y="663230"/>
                    </a:lnTo>
                    <a:lnTo>
                      <a:pt x="1395004" y="663230"/>
                    </a:lnTo>
                    <a:lnTo>
                      <a:pt x="1398177" y="662595"/>
                    </a:lnTo>
                    <a:lnTo>
                      <a:pt x="1401985" y="663230"/>
                    </a:lnTo>
                    <a:lnTo>
                      <a:pt x="1403254" y="663230"/>
                    </a:lnTo>
                    <a:lnTo>
                      <a:pt x="1405158" y="663230"/>
                    </a:lnTo>
                    <a:lnTo>
                      <a:pt x="1406427" y="663230"/>
                    </a:lnTo>
                    <a:lnTo>
                      <a:pt x="1407697" y="663864"/>
                    </a:lnTo>
                    <a:lnTo>
                      <a:pt x="1408332" y="664499"/>
                    </a:lnTo>
                    <a:lnTo>
                      <a:pt x="1408966" y="665768"/>
                    </a:lnTo>
                    <a:lnTo>
                      <a:pt x="1409601" y="668307"/>
                    </a:lnTo>
                    <a:lnTo>
                      <a:pt x="1411505" y="679096"/>
                    </a:lnTo>
                    <a:lnTo>
                      <a:pt x="1412140" y="681635"/>
                    </a:lnTo>
                    <a:lnTo>
                      <a:pt x="1412774" y="683539"/>
                    </a:lnTo>
                    <a:lnTo>
                      <a:pt x="1413409" y="684808"/>
                    </a:lnTo>
                    <a:lnTo>
                      <a:pt x="1413409" y="686712"/>
                    </a:lnTo>
                    <a:lnTo>
                      <a:pt x="1411505" y="696867"/>
                    </a:lnTo>
                    <a:lnTo>
                      <a:pt x="1410871" y="698771"/>
                    </a:lnTo>
                    <a:lnTo>
                      <a:pt x="1410235" y="700040"/>
                    </a:lnTo>
                    <a:lnTo>
                      <a:pt x="1404524" y="705753"/>
                    </a:lnTo>
                    <a:lnTo>
                      <a:pt x="1403889" y="707022"/>
                    </a:lnTo>
                    <a:lnTo>
                      <a:pt x="1403889" y="708291"/>
                    </a:lnTo>
                    <a:lnTo>
                      <a:pt x="1404524" y="709560"/>
                    </a:lnTo>
                    <a:lnTo>
                      <a:pt x="1405158" y="710195"/>
                    </a:lnTo>
                    <a:lnTo>
                      <a:pt x="1405793" y="710830"/>
                    </a:lnTo>
                    <a:lnTo>
                      <a:pt x="1405793" y="712099"/>
                    </a:lnTo>
                    <a:lnTo>
                      <a:pt x="1405158" y="714003"/>
                    </a:lnTo>
                    <a:lnTo>
                      <a:pt x="1403889" y="717176"/>
                    </a:lnTo>
                    <a:lnTo>
                      <a:pt x="1403254" y="718446"/>
                    </a:lnTo>
                    <a:lnTo>
                      <a:pt x="1403254" y="719080"/>
                    </a:lnTo>
                    <a:lnTo>
                      <a:pt x="1403254" y="719715"/>
                    </a:lnTo>
                    <a:lnTo>
                      <a:pt x="1403254" y="720350"/>
                    </a:lnTo>
                    <a:lnTo>
                      <a:pt x="1403889" y="724793"/>
                    </a:lnTo>
                    <a:lnTo>
                      <a:pt x="1403254" y="727966"/>
                    </a:lnTo>
                    <a:lnTo>
                      <a:pt x="1402620" y="729235"/>
                    </a:lnTo>
                    <a:lnTo>
                      <a:pt x="1399446" y="733043"/>
                    </a:lnTo>
                    <a:lnTo>
                      <a:pt x="1399446" y="733678"/>
                    </a:lnTo>
                    <a:lnTo>
                      <a:pt x="1399446" y="735582"/>
                    </a:lnTo>
                    <a:lnTo>
                      <a:pt x="1399446" y="742563"/>
                    </a:lnTo>
                    <a:lnTo>
                      <a:pt x="1398812" y="744467"/>
                    </a:lnTo>
                    <a:lnTo>
                      <a:pt x="1398177" y="745737"/>
                    </a:lnTo>
                    <a:lnTo>
                      <a:pt x="1397542" y="746371"/>
                    </a:lnTo>
                    <a:lnTo>
                      <a:pt x="1396907" y="747006"/>
                    </a:lnTo>
                    <a:lnTo>
                      <a:pt x="1396273" y="748275"/>
                    </a:lnTo>
                    <a:lnTo>
                      <a:pt x="1395638" y="749545"/>
                    </a:lnTo>
                    <a:lnTo>
                      <a:pt x="1395638" y="752718"/>
                    </a:lnTo>
                    <a:lnTo>
                      <a:pt x="1395638" y="753987"/>
                    </a:lnTo>
                    <a:lnTo>
                      <a:pt x="1395004" y="754622"/>
                    </a:lnTo>
                    <a:lnTo>
                      <a:pt x="1394369" y="755257"/>
                    </a:lnTo>
                    <a:lnTo>
                      <a:pt x="1391830" y="756526"/>
                    </a:lnTo>
                    <a:lnTo>
                      <a:pt x="1391195" y="757161"/>
                    </a:lnTo>
                    <a:lnTo>
                      <a:pt x="1390561" y="757795"/>
                    </a:lnTo>
                    <a:lnTo>
                      <a:pt x="1389926" y="758430"/>
                    </a:lnTo>
                    <a:lnTo>
                      <a:pt x="1389292" y="759699"/>
                    </a:lnTo>
                    <a:lnTo>
                      <a:pt x="1388657" y="760969"/>
                    </a:lnTo>
                    <a:lnTo>
                      <a:pt x="1388657" y="762238"/>
                    </a:lnTo>
                    <a:lnTo>
                      <a:pt x="1388022" y="763507"/>
                    </a:lnTo>
                    <a:lnTo>
                      <a:pt x="1387387" y="764777"/>
                    </a:lnTo>
                    <a:lnTo>
                      <a:pt x="1384848" y="768585"/>
                    </a:lnTo>
                    <a:lnTo>
                      <a:pt x="1383579" y="772393"/>
                    </a:lnTo>
                    <a:lnTo>
                      <a:pt x="1382945" y="774931"/>
                    </a:lnTo>
                    <a:lnTo>
                      <a:pt x="1382310" y="778105"/>
                    </a:lnTo>
                    <a:lnTo>
                      <a:pt x="1382945" y="780009"/>
                    </a:lnTo>
                    <a:lnTo>
                      <a:pt x="1384214" y="782547"/>
                    </a:lnTo>
                    <a:lnTo>
                      <a:pt x="1387387" y="786990"/>
                    </a:lnTo>
                    <a:lnTo>
                      <a:pt x="1389292" y="788894"/>
                    </a:lnTo>
                    <a:lnTo>
                      <a:pt x="1391195" y="790163"/>
                    </a:lnTo>
                    <a:lnTo>
                      <a:pt x="1401351" y="797145"/>
                    </a:lnTo>
                    <a:lnTo>
                      <a:pt x="1403254" y="798414"/>
                    </a:lnTo>
                    <a:lnTo>
                      <a:pt x="1404524" y="800318"/>
                    </a:lnTo>
                    <a:lnTo>
                      <a:pt x="1405158" y="800953"/>
                    </a:lnTo>
                    <a:lnTo>
                      <a:pt x="1405158" y="802222"/>
                    </a:lnTo>
                    <a:lnTo>
                      <a:pt x="1404524" y="803492"/>
                    </a:lnTo>
                    <a:lnTo>
                      <a:pt x="1402620" y="805395"/>
                    </a:lnTo>
                    <a:lnTo>
                      <a:pt x="1402620" y="806030"/>
                    </a:lnTo>
                    <a:lnTo>
                      <a:pt x="1401985" y="806665"/>
                    </a:lnTo>
                    <a:lnTo>
                      <a:pt x="1401985" y="807300"/>
                    </a:lnTo>
                    <a:lnTo>
                      <a:pt x="1402620" y="807934"/>
                    </a:lnTo>
                    <a:lnTo>
                      <a:pt x="1405793" y="809838"/>
                    </a:lnTo>
                    <a:lnTo>
                      <a:pt x="1407062" y="810473"/>
                    </a:lnTo>
                    <a:lnTo>
                      <a:pt x="1407697" y="811107"/>
                    </a:lnTo>
                    <a:lnTo>
                      <a:pt x="1408332" y="812377"/>
                    </a:lnTo>
                    <a:lnTo>
                      <a:pt x="1409601" y="814916"/>
                    </a:lnTo>
                    <a:lnTo>
                      <a:pt x="1410235" y="816185"/>
                    </a:lnTo>
                    <a:lnTo>
                      <a:pt x="1410235" y="817454"/>
                    </a:lnTo>
                    <a:lnTo>
                      <a:pt x="1410235" y="819358"/>
                    </a:lnTo>
                    <a:lnTo>
                      <a:pt x="1410235" y="820628"/>
                    </a:lnTo>
                    <a:lnTo>
                      <a:pt x="1410871" y="821897"/>
                    </a:lnTo>
                    <a:lnTo>
                      <a:pt x="1412140" y="822532"/>
                    </a:lnTo>
                    <a:lnTo>
                      <a:pt x="1413409" y="825705"/>
                    </a:lnTo>
                    <a:lnTo>
                      <a:pt x="1414044" y="834590"/>
                    </a:lnTo>
                    <a:lnTo>
                      <a:pt x="1389292" y="831417"/>
                    </a:lnTo>
                    <a:lnTo>
                      <a:pt x="1386118" y="829513"/>
                    </a:lnTo>
                    <a:lnTo>
                      <a:pt x="1384214" y="826340"/>
                    </a:lnTo>
                    <a:lnTo>
                      <a:pt x="1383579" y="821897"/>
                    </a:lnTo>
                    <a:lnTo>
                      <a:pt x="1381675" y="818089"/>
                    </a:lnTo>
                    <a:lnTo>
                      <a:pt x="1374059" y="812377"/>
                    </a:lnTo>
                    <a:lnTo>
                      <a:pt x="1371521" y="809204"/>
                    </a:lnTo>
                    <a:lnTo>
                      <a:pt x="1371521" y="806030"/>
                    </a:lnTo>
                    <a:lnTo>
                      <a:pt x="1372155" y="804126"/>
                    </a:lnTo>
                    <a:lnTo>
                      <a:pt x="1373425" y="802222"/>
                    </a:lnTo>
                    <a:lnTo>
                      <a:pt x="1374059" y="799684"/>
                    </a:lnTo>
                    <a:lnTo>
                      <a:pt x="1372790" y="797780"/>
                    </a:lnTo>
                    <a:lnTo>
                      <a:pt x="1370252" y="796510"/>
                    </a:lnTo>
                    <a:lnTo>
                      <a:pt x="1367713" y="795875"/>
                    </a:lnTo>
                    <a:lnTo>
                      <a:pt x="1365808" y="795875"/>
                    </a:lnTo>
                    <a:lnTo>
                      <a:pt x="1358193" y="796510"/>
                    </a:lnTo>
                    <a:lnTo>
                      <a:pt x="1355654" y="795875"/>
                    </a:lnTo>
                    <a:lnTo>
                      <a:pt x="1353115" y="794606"/>
                    </a:lnTo>
                    <a:lnTo>
                      <a:pt x="1351846" y="793337"/>
                    </a:lnTo>
                    <a:lnTo>
                      <a:pt x="1351211" y="791433"/>
                    </a:lnTo>
                    <a:lnTo>
                      <a:pt x="1349942" y="788894"/>
                    </a:lnTo>
                    <a:lnTo>
                      <a:pt x="1348038" y="785721"/>
                    </a:lnTo>
                    <a:lnTo>
                      <a:pt x="1345499" y="783182"/>
                    </a:lnTo>
                    <a:lnTo>
                      <a:pt x="1341691" y="781278"/>
                    </a:lnTo>
                    <a:lnTo>
                      <a:pt x="1324555" y="780643"/>
                    </a:lnTo>
                    <a:lnTo>
                      <a:pt x="1320747" y="779374"/>
                    </a:lnTo>
                    <a:lnTo>
                      <a:pt x="1318843" y="777470"/>
                    </a:lnTo>
                    <a:lnTo>
                      <a:pt x="1317574" y="775566"/>
                    </a:lnTo>
                    <a:lnTo>
                      <a:pt x="1315670" y="774297"/>
                    </a:lnTo>
                    <a:lnTo>
                      <a:pt x="1310592" y="773662"/>
                    </a:lnTo>
                    <a:lnTo>
                      <a:pt x="1306150" y="771758"/>
                    </a:lnTo>
                    <a:lnTo>
                      <a:pt x="1304246" y="771123"/>
                    </a:lnTo>
                    <a:lnTo>
                      <a:pt x="1294091" y="771123"/>
                    </a:lnTo>
                    <a:lnTo>
                      <a:pt x="1289648" y="770489"/>
                    </a:lnTo>
                    <a:lnTo>
                      <a:pt x="1285206" y="768585"/>
                    </a:lnTo>
                    <a:lnTo>
                      <a:pt x="1281398" y="766046"/>
                    </a:lnTo>
                    <a:lnTo>
                      <a:pt x="1274417" y="760334"/>
                    </a:lnTo>
                    <a:lnTo>
                      <a:pt x="1268704" y="753353"/>
                    </a:lnTo>
                    <a:lnTo>
                      <a:pt x="1265531" y="750814"/>
                    </a:lnTo>
                    <a:lnTo>
                      <a:pt x="1261723" y="748910"/>
                    </a:lnTo>
                    <a:lnTo>
                      <a:pt x="1257280" y="748275"/>
                    </a:lnTo>
                    <a:lnTo>
                      <a:pt x="1219834" y="755891"/>
                    </a:lnTo>
                    <a:lnTo>
                      <a:pt x="1214758" y="755891"/>
                    </a:lnTo>
                    <a:lnTo>
                      <a:pt x="1200794" y="752718"/>
                    </a:lnTo>
                    <a:lnTo>
                      <a:pt x="1196986" y="753987"/>
                    </a:lnTo>
                    <a:lnTo>
                      <a:pt x="1190005" y="757795"/>
                    </a:lnTo>
                    <a:lnTo>
                      <a:pt x="1185563" y="758430"/>
                    </a:lnTo>
                    <a:lnTo>
                      <a:pt x="1183024" y="757795"/>
                    </a:lnTo>
                    <a:lnTo>
                      <a:pt x="1179216" y="755257"/>
                    </a:lnTo>
                    <a:lnTo>
                      <a:pt x="1176677" y="754622"/>
                    </a:lnTo>
                    <a:lnTo>
                      <a:pt x="1169061" y="756526"/>
                    </a:lnTo>
                    <a:lnTo>
                      <a:pt x="1156367" y="753987"/>
                    </a:lnTo>
                    <a:lnTo>
                      <a:pt x="1151925" y="755257"/>
                    </a:lnTo>
                    <a:lnTo>
                      <a:pt x="1149386" y="755891"/>
                    </a:lnTo>
                    <a:lnTo>
                      <a:pt x="1147483" y="757161"/>
                    </a:lnTo>
                    <a:lnTo>
                      <a:pt x="1145578" y="759065"/>
                    </a:lnTo>
                    <a:lnTo>
                      <a:pt x="1144944" y="762238"/>
                    </a:lnTo>
                    <a:lnTo>
                      <a:pt x="1142405" y="768585"/>
                    </a:lnTo>
                    <a:lnTo>
                      <a:pt x="1141771" y="769854"/>
                    </a:lnTo>
                    <a:lnTo>
                      <a:pt x="1140501" y="770489"/>
                    </a:lnTo>
                    <a:lnTo>
                      <a:pt x="1136693" y="773662"/>
                    </a:lnTo>
                    <a:lnTo>
                      <a:pt x="1134154" y="774931"/>
                    </a:lnTo>
                    <a:lnTo>
                      <a:pt x="1129077" y="775566"/>
                    </a:lnTo>
                    <a:lnTo>
                      <a:pt x="1123999" y="774931"/>
                    </a:lnTo>
                    <a:lnTo>
                      <a:pt x="1110672" y="770489"/>
                    </a:lnTo>
                    <a:lnTo>
                      <a:pt x="1108133" y="769219"/>
                    </a:lnTo>
                    <a:lnTo>
                      <a:pt x="1107498" y="766681"/>
                    </a:lnTo>
                    <a:lnTo>
                      <a:pt x="1105594" y="764777"/>
                    </a:lnTo>
                    <a:lnTo>
                      <a:pt x="1079573" y="754622"/>
                    </a:lnTo>
                    <a:lnTo>
                      <a:pt x="1071957" y="748275"/>
                    </a:lnTo>
                    <a:lnTo>
                      <a:pt x="1063706" y="743198"/>
                    </a:lnTo>
                    <a:lnTo>
                      <a:pt x="1063071" y="743198"/>
                    </a:lnTo>
                    <a:lnTo>
                      <a:pt x="1060533" y="743198"/>
                    </a:lnTo>
                    <a:lnTo>
                      <a:pt x="1059264" y="743198"/>
                    </a:lnTo>
                    <a:lnTo>
                      <a:pt x="1039589" y="731139"/>
                    </a:lnTo>
                    <a:lnTo>
                      <a:pt x="1038319" y="729870"/>
                    </a:lnTo>
                    <a:lnTo>
                      <a:pt x="1034511" y="725427"/>
                    </a:lnTo>
                    <a:lnTo>
                      <a:pt x="1033877" y="724793"/>
                    </a:lnTo>
                    <a:lnTo>
                      <a:pt x="1032607" y="724793"/>
                    </a:lnTo>
                    <a:lnTo>
                      <a:pt x="1016741" y="724793"/>
                    </a:lnTo>
                    <a:lnTo>
                      <a:pt x="985007" y="725427"/>
                    </a:lnTo>
                    <a:lnTo>
                      <a:pt x="953274" y="726062"/>
                    </a:lnTo>
                    <a:lnTo>
                      <a:pt x="921540" y="726062"/>
                    </a:lnTo>
                    <a:lnTo>
                      <a:pt x="889807" y="726697"/>
                    </a:lnTo>
                    <a:lnTo>
                      <a:pt x="858073" y="726697"/>
                    </a:lnTo>
                    <a:lnTo>
                      <a:pt x="826340" y="726697"/>
                    </a:lnTo>
                    <a:lnTo>
                      <a:pt x="793971" y="726697"/>
                    </a:lnTo>
                    <a:lnTo>
                      <a:pt x="762238" y="726697"/>
                    </a:lnTo>
                    <a:lnTo>
                      <a:pt x="729870" y="726697"/>
                    </a:lnTo>
                    <a:lnTo>
                      <a:pt x="698136" y="726697"/>
                    </a:lnTo>
                    <a:lnTo>
                      <a:pt x="666403" y="726697"/>
                    </a:lnTo>
                    <a:lnTo>
                      <a:pt x="634669" y="726697"/>
                    </a:lnTo>
                    <a:lnTo>
                      <a:pt x="602936" y="726697"/>
                    </a:lnTo>
                    <a:lnTo>
                      <a:pt x="571203" y="726697"/>
                    </a:lnTo>
                    <a:lnTo>
                      <a:pt x="539469" y="726062"/>
                    </a:lnTo>
                    <a:lnTo>
                      <a:pt x="507736" y="725427"/>
                    </a:lnTo>
                    <a:lnTo>
                      <a:pt x="476002" y="724793"/>
                    </a:lnTo>
                    <a:lnTo>
                      <a:pt x="444269" y="724158"/>
                    </a:lnTo>
                    <a:lnTo>
                      <a:pt x="412535" y="723523"/>
                    </a:lnTo>
                    <a:lnTo>
                      <a:pt x="380802" y="722888"/>
                    </a:lnTo>
                    <a:lnTo>
                      <a:pt x="349068" y="722254"/>
                    </a:lnTo>
                    <a:lnTo>
                      <a:pt x="317335" y="721619"/>
                    </a:lnTo>
                    <a:lnTo>
                      <a:pt x="285601" y="720985"/>
                    </a:lnTo>
                    <a:lnTo>
                      <a:pt x="253868" y="720350"/>
                    </a:lnTo>
                    <a:lnTo>
                      <a:pt x="222134" y="719715"/>
                    </a:lnTo>
                    <a:lnTo>
                      <a:pt x="190401" y="719080"/>
                    </a:lnTo>
                    <a:lnTo>
                      <a:pt x="158667" y="718446"/>
                    </a:lnTo>
                    <a:lnTo>
                      <a:pt x="126934" y="717811"/>
                    </a:lnTo>
                    <a:lnTo>
                      <a:pt x="95200" y="717176"/>
                    </a:lnTo>
                    <a:lnTo>
                      <a:pt x="63467" y="715907"/>
                    </a:lnTo>
                    <a:lnTo>
                      <a:pt x="31733" y="714638"/>
                    </a:lnTo>
                    <a:lnTo>
                      <a:pt x="0" y="713368"/>
                    </a:lnTo>
                    <a:lnTo>
                      <a:pt x="1269" y="682904"/>
                    </a:lnTo>
                    <a:lnTo>
                      <a:pt x="1904" y="652440"/>
                    </a:lnTo>
                    <a:lnTo>
                      <a:pt x="3173" y="621976"/>
                    </a:lnTo>
                    <a:lnTo>
                      <a:pt x="3808" y="591512"/>
                    </a:lnTo>
                    <a:lnTo>
                      <a:pt x="5077" y="561048"/>
                    </a:lnTo>
                    <a:lnTo>
                      <a:pt x="5712" y="530584"/>
                    </a:lnTo>
                    <a:lnTo>
                      <a:pt x="6981" y="500119"/>
                    </a:lnTo>
                    <a:lnTo>
                      <a:pt x="7616" y="469655"/>
                    </a:lnTo>
                    <a:lnTo>
                      <a:pt x="8251" y="439191"/>
                    </a:lnTo>
                    <a:lnTo>
                      <a:pt x="9520" y="408727"/>
                    </a:lnTo>
                    <a:lnTo>
                      <a:pt x="10155" y="378263"/>
                    </a:lnTo>
                    <a:lnTo>
                      <a:pt x="11424" y="347799"/>
                    </a:lnTo>
                    <a:lnTo>
                      <a:pt x="12059" y="317335"/>
                    </a:lnTo>
                    <a:lnTo>
                      <a:pt x="12693" y="286871"/>
                    </a:lnTo>
                    <a:lnTo>
                      <a:pt x="13963" y="256406"/>
                    </a:lnTo>
                    <a:lnTo>
                      <a:pt x="14597" y="225942"/>
                    </a:lnTo>
                    <a:lnTo>
                      <a:pt x="20310" y="226577"/>
                    </a:lnTo>
                    <a:lnTo>
                      <a:pt x="20310" y="223404"/>
                    </a:lnTo>
                    <a:lnTo>
                      <a:pt x="20944" y="208806"/>
                    </a:lnTo>
                    <a:lnTo>
                      <a:pt x="21579" y="182785"/>
                    </a:lnTo>
                    <a:lnTo>
                      <a:pt x="22213" y="156129"/>
                    </a:lnTo>
                    <a:lnTo>
                      <a:pt x="22848" y="130107"/>
                    </a:lnTo>
                    <a:lnTo>
                      <a:pt x="23483" y="104086"/>
                    </a:lnTo>
                    <a:lnTo>
                      <a:pt x="24117" y="78064"/>
                    </a:lnTo>
                    <a:lnTo>
                      <a:pt x="24752" y="52043"/>
                    </a:lnTo>
                    <a:lnTo>
                      <a:pt x="25387" y="26021"/>
                    </a:lnTo>
                    <a:lnTo>
                      <a:pt x="26021" y="0"/>
                    </a:lnTo>
                    <a:lnTo>
                      <a:pt x="67910" y="1269"/>
                    </a:lnTo>
                    <a:lnTo>
                      <a:pt x="109798" y="2539"/>
                    </a:lnTo>
                    <a:lnTo>
                      <a:pt x="151686" y="3808"/>
                    </a:lnTo>
                    <a:lnTo>
                      <a:pt x="193574" y="5077"/>
                    </a:lnTo>
                    <a:lnTo>
                      <a:pt x="235462" y="6347"/>
                    </a:lnTo>
                    <a:lnTo>
                      <a:pt x="277351" y="7616"/>
                    </a:lnTo>
                    <a:lnTo>
                      <a:pt x="319239" y="8251"/>
                    </a:lnTo>
                    <a:lnTo>
                      <a:pt x="361127" y="8885"/>
                    </a:lnTo>
                    <a:lnTo>
                      <a:pt x="403015" y="9520"/>
                    </a:lnTo>
                    <a:lnTo>
                      <a:pt x="444903" y="10155"/>
                    </a:lnTo>
                    <a:lnTo>
                      <a:pt x="486792" y="10789"/>
                    </a:lnTo>
                    <a:lnTo>
                      <a:pt x="529315" y="11424"/>
                    </a:lnTo>
                    <a:lnTo>
                      <a:pt x="571203" y="12059"/>
                    </a:lnTo>
                    <a:lnTo>
                      <a:pt x="613091" y="12693"/>
                    </a:lnTo>
                    <a:lnTo>
                      <a:pt x="654979" y="12693"/>
                    </a:lnTo>
                    <a:lnTo>
                      <a:pt x="696867" y="12693"/>
                    </a:lnTo>
                    <a:lnTo>
                      <a:pt x="738755" y="12693"/>
                    </a:lnTo>
                    <a:lnTo>
                      <a:pt x="781278" y="12693"/>
                    </a:lnTo>
                    <a:lnTo>
                      <a:pt x="823166" y="12693"/>
                    </a:lnTo>
                    <a:lnTo>
                      <a:pt x="865054" y="12693"/>
                    </a:lnTo>
                    <a:lnTo>
                      <a:pt x="906943" y="12693"/>
                    </a:lnTo>
                    <a:lnTo>
                      <a:pt x="948831" y="12059"/>
                    </a:lnTo>
                    <a:lnTo>
                      <a:pt x="991354" y="11424"/>
                    </a:lnTo>
                    <a:lnTo>
                      <a:pt x="1033242" y="10789"/>
                    </a:lnTo>
                    <a:lnTo>
                      <a:pt x="1075765" y="10155"/>
                    </a:lnTo>
                    <a:lnTo>
                      <a:pt x="1117653" y="9520"/>
                    </a:lnTo>
                    <a:lnTo>
                      <a:pt x="1159541" y="8885"/>
                    </a:lnTo>
                    <a:lnTo>
                      <a:pt x="1201430" y="8251"/>
                    </a:lnTo>
                    <a:lnTo>
                      <a:pt x="1243318" y="7616"/>
                    </a:lnTo>
                    <a:lnTo>
                      <a:pt x="1285206" y="6347"/>
                    </a:lnTo>
                    <a:lnTo>
                      <a:pt x="1327094" y="5077"/>
                    </a:lnTo>
                    <a:lnTo>
                      <a:pt x="1373425" y="5077"/>
                    </a:lnTo>
                    <a:lnTo>
                      <a:pt x="1373425" y="5077"/>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25" name="Google Shape;425;p51"/>
              <p:cNvSpPr/>
              <p:nvPr/>
            </p:nvSpPr>
            <p:spPr>
              <a:xfrm>
                <a:off x="6908765" y="4277373"/>
                <a:ext cx="737158" cy="555526"/>
              </a:xfrm>
              <a:custGeom>
                <a:avLst/>
                <a:gdLst/>
                <a:ahLst/>
                <a:cxnLst/>
                <a:rect l="l" t="t" r="r" b="b"/>
                <a:pathLst>
                  <a:path w="1012297" h="762872" extrusionOk="0">
                    <a:moveTo>
                      <a:pt x="893614" y="447442"/>
                    </a:moveTo>
                    <a:lnTo>
                      <a:pt x="891075" y="449981"/>
                    </a:lnTo>
                    <a:lnTo>
                      <a:pt x="889806" y="453789"/>
                    </a:lnTo>
                    <a:lnTo>
                      <a:pt x="889806" y="458231"/>
                    </a:lnTo>
                    <a:lnTo>
                      <a:pt x="890441" y="463309"/>
                    </a:lnTo>
                    <a:lnTo>
                      <a:pt x="891711" y="462674"/>
                    </a:lnTo>
                    <a:lnTo>
                      <a:pt x="894249" y="452519"/>
                    </a:lnTo>
                    <a:lnTo>
                      <a:pt x="893614" y="448711"/>
                    </a:lnTo>
                    <a:lnTo>
                      <a:pt x="894249" y="448076"/>
                    </a:lnTo>
                    <a:lnTo>
                      <a:pt x="894249" y="447442"/>
                    </a:lnTo>
                    <a:lnTo>
                      <a:pt x="893614" y="447442"/>
                    </a:lnTo>
                    <a:lnTo>
                      <a:pt x="893614" y="447442"/>
                    </a:lnTo>
                    <a:close/>
                    <a:moveTo>
                      <a:pt x="1012298" y="223404"/>
                    </a:moveTo>
                    <a:lnTo>
                      <a:pt x="1011028" y="222134"/>
                    </a:lnTo>
                    <a:lnTo>
                      <a:pt x="1009124" y="221500"/>
                    </a:lnTo>
                    <a:lnTo>
                      <a:pt x="1007220" y="221500"/>
                    </a:lnTo>
                    <a:lnTo>
                      <a:pt x="1007220" y="219595"/>
                    </a:lnTo>
                    <a:lnTo>
                      <a:pt x="1012298" y="217057"/>
                    </a:lnTo>
                    <a:lnTo>
                      <a:pt x="996431" y="205633"/>
                    </a:lnTo>
                    <a:lnTo>
                      <a:pt x="980564" y="194844"/>
                    </a:lnTo>
                    <a:lnTo>
                      <a:pt x="964698" y="184054"/>
                    </a:lnTo>
                    <a:lnTo>
                      <a:pt x="948831" y="173265"/>
                    </a:lnTo>
                    <a:lnTo>
                      <a:pt x="932964" y="162475"/>
                    </a:lnTo>
                    <a:lnTo>
                      <a:pt x="917097" y="151686"/>
                    </a:lnTo>
                    <a:lnTo>
                      <a:pt x="901231" y="140262"/>
                    </a:lnTo>
                    <a:lnTo>
                      <a:pt x="885364" y="128838"/>
                    </a:lnTo>
                    <a:lnTo>
                      <a:pt x="869497" y="118048"/>
                    </a:lnTo>
                    <a:lnTo>
                      <a:pt x="837764" y="95835"/>
                    </a:lnTo>
                    <a:lnTo>
                      <a:pt x="806030" y="73622"/>
                    </a:lnTo>
                    <a:lnTo>
                      <a:pt x="790163" y="62832"/>
                    </a:lnTo>
                    <a:lnTo>
                      <a:pt x="774297" y="51408"/>
                    </a:lnTo>
                    <a:lnTo>
                      <a:pt x="758430" y="39984"/>
                    </a:lnTo>
                    <a:lnTo>
                      <a:pt x="750814" y="34907"/>
                    </a:lnTo>
                    <a:lnTo>
                      <a:pt x="746371" y="34272"/>
                    </a:lnTo>
                    <a:lnTo>
                      <a:pt x="740024" y="34272"/>
                    </a:lnTo>
                    <a:lnTo>
                      <a:pt x="732408" y="35541"/>
                    </a:lnTo>
                    <a:lnTo>
                      <a:pt x="729870" y="36176"/>
                    </a:lnTo>
                    <a:lnTo>
                      <a:pt x="723523" y="37446"/>
                    </a:lnTo>
                    <a:lnTo>
                      <a:pt x="713368" y="39350"/>
                    </a:lnTo>
                    <a:lnTo>
                      <a:pt x="700674" y="41254"/>
                    </a:lnTo>
                    <a:lnTo>
                      <a:pt x="685443" y="43792"/>
                    </a:lnTo>
                    <a:lnTo>
                      <a:pt x="668306" y="46331"/>
                    </a:lnTo>
                    <a:lnTo>
                      <a:pt x="649901" y="48870"/>
                    </a:lnTo>
                    <a:lnTo>
                      <a:pt x="630861" y="52043"/>
                    </a:lnTo>
                    <a:lnTo>
                      <a:pt x="611821" y="55216"/>
                    </a:lnTo>
                    <a:lnTo>
                      <a:pt x="593416" y="58390"/>
                    </a:lnTo>
                    <a:lnTo>
                      <a:pt x="576279" y="60928"/>
                    </a:lnTo>
                    <a:lnTo>
                      <a:pt x="561047" y="63467"/>
                    </a:lnTo>
                    <a:lnTo>
                      <a:pt x="548354" y="65371"/>
                    </a:lnTo>
                    <a:lnTo>
                      <a:pt x="538199" y="66640"/>
                    </a:lnTo>
                    <a:lnTo>
                      <a:pt x="531853" y="67275"/>
                    </a:lnTo>
                    <a:lnTo>
                      <a:pt x="529314" y="67910"/>
                    </a:lnTo>
                    <a:lnTo>
                      <a:pt x="521063" y="69179"/>
                    </a:lnTo>
                    <a:lnTo>
                      <a:pt x="519159" y="69179"/>
                    </a:lnTo>
                    <a:lnTo>
                      <a:pt x="517890" y="67910"/>
                    </a:lnTo>
                    <a:lnTo>
                      <a:pt x="517256" y="66640"/>
                    </a:lnTo>
                    <a:lnTo>
                      <a:pt x="516620" y="64736"/>
                    </a:lnTo>
                    <a:lnTo>
                      <a:pt x="512812" y="39350"/>
                    </a:lnTo>
                    <a:lnTo>
                      <a:pt x="512178" y="38080"/>
                    </a:lnTo>
                    <a:lnTo>
                      <a:pt x="510909" y="36811"/>
                    </a:lnTo>
                    <a:lnTo>
                      <a:pt x="500119" y="26656"/>
                    </a:lnTo>
                    <a:lnTo>
                      <a:pt x="486791" y="13963"/>
                    </a:lnTo>
                    <a:lnTo>
                      <a:pt x="477271" y="5712"/>
                    </a:lnTo>
                    <a:lnTo>
                      <a:pt x="476637" y="5077"/>
                    </a:lnTo>
                    <a:lnTo>
                      <a:pt x="476002" y="5077"/>
                    </a:lnTo>
                    <a:lnTo>
                      <a:pt x="475367" y="5077"/>
                    </a:lnTo>
                    <a:lnTo>
                      <a:pt x="474098" y="5712"/>
                    </a:lnTo>
                    <a:lnTo>
                      <a:pt x="459500" y="20310"/>
                    </a:lnTo>
                    <a:lnTo>
                      <a:pt x="458231" y="20944"/>
                    </a:lnTo>
                    <a:lnTo>
                      <a:pt x="456962" y="20944"/>
                    </a:lnTo>
                    <a:lnTo>
                      <a:pt x="455692" y="20310"/>
                    </a:lnTo>
                    <a:lnTo>
                      <a:pt x="455058" y="19675"/>
                    </a:lnTo>
                    <a:lnTo>
                      <a:pt x="454423" y="18406"/>
                    </a:lnTo>
                    <a:lnTo>
                      <a:pt x="453789" y="17136"/>
                    </a:lnTo>
                    <a:lnTo>
                      <a:pt x="453153" y="16501"/>
                    </a:lnTo>
                    <a:lnTo>
                      <a:pt x="453153" y="15232"/>
                    </a:lnTo>
                    <a:lnTo>
                      <a:pt x="453153" y="14597"/>
                    </a:lnTo>
                    <a:lnTo>
                      <a:pt x="453153" y="13328"/>
                    </a:lnTo>
                    <a:lnTo>
                      <a:pt x="454423" y="8251"/>
                    </a:lnTo>
                    <a:lnTo>
                      <a:pt x="455058" y="6981"/>
                    </a:lnTo>
                    <a:lnTo>
                      <a:pt x="455058" y="5712"/>
                    </a:lnTo>
                    <a:lnTo>
                      <a:pt x="455058" y="4443"/>
                    </a:lnTo>
                    <a:lnTo>
                      <a:pt x="454423" y="3173"/>
                    </a:lnTo>
                    <a:lnTo>
                      <a:pt x="453789" y="2539"/>
                    </a:lnTo>
                    <a:lnTo>
                      <a:pt x="453153" y="1904"/>
                    </a:lnTo>
                    <a:lnTo>
                      <a:pt x="452519" y="1269"/>
                    </a:lnTo>
                    <a:lnTo>
                      <a:pt x="451250" y="635"/>
                    </a:lnTo>
                    <a:lnTo>
                      <a:pt x="449346" y="0"/>
                    </a:lnTo>
                    <a:lnTo>
                      <a:pt x="446807" y="0"/>
                    </a:lnTo>
                    <a:lnTo>
                      <a:pt x="434113" y="1269"/>
                    </a:lnTo>
                    <a:lnTo>
                      <a:pt x="423324" y="2539"/>
                    </a:lnTo>
                    <a:lnTo>
                      <a:pt x="410631" y="3808"/>
                    </a:lnTo>
                    <a:lnTo>
                      <a:pt x="395399" y="5712"/>
                    </a:lnTo>
                    <a:lnTo>
                      <a:pt x="378897" y="7616"/>
                    </a:lnTo>
                    <a:lnTo>
                      <a:pt x="361126" y="9520"/>
                    </a:lnTo>
                    <a:lnTo>
                      <a:pt x="342722" y="11424"/>
                    </a:lnTo>
                    <a:lnTo>
                      <a:pt x="324316" y="13963"/>
                    </a:lnTo>
                    <a:lnTo>
                      <a:pt x="305910" y="16501"/>
                    </a:lnTo>
                    <a:lnTo>
                      <a:pt x="287505" y="18406"/>
                    </a:lnTo>
                    <a:lnTo>
                      <a:pt x="270369" y="20310"/>
                    </a:lnTo>
                    <a:lnTo>
                      <a:pt x="254502" y="22213"/>
                    </a:lnTo>
                    <a:lnTo>
                      <a:pt x="240539" y="23483"/>
                    </a:lnTo>
                    <a:lnTo>
                      <a:pt x="229116" y="24752"/>
                    </a:lnTo>
                    <a:lnTo>
                      <a:pt x="220230" y="25387"/>
                    </a:lnTo>
                    <a:lnTo>
                      <a:pt x="214518" y="26021"/>
                    </a:lnTo>
                    <a:lnTo>
                      <a:pt x="212614" y="26656"/>
                    </a:lnTo>
                    <a:lnTo>
                      <a:pt x="198017" y="27926"/>
                    </a:lnTo>
                    <a:lnTo>
                      <a:pt x="182784" y="31733"/>
                    </a:lnTo>
                    <a:lnTo>
                      <a:pt x="182150" y="31733"/>
                    </a:lnTo>
                    <a:lnTo>
                      <a:pt x="181515" y="31099"/>
                    </a:lnTo>
                    <a:lnTo>
                      <a:pt x="180881" y="30464"/>
                    </a:lnTo>
                    <a:lnTo>
                      <a:pt x="179611" y="29195"/>
                    </a:lnTo>
                    <a:lnTo>
                      <a:pt x="178976" y="28560"/>
                    </a:lnTo>
                    <a:lnTo>
                      <a:pt x="178342" y="27926"/>
                    </a:lnTo>
                    <a:lnTo>
                      <a:pt x="177072" y="27926"/>
                    </a:lnTo>
                    <a:lnTo>
                      <a:pt x="175803" y="28560"/>
                    </a:lnTo>
                    <a:lnTo>
                      <a:pt x="173264" y="31099"/>
                    </a:lnTo>
                    <a:lnTo>
                      <a:pt x="171995" y="32368"/>
                    </a:lnTo>
                    <a:lnTo>
                      <a:pt x="171361" y="33637"/>
                    </a:lnTo>
                    <a:lnTo>
                      <a:pt x="170725" y="37446"/>
                    </a:lnTo>
                    <a:lnTo>
                      <a:pt x="170091" y="38715"/>
                    </a:lnTo>
                    <a:lnTo>
                      <a:pt x="168822" y="39350"/>
                    </a:lnTo>
                    <a:lnTo>
                      <a:pt x="161841" y="40619"/>
                    </a:lnTo>
                    <a:lnTo>
                      <a:pt x="160571" y="41254"/>
                    </a:lnTo>
                    <a:lnTo>
                      <a:pt x="159302" y="43157"/>
                    </a:lnTo>
                    <a:lnTo>
                      <a:pt x="158667" y="44427"/>
                    </a:lnTo>
                    <a:lnTo>
                      <a:pt x="158032" y="45061"/>
                    </a:lnTo>
                    <a:lnTo>
                      <a:pt x="156763" y="45696"/>
                    </a:lnTo>
                    <a:lnTo>
                      <a:pt x="149147" y="46966"/>
                    </a:lnTo>
                    <a:lnTo>
                      <a:pt x="147878" y="47600"/>
                    </a:lnTo>
                    <a:lnTo>
                      <a:pt x="137723" y="52677"/>
                    </a:lnTo>
                    <a:lnTo>
                      <a:pt x="131376" y="57120"/>
                    </a:lnTo>
                    <a:lnTo>
                      <a:pt x="129472" y="58390"/>
                    </a:lnTo>
                    <a:lnTo>
                      <a:pt x="127568" y="59024"/>
                    </a:lnTo>
                    <a:lnTo>
                      <a:pt x="125030" y="59024"/>
                    </a:lnTo>
                    <a:lnTo>
                      <a:pt x="123125" y="59659"/>
                    </a:lnTo>
                    <a:lnTo>
                      <a:pt x="121856" y="60928"/>
                    </a:lnTo>
                    <a:lnTo>
                      <a:pt x="121222" y="62198"/>
                    </a:lnTo>
                    <a:lnTo>
                      <a:pt x="120587" y="64736"/>
                    </a:lnTo>
                    <a:lnTo>
                      <a:pt x="119317" y="66640"/>
                    </a:lnTo>
                    <a:lnTo>
                      <a:pt x="117414" y="68544"/>
                    </a:lnTo>
                    <a:lnTo>
                      <a:pt x="112971" y="71718"/>
                    </a:lnTo>
                    <a:lnTo>
                      <a:pt x="111067" y="73622"/>
                    </a:lnTo>
                    <a:lnTo>
                      <a:pt x="109163" y="74891"/>
                    </a:lnTo>
                    <a:lnTo>
                      <a:pt x="108528" y="75526"/>
                    </a:lnTo>
                    <a:lnTo>
                      <a:pt x="106624" y="74891"/>
                    </a:lnTo>
                    <a:lnTo>
                      <a:pt x="105989" y="74256"/>
                    </a:lnTo>
                    <a:lnTo>
                      <a:pt x="104720" y="72352"/>
                    </a:lnTo>
                    <a:lnTo>
                      <a:pt x="98374" y="74891"/>
                    </a:lnTo>
                    <a:lnTo>
                      <a:pt x="41888" y="104086"/>
                    </a:lnTo>
                    <a:lnTo>
                      <a:pt x="38080" y="104720"/>
                    </a:lnTo>
                    <a:lnTo>
                      <a:pt x="38080" y="105355"/>
                    </a:lnTo>
                    <a:lnTo>
                      <a:pt x="38080" y="108528"/>
                    </a:lnTo>
                    <a:lnTo>
                      <a:pt x="37445" y="111702"/>
                    </a:lnTo>
                    <a:lnTo>
                      <a:pt x="36176" y="114875"/>
                    </a:lnTo>
                    <a:lnTo>
                      <a:pt x="34272" y="117414"/>
                    </a:lnTo>
                    <a:lnTo>
                      <a:pt x="29195" y="119953"/>
                    </a:lnTo>
                    <a:lnTo>
                      <a:pt x="26656" y="121857"/>
                    </a:lnTo>
                    <a:lnTo>
                      <a:pt x="19675" y="128838"/>
                    </a:lnTo>
                    <a:lnTo>
                      <a:pt x="17770" y="132011"/>
                    </a:lnTo>
                    <a:lnTo>
                      <a:pt x="16501" y="135819"/>
                    </a:lnTo>
                    <a:lnTo>
                      <a:pt x="14597" y="144070"/>
                    </a:lnTo>
                    <a:lnTo>
                      <a:pt x="13328" y="147878"/>
                    </a:lnTo>
                    <a:lnTo>
                      <a:pt x="10789" y="150417"/>
                    </a:lnTo>
                    <a:lnTo>
                      <a:pt x="8250" y="152955"/>
                    </a:lnTo>
                    <a:lnTo>
                      <a:pt x="5711" y="156129"/>
                    </a:lnTo>
                    <a:lnTo>
                      <a:pt x="4442" y="159937"/>
                    </a:lnTo>
                    <a:lnTo>
                      <a:pt x="3808" y="161206"/>
                    </a:lnTo>
                    <a:lnTo>
                      <a:pt x="3808" y="163110"/>
                    </a:lnTo>
                    <a:lnTo>
                      <a:pt x="3808" y="165014"/>
                    </a:lnTo>
                    <a:lnTo>
                      <a:pt x="3808" y="166918"/>
                    </a:lnTo>
                    <a:lnTo>
                      <a:pt x="3173" y="169457"/>
                    </a:lnTo>
                    <a:lnTo>
                      <a:pt x="635" y="174534"/>
                    </a:lnTo>
                    <a:lnTo>
                      <a:pt x="0" y="185324"/>
                    </a:lnTo>
                    <a:lnTo>
                      <a:pt x="7616" y="193574"/>
                    </a:lnTo>
                    <a:lnTo>
                      <a:pt x="27925" y="203094"/>
                    </a:lnTo>
                    <a:lnTo>
                      <a:pt x="34907" y="205633"/>
                    </a:lnTo>
                    <a:lnTo>
                      <a:pt x="39984" y="203094"/>
                    </a:lnTo>
                    <a:lnTo>
                      <a:pt x="41254" y="203094"/>
                    </a:lnTo>
                    <a:lnTo>
                      <a:pt x="41888" y="206268"/>
                    </a:lnTo>
                    <a:lnTo>
                      <a:pt x="43792" y="208806"/>
                    </a:lnTo>
                    <a:lnTo>
                      <a:pt x="52043" y="211980"/>
                    </a:lnTo>
                    <a:lnTo>
                      <a:pt x="57120" y="217057"/>
                    </a:lnTo>
                    <a:lnTo>
                      <a:pt x="61563" y="219595"/>
                    </a:lnTo>
                    <a:lnTo>
                      <a:pt x="66005" y="224673"/>
                    </a:lnTo>
                    <a:lnTo>
                      <a:pt x="69814" y="227846"/>
                    </a:lnTo>
                    <a:lnTo>
                      <a:pt x="76795" y="230385"/>
                    </a:lnTo>
                    <a:lnTo>
                      <a:pt x="86315" y="228481"/>
                    </a:lnTo>
                    <a:lnTo>
                      <a:pt x="100277" y="226577"/>
                    </a:lnTo>
                    <a:lnTo>
                      <a:pt x="109797" y="230385"/>
                    </a:lnTo>
                    <a:lnTo>
                      <a:pt x="112971" y="236732"/>
                    </a:lnTo>
                    <a:lnTo>
                      <a:pt x="114875" y="243078"/>
                    </a:lnTo>
                    <a:lnTo>
                      <a:pt x="118683" y="250694"/>
                    </a:lnTo>
                    <a:lnTo>
                      <a:pt x="121222" y="252598"/>
                    </a:lnTo>
                    <a:lnTo>
                      <a:pt x="135819" y="268465"/>
                    </a:lnTo>
                    <a:lnTo>
                      <a:pt x="138357" y="273542"/>
                    </a:lnTo>
                    <a:lnTo>
                      <a:pt x="145339" y="293852"/>
                    </a:lnTo>
                    <a:lnTo>
                      <a:pt x="147243" y="297025"/>
                    </a:lnTo>
                    <a:lnTo>
                      <a:pt x="149147" y="297660"/>
                    </a:lnTo>
                    <a:lnTo>
                      <a:pt x="152955" y="301468"/>
                    </a:lnTo>
                    <a:lnTo>
                      <a:pt x="158032" y="302737"/>
                    </a:lnTo>
                    <a:lnTo>
                      <a:pt x="161205" y="304641"/>
                    </a:lnTo>
                    <a:lnTo>
                      <a:pt x="163744" y="307180"/>
                    </a:lnTo>
                    <a:lnTo>
                      <a:pt x="165649" y="309719"/>
                    </a:lnTo>
                    <a:lnTo>
                      <a:pt x="168822" y="316065"/>
                    </a:lnTo>
                    <a:lnTo>
                      <a:pt x="171361" y="319239"/>
                    </a:lnTo>
                    <a:lnTo>
                      <a:pt x="176438" y="321143"/>
                    </a:lnTo>
                    <a:lnTo>
                      <a:pt x="178976" y="323681"/>
                    </a:lnTo>
                    <a:lnTo>
                      <a:pt x="182150" y="330028"/>
                    </a:lnTo>
                    <a:lnTo>
                      <a:pt x="185323" y="335740"/>
                    </a:lnTo>
                    <a:lnTo>
                      <a:pt x="187862" y="342087"/>
                    </a:lnTo>
                    <a:lnTo>
                      <a:pt x="191035" y="344625"/>
                    </a:lnTo>
                    <a:lnTo>
                      <a:pt x="194843" y="345260"/>
                    </a:lnTo>
                    <a:lnTo>
                      <a:pt x="198651" y="344625"/>
                    </a:lnTo>
                    <a:lnTo>
                      <a:pt x="202459" y="347164"/>
                    </a:lnTo>
                    <a:lnTo>
                      <a:pt x="206902" y="351607"/>
                    </a:lnTo>
                    <a:lnTo>
                      <a:pt x="212614" y="356684"/>
                    </a:lnTo>
                    <a:lnTo>
                      <a:pt x="219595" y="359858"/>
                    </a:lnTo>
                    <a:lnTo>
                      <a:pt x="226577" y="361762"/>
                    </a:lnTo>
                    <a:lnTo>
                      <a:pt x="235462" y="365569"/>
                    </a:lnTo>
                    <a:lnTo>
                      <a:pt x="244982" y="371282"/>
                    </a:lnTo>
                    <a:lnTo>
                      <a:pt x="256406" y="378898"/>
                    </a:lnTo>
                    <a:lnTo>
                      <a:pt x="263388" y="384610"/>
                    </a:lnTo>
                    <a:lnTo>
                      <a:pt x="267830" y="395399"/>
                    </a:lnTo>
                    <a:lnTo>
                      <a:pt x="271638" y="399842"/>
                    </a:lnTo>
                    <a:lnTo>
                      <a:pt x="274177" y="404919"/>
                    </a:lnTo>
                    <a:lnTo>
                      <a:pt x="278619" y="411901"/>
                    </a:lnTo>
                    <a:lnTo>
                      <a:pt x="283697" y="415708"/>
                    </a:lnTo>
                    <a:lnTo>
                      <a:pt x="288775" y="418247"/>
                    </a:lnTo>
                    <a:lnTo>
                      <a:pt x="293217" y="419516"/>
                    </a:lnTo>
                    <a:lnTo>
                      <a:pt x="303372" y="420786"/>
                    </a:lnTo>
                    <a:lnTo>
                      <a:pt x="307815" y="422055"/>
                    </a:lnTo>
                    <a:lnTo>
                      <a:pt x="312892" y="424594"/>
                    </a:lnTo>
                    <a:lnTo>
                      <a:pt x="323681" y="434114"/>
                    </a:lnTo>
                    <a:lnTo>
                      <a:pt x="328758" y="437287"/>
                    </a:lnTo>
                    <a:lnTo>
                      <a:pt x="338278" y="441730"/>
                    </a:lnTo>
                    <a:lnTo>
                      <a:pt x="342086" y="445538"/>
                    </a:lnTo>
                    <a:lnTo>
                      <a:pt x="341452" y="451250"/>
                    </a:lnTo>
                    <a:lnTo>
                      <a:pt x="342722" y="452519"/>
                    </a:lnTo>
                    <a:lnTo>
                      <a:pt x="345260" y="455693"/>
                    </a:lnTo>
                    <a:lnTo>
                      <a:pt x="342086" y="456962"/>
                    </a:lnTo>
                    <a:lnTo>
                      <a:pt x="342086" y="458866"/>
                    </a:lnTo>
                    <a:lnTo>
                      <a:pt x="345260" y="464578"/>
                    </a:lnTo>
                    <a:lnTo>
                      <a:pt x="342722" y="466482"/>
                    </a:lnTo>
                    <a:lnTo>
                      <a:pt x="344625" y="469655"/>
                    </a:lnTo>
                    <a:lnTo>
                      <a:pt x="354780" y="478541"/>
                    </a:lnTo>
                    <a:lnTo>
                      <a:pt x="356684" y="479810"/>
                    </a:lnTo>
                    <a:lnTo>
                      <a:pt x="357318" y="478541"/>
                    </a:lnTo>
                    <a:lnTo>
                      <a:pt x="357953" y="477272"/>
                    </a:lnTo>
                    <a:lnTo>
                      <a:pt x="360492" y="477272"/>
                    </a:lnTo>
                    <a:lnTo>
                      <a:pt x="363031" y="477906"/>
                    </a:lnTo>
                    <a:lnTo>
                      <a:pt x="364300" y="478541"/>
                    </a:lnTo>
                    <a:lnTo>
                      <a:pt x="364935" y="480445"/>
                    </a:lnTo>
                    <a:lnTo>
                      <a:pt x="362396" y="482349"/>
                    </a:lnTo>
                    <a:lnTo>
                      <a:pt x="366204" y="484888"/>
                    </a:lnTo>
                    <a:lnTo>
                      <a:pt x="368108" y="487426"/>
                    </a:lnTo>
                    <a:lnTo>
                      <a:pt x="368108" y="489965"/>
                    </a:lnTo>
                    <a:lnTo>
                      <a:pt x="365569" y="492503"/>
                    </a:lnTo>
                    <a:lnTo>
                      <a:pt x="369377" y="497581"/>
                    </a:lnTo>
                    <a:lnTo>
                      <a:pt x="373185" y="500119"/>
                    </a:lnTo>
                    <a:lnTo>
                      <a:pt x="376993" y="500754"/>
                    </a:lnTo>
                    <a:lnTo>
                      <a:pt x="381436" y="500119"/>
                    </a:lnTo>
                    <a:lnTo>
                      <a:pt x="383340" y="502023"/>
                    </a:lnTo>
                    <a:lnTo>
                      <a:pt x="386513" y="511543"/>
                    </a:lnTo>
                    <a:lnTo>
                      <a:pt x="388417" y="514717"/>
                    </a:lnTo>
                    <a:lnTo>
                      <a:pt x="396668" y="519794"/>
                    </a:lnTo>
                    <a:lnTo>
                      <a:pt x="415709" y="524237"/>
                    </a:lnTo>
                    <a:lnTo>
                      <a:pt x="425229" y="528045"/>
                    </a:lnTo>
                    <a:lnTo>
                      <a:pt x="432210" y="532488"/>
                    </a:lnTo>
                    <a:lnTo>
                      <a:pt x="435383" y="533757"/>
                    </a:lnTo>
                    <a:lnTo>
                      <a:pt x="439825" y="533757"/>
                    </a:lnTo>
                    <a:lnTo>
                      <a:pt x="442999" y="535026"/>
                    </a:lnTo>
                    <a:lnTo>
                      <a:pt x="446172" y="538835"/>
                    </a:lnTo>
                    <a:lnTo>
                      <a:pt x="448711" y="543277"/>
                    </a:lnTo>
                    <a:lnTo>
                      <a:pt x="449980" y="547085"/>
                    </a:lnTo>
                    <a:lnTo>
                      <a:pt x="449980" y="555970"/>
                    </a:lnTo>
                    <a:lnTo>
                      <a:pt x="450615" y="561048"/>
                    </a:lnTo>
                    <a:lnTo>
                      <a:pt x="453153" y="562952"/>
                    </a:lnTo>
                    <a:lnTo>
                      <a:pt x="467117" y="579453"/>
                    </a:lnTo>
                    <a:lnTo>
                      <a:pt x="470290" y="585800"/>
                    </a:lnTo>
                    <a:lnTo>
                      <a:pt x="471559" y="589608"/>
                    </a:lnTo>
                    <a:lnTo>
                      <a:pt x="472193" y="593416"/>
                    </a:lnTo>
                    <a:lnTo>
                      <a:pt x="474098" y="597224"/>
                    </a:lnTo>
                    <a:lnTo>
                      <a:pt x="476637" y="600397"/>
                    </a:lnTo>
                    <a:lnTo>
                      <a:pt x="478540" y="604205"/>
                    </a:lnTo>
                    <a:lnTo>
                      <a:pt x="478540" y="607379"/>
                    </a:lnTo>
                    <a:lnTo>
                      <a:pt x="477906" y="609283"/>
                    </a:lnTo>
                    <a:lnTo>
                      <a:pt x="477906" y="612456"/>
                    </a:lnTo>
                    <a:lnTo>
                      <a:pt x="477271" y="614995"/>
                    </a:lnTo>
                    <a:lnTo>
                      <a:pt x="477906" y="616264"/>
                    </a:lnTo>
                    <a:lnTo>
                      <a:pt x="479175" y="616899"/>
                    </a:lnTo>
                    <a:lnTo>
                      <a:pt x="480444" y="618168"/>
                    </a:lnTo>
                    <a:lnTo>
                      <a:pt x="481714" y="620072"/>
                    </a:lnTo>
                    <a:lnTo>
                      <a:pt x="482349" y="621976"/>
                    </a:lnTo>
                    <a:lnTo>
                      <a:pt x="482349" y="627053"/>
                    </a:lnTo>
                    <a:lnTo>
                      <a:pt x="481714" y="630862"/>
                    </a:lnTo>
                    <a:lnTo>
                      <a:pt x="482349" y="634669"/>
                    </a:lnTo>
                    <a:lnTo>
                      <a:pt x="484887" y="638477"/>
                    </a:lnTo>
                    <a:lnTo>
                      <a:pt x="488060" y="641016"/>
                    </a:lnTo>
                    <a:lnTo>
                      <a:pt x="492503" y="642920"/>
                    </a:lnTo>
                    <a:lnTo>
                      <a:pt x="496946" y="644190"/>
                    </a:lnTo>
                    <a:lnTo>
                      <a:pt x="503292" y="644190"/>
                    </a:lnTo>
                    <a:lnTo>
                      <a:pt x="505197" y="644824"/>
                    </a:lnTo>
                    <a:lnTo>
                      <a:pt x="507100" y="646093"/>
                    </a:lnTo>
                    <a:lnTo>
                      <a:pt x="509005" y="647363"/>
                    </a:lnTo>
                    <a:lnTo>
                      <a:pt x="512812" y="650536"/>
                    </a:lnTo>
                    <a:lnTo>
                      <a:pt x="514082" y="651171"/>
                    </a:lnTo>
                    <a:lnTo>
                      <a:pt x="514717" y="651171"/>
                    </a:lnTo>
                    <a:lnTo>
                      <a:pt x="519794" y="653075"/>
                    </a:lnTo>
                    <a:lnTo>
                      <a:pt x="521063" y="653710"/>
                    </a:lnTo>
                    <a:lnTo>
                      <a:pt x="522333" y="655613"/>
                    </a:lnTo>
                    <a:lnTo>
                      <a:pt x="522967" y="658152"/>
                    </a:lnTo>
                    <a:lnTo>
                      <a:pt x="524237" y="660691"/>
                    </a:lnTo>
                    <a:lnTo>
                      <a:pt x="527410" y="661326"/>
                    </a:lnTo>
                    <a:lnTo>
                      <a:pt x="530584" y="662595"/>
                    </a:lnTo>
                    <a:lnTo>
                      <a:pt x="532487" y="666403"/>
                    </a:lnTo>
                    <a:lnTo>
                      <a:pt x="533757" y="674019"/>
                    </a:lnTo>
                    <a:lnTo>
                      <a:pt x="543911" y="693059"/>
                    </a:lnTo>
                    <a:lnTo>
                      <a:pt x="547085" y="693694"/>
                    </a:lnTo>
                    <a:lnTo>
                      <a:pt x="550258" y="696232"/>
                    </a:lnTo>
                    <a:lnTo>
                      <a:pt x="552797" y="700040"/>
                    </a:lnTo>
                    <a:lnTo>
                      <a:pt x="554066" y="705118"/>
                    </a:lnTo>
                    <a:lnTo>
                      <a:pt x="554066" y="708291"/>
                    </a:lnTo>
                    <a:lnTo>
                      <a:pt x="552797" y="712099"/>
                    </a:lnTo>
                    <a:lnTo>
                      <a:pt x="552162" y="714638"/>
                    </a:lnTo>
                    <a:lnTo>
                      <a:pt x="552162" y="717176"/>
                    </a:lnTo>
                    <a:lnTo>
                      <a:pt x="553431" y="723523"/>
                    </a:lnTo>
                    <a:lnTo>
                      <a:pt x="553431" y="725427"/>
                    </a:lnTo>
                    <a:lnTo>
                      <a:pt x="552162" y="729870"/>
                    </a:lnTo>
                    <a:lnTo>
                      <a:pt x="552162" y="732409"/>
                    </a:lnTo>
                    <a:lnTo>
                      <a:pt x="552797" y="734313"/>
                    </a:lnTo>
                    <a:lnTo>
                      <a:pt x="557874" y="741294"/>
                    </a:lnTo>
                    <a:lnTo>
                      <a:pt x="557874" y="741929"/>
                    </a:lnTo>
                    <a:lnTo>
                      <a:pt x="557239" y="743198"/>
                    </a:lnTo>
                    <a:lnTo>
                      <a:pt x="557239" y="744467"/>
                    </a:lnTo>
                    <a:lnTo>
                      <a:pt x="557874" y="746371"/>
                    </a:lnTo>
                    <a:lnTo>
                      <a:pt x="559144" y="747006"/>
                    </a:lnTo>
                    <a:lnTo>
                      <a:pt x="561682" y="747641"/>
                    </a:lnTo>
                    <a:lnTo>
                      <a:pt x="562952" y="748275"/>
                    </a:lnTo>
                    <a:lnTo>
                      <a:pt x="569933" y="754622"/>
                    </a:lnTo>
                    <a:lnTo>
                      <a:pt x="571837" y="755257"/>
                    </a:lnTo>
                    <a:lnTo>
                      <a:pt x="583896" y="752083"/>
                    </a:lnTo>
                    <a:lnTo>
                      <a:pt x="588973" y="752718"/>
                    </a:lnTo>
                    <a:lnTo>
                      <a:pt x="597858" y="755257"/>
                    </a:lnTo>
                    <a:lnTo>
                      <a:pt x="599763" y="757161"/>
                    </a:lnTo>
                    <a:lnTo>
                      <a:pt x="601666" y="760334"/>
                    </a:lnTo>
                    <a:lnTo>
                      <a:pt x="605474" y="762238"/>
                    </a:lnTo>
                    <a:lnTo>
                      <a:pt x="609283" y="762873"/>
                    </a:lnTo>
                    <a:lnTo>
                      <a:pt x="613725" y="762238"/>
                    </a:lnTo>
                    <a:lnTo>
                      <a:pt x="613725" y="762238"/>
                    </a:lnTo>
                    <a:lnTo>
                      <a:pt x="611821" y="759065"/>
                    </a:lnTo>
                    <a:lnTo>
                      <a:pt x="611821" y="755891"/>
                    </a:lnTo>
                    <a:lnTo>
                      <a:pt x="612456" y="752718"/>
                    </a:lnTo>
                    <a:lnTo>
                      <a:pt x="620072" y="740024"/>
                    </a:lnTo>
                    <a:lnTo>
                      <a:pt x="621341" y="734947"/>
                    </a:lnTo>
                    <a:lnTo>
                      <a:pt x="620706" y="728600"/>
                    </a:lnTo>
                    <a:lnTo>
                      <a:pt x="621341" y="726697"/>
                    </a:lnTo>
                    <a:lnTo>
                      <a:pt x="625149" y="720984"/>
                    </a:lnTo>
                    <a:lnTo>
                      <a:pt x="626418" y="718446"/>
                    </a:lnTo>
                    <a:lnTo>
                      <a:pt x="626418" y="714638"/>
                    </a:lnTo>
                    <a:lnTo>
                      <a:pt x="625784" y="711464"/>
                    </a:lnTo>
                    <a:lnTo>
                      <a:pt x="625784" y="708291"/>
                    </a:lnTo>
                    <a:lnTo>
                      <a:pt x="627053" y="705753"/>
                    </a:lnTo>
                    <a:lnTo>
                      <a:pt x="628957" y="715273"/>
                    </a:lnTo>
                    <a:lnTo>
                      <a:pt x="624514" y="731774"/>
                    </a:lnTo>
                    <a:lnTo>
                      <a:pt x="623880" y="741294"/>
                    </a:lnTo>
                    <a:lnTo>
                      <a:pt x="639746" y="727331"/>
                    </a:lnTo>
                    <a:lnTo>
                      <a:pt x="644824" y="716542"/>
                    </a:lnTo>
                    <a:lnTo>
                      <a:pt x="649266" y="709560"/>
                    </a:lnTo>
                    <a:lnTo>
                      <a:pt x="648632" y="707022"/>
                    </a:lnTo>
                    <a:lnTo>
                      <a:pt x="644824" y="702579"/>
                    </a:lnTo>
                    <a:lnTo>
                      <a:pt x="642285" y="700675"/>
                    </a:lnTo>
                    <a:lnTo>
                      <a:pt x="639746" y="698771"/>
                    </a:lnTo>
                    <a:lnTo>
                      <a:pt x="636573" y="698771"/>
                    </a:lnTo>
                    <a:lnTo>
                      <a:pt x="632765" y="701310"/>
                    </a:lnTo>
                    <a:lnTo>
                      <a:pt x="624514" y="691155"/>
                    </a:lnTo>
                    <a:lnTo>
                      <a:pt x="622611" y="689251"/>
                    </a:lnTo>
                    <a:lnTo>
                      <a:pt x="619437" y="688616"/>
                    </a:lnTo>
                    <a:lnTo>
                      <a:pt x="618803" y="684808"/>
                    </a:lnTo>
                    <a:lnTo>
                      <a:pt x="620072" y="678462"/>
                    </a:lnTo>
                    <a:lnTo>
                      <a:pt x="616898" y="672750"/>
                    </a:lnTo>
                    <a:lnTo>
                      <a:pt x="611186" y="664499"/>
                    </a:lnTo>
                    <a:lnTo>
                      <a:pt x="606744" y="656248"/>
                    </a:lnTo>
                    <a:lnTo>
                      <a:pt x="607378" y="650536"/>
                    </a:lnTo>
                    <a:lnTo>
                      <a:pt x="607378" y="648632"/>
                    </a:lnTo>
                    <a:lnTo>
                      <a:pt x="605474" y="646093"/>
                    </a:lnTo>
                    <a:lnTo>
                      <a:pt x="601032" y="639747"/>
                    </a:lnTo>
                    <a:lnTo>
                      <a:pt x="597858" y="637843"/>
                    </a:lnTo>
                    <a:lnTo>
                      <a:pt x="597858" y="636573"/>
                    </a:lnTo>
                    <a:lnTo>
                      <a:pt x="601666" y="635939"/>
                    </a:lnTo>
                    <a:lnTo>
                      <a:pt x="604205" y="637843"/>
                    </a:lnTo>
                    <a:lnTo>
                      <a:pt x="605474" y="641016"/>
                    </a:lnTo>
                    <a:lnTo>
                      <a:pt x="608013" y="643555"/>
                    </a:lnTo>
                    <a:lnTo>
                      <a:pt x="611821" y="644824"/>
                    </a:lnTo>
                    <a:lnTo>
                      <a:pt x="614360" y="644824"/>
                    </a:lnTo>
                    <a:lnTo>
                      <a:pt x="614994" y="646093"/>
                    </a:lnTo>
                    <a:lnTo>
                      <a:pt x="612456" y="651171"/>
                    </a:lnTo>
                    <a:lnTo>
                      <a:pt x="613725" y="656248"/>
                    </a:lnTo>
                    <a:lnTo>
                      <a:pt x="617533" y="665134"/>
                    </a:lnTo>
                    <a:lnTo>
                      <a:pt x="625149" y="677827"/>
                    </a:lnTo>
                    <a:lnTo>
                      <a:pt x="641016" y="687982"/>
                    </a:lnTo>
                    <a:lnTo>
                      <a:pt x="644190" y="689251"/>
                    </a:lnTo>
                    <a:lnTo>
                      <a:pt x="646093" y="688616"/>
                    </a:lnTo>
                    <a:lnTo>
                      <a:pt x="646093" y="684174"/>
                    </a:lnTo>
                    <a:lnTo>
                      <a:pt x="645459" y="681635"/>
                    </a:lnTo>
                    <a:lnTo>
                      <a:pt x="642920" y="677827"/>
                    </a:lnTo>
                    <a:lnTo>
                      <a:pt x="642285" y="675923"/>
                    </a:lnTo>
                    <a:lnTo>
                      <a:pt x="639746" y="659422"/>
                    </a:lnTo>
                    <a:lnTo>
                      <a:pt x="640381" y="656248"/>
                    </a:lnTo>
                    <a:lnTo>
                      <a:pt x="641651" y="653075"/>
                    </a:lnTo>
                    <a:lnTo>
                      <a:pt x="640381" y="652440"/>
                    </a:lnTo>
                    <a:lnTo>
                      <a:pt x="639746" y="651806"/>
                    </a:lnTo>
                    <a:lnTo>
                      <a:pt x="638477" y="652440"/>
                    </a:lnTo>
                    <a:lnTo>
                      <a:pt x="637843" y="653075"/>
                    </a:lnTo>
                    <a:lnTo>
                      <a:pt x="637208" y="652440"/>
                    </a:lnTo>
                    <a:lnTo>
                      <a:pt x="636573" y="650536"/>
                    </a:lnTo>
                    <a:lnTo>
                      <a:pt x="642285" y="649902"/>
                    </a:lnTo>
                    <a:lnTo>
                      <a:pt x="644190" y="653710"/>
                    </a:lnTo>
                    <a:lnTo>
                      <a:pt x="643554" y="672115"/>
                    </a:lnTo>
                    <a:lnTo>
                      <a:pt x="644824" y="673384"/>
                    </a:lnTo>
                    <a:lnTo>
                      <a:pt x="651805" y="668942"/>
                    </a:lnTo>
                    <a:lnTo>
                      <a:pt x="651805" y="684808"/>
                    </a:lnTo>
                    <a:lnTo>
                      <a:pt x="652440" y="691155"/>
                    </a:lnTo>
                    <a:lnTo>
                      <a:pt x="654979" y="697502"/>
                    </a:lnTo>
                    <a:lnTo>
                      <a:pt x="657517" y="698136"/>
                    </a:lnTo>
                    <a:lnTo>
                      <a:pt x="665133" y="693059"/>
                    </a:lnTo>
                    <a:lnTo>
                      <a:pt x="666403" y="692424"/>
                    </a:lnTo>
                    <a:lnTo>
                      <a:pt x="669576" y="692424"/>
                    </a:lnTo>
                    <a:lnTo>
                      <a:pt x="672114" y="691790"/>
                    </a:lnTo>
                    <a:lnTo>
                      <a:pt x="687347" y="677827"/>
                    </a:lnTo>
                    <a:lnTo>
                      <a:pt x="689251" y="674019"/>
                    </a:lnTo>
                    <a:lnTo>
                      <a:pt x="684808" y="672115"/>
                    </a:lnTo>
                    <a:lnTo>
                      <a:pt x="685443" y="671480"/>
                    </a:lnTo>
                    <a:lnTo>
                      <a:pt x="686078" y="671480"/>
                    </a:lnTo>
                    <a:lnTo>
                      <a:pt x="686078" y="670846"/>
                    </a:lnTo>
                    <a:lnTo>
                      <a:pt x="686078" y="669576"/>
                    </a:lnTo>
                    <a:lnTo>
                      <a:pt x="687347" y="669576"/>
                    </a:lnTo>
                    <a:lnTo>
                      <a:pt x="689885" y="670211"/>
                    </a:lnTo>
                    <a:lnTo>
                      <a:pt x="691154" y="665768"/>
                    </a:lnTo>
                    <a:lnTo>
                      <a:pt x="691790" y="659422"/>
                    </a:lnTo>
                    <a:lnTo>
                      <a:pt x="691790" y="654344"/>
                    </a:lnTo>
                    <a:lnTo>
                      <a:pt x="690520" y="654979"/>
                    </a:lnTo>
                    <a:lnTo>
                      <a:pt x="689885" y="657517"/>
                    </a:lnTo>
                    <a:lnTo>
                      <a:pt x="688616" y="659422"/>
                    </a:lnTo>
                    <a:lnTo>
                      <a:pt x="686078" y="663230"/>
                    </a:lnTo>
                    <a:lnTo>
                      <a:pt x="684173" y="666403"/>
                    </a:lnTo>
                    <a:lnTo>
                      <a:pt x="679731" y="670211"/>
                    </a:lnTo>
                    <a:lnTo>
                      <a:pt x="674653" y="673384"/>
                    </a:lnTo>
                    <a:lnTo>
                      <a:pt x="670845" y="674654"/>
                    </a:lnTo>
                    <a:lnTo>
                      <a:pt x="670211" y="672115"/>
                    </a:lnTo>
                    <a:lnTo>
                      <a:pt x="672750" y="667672"/>
                    </a:lnTo>
                    <a:lnTo>
                      <a:pt x="677192" y="663230"/>
                    </a:lnTo>
                    <a:lnTo>
                      <a:pt x="685443" y="658152"/>
                    </a:lnTo>
                    <a:lnTo>
                      <a:pt x="685443" y="653075"/>
                    </a:lnTo>
                    <a:lnTo>
                      <a:pt x="682270" y="648632"/>
                    </a:lnTo>
                    <a:lnTo>
                      <a:pt x="676558" y="647363"/>
                    </a:lnTo>
                    <a:lnTo>
                      <a:pt x="656883" y="649267"/>
                    </a:lnTo>
                    <a:lnTo>
                      <a:pt x="661325" y="646093"/>
                    </a:lnTo>
                    <a:lnTo>
                      <a:pt x="667037" y="643555"/>
                    </a:lnTo>
                    <a:lnTo>
                      <a:pt x="673384" y="642286"/>
                    </a:lnTo>
                    <a:lnTo>
                      <a:pt x="679096" y="641651"/>
                    </a:lnTo>
                    <a:lnTo>
                      <a:pt x="678461" y="639747"/>
                    </a:lnTo>
                    <a:lnTo>
                      <a:pt x="675288" y="639112"/>
                    </a:lnTo>
                    <a:lnTo>
                      <a:pt x="669576" y="636573"/>
                    </a:lnTo>
                    <a:lnTo>
                      <a:pt x="666403" y="636573"/>
                    </a:lnTo>
                    <a:lnTo>
                      <a:pt x="663864" y="637208"/>
                    </a:lnTo>
                    <a:lnTo>
                      <a:pt x="660056" y="639112"/>
                    </a:lnTo>
                    <a:lnTo>
                      <a:pt x="657517" y="639747"/>
                    </a:lnTo>
                    <a:lnTo>
                      <a:pt x="638477" y="639112"/>
                    </a:lnTo>
                    <a:lnTo>
                      <a:pt x="634669" y="641651"/>
                    </a:lnTo>
                    <a:lnTo>
                      <a:pt x="634669" y="639747"/>
                    </a:lnTo>
                    <a:lnTo>
                      <a:pt x="634034" y="638477"/>
                    </a:lnTo>
                    <a:lnTo>
                      <a:pt x="635304" y="635939"/>
                    </a:lnTo>
                    <a:lnTo>
                      <a:pt x="637208" y="634669"/>
                    </a:lnTo>
                    <a:lnTo>
                      <a:pt x="643554" y="633400"/>
                    </a:lnTo>
                    <a:lnTo>
                      <a:pt x="658786" y="632766"/>
                    </a:lnTo>
                    <a:lnTo>
                      <a:pt x="663864" y="631496"/>
                    </a:lnTo>
                    <a:lnTo>
                      <a:pt x="661960" y="629592"/>
                    </a:lnTo>
                    <a:lnTo>
                      <a:pt x="660691" y="627053"/>
                    </a:lnTo>
                    <a:lnTo>
                      <a:pt x="659421" y="624515"/>
                    </a:lnTo>
                    <a:lnTo>
                      <a:pt x="658786" y="621976"/>
                    </a:lnTo>
                    <a:lnTo>
                      <a:pt x="660056" y="621342"/>
                    </a:lnTo>
                    <a:lnTo>
                      <a:pt x="661960" y="624515"/>
                    </a:lnTo>
                    <a:lnTo>
                      <a:pt x="663864" y="625784"/>
                    </a:lnTo>
                    <a:lnTo>
                      <a:pt x="672750" y="631496"/>
                    </a:lnTo>
                    <a:lnTo>
                      <a:pt x="675288" y="631496"/>
                    </a:lnTo>
                    <a:lnTo>
                      <a:pt x="677827" y="630862"/>
                    </a:lnTo>
                    <a:lnTo>
                      <a:pt x="682270" y="630862"/>
                    </a:lnTo>
                    <a:lnTo>
                      <a:pt x="686078" y="632131"/>
                    </a:lnTo>
                    <a:lnTo>
                      <a:pt x="688616" y="634035"/>
                    </a:lnTo>
                    <a:lnTo>
                      <a:pt x="691154" y="635304"/>
                    </a:lnTo>
                    <a:lnTo>
                      <a:pt x="694963" y="635304"/>
                    </a:lnTo>
                    <a:lnTo>
                      <a:pt x="697501" y="633400"/>
                    </a:lnTo>
                    <a:lnTo>
                      <a:pt x="698771" y="629592"/>
                    </a:lnTo>
                    <a:lnTo>
                      <a:pt x="698771" y="625149"/>
                    </a:lnTo>
                    <a:lnTo>
                      <a:pt x="697501" y="621342"/>
                    </a:lnTo>
                    <a:lnTo>
                      <a:pt x="700674" y="622611"/>
                    </a:lnTo>
                    <a:lnTo>
                      <a:pt x="701944" y="625149"/>
                    </a:lnTo>
                    <a:lnTo>
                      <a:pt x="702579" y="627688"/>
                    </a:lnTo>
                    <a:lnTo>
                      <a:pt x="704483" y="630227"/>
                    </a:lnTo>
                    <a:lnTo>
                      <a:pt x="707656" y="632131"/>
                    </a:lnTo>
                    <a:lnTo>
                      <a:pt x="708925" y="631496"/>
                    </a:lnTo>
                    <a:lnTo>
                      <a:pt x="710195" y="629592"/>
                    </a:lnTo>
                    <a:lnTo>
                      <a:pt x="712733" y="628323"/>
                    </a:lnTo>
                    <a:lnTo>
                      <a:pt x="725427" y="614995"/>
                    </a:lnTo>
                    <a:lnTo>
                      <a:pt x="727331" y="613725"/>
                    </a:lnTo>
                    <a:lnTo>
                      <a:pt x="729235" y="611822"/>
                    </a:lnTo>
                    <a:lnTo>
                      <a:pt x="730504" y="609283"/>
                    </a:lnTo>
                    <a:lnTo>
                      <a:pt x="731139" y="606744"/>
                    </a:lnTo>
                    <a:lnTo>
                      <a:pt x="730504" y="606109"/>
                    </a:lnTo>
                    <a:lnTo>
                      <a:pt x="729235" y="606109"/>
                    </a:lnTo>
                    <a:lnTo>
                      <a:pt x="717811" y="599128"/>
                    </a:lnTo>
                    <a:lnTo>
                      <a:pt x="714638" y="596589"/>
                    </a:lnTo>
                    <a:lnTo>
                      <a:pt x="717811" y="595320"/>
                    </a:lnTo>
                    <a:lnTo>
                      <a:pt x="722253" y="597224"/>
                    </a:lnTo>
                    <a:lnTo>
                      <a:pt x="729870" y="602936"/>
                    </a:lnTo>
                    <a:lnTo>
                      <a:pt x="735581" y="606109"/>
                    </a:lnTo>
                    <a:lnTo>
                      <a:pt x="738120" y="604840"/>
                    </a:lnTo>
                    <a:lnTo>
                      <a:pt x="740659" y="601667"/>
                    </a:lnTo>
                    <a:lnTo>
                      <a:pt x="745101" y="599128"/>
                    </a:lnTo>
                    <a:lnTo>
                      <a:pt x="749544" y="597859"/>
                    </a:lnTo>
                    <a:lnTo>
                      <a:pt x="758430" y="592781"/>
                    </a:lnTo>
                    <a:lnTo>
                      <a:pt x="769219" y="588973"/>
                    </a:lnTo>
                    <a:lnTo>
                      <a:pt x="771123" y="586435"/>
                    </a:lnTo>
                    <a:lnTo>
                      <a:pt x="769219" y="583896"/>
                    </a:lnTo>
                    <a:lnTo>
                      <a:pt x="764141" y="581357"/>
                    </a:lnTo>
                    <a:lnTo>
                      <a:pt x="763507" y="580088"/>
                    </a:lnTo>
                    <a:lnTo>
                      <a:pt x="765411" y="578184"/>
                    </a:lnTo>
                    <a:lnTo>
                      <a:pt x="767950" y="578184"/>
                    </a:lnTo>
                    <a:lnTo>
                      <a:pt x="773027" y="578184"/>
                    </a:lnTo>
                    <a:lnTo>
                      <a:pt x="778105" y="576915"/>
                    </a:lnTo>
                    <a:lnTo>
                      <a:pt x="780008" y="575645"/>
                    </a:lnTo>
                    <a:lnTo>
                      <a:pt x="790798" y="564856"/>
                    </a:lnTo>
                    <a:lnTo>
                      <a:pt x="793337" y="559779"/>
                    </a:lnTo>
                    <a:lnTo>
                      <a:pt x="792702" y="552162"/>
                    </a:lnTo>
                    <a:lnTo>
                      <a:pt x="791433" y="552797"/>
                    </a:lnTo>
                    <a:lnTo>
                      <a:pt x="791433" y="554066"/>
                    </a:lnTo>
                    <a:lnTo>
                      <a:pt x="790798" y="554066"/>
                    </a:lnTo>
                    <a:lnTo>
                      <a:pt x="787625" y="552797"/>
                    </a:lnTo>
                    <a:lnTo>
                      <a:pt x="785720" y="550893"/>
                    </a:lnTo>
                    <a:lnTo>
                      <a:pt x="783817" y="549624"/>
                    </a:lnTo>
                    <a:lnTo>
                      <a:pt x="776200" y="549624"/>
                    </a:lnTo>
                    <a:lnTo>
                      <a:pt x="773027" y="547720"/>
                    </a:lnTo>
                    <a:lnTo>
                      <a:pt x="770488" y="544546"/>
                    </a:lnTo>
                    <a:lnTo>
                      <a:pt x="769219" y="541373"/>
                    </a:lnTo>
                    <a:lnTo>
                      <a:pt x="772392" y="543277"/>
                    </a:lnTo>
                    <a:lnTo>
                      <a:pt x="775566" y="544546"/>
                    </a:lnTo>
                    <a:lnTo>
                      <a:pt x="777470" y="543912"/>
                    </a:lnTo>
                    <a:lnTo>
                      <a:pt x="777470" y="540738"/>
                    </a:lnTo>
                    <a:lnTo>
                      <a:pt x="776200" y="536930"/>
                    </a:lnTo>
                    <a:lnTo>
                      <a:pt x="773027" y="531218"/>
                    </a:lnTo>
                    <a:lnTo>
                      <a:pt x="771758" y="528045"/>
                    </a:lnTo>
                    <a:lnTo>
                      <a:pt x="773027" y="527410"/>
                    </a:lnTo>
                    <a:lnTo>
                      <a:pt x="781278" y="531218"/>
                    </a:lnTo>
                    <a:lnTo>
                      <a:pt x="780643" y="530584"/>
                    </a:lnTo>
                    <a:lnTo>
                      <a:pt x="780643" y="528680"/>
                    </a:lnTo>
                    <a:lnTo>
                      <a:pt x="781278" y="526776"/>
                    </a:lnTo>
                    <a:lnTo>
                      <a:pt x="782547" y="526141"/>
                    </a:lnTo>
                    <a:lnTo>
                      <a:pt x="786990" y="528680"/>
                    </a:lnTo>
                    <a:lnTo>
                      <a:pt x="783182" y="535661"/>
                    </a:lnTo>
                    <a:lnTo>
                      <a:pt x="781912" y="540104"/>
                    </a:lnTo>
                    <a:lnTo>
                      <a:pt x="783817" y="541373"/>
                    </a:lnTo>
                    <a:lnTo>
                      <a:pt x="787625" y="542008"/>
                    </a:lnTo>
                    <a:lnTo>
                      <a:pt x="790163" y="544546"/>
                    </a:lnTo>
                    <a:lnTo>
                      <a:pt x="792702" y="547085"/>
                    </a:lnTo>
                    <a:lnTo>
                      <a:pt x="795240" y="547720"/>
                    </a:lnTo>
                    <a:lnTo>
                      <a:pt x="799684" y="545816"/>
                    </a:lnTo>
                    <a:lnTo>
                      <a:pt x="805395" y="542008"/>
                    </a:lnTo>
                    <a:lnTo>
                      <a:pt x="815550" y="533122"/>
                    </a:lnTo>
                    <a:lnTo>
                      <a:pt x="818088" y="528045"/>
                    </a:lnTo>
                    <a:lnTo>
                      <a:pt x="820627" y="521698"/>
                    </a:lnTo>
                    <a:lnTo>
                      <a:pt x="823801" y="515986"/>
                    </a:lnTo>
                    <a:lnTo>
                      <a:pt x="828878" y="512813"/>
                    </a:lnTo>
                    <a:lnTo>
                      <a:pt x="829513" y="512178"/>
                    </a:lnTo>
                    <a:lnTo>
                      <a:pt x="830147" y="510274"/>
                    </a:lnTo>
                    <a:lnTo>
                      <a:pt x="830782" y="508370"/>
                    </a:lnTo>
                    <a:lnTo>
                      <a:pt x="832052" y="507101"/>
                    </a:lnTo>
                    <a:lnTo>
                      <a:pt x="833955" y="506466"/>
                    </a:lnTo>
                    <a:lnTo>
                      <a:pt x="842841" y="498850"/>
                    </a:lnTo>
                    <a:lnTo>
                      <a:pt x="844110" y="496312"/>
                    </a:lnTo>
                    <a:lnTo>
                      <a:pt x="844745" y="492503"/>
                    </a:lnTo>
                    <a:lnTo>
                      <a:pt x="842841" y="493138"/>
                    </a:lnTo>
                    <a:lnTo>
                      <a:pt x="840937" y="494408"/>
                    </a:lnTo>
                    <a:lnTo>
                      <a:pt x="839667" y="496312"/>
                    </a:lnTo>
                    <a:lnTo>
                      <a:pt x="839033" y="498850"/>
                    </a:lnTo>
                    <a:lnTo>
                      <a:pt x="835859" y="495042"/>
                    </a:lnTo>
                    <a:lnTo>
                      <a:pt x="833955" y="492503"/>
                    </a:lnTo>
                    <a:lnTo>
                      <a:pt x="833955" y="489330"/>
                    </a:lnTo>
                    <a:lnTo>
                      <a:pt x="837128" y="477272"/>
                    </a:lnTo>
                    <a:lnTo>
                      <a:pt x="839033" y="473463"/>
                    </a:lnTo>
                    <a:lnTo>
                      <a:pt x="841572" y="471559"/>
                    </a:lnTo>
                    <a:lnTo>
                      <a:pt x="847284" y="465848"/>
                    </a:lnTo>
                    <a:lnTo>
                      <a:pt x="851092" y="463943"/>
                    </a:lnTo>
                    <a:lnTo>
                      <a:pt x="853630" y="466482"/>
                    </a:lnTo>
                    <a:lnTo>
                      <a:pt x="854265" y="468386"/>
                    </a:lnTo>
                    <a:lnTo>
                      <a:pt x="858073" y="472829"/>
                    </a:lnTo>
                    <a:lnTo>
                      <a:pt x="859342" y="475368"/>
                    </a:lnTo>
                    <a:lnTo>
                      <a:pt x="861881" y="472829"/>
                    </a:lnTo>
                    <a:lnTo>
                      <a:pt x="865689" y="470290"/>
                    </a:lnTo>
                    <a:lnTo>
                      <a:pt x="870132" y="468386"/>
                    </a:lnTo>
                    <a:lnTo>
                      <a:pt x="874574" y="467117"/>
                    </a:lnTo>
                    <a:lnTo>
                      <a:pt x="879652" y="464578"/>
                    </a:lnTo>
                    <a:lnTo>
                      <a:pt x="880286" y="461405"/>
                    </a:lnTo>
                    <a:lnTo>
                      <a:pt x="879652" y="457597"/>
                    </a:lnTo>
                    <a:lnTo>
                      <a:pt x="880286" y="453154"/>
                    </a:lnTo>
                    <a:lnTo>
                      <a:pt x="883460" y="448711"/>
                    </a:lnTo>
                    <a:lnTo>
                      <a:pt x="891711" y="442999"/>
                    </a:lnTo>
                    <a:lnTo>
                      <a:pt x="894249" y="439191"/>
                    </a:lnTo>
                    <a:lnTo>
                      <a:pt x="893614" y="434114"/>
                    </a:lnTo>
                    <a:lnTo>
                      <a:pt x="889806" y="432845"/>
                    </a:lnTo>
                    <a:lnTo>
                      <a:pt x="884729" y="432845"/>
                    </a:lnTo>
                    <a:lnTo>
                      <a:pt x="882191" y="429671"/>
                    </a:lnTo>
                    <a:lnTo>
                      <a:pt x="886633" y="429036"/>
                    </a:lnTo>
                    <a:lnTo>
                      <a:pt x="891711" y="429671"/>
                    </a:lnTo>
                    <a:lnTo>
                      <a:pt x="895518" y="431575"/>
                    </a:lnTo>
                    <a:lnTo>
                      <a:pt x="898057" y="435383"/>
                    </a:lnTo>
                    <a:lnTo>
                      <a:pt x="899326" y="434749"/>
                    </a:lnTo>
                    <a:lnTo>
                      <a:pt x="899961" y="434114"/>
                    </a:lnTo>
                    <a:lnTo>
                      <a:pt x="900595" y="432845"/>
                    </a:lnTo>
                    <a:lnTo>
                      <a:pt x="901231" y="431575"/>
                    </a:lnTo>
                    <a:lnTo>
                      <a:pt x="898692" y="429671"/>
                    </a:lnTo>
                    <a:lnTo>
                      <a:pt x="896787" y="427132"/>
                    </a:lnTo>
                    <a:lnTo>
                      <a:pt x="896787" y="424594"/>
                    </a:lnTo>
                    <a:lnTo>
                      <a:pt x="899326" y="423325"/>
                    </a:lnTo>
                    <a:lnTo>
                      <a:pt x="901231" y="423959"/>
                    </a:lnTo>
                    <a:lnTo>
                      <a:pt x="903769" y="427767"/>
                    </a:lnTo>
                    <a:lnTo>
                      <a:pt x="905673" y="429036"/>
                    </a:lnTo>
                    <a:lnTo>
                      <a:pt x="906308" y="424594"/>
                    </a:lnTo>
                    <a:lnTo>
                      <a:pt x="908212" y="422055"/>
                    </a:lnTo>
                    <a:lnTo>
                      <a:pt x="910751" y="419516"/>
                    </a:lnTo>
                    <a:lnTo>
                      <a:pt x="913289" y="416978"/>
                    </a:lnTo>
                    <a:lnTo>
                      <a:pt x="910115" y="416343"/>
                    </a:lnTo>
                    <a:lnTo>
                      <a:pt x="908846" y="415074"/>
                    </a:lnTo>
                    <a:lnTo>
                      <a:pt x="906308" y="411266"/>
                    </a:lnTo>
                    <a:lnTo>
                      <a:pt x="905039" y="408727"/>
                    </a:lnTo>
                    <a:lnTo>
                      <a:pt x="905039" y="406188"/>
                    </a:lnTo>
                    <a:lnTo>
                      <a:pt x="904404" y="404285"/>
                    </a:lnTo>
                    <a:lnTo>
                      <a:pt x="896787" y="403650"/>
                    </a:lnTo>
                    <a:lnTo>
                      <a:pt x="891711" y="401746"/>
                    </a:lnTo>
                    <a:lnTo>
                      <a:pt x="886633" y="398572"/>
                    </a:lnTo>
                    <a:lnTo>
                      <a:pt x="884094" y="394130"/>
                    </a:lnTo>
                    <a:lnTo>
                      <a:pt x="883460" y="389052"/>
                    </a:lnTo>
                    <a:lnTo>
                      <a:pt x="884094" y="383341"/>
                    </a:lnTo>
                    <a:lnTo>
                      <a:pt x="885364" y="378263"/>
                    </a:lnTo>
                    <a:lnTo>
                      <a:pt x="892345" y="363666"/>
                    </a:lnTo>
                    <a:lnTo>
                      <a:pt x="895518" y="359223"/>
                    </a:lnTo>
                    <a:lnTo>
                      <a:pt x="899961" y="356049"/>
                    </a:lnTo>
                    <a:lnTo>
                      <a:pt x="899961" y="357319"/>
                    </a:lnTo>
                    <a:lnTo>
                      <a:pt x="898057" y="359858"/>
                    </a:lnTo>
                    <a:lnTo>
                      <a:pt x="892345" y="370012"/>
                    </a:lnTo>
                    <a:lnTo>
                      <a:pt x="889172" y="382706"/>
                    </a:lnTo>
                    <a:lnTo>
                      <a:pt x="888537" y="388418"/>
                    </a:lnTo>
                    <a:lnTo>
                      <a:pt x="889806" y="390956"/>
                    </a:lnTo>
                    <a:lnTo>
                      <a:pt x="898057" y="389687"/>
                    </a:lnTo>
                    <a:lnTo>
                      <a:pt x="901231" y="390322"/>
                    </a:lnTo>
                    <a:lnTo>
                      <a:pt x="903769" y="393495"/>
                    </a:lnTo>
                    <a:lnTo>
                      <a:pt x="905673" y="397938"/>
                    </a:lnTo>
                    <a:lnTo>
                      <a:pt x="907577" y="406823"/>
                    </a:lnTo>
                    <a:lnTo>
                      <a:pt x="910115" y="409996"/>
                    </a:lnTo>
                    <a:lnTo>
                      <a:pt x="911385" y="409996"/>
                    </a:lnTo>
                    <a:lnTo>
                      <a:pt x="910115" y="404285"/>
                    </a:lnTo>
                    <a:lnTo>
                      <a:pt x="910115" y="374455"/>
                    </a:lnTo>
                    <a:lnTo>
                      <a:pt x="911385" y="371282"/>
                    </a:lnTo>
                    <a:lnTo>
                      <a:pt x="909481" y="370012"/>
                    </a:lnTo>
                    <a:lnTo>
                      <a:pt x="912020" y="358588"/>
                    </a:lnTo>
                    <a:lnTo>
                      <a:pt x="927252" y="326220"/>
                    </a:lnTo>
                    <a:lnTo>
                      <a:pt x="941214" y="295756"/>
                    </a:lnTo>
                    <a:lnTo>
                      <a:pt x="952639" y="277985"/>
                    </a:lnTo>
                    <a:lnTo>
                      <a:pt x="970409" y="255772"/>
                    </a:lnTo>
                    <a:lnTo>
                      <a:pt x="989449" y="238001"/>
                    </a:lnTo>
                    <a:lnTo>
                      <a:pt x="997700" y="232924"/>
                    </a:lnTo>
                    <a:lnTo>
                      <a:pt x="1005951" y="230385"/>
                    </a:lnTo>
                    <a:lnTo>
                      <a:pt x="1012298" y="223404"/>
                    </a:lnTo>
                    <a:close/>
                  </a:path>
                </a:pathLst>
              </a:custGeom>
              <a:solidFill>
                <a:srgbClr val="015F87"/>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26" name="Google Shape;426;p51"/>
              <p:cNvSpPr/>
              <p:nvPr/>
            </p:nvSpPr>
            <p:spPr>
              <a:xfrm>
                <a:off x="8274935" y="2770704"/>
                <a:ext cx="99828" cy="156213"/>
              </a:xfrm>
              <a:custGeom>
                <a:avLst/>
                <a:gdLst/>
                <a:ahLst/>
                <a:cxnLst/>
                <a:rect l="l" t="t" r="r" b="b"/>
                <a:pathLst>
                  <a:path w="137088" h="214518" extrusionOk="0">
                    <a:moveTo>
                      <a:pt x="95200" y="205633"/>
                    </a:moveTo>
                    <a:lnTo>
                      <a:pt x="93296" y="203729"/>
                    </a:lnTo>
                    <a:lnTo>
                      <a:pt x="92662" y="199921"/>
                    </a:lnTo>
                    <a:lnTo>
                      <a:pt x="92027" y="197382"/>
                    </a:lnTo>
                    <a:lnTo>
                      <a:pt x="91393" y="196113"/>
                    </a:lnTo>
                    <a:lnTo>
                      <a:pt x="90123" y="195478"/>
                    </a:lnTo>
                    <a:lnTo>
                      <a:pt x="88219" y="196113"/>
                    </a:lnTo>
                    <a:lnTo>
                      <a:pt x="89488" y="199286"/>
                    </a:lnTo>
                    <a:lnTo>
                      <a:pt x="89488" y="201825"/>
                    </a:lnTo>
                    <a:lnTo>
                      <a:pt x="88219" y="203729"/>
                    </a:lnTo>
                    <a:lnTo>
                      <a:pt x="85680" y="204998"/>
                    </a:lnTo>
                    <a:lnTo>
                      <a:pt x="85046" y="206902"/>
                    </a:lnTo>
                    <a:lnTo>
                      <a:pt x="85046" y="210710"/>
                    </a:lnTo>
                    <a:lnTo>
                      <a:pt x="86949" y="213884"/>
                    </a:lnTo>
                    <a:lnTo>
                      <a:pt x="90123" y="214518"/>
                    </a:lnTo>
                    <a:lnTo>
                      <a:pt x="95200" y="211980"/>
                    </a:lnTo>
                    <a:lnTo>
                      <a:pt x="97739" y="210076"/>
                    </a:lnTo>
                    <a:lnTo>
                      <a:pt x="99008" y="208172"/>
                    </a:lnTo>
                    <a:lnTo>
                      <a:pt x="98374" y="206268"/>
                    </a:lnTo>
                    <a:lnTo>
                      <a:pt x="95200" y="205633"/>
                    </a:lnTo>
                    <a:close/>
                    <a:moveTo>
                      <a:pt x="110433" y="112336"/>
                    </a:moveTo>
                    <a:lnTo>
                      <a:pt x="109163" y="107259"/>
                    </a:lnTo>
                    <a:lnTo>
                      <a:pt x="108528" y="105355"/>
                    </a:lnTo>
                    <a:lnTo>
                      <a:pt x="107894" y="104086"/>
                    </a:lnTo>
                    <a:lnTo>
                      <a:pt x="106624" y="103451"/>
                    </a:lnTo>
                    <a:lnTo>
                      <a:pt x="104720" y="103451"/>
                    </a:lnTo>
                    <a:lnTo>
                      <a:pt x="104086" y="112336"/>
                    </a:lnTo>
                    <a:lnTo>
                      <a:pt x="104720" y="116145"/>
                    </a:lnTo>
                    <a:lnTo>
                      <a:pt x="107259" y="118049"/>
                    </a:lnTo>
                    <a:lnTo>
                      <a:pt x="106624" y="119318"/>
                    </a:lnTo>
                    <a:lnTo>
                      <a:pt x="106624" y="119952"/>
                    </a:lnTo>
                    <a:lnTo>
                      <a:pt x="105989" y="120587"/>
                    </a:lnTo>
                    <a:lnTo>
                      <a:pt x="105355" y="121222"/>
                    </a:lnTo>
                    <a:lnTo>
                      <a:pt x="106624" y="123761"/>
                    </a:lnTo>
                    <a:lnTo>
                      <a:pt x="107259" y="129473"/>
                    </a:lnTo>
                    <a:lnTo>
                      <a:pt x="107894" y="130742"/>
                    </a:lnTo>
                    <a:lnTo>
                      <a:pt x="108528" y="130107"/>
                    </a:lnTo>
                    <a:lnTo>
                      <a:pt x="109797" y="128203"/>
                    </a:lnTo>
                    <a:lnTo>
                      <a:pt x="111067" y="126299"/>
                    </a:lnTo>
                    <a:lnTo>
                      <a:pt x="111702" y="125030"/>
                    </a:lnTo>
                    <a:lnTo>
                      <a:pt x="111702" y="121222"/>
                    </a:lnTo>
                    <a:lnTo>
                      <a:pt x="111702" y="116779"/>
                    </a:lnTo>
                    <a:lnTo>
                      <a:pt x="110433" y="112336"/>
                    </a:lnTo>
                    <a:close/>
                    <a:moveTo>
                      <a:pt x="135184" y="114875"/>
                    </a:moveTo>
                    <a:lnTo>
                      <a:pt x="134550" y="112336"/>
                    </a:lnTo>
                    <a:lnTo>
                      <a:pt x="134550" y="109798"/>
                    </a:lnTo>
                    <a:lnTo>
                      <a:pt x="133915" y="106624"/>
                    </a:lnTo>
                    <a:lnTo>
                      <a:pt x="129473" y="88854"/>
                    </a:lnTo>
                    <a:lnTo>
                      <a:pt x="129473" y="79968"/>
                    </a:lnTo>
                    <a:lnTo>
                      <a:pt x="128203" y="74891"/>
                    </a:lnTo>
                    <a:lnTo>
                      <a:pt x="126299" y="77430"/>
                    </a:lnTo>
                    <a:lnTo>
                      <a:pt x="122491" y="81238"/>
                    </a:lnTo>
                    <a:lnTo>
                      <a:pt x="121222" y="83776"/>
                    </a:lnTo>
                    <a:lnTo>
                      <a:pt x="120587" y="86950"/>
                    </a:lnTo>
                    <a:lnTo>
                      <a:pt x="121222" y="93931"/>
                    </a:lnTo>
                    <a:lnTo>
                      <a:pt x="120587" y="97104"/>
                    </a:lnTo>
                    <a:lnTo>
                      <a:pt x="119953" y="98374"/>
                    </a:lnTo>
                    <a:lnTo>
                      <a:pt x="117414" y="100912"/>
                    </a:lnTo>
                    <a:lnTo>
                      <a:pt x="116779" y="102182"/>
                    </a:lnTo>
                    <a:lnTo>
                      <a:pt x="118048" y="105355"/>
                    </a:lnTo>
                    <a:lnTo>
                      <a:pt x="118048" y="107259"/>
                    </a:lnTo>
                    <a:lnTo>
                      <a:pt x="118048" y="108529"/>
                    </a:lnTo>
                    <a:lnTo>
                      <a:pt x="116779" y="111702"/>
                    </a:lnTo>
                    <a:lnTo>
                      <a:pt x="116779" y="114241"/>
                    </a:lnTo>
                    <a:lnTo>
                      <a:pt x="118048" y="116779"/>
                    </a:lnTo>
                    <a:lnTo>
                      <a:pt x="121222" y="119318"/>
                    </a:lnTo>
                    <a:lnTo>
                      <a:pt x="119953" y="121857"/>
                    </a:lnTo>
                    <a:lnTo>
                      <a:pt x="114875" y="125665"/>
                    </a:lnTo>
                    <a:lnTo>
                      <a:pt x="114241" y="127569"/>
                    </a:lnTo>
                    <a:lnTo>
                      <a:pt x="115510" y="130742"/>
                    </a:lnTo>
                    <a:lnTo>
                      <a:pt x="117414" y="131377"/>
                    </a:lnTo>
                    <a:lnTo>
                      <a:pt x="119317" y="130107"/>
                    </a:lnTo>
                    <a:lnTo>
                      <a:pt x="121222" y="126934"/>
                    </a:lnTo>
                    <a:lnTo>
                      <a:pt x="125030" y="126299"/>
                    </a:lnTo>
                    <a:lnTo>
                      <a:pt x="127568" y="121857"/>
                    </a:lnTo>
                    <a:lnTo>
                      <a:pt x="130742" y="117414"/>
                    </a:lnTo>
                    <a:lnTo>
                      <a:pt x="137088" y="117414"/>
                    </a:lnTo>
                    <a:lnTo>
                      <a:pt x="135184" y="114875"/>
                    </a:lnTo>
                    <a:close/>
                    <a:moveTo>
                      <a:pt x="119317" y="76795"/>
                    </a:moveTo>
                    <a:lnTo>
                      <a:pt x="122491" y="72352"/>
                    </a:lnTo>
                    <a:lnTo>
                      <a:pt x="123126" y="71718"/>
                    </a:lnTo>
                    <a:lnTo>
                      <a:pt x="123126" y="71083"/>
                    </a:lnTo>
                    <a:lnTo>
                      <a:pt x="122491" y="67910"/>
                    </a:lnTo>
                    <a:lnTo>
                      <a:pt x="121856" y="66006"/>
                    </a:lnTo>
                    <a:lnTo>
                      <a:pt x="121856" y="65371"/>
                    </a:lnTo>
                    <a:lnTo>
                      <a:pt x="113606" y="57120"/>
                    </a:lnTo>
                    <a:lnTo>
                      <a:pt x="109797" y="55216"/>
                    </a:lnTo>
                    <a:lnTo>
                      <a:pt x="107894" y="55216"/>
                    </a:lnTo>
                    <a:lnTo>
                      <a:pt x="105355" y="54582"/>
                    </a:lnTo>
                    <a:lnTo>
                      <a:pt x="101547" y="53312"/>
                    </a:lnTo>
                    <a:lnTo>
                      <a:pt x="99008" y="50774"/>
                    </a:lnTo>
                    <a:lnTo>
                      <a:pt x="97104" y="49504"/>
                    </a:lnTo>
                    <a:lnTo>
                      <a:pt x="96469" y="48235"/>
                    </a:lnTo>
                    <a:lnTo>
                      <a:pt x="95835" y="46966"/>
                    </a:lnTo>
                    <a:lnTo>
                      <a:pt x="94566" y="38715"/>
                    </a:lnTo>
                    <a:lnTo>
                      <a:pt x="93931" y="36176"/>
                    </a:lnTo>
                    <a:lnTo>
                      <a:pt x="93296" y="34907"/>
                    </a:lnTo>
                    <a:lnTo>
                      <a:pt x="93296" y="33003"/>
                    </a:lnTo>
                    <a:lnTo>
                      <a:pt x="93296" y="31733"/>
                    </a:lnTo>
                    <a:lnTo>
                      <a:pt x="92662" y="29829"/>
                    </a:lnTo>
                    <a:lnTo>
                      <a:pt x="91393" y="27291"/>
                    </a:lnTo>
                    <a:lnTo>
                      <a:pt x="90757" y="26656"/>
                    </a:lnTo>
                    <a:lnTo>
                      <a:pt x="89488" y="26656"/>
                    </a:lnTo>
                    <a:lnTo>
                      <a:pt x="85680" y="27925"/>
                    </a:lnTo>
                    <a:lnTo>
                      <a:pt x="84411" y="27925"/>
                    </a:lnTo>
                    <a:lnTo>
                      <a:pt x="83776" y="26656"/>
                    </a:lnTo>
                    <a:lnTo>
                      <a:pt x="83142" y="25387"/>
                    </a:lnTo>
                    <a:lnTo>
                      <a:pt x="78699" y="10789"/>
                    </a:lnTo>
                    <a:lnTo>
                      <a:pt x="76160" y="3173"/>
                    </a:lnTo>
                    <a:lnTo>
                      <a:pt x="75526" y="0"/>
                    </a:lnTo>
                    <a:lnTo>
                      <a:pt x="66006" y="2539"/>
                    </a:lnTo>
                    <a:lnTo>
                      <a:pt x="49504" y="6981"/>
                    </a:lnTo>
                    <a:lnTo>
                      <a:pt x="33003" y="11424"/>
                    </a:lnTo>
                    <a:lnTo>
                      <a:pt x="16501" y="16501"/>
                    </a:lnTo>
                    <a:lnTo>
                      <a:pt x="0" y="20944"/>
                    </a:lnTo>
                    <a:lnTo>
                      <a:pt x="3808" y="34272"/>
                    </a:lnTo>
                    <a:lnTo>
                      <a:pt x="7616" y="48235"/>
                    </a:lnTo>
                    <a:lnTo>
                      <a:pt x="11424" y="62198"/>
                    </a:lnTo>
                    <a:lnTo>
                      <a:pt x="15232" y="76160"/>
                    </a:lnTo>
                    <a:lnTo>
                      <a:pt x="19040" y="90123"/>
                    </a:lnTo>
                    <a:lnTo>
                      <a:pt x="22848" y="103451"/>
                    </a:lnTo>
                    <a:lnTo>
                      <a:pt x="26656" y="117414"/>
                    </a:lnTo>
                    <a:lnTo>
                      <a:pt x="30464" y="131377"/>
                    </a:lnTo>
                    <a:lnTo>
                      <a:pt x="32368" y="138358"/>
                    </a:lnTo>
                    <a:lnTo>
                      <a:pt x="34272" y="148513"/>
                    </a:lnTo>
                    <a:lnTo>
                      <a:pt x="36810" y="163110"/>
                    </a:lnTo>
                    <a:lnTo>
                      <a:pt x="34272" y="164379"/>
                    </a:lnTo>
                    <a:lnTo>
                      <a:pt x="33637" y="166283"/>
                    </a:lnTo>
                    <a:lnTo>
                      <a:pt x="33003" y="170091"/>
                    </a:lnTo>
                    <a:lnTo>
                      <a:pt x="34272" y="182785"/>
                    </a:lnTo>
                    <a:lnTo>
                      <a:pt x="34272" y="187862"/>
                    </a:lnTo>
                    <a:lnTo>
                      <a:pt x="50139" y="180881"/>
                    </a:lnTo>
                    <a:lnTo>
                      <a:pt x="78064" y="161841"/>
                    </a:lnTo>
                    <a:lnTo>
                      <a:pt x="86315" y="159302"/>
                    </a:lnTo>
                    <a:lnTo>
                      <a:pt x="88854" y="159302"/>
                    </a:lnTo>
                    <a:lnTo>
                      <a:pt x="93931" y="159937"/>
                    </a:lnTo>
                    <a:lnTo>
                      <a:pt x="95835" y="159937"/>
                    </a:lnTo>
                    <a:lnTo>
                      <a:pt x="97104" y="158033"/>
                    </a:lnTo>
                    <a:lnTo>
                      <a:pt x="97739" y="155494"/>
                    </a:lnTo>
                    <a:lnTo>
                      <a:pt x="97739" y="152955"/>
                    </a:lnTo>
                    <a:lnTo>
                      <a:pt x="98374" y="151686"/>
                    </a:lnTo>
                    <a:lnTo>
                      <a:pt x="103451" y="131377"/>
                    </a:lnTo>
                    <a:lnTo>
                      <a:pt x="102816" y="126934"/>
                    </a:lnTo>
                    <a:lnTo>
                      <a:pt x="99008" y="114241"/>
                    </a:lnTo>
                    <a:lnTo>
                      <a:pt x="97104" y="111067"/>
                    </a:lnTo>
                    <a:lnTo>
                      <a:pt x="93296" y="106624"/>
                    </a:lnTo>
                    <a:lnTo>
                      <a:pt x="93296" y="104086"/>
                    </a:lnTo>
                    <a:lnTo>
                      <a:pt x="95200" y="100912"/>
                    </a:lnTo>
                    <a:lnTo>
                      <a:pt x="95835" y="95835"/>
                    </a:lnTo>
                    <a:lnTo>
                      <a:pt x="95200" y="90758"/>
                    </a:lnTo>
                    <a:lnTo>
                      <a:pt x="93296" y="86315"/>
                    </a:lnTo>
                    <a:lnTo>
                      <a:pt x="90757" y="83142"/>
                    </a:lnTo>
                    <a:lnTo>
                      <a:pt x="85680" y="82507"/>
                    </a:lnTo>
                    <a:lnTo>
                      <a:pt x="86315" y="80603"/>
                    </a:lnTo>
                    <a:lnTo>
                      <a:pt x="88219" y="78064"/>
                    </a:lnTo>
                    <a:lnTo>
                      <a:pt x="90123" y="76795"/>
                    </a:lnTo>
                    <a:lnTo>
                      <a:pt x="92662" y="76160"/>
                    </a:lnTo>
                    <a:lnTo>
                      <a:pt x="94566" y="76795"/>
                    </a:lnTo>
                    <a:lnTo>
                      <a:pt x="96469" y="78064"/>
                    </a:lnTo>
                    <a:lnTo>
                      <a:pt x="98374" y="79968"/>
                    </a:lnTo>
                    <a:lnTo>
                      <a:pt x="98374" y="77430"/>
                    </a:lnTo>
                    <a:lnTo>
                      <a:pt x="99643" y="72352"/>
                    </a:lnTo>
                    <a:lnTo>
                      <a:pt x="99643" y="70448"/>
                    </a:lnTo>
                    <a:lnTo>
                      <a:pt x="98374" y="67910"/>
                    </a:lnTo>
                    <a:lnTo>
                      <a:pt x="96469" y="66640"/>
                    </a:lnTo>
                    <a:lnTo>
                      <a:pt x="94566" y="66006"/>
                    </a:lnTo>
                    <a:lnTo>
                      <a:pt x="92662" y="64736"/>
                    </a:lnTo>
                    <a:lnTo>
                      <a:pt x="90757" y="60928"/>
                    </a:lnTo>
                    <a:lnTo>
                      <a:pt x="88854" y="55216"/>
                    </a:lnTo>
                    <a:lnTo>
                      <a:pt x="87584" y="50139"/>
                    </a:lnTo>
                    <a:lnTo>
                      <a:pt x="87584" y="46966"/>
                    </a:lnTo>
                    <a:lnTo>
                      <a:pt x="90757" y="49504"/>
                    </a:lnTo>
                    <a:lnTo>
                      <a:pt x="93296" y="52043"/>
                    </a:lnTo>
                    <a:lnTo>
                      <a:pt x="95200" y="55216"/>
                    </a:lnTo>
                    <a:lnTo>
                      <a:pt x="96469" y="59024"/>
                    </a:lnTo>
                    <a:lnTo>
                      <a:pt x="99008" y="62198"/>
                    </a:lnTo>
                    <a:lnTo>
                      <a:pt x="103451" y="64102"/>
                    </a:lnTo>
                    <a:lnTo>
                      <a:pt x="107259" y="65371"/>
                    </a:lnTo>
                    <a:lnTo>
                      <a:pt x="109163" y="65371"/>
                    </a:lnTo>
                    <a:lnTo>
                      <a:pt x="109163" y="63467"/>
                    </a:lnTo>
                    <a:lnTo>
                      <a:pt x="108528" y="58390"/>
                    </a:lnTo>
                    <a:lnTo>
                      <a:pt x="109163" y="57120"/>
                    </a:lnTo>
                    <a:lnTo>
                      <a:pt x="111067" y="57120"/>
                    </a:lnTo>
                    <a:lnTo>
                      <a:pt x="112336" y="57755"/>
                    </a:lnTo>
                    <a:lnTo>
                      <a:pt x="112971" y="59659"/>
                    </a:lnTo>
                    <a:lnTo>
                      <a:pt x="111702" y="65371"/>
                    </a:lnTo>
                    <a:lnTo>
                      <a:pt x="111702" y="69814"/>
                    </a:lnTo>
                    <a:lnTo>
                      <a:pt x="111702" y="74256"/>
                    </a:lnTo>
                    <a:lnTo>
                      <a:pt x="112336" y="77430"/>
                    </a:lnTo>
                    <a:lnTo>
                      <a:pt x="114241" y="79968"/>
                    </a:lnTo>
                    <a:lnTo>
                      <a:pt x="117414" y="79334"/>
                    </a:lnTo>
                    <a:lnTo>
                      <a:pt x="119317" y="76795"/>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27" name="Google Shape;427;p51"/>
              <p:cNvSpPr/>
              <p:nvPr/>
            </p:nvSpPr>
            <p:spPr>
              <a:xfrm>
                <a:off x="7099178" y="2903808"/>
                <a:ext cx="857784" cy="543972"/>
              </a:xfrm>
              <a:custGeom>
                <a:avLst/>
                <a:gdLst/>
                <a:ahLst/>
                <a:cxnLst/>
                <a:rect l="l" t="t" r="r" b="b"/>
                <a:pathLst>
                  <a:path w="1177946" h="747005" extrusionOk="0">
                    <a:moveTo>
                      <a:pt x="1168426" y="405554"/>
                    </a:moveTo>
                    <a:lnTo>
                      <a:pt x="1157003" y="399207"/>
                    </a:lnTo>
                    <a:lnTo>
                      <a:pt x="1149386" y="393495"/>
                    </a:lnTo>
                    <a:lnTo>
                      <a:pt x="1140501" y="385879"/>
                    </a:lnTo>
                    <a:lnTo>
                      <a:pt x="1139866" y="384610"/>
                    </a:lnTo>
                    <a:lnTo>
                      <a:pt x="1137327" y="382706"/>
                    </a:lnTo>
                    <a:lnTo>
                      <a:pt x="1125904" y="376359"/>
                    </a:lnTo>
                    <a:lnTo>
                      <a:pt x="1120826" y="368108"/>
                    </a:lnTo>
                    <a:lnTo>
                      <a:pt x="1117653" y="364300"/>
                    </a:lnTo>
                    <a:lnTo>
                      <a:pt x="1110672" y="368743"/>
                    </a:lnTo>
                    <a:lnTo>
                      <a:pt x="1106229" y="366839"/>
                    </a:lnTo>
                    <a:lnTo>
                      <a:pt x="1101152" y="363031"/>
                    </a:lnTo>
                    <a:lnTo>
                      <a:pt x="1098613" y="358588"/>
                    </a:lnTo>
                    <a:lnTo>
                      <a:pt x="1092901" y="340183"/>
                    </a:lnTo>
                    <a:lnTo>
                      <a:pt x="1087824" y="335105"/>
                    </a:lnTo>
                    <a:lnTo>
                      <a:pt x="1077669" y="333836"/>
                    </a:lnTo>
                    <a:lnTo>
                      <a:pt x="1072591" y="336375"/>
                    </a:lnTo>
                    <a:lnTo>
                      <a:pt x="1070053" y="335740"/>
                    </a:lnTo>
                    <a:lnTo>
                      <a:pt x="1066879" y="329394"/>
                    </a:lnTo>
                    <a:lnTo>
                      <a:pt x="1065610" y="327489"/>
                    </a:lnTo>
                    <a:lnTo>
                      <a:pt x="1064340" y="324316"/>
                    </a:lnTo>
                    <a:lnTo>
                      <a:pt x="1064976" y="321777"/>
                    </a:lnTo>
                    <a:lnTo>
                      <a:pt x="1062437" y="314796"/>
                    </a:lnTo>
                    <a:lnTo>
                      <a:pt x="1062437" y="312257"/>
                    </a:lnTo>
                    <a:lnTo>
                      <a:pt x="1062437" y="310353"/>
                    </a:lnTo>
                    <a:lnTo>
                      <a:pt x="1061167" y="307815"/>
                    </a:lnTo>
                    <a:lnTo>
                      <a:pt x="1059898" y="305276"/>
                    </a:lnTo>
                    <a:lnTo>
                      <a:pt x="1059898" y="301468"/>
                    </a:lnTo>
                    <a:lnTo>
                      <a:pt x="1060533" y="294487"/>
                    </a:lnTo>
                    <a:lnTo>
                      <a:pt x="1059898" y="294487"/>
                    </a:lnTo>
                    <a:lnTo>
                      <a:pt x="1059264" y="292583"/>
                    </a:lnTo>
                    <a:lnTo>
                      <a:pt x="1058629" y="290679"/>
                    </a:lnTo>
                    <a:lnTo>
                      <a:pt x="1059264" y="289409"/>
                    </a:lnTo>
                    <a:lnTo>
                      <a:pt x="1059898" y="288775"/>
                    </a:lnTo>
                    <a:lnTo>
                      <a:pt x="1061167" y="286236"/>
                    </a:lnTo>
                    <a:lnTo>
                      <a:pt x="1061802" y="281793"/>
                    </a:lnTo>
                    <a:lnTo>
                      <a:pt x="1065610" y="283063"/>
                    </a:lnTo>
                    <a:lnTo>
                      <a:pt x="1069418" y="281793"/>
                    </a:lnTo>
                    <a:lnTo>
                      <a:pt x="1071957" y="278620"/>
                    </a:lnTo>
                    <a:lnTo>
                      <a:pt x="1071957" y="273542"/>
                    </a:lnTo>
                    <a:lnTo>
                      <a:pt x="1071957" y="267830"/>
                    </a:lnTo>
                    <a:lnTo>
                      <a:pt x="1073860" y="264657"/>
                    </a:lnTo>
                    <a:lnTo>
                      <a:pt x="1075765" y="262119"/>
                    </a:lnTo>
                    <a:lnTo>
                      <a:pt x="1077034" y="257676"/>
                    </a:lnTo>
                    <a:lnTo>
                      <a:pt x="1075130" y="253233"/>
                    </a:lnTo>
                    <a:lnTo>
                      <a:pt x="1071322" y="250060"/>
                    </a:lnTo>
                    <a:lnTo>
                      <a:pt x="1067514" y="247521"/>
                    </a:lnTo>
                    <a:lnTo>
                      <a:pt x="1065610" y="245617"/>
                    </a:lnTo>
                    <a:lnTo>
                      <a:pt x="1064976" y="244348"/>
                    </a:lnTo>
                    <a:lnTo>
                      <a:pt x="1064340" y="243713"/>
                    </a:lnTo>
                    <a:lnTo>
                      <a:pt x="1063071" y="243713"/>
                    </a:lnTo>
                    <a:lnTo>
                      <a:pt x="1061802" y="243713"/>
                    </a:lnTo>
                    <a:lnTo>
                      <a:pt x="1061167" y="243713"/>
                    </a:lnTo>
                    <a:lnTo>
                      <a:pt x="1061167" y="242444"/>
                    </a:lnTo>
                    <a:lnTo>
                      <a:pt x="1061167" y="241809"/>
                    </a:lnTo>
                    <a:lnTo>
                      <a:pt x="1060533" y="240540"/>
                    </a:lnTo>
                    <a:lnTo>
                      <a:pt x="1057359" y="238001"/>
                    </a:lnTo>
                    <a:lnTo>
                      <a:pt x="1056090" y="236732"/>
                    </a:lnTo>
                    <a:lnTo>
                      <a:pt x="1055456" y="234828"/>
                    </a:lnTo>
                    <a:lnTo>
                      <a:pt x="1056725" y="230385"/>
                    </a:lnTo>
                    <a:lnTo>
                      <a:pt x="1059898" y="225942"/>
                    </a:lnTo>
                    <a:lnTo>
                      <a:pt x="1063706" y="222134"/>
                    </a:lnTo>
                    <a:lnTo>
                      <a:pt x="1066245" y="220230"/>
                    </a:lnTo>
                    <a:lnTo>
                      <a:pt x="1070053" y="218326"/>
                    </a:lnTo>
                    <a:lnTo>
                      <a:pt x="1072591" y="214518"/>
                    </a:lnTo>
                    <a:lnTo>
                      <a:pt x="1078304" y="203729"/>
                    </a:lnTo>
                    <a:lnTo>
                      <a:pt x="1078938" y="203094"/>
                    </a:lnTo>
                    <a:lnTo>
                      <a:pt x="1078938" y="202460"/>
                    </a:lnTo>
                    <a:lnTo>
                      <a:pt x="1078304" y="199286"/>
                    </a:lnTo>
                    <a:lnTo>
                      <a:pt x="1078304" y="198017"/>
                    </a:lnTo>
                    <a:lnTo>
                      <a:pt x="1080207" y="196113"/>
                    </a:lnTo>
                    <a:lnTo>
                      <a:pt x="1081477" y="194844"/>
                    </a:lnTo>
                    <a:lnTo>
                      <a:pt x="1082746" y="194209"/>
                    </a:lnTo>
                    <a:lnTo>
                      <a:pt x="1084650" y="191670"/>
                    </a:lnTo>
                    <a:lnTo>
                      <a:pt x="1091632" y="176438"/>
                    </a:lnTo>
                    <a:lnTo>
                      <a:pt x="1093536" y="165014"/>
                    </a:lnTo>
                    <a:lnTo>
                      <a:pt x="1094170" y="157398"/>
                    </a:lnTo>
                    <a:lnTo>
                      <a:pt x="1093536" y="156129"/>
                    </a:lnTo>
                    <a:lnTo>
                      <a:pt x="1094170" y="152321"/>
                    </a:lnTo>
                    <a:lnTo>
                      <a:pt x="1102421" y="140897"/>
                    </a:lnTo>
                    <a:lnTo>
                      <a:pt x="1102421" y="140262"/>
                    </a:lnTo>
                    <a:lnTo>
                      <a:pt x="1103056" y="137723"/>
                    </a:lnTo>
                    <a:lnTo>
                      <a:pt x="1103056" y="136454"/>
                    </a:lnTo>
                    <a:lnTo>
                      <a:pt x="1103690" y="135819"/>
                    </a:lnTo>
                    <a:lnTo>
                      <a:pt x="1106229" y="135185"/>
                    </a:lnTo>
                    <a:lnTo>
                      <a:pt x="1108133" y="132011"/>
                    </a:lnTo>
                    <a:lnTo>
                      <a:pt x="1110037" y="131377"/>
                    </a:lnTo>
                    <a:lnTo>
                      <a:pt x="1113845" y="130107"/>
                    </a:lnTo>
                    <a:lnTo>
                      <a:pt x="1117018" y="126934"/>
                    </a:lnTo>
                    <a:lnTo>
                      <a:pt x="1117018" y="126299"/>
                    </a:lnTo>
                    <a:lnTo>
                      <a:pt x="1114479" y="121857"/>
                    </a:lnTo>
                    <a:lnTo>
                      <a:pt x="1110672" y="117414"/>
                    </a:lnTo>
                    <a:lnTo>
                      <a:pt x="1108767" y="115510"/>
                    </a:lnTo>
                    <a:lnTo>
                      <a:pt x="1106229" y="111702"/>
                    </a:lnTo>
                    <a:lnTo>
                      <a:pt x="1104959" y="110433"/>
                    </a:lnTo>
                    <a:lnTo>
                      <a:pt x="1103056" y="109798"/>
                    </a:lnTo>
                    <a:lnTo>
                      <a:pt x="1101152" y="111067"/>
                    </a:lnTo>
                    <a:lnTo>
                      <a:pt x="1099247" y="112336"/>
                    </a:lnTo>
                    <a:lnTo>
                      <a:pt x="1097344" y="112336"/>
                    </a:lnTo>
                    <a:lnTo>
                      <a:pt x="1094805" y="111067"/>
                    </a:lnTo>
                    <a:lnTo>
                      <a:pt x="1090362" y="109163"/>
                    </a:lnTo>
                    <a:lnTo>
                      <a:pt x="1081477" y="112336"/>
                    </a:lnTo>
                    <a:lnTo>
                      <a:pt x="1077034" y="112336"/>
                    </a:lnTo>
                    <a:lnTo>
                      <a:pt x="1073860" y="110433"/>
                    </a:lnTo>
                    <a:lnTo>
                      <a:pt x="1071322" y="108528"/>
                    </a:lnTo>
                    <a:lnTo>
                      <a:pt x="1068149" y="106624"/>
                    </a:lnTo>
                    <a:lnTo>
                      <a:pt x="1059898" y="106624"/>
                    </a:lnTo>
                    <a:lnTo>
                      <a:pt x="1055456" y="104720"/>
                    </a:lnTo>
                    <a:lnTo>
                      <a:pt x="1052917" y="101547"/>
                    </a:lnTo>
                    <a:lnTo>
                      <a:pt x="1038954" y="83776"/>
                    </a:lnTo>
                    <a:lnTo>
                      <a:pt x="1035780" y="81872"/>
                    </a:lnTo>
                    <a:lnTo>
                      <a:pt x="1034511" y="79968"/>
                    </a:lnTo>
                    <a:lnTo>
                      <a:pt x="1032607" y="67275"/>
                    </a:lnTo>
                    <a:lnTo>
                      <a:pt x="1031972" y="62198"/>
                    </a:lnTo>
                    <a:lnTo>
                      <a:pt x="1026895" y="53947"/>
                    </a:lnTo>
                    <a:lnTo>
                      <a:pt x="1027530" y="51408"/>
                    </a:lnTo>
                    <a:lnTo>
                      <a:pt x="1029434" y="48870"/>
                    </a:lnTo>
                    <a:lnTo>
                      <a:pt x="1029434" y="46331"/>
                    </a:lnTo>
                    <a:lnTo>
                      <a:pt x="1027530" y="41253"/>
                    </a:lnTo>
                    <a:lnTo>
                      <a:pt x="1024357" y="39349"/>
                    </a:lnTo>
                    <a:lnTo>
                      <a:pt x="1021183" y="39349"/>
                    </a:lnTo>
                    <a:lnTo>
                      <a:pt x="1016740" y="38080"/>
                    </a:lnTo>
                    <a:lnTo>
                      <a:pt x="1019914" y="31733"/>
                    </a:lnTo>
                    <a:lnTo>
                      <a:pt x="1019914" y="29195"/>
                    </a:lnTo>
                    <a:lnTo>
                      <a:pt x="1017375" y="29195"/>
                    </a:lnTo>
                    <a:lnTo>
                      <a:pt x="1015471" y="28560"/>
                    </a:lnTo>
                    <a:lnTo>
                      <a:pt x="1011663" y="24752"/>
                    </a:lnTo>
                    <a:lnTo>
                      <a:pt x="1006586" y="24117"/>
                    </a:lnTo>
                    <a:lnTo>
                      <a:pt x="1001509" y="21579"/>
                    </a:lnTo>
                    <a:lnTo>
                      <a:pt x="998970" y="20944"/>
                    </a:lnTo>
                    <a:lnTo>
                      <a:pt x="989450" y="25387"/>
                    </a:lnTo>
                    <a:lnTo>
                      <a:pt x="985642" y="23483"/>
                    </a:lnTo>
                    <a:lnTo>
                      <a:pt x="983103" y="18405"/>
                    </a:lnTo>
                    <a:lnTo>
                      <a:pt x="981833" y="12693"/>
                    </a:lnTo>
                    <a:lnTo>
                      <a:pt x="979295" y="8885"/>
                    </a:lnTo>
                    <a:lnTo>
                      <a:pt x="974852" y="6981"/>
                    </a:lnTo>
                    <a:lnTo>
                      <a:pt x="968505" y="5712"/>
                    </a:lnTo>
                    <a:lnTo>
                      <a:pt x="963429" y="3173"/>
                    </a:lnTo>
                    <a:lnTo>
                      <a:pt x="962793" y="0"/>
                    </a:lnTo>
                    <a:lnTo>
                      <a:pt x="960255" y="635"/>
                    </a:lnTo>
                    <a:lnTo>
                      <a:pt x="956447" y="1269"/>
                    </a:lnTo>
                    <a:lnTo>
                      <a:pt x="931060" y="6981"/>
                    </a:lnTo>
                    <a:lnTo>
                      <a:pt x="906308" y="12693"/>
                    </a:lnTo>
                    <a:lnTo>
                      <a:pt x="880922" y="18405"/>
                    </a:lnTo>
                    <a:lnTo>
                      <a:pt x="855535" y="24117"/>
                    </a:lnTo>
                    <a:lnTo>
                      <a:pt x="830148" y="29195"/>
                    </a:lnTo>
                    <a:lnTo>
                      <a:pt x="805396" y="34907"/>
                    </a:lnTo>
                    <a:lnTo>
                      <a:pt x="780009" y="40619"/>
                    </a:lnTo>
                    <a:lnTo>
                      <a:pt x="754622" y="45696"/>
                    </a:lnTo>
                    <a:lnTo>
                      <a:pt x="729870" y="51408"/>
                    </a:lnTo>
                    <a:lnTo>
                      <a:pt x="704483" y="56486"/>
                    </a:lnTo>
                    <a:lnTo>
                      <a:pt x="679096" y="62198"/>
                    </a:lnTo>
                    <a:lnTo>
                      <a:pt x="653710" y="67275"/>
                    </a:lnTo>
                    <a:lnTo>
                      <a:pt x="628323" y="72352"/>
                    </a:lnTo>
                    <a:lnTo>
                      <a:pt x="603571" y="78064"/>
                    </a:lnTo>
                    <a:lnTo>
                      <a:pt x="578184" y="83142"/>
                    </a:lnTo>
                    <a:lnTo>
                      <a:pt x="552797" y="88219"/>
                    </a:lnTo>
                    <a:lnTo>
                      <a:pt x="527410" y="93296"/>
                    </a:lnTo>
                    <a:lnTo>
                      <a:pt x="502023" y="98374"/>
                    </a:lnTo>
                    <a:lnTo>
                      <a:pt x="476637" y="103451"/>
                    </a:lnTo>
                    <a:lnTo>
                      <a:pt x="451884" y="108528"/>
                    </a:lnTo>
                    <a:lnTo>
                      <a:pt x="426498" y="113606"/>
                    </a:lnTo>
                    <a:lnTo>
                      <a:pt x="401111" y="118683"/>
                    </a:lnTo>
                    <a:lnTo>
                      <a:pt x="375724" y="123760"/>
                    </a:lnTo>
                    <a:lnTo>
                      <a:pt x="350337" y="128838"/>
                    </a:lnTo>
                    <a:lnTo>
                      <a:pt x="324950" y="133280"/>
                    </a:lnTo>
                    <a:lnTo>
                      <a:pt x="299564" y="138358"/>
                    </a:lnTo>
                    <a:lnTo>
                      <a:pt x="274177" y="143435"/>
                    </a:lnTo>
                    <a:lnTo>
                      <a:pt x="248790" y="148513"/>
                    </a:lnTo>
                    <a:lnTo>
                      <a:pt x="223403" y="152955"/>
                    </a:lnTo>
                    <a:lnTo>
                      <a:pt x="198017" y="157398"/>
                    </a:lnTo>
                    <a:lnTo>
                      <a:pt x="172630" y="162475"/>
                    </a:lnTo>
                    <a:lnTo>
                      <a:pt x="147878" y="166918"/>
                    </a:lnTo>
                    <a:lnTo>
                      <a:pt x="140896" y="168187"/>
                    </a:lnTo>
                    <a:lnTo>
                      <a:pt x="138993" y="159937"/>
                    </a:lnTo>
                    <a:lnTo>
                      <a:pt x="137723" y="152955"/>
                    </a:lnTo>
                    <a:lnTo>
                      <a:pt x="136454" y="145974"/>
                    </a:lnTo>
                    <a:lnTo>
                      <a:pt x="135185" y="138993"/>
                    </a:lnTo>
                    <a:lnTo>
                      <a:pt x="133915" y="132011"/>
                    </a:lnTo>
                    <a:lnTo>
                      <a:pt x="132646" y="125030"/>
                    </a:lnTo>
                    <a:lnTo>
                      <a:pt x="131376" y="118048"/>
                    </a:lnTo>
                    <a:lnTo>
                      <a:pt x="130107" y="111067"/>
                    </a:lnTo>
                    <a:lnTo>
                      <a:pt x="128838" y="104086"/>
                    </a:lnTo>
                    <a:lnTo>
                      <a:pt x="128838" y="103451"/>
                    </a:lnTo>
                    <a:lnTo>
                      <a:pt x="106625" y="117414"/>
                    </a:lnTo>
                    <a:lnTo>
                      <a:pt x="99643" y="124395"/>
                    </a:lnTo>
                    <a:lnTo>
                      <a:pt x="92662" y="128203"/>
                    </a:lnTo>
                    <a:lnTo>
                      <a:pt x="85680" y="136454"/>
                    </a:lnTo>
                    <a:lnTo>
                      <a:pt x="78065" y="140897"/>
                    </a:lnTo>
                    <a:lnTo>
                      <a:pt x="69814" y="148513"/>
                    </a:lnTo>
                    <a:lnTo>
                      <a:pt x="66006" y="150417"/>
                    </a:lnTo>
                    <a:lnTo>
                      <a:pt x="65371" y="148513"/>
                    </a:lnTo>
                    <a:lnTo>
                      <a:pt x="66006" y="147243"/>
                    </a:lnTo>
                    <a:lnTo>
                      <a:pt x="67909" y="144070"/>
                    </a:lnTo>
                    <a:lnTo>
                      <a:pt x="69179" y="142801"/>
                    </a:lnTo>
                    <a:lnTo>
                      <a:pt x="73622" y="142166"/>
                    </a:lnTo>
                    <a:lnTo>
                      <a:pt x="75526" y="140897"/>
                    </a:lnTo>
                    <a:lnTo>
                      <a:pt x="76795" y="138358"/>
                    </a:lnTo>
                    <a:lnTo>
                      <a:pt x="72352" y="137723"/>
                    </a:lnTo>
                    <a:lnTo>
                      <a:pt x="69179" y="140262"/>
                    </a:lnTo>
                    <a:lnTo>
                      <a:pt x="66640" y="144070"/>
                    </a:lnTo>
                    <a:lnTo>
                      <a:pt x="62198" y="147243"/>
                    </a:lnTo>
                    <a:lnTo>
                      <a:pt x="60928" y="153590"/>
                    </a:lnTo>
                    <a:lnTo>
                      <a:pt x="59025" y="154859"/>
                    </a:lnTo>
                    <a:lnTo>
                      <a:pt x="57755" y="156129"/>
                    </a:lnTo>
                    <a:lnTo>
                      <a:pt x="53312" y="161206"/>
                    </a:lnTo>
                    <a:lnTo>
                      <a:pt x="25387" y="183420"/>
                    </a:lnTo>
                    <a:lnTo>
                      <a:pt x="13962" y="187862"/>
                    </a:lnTo>
                    <a:lnTo>
                      <a:pt x="11424" y="190401"/>
                    </a:lnTo>
                    <a:lnTo>
                      <a:pt x="8886" y="192940"/>
                    </a:lnTo>
                    <a:lnTo>
                      <a:pt x="0" y="198017"/>
                    </a:lnTo>
                    <a:lnTo>
                      <a:pt x="3808" y="217057"/>
                    </a:lnTo>
                    <a:lnTo>
                      <a:pt x="12693" y="267830"/>
                    </a:lnTo>
                    <a:lnTo>
                      <a:pt x="21579" y="318604"/>
                    </a:lnTo>
                    <a:lnTo>
                      <a:pt x="26021" y="343991"/>
                    </a:lnTo>
                    <a:lnTo>
                      <a:pt x="30464" y="369378"/>
                    </a:lnTo>
                    <a:lnTo>
                      <a:pt x="34907" y="394764"/>
                    </a:lnTo>
                    <a:lnTo>
                      <a:pt x="39349" y="420151"/>
                    </a:lnTo>
                    <a:lnTo>
                      <a:pt x="44427" y="445538"/>
                    </a:lnTo>
                    <a:lnTo>
                      <a:pt x="48869" y="470925"/>
                    </a:lnTo>
                    <a:lnTo>
                      <a:pt x="53312" y="496311"/>
                    </a:lnTo>
                    <a:lnTo>
                      <a:pt x="57755" y="521698"/>
                    </a:lnTo>
                    <a:lnTo>
                      <a:pt x="57755" y="522333"/>
                    </a:lnTo>
                    <a:lnTo>
                      <a:pt x="57755" y="522333"/>
                    </a:lnTo>
                    <a:lnTo>
                      <a:pt x="57755" y="522333"/>
                    </a:lnTo>
                    <a:lnTo>
                      <a:pt x="57755" y="522333"/>
                    </a:lnTo>
                    <a:lnTo>
                      <a:pt x="57755" y="522968"/>
                    </a:lnTo>
                    <a:lnTo>
                      <a:pt x="57755" y="522968"/>
                    </a:lnTo>
                    <a:lnTo>
                      <a:pt x="57755" y="522968"/>
                    </a:lnTo>
                    <a:lnTo>
                      <a:pt x="57755" y="522968"/>
                    </a:lnTo>
                    <a:lnTo>
                      <a:pt x="64736" y="562317"/>
                    </a:lnTo>
                    <a:lnTo>
                      <a:pt x="68545" y="581357"/>
                    </a:lnTo>
                    <a:lnTo>
                      <a:pt x="71718" y="601032"/>
                    </a:lnTo>
                    <a:lnTo>
                      <a:pt x="75526" y="620707"/>
                    </a:lnTo>
                    <a:lnTo>
                      <a:pt x="78699" y="639747"/>
                    </a:lnTo>
                    <a:lnTo>
                      <a:pt x="82507" y="659422"/>
                    </a:lnTo>
                    <a:lnTo>
                      <a:pt x="85680" y="679096"/>
                    </a:lnTo>
                    <a:lnTo>
                      <a:pt x="88854" y="696232"/>
                    </a:lnTo>
                    <a:lnTo>
                      <a:pt x="92027" y="712734"/>
                    </a:lnTo>
                    <a:lnTo>
                      <a:pt x="95200" y="729870"/>
                    </a:lnTo>
                    <a:lnTo>
                      <a:pt x="97739" y="747006"/>
                    </a:lnTo>
                    <a:lnTo>
                      <a:pt x="123126" y="742563"/>
                    </a:lnTo>
                    <a:lnTo>
                      <a:pt x="147878" y="738121"/>
                    </a:lnTo>
                    <a:lnTo>
                      <a:pt x="172630" y="733678"/>
                    </a:lnTo>
                    <a:lnTo>
                      <a:pt x="198017" y="729235"/>
                    </a:lnTo>
                    <a:lnTo>
                      <a:pt x="222769" y="724158"/>
                    </a:lnTo>
                    <a:lnTo>
                      <a:pt x="247521" y="719715"/>
                    </a:lnTo>
                    <a:lnTo>
                      <a:pt x="272273" y="715272"/>
                    </a:lnTo>
                    <a:lnTo>
                      <a:pt x="297660" y="710195"/>
                    </a:lnTo>
                    <a:lnTo>
                      <a:pt x="319874" y="706387"/>
                    </a:lnTo>
                    <a:lnTo>
                      <a:pt x="341452" y="701944"/>
                    </a:lnTo>
                    <a:lnTo>
                      <a:pt x="363666" y="698136"/>
                    </a:lnTo>
                    <a:lnTo>
                      <a:pt x="385879" y="693694"/>
                    </a:lnTo>
                    <a:lnTo>
                      <a:pt x="408093" y="689251"/>
                    </a:lnTo>
                    <a:lnTo>
                      <a:pt x="429671" y="684808"/>
                    </a:lnTo>
                    <a:lnTo>
                      <a:pt x="451884" y="681000"/>
                    </a:lnTo>
                    <a:lnTo>
                      <a:pt x="474098" y="676558"/>
                    </a:lnTo>
                    <a:lnTo>
                      <a:pt x="496311" y="672115"/>
                    </a:lnTo>
                    <a:lnTo>
                      <a:pt x="517890" y="667672"/>
                    </a:lnTo>
                    <a:lnTo>
                      <a:pt x="540104" y="663229"/>
                    </a:lnTo>
                    <a:lnTo>
                      <a:pt x="562317" y="659422"/>
                    </a:lnTo>
                    <a:lnTo>
                      <a:pt x="584530" y="654979"/>
                    </a:lnTo>
                    <a:lnTo>
                      <a:pt x="606109" y="650536"/>
                    </a:lnTo>
                    <a:lnTo>
                      <a:pt x="628323" y="645459"/>
                    </a:lnTo>
                    <a:lnTo>
                      <a:pt x="650536" y="641016"/>
                    </a:lnTo>
                    <a:lnTo>
                      <a:pt x="672115" y="636573"/>
                    </a:lnTo>
                    <a:lnTo>
                      <a:pt x="694329" y="632131"/>
                    </a:lnTo>
                    <a:lnTo>
                      <a:pt x="716542" y="627688"/>
                    </a:lnTo>
                    <a:lnTo>
                      <a:pt x="738755" y="622611"/>
                    </a:lnTo>
                    <a:lnTo>
                      <a:pt x="760334" y="618168"/>
                    </a:lnTo>
                    <a:lnTo>
                      <a:pt x="782548" y="613725"/>
                    </a:lnTo>
                    <a:lnTo>
                      <a:pt x="804126" y="609283"/>
                    </a:lnTo>
                    <a:lnTo>
                      <a:pt x="826339" y="604205"/>
                    </a:lnTo>
                    <a:lnTo>
                      <a:pt x="848553" y="599763"/>
                    </a:lnTo>
                    <a:lnTo>
                      <a:pt x="870132" y="594685"/>
                    </a:lnTo>
                    <a:lnTo>
                      <a:pt x="892345" y="590243"/>
                    </a:lnTo>
                    <a:lnTo>
                      <a:pt x="914559" y="585165"/>
                    </a:lnTo>
                    <a:lnTo>
                      <a:pt x="936137" y="580722"/>
                    </a:lnTo>
                    <a:lnTo>
                      <a:pt x="958351" y="575645"/>
                    </a:lnTo>
                    <a:lnTo>
                      <a:pt x="979930" y="571202"/>
                    </a:lnTo>
                    <a:lnTo>
                      <a:pt x="1002143" y="566125"/>
                    </a:lnTo>
                    <a:lnTo>
                      <a:pt x="1003412" y="566125"/>
                    </a:lnTo>
                    <a:lnTo>
                      <a:pt x="1004047" y="565490"/>
                    </a:lnTo>
                    <a:lnTo>
                      <a:pt x="1006586" y="557875"/>
                    </a:lnTo>
                    <a:lnTo>
                      <a:pt x="1009124" y="550258"/>
                    </a:lnTo>
                    <a:lnTo>
                      <a:pt x="1012298" y="541373"/>
                    </a:lnTo>
                    <a:lnTo>
                      <a:pt x="1014837" y="537565"/>
                    </a:lnTo>
                    <a:lnTo>
                      <a:pt x="1018644" y="533757"/>
                    </a:lnTo>
                    <a:lnTo>
                      <a:pt x="1021818" y="531218"/>
                    </a:lnTo>
                    <a:lnTo>
                      <a:pt x="1027530" y="528045"/>
                    </a:lnTo>
                    <a:lnTo>
                      <a:pt x="1031338" y="526141"/>
                    </a:lnTo>
                    <a:lnTo>
                      <a:pt x="1039589" y="524237"/>
                    </a:lnTo>
                    <a:lnTo>
                      <a:pt x="1049109" y="523602"/>
                    </a:lnTo>
                    <a:lnTo>
                      <a:pt x="1056725" y="524237"/>
                    </a:lnTo>
                    <a:lnTo>
                      <a:pt x="1063071" y="526141"/>
                    </a:lnTo>
                    <a:lnTo>
                      <a:pt x="1066245" y="528045"/>
                    </a:lnTo>
                    <a:lnTo>
                      <a:pt x="1066879" y="528680"/>
                    </a:lnTo>
                    <a:lnTo>
                      <a:pt x="1070053" y="521064"/>
                    </a:lnTo>
                    <a:lnTo>
                      <a:pt x="1072591" y="518525"/>
                    </a:lnTo>
                    <a:lnTo>
                      <a:pt x="1076399" y="517256"/>
                    </a:lnTo>
                    <a:lnTo>
                      <a:pt x="1086554" y="509005"/>
                    </a:lnTo>
                    <a:lnTo>
                      <a:pt x="1091632" y="509640"/>
                    </a:lnTo>
                    <a:lnTo>
                      <a:pt x="1096074" y="507735"/>
                    </a:lnTo>
                    <a:lnTo>
                      <a:pt x="1102421" y="502023"/>
                    </a:lnTo>
                    <a:lnTo>
                      <a:pt x="1113210" y="495042"/>
                    </a:lnTo>
                    <a:lnTo>
                      <a:pt x="1115114" y="491869"/>
                    </a:lnTo>
                    <a:lnTo>
                      <a:pt x="1113210" y="487426"/>
                    </a:lnTo>
                    <a:lnTo>
                      <a:pt x="1113210" y="481714"/>
                    </a:lnTo>
                    <a:lnTo>
                      <a:pt x="1114479" y="476637"/>
                    </a:lnTo>
                    <a:lnTo>
                      <a:pt x="1117653" y="474098"/>
                    </a:lnTo>
                    <a:lnTo>
                      <a:pt x="1121461" y="472194"/>
                    </a:lnTo>
                    <a:lnTo>
                      <a:pt x="1126538" y="465213"/>
                    </a:lnTo>
                    <a:lnTo>
                      <a:pt x="1130346" y="462039"/>
                    </a:lnTo>
                    <a:lnTo>
                      <a:pt x="1136058" y="457597"/>
                    </a:lnTo>
                    <a:lnTo>
                      <a:pt x="1138597" y="455693"/>
                    </a:lnTo>
                    <a:lnTo>
                      <a:pt x="1143674" y="445538"/>
                    </a:lnTo>
                    <a:lnTo>
                      <a:pt x="1146213" y="442999"/>
                    </a:lnTo>
                    <a:lnTo>
                      <a:pt x="1153194" y="439191"/>
                    </a:lnTo>
                    <a:lnTo>
                      <a:pt x="1154464" y="437922"/>
                    </a:lnTo>
                    <a:lnTo>
                      <a:pt x="1160176" y="430306"/>
                    </a:lnTo>
                    <a:lnTo>
                      <a:pt x="1161445" y="429036"/>
                    </a:lnTo>
                    <a:lnTo>
                      <a:pt x="1165888" y="427133"/>
                    </a:lnTo>
                    <a:lnTo>
                      <a:pt x="1172234" y="423959"/>
                    </a:lnTo>
                    <a:lnTo>
                      <a:pt x="1176677" y="419516"/>
                    </a:lnTo>
                    <a:lnTo>
                      <a:pt x="1177946" y="413804"/>
                    </a:lnTo>
                    <a:lnTo>
                      <a:pt x="1174773" y="409362"/>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28" name="Google Shape;428;p51"/>
              <p:cNvSpPr/>
              <p:nvPr/>
            </p:nvSpPr>
            <p:spPr>
              <a:xfrm>
                <a:off x="3979078" y="4164142"/>
                <a:ext cx="1279744" cy="606365"/>
              </a:xfrm>
              <a:custGeom>
                <a:avLst/>
                <a:gdLst/>
                <a:ahLst/>
                <a:cxnLst/>
                <a:rect l="l" t="t" r="r" b="b"/>
                <a:pathLst>
                  <a:path w="1757399" h="832686" extrusionOk="0">
                    <a:moveTo>
                      <a:pt x="1694567" y="122491"/>
                    </a:moveTo>
                    <a:lnTo>
                      <a:pt x="1700914" y="156763"/>
                    </a:lnTo>
                    <a:lnTo>
                      <a:pt x="1707261" y="191035"/>
                    </a:lnTo>
                    <a:lnTo>
                      <a:pt x="1713608" y="225308"/>
                    </a:lnTo>
                    <a:lnTo>
                      <a:pt x="1719954" y="259580"/>
                    </a:lnTo>
                    <a:lnTo>
                      <a:pt x="1726301" y="293852"/>
                    </a:lnTo>
                    <a:lnTo>
                      <a:pt x="1732648" y="328124"/>
                    </a:lnTo>
                    <a:lnTo>
                      <a:pt x="1738994" y="362396"/>
                    </a:lnTo>
                    <a:lnTo>
                      <a:pt x="1745341" y="396668"/>
                    </a:lnTo>
                    <a:lnTo>
                      <a:pt x="1747245" y="450615"/>
                    </a:lnTo>
                    <a:lnTo>
                      <a:pt x="1748514" y="504562"/>
                    </a:lnTo>
                    <a:lnTo>
                      <a:pt x="1749783" y="558509"/>
                    </a:lnTo>
                    <a:lnTo>
                      <a:pt x="1751688" y="613091"/>
                    </a:lnTo>
                    <a:lnTo>
                      <a:pt x="1752957" y="667037"/>
                    </a:lnTo>
                    <a:lnTo>
                      <a:pt x="1754861" y="720984"/>
                    </a:lnTo>
                    <a:lnTo>
                      <a:pt x="1756130" y="775566"/>
                    </a:lnTo>
                    <a:lnTo>
                      <a:pt x="1757400" y="829513"/>
                    </a:lnTo>
                    <a:lnTo>
                      <a:pt x="1756130" y="829513"/>
                    </a:lnTo>
                    <a:lnTo>
                      <a:pt x="1751053" y="829513"/>
                    </a:lnTo>
                    <a:lnTo>
                      <a:pt x="1747245" y="827609"/>
                    </a:lnTo>
                    <a:lnTo>
                      <a:pt x="1747245" y="829513"/>
                    </a:lnTo>
                    <a:lnTo>
                      <a:pt x="1737090" y="826340"/>
                    </a:lnTo>
                    <a:lnTo>
                      <a:pt x="1733917" y="825070"/>
                    </a:lnTo>
                    <a:lnTo>
                      <a:pt x="1734551" y="823801"/>
                    </a:lnTo>
                    <a:lnTo>
                      <a:pt x="1735186" y="822531"/>
                    </a:lnTo>
                    <a:lnTo>
                      <a:pt x="1730743" y="822531"/>
                    </a:lnTo>
                    <a:lnTo>
                      <a:pt x="1725666" y="823801"/>
                    </a:lnTo>
                    <a:lnTo>
                      <a:pt x="1723762" y="821262"/>
                    </a:lnTo>
                    <a:lnTo>
                      <a:pt x="1721223" y="819993"/>
                    </a:lnTo>
                    <a:lnTo>
                      <a:pt x="1718050" y="819358"/>
                    </a:lnTo>
                    <a:lnTo>
                      <a:pt x="1714877" y="818724"/>
                    </a:lnTo>
                    <a:lnTo>
                      <a:pt x="1713608" y="818724"/>
                    </a:lnTo>
                    <a:lnTo>
                      <a:pt x="1711069" y="819993"/>
                    </a:lnTo>
                    <a:lnTo>
                      <a:pt x="1709800" y="820628"/>
                    </a:lnTo>
                    <a:lnTo>
                      <a:pt x="1708530" y="819993"/>
                    </a:lnTo>
                    <a:lnTo>
                      <a:pt x="1706626" y="817454"/>
                    </a:lnTo>
                    <a:lnTo>
                      <a:pt x="1702818" y="815550"/>
                    </a:lnTo>
                    <a:lnTo>
                      <a:pt x="1699010" y="809838"/>
                    </a:lnTo>
                    <a:lnTo>
                      <a:pt x="1695837" y="808569"/>
                    </a:lnTo>
                    <a:lnTo>
                      <a:pt x="1693298" y="808569"/>
                    </a:lnTo>
                    <a:lnTo>
                      <a:pt x="1688221" y="807300"/>
                    </a:lnTo>
                    <a:lnTo>
                      <a:pt x="1674893" y="805396"/>
                    </a:lnTo>
                    <a:lnTo>
                      <a:pt x="1666642" y="798414"/>
                    </a:lnTo>
                    <a:lnTo>
                      <a:pt x="1663469" y="793337"/>
                    </a:lnTo>
                    <a:lnTo>
                      <a:pt x="1662199" y="792067"/>
                    </a:lnTo>
                    <a:lnTo>
                      <a:pt x="1659661" y="790798"/>
                    </a:lnTo>
                    <a:lnTo>
                      <a:pt x="1657756" y="790163"/>
                    </a:lnTo>
                    <a:lnTo>
                      <a:pt x="1656487" y="788894"/>
                    </a:lnTo>
                    <a:lnTo>
                      <a:pt x="1655853" y="785086"/>
                    </a:lnTo>
                    <a:lnTo>
                      <a:pt x="1655218" y="783817"/>
                    </a:lnTo>
                    <a:lnTo>
                      <a:pt x="1653948" y="782547"/>
                    </a:lnTo>
                    <a:lnTo>
                      <a:pt x="1652044" y="781278"/>
                    </a:lnTo>
                    <a:lnTo>
                      <a:pt x="1650775" y="780643"/>
                    </a:lnTo>
                    <a:lnTo>
                      <a:pt x="1643794" y="780643"/>
                    </a:lnTo>
                    <a:lnTo>
                      <a:pt x="1640621" y="780009"/>
                    </a:lnTo>
                    <a:lnTo>
                      <a:pt x="1637447" y="777470"/>
                    </a:lnTo>
                    <a:lnTo>
                      <a:pt x="1630466" y="771123"/>
                    </a:lnTo>
                    <a:lnTo>
                      <a:pt x="1626657" y="768585"/>
                    </a:lnTo>
                    <a:lnTo>
                      <a:pt x="1620311" y="767316"/>
                    </a:lnTo>
                    <a:lnTo>
                      <a:pt x="1619042" y="766046"/>
                    </a:lnTo>
                    <a:lnTo>
                      <a:pt x="1618407" y="764142"/>
                    </a:lnTo>
                    <a:lnTo>
                      <a:pt x="1617137" y="762873"/>
                    </a:lnTo>
                    <a:lnTo>
                      <a:pt x="1614599" y="761603"/>
                    </a:lnTo>
                    <a:lnTo>
                      <a:pt x="1600636" y="757795"/>
                    </a:lnTo>
                    <a:lnTo>
                      <a:pt x="1597463" y="758430"/>
                    </a:lnTo>
                    <a:lnTo>
                      <a:pt x="1593655" y="761603"/>
                    </a:lnTo>
                    <a:lnTo>
                      <a:pt x="1592386" y="765411"/>
                    </a:lnTo>
                    <a:lnTo>
                      <a:pt x="1592386" y="769854"/>
                    </a:lnTo>
                    <a:lnTo>
                      <a:pt x="1591751" y="772393"/>
                    </a:lnTo>
                    <a:lnTo>
                      <a:pt x="1589213" y="771123"/>
                    </a:lnTo>
                    <a:lnTo>
                      <a:pt x="1587943" y="773027"/>
                    </a:lnTo>
                    <a:lnTo>
                      <a:pt x="1586674" y="774297"/>
                    </a:lnTo>
                    <a:lnTo>
                      <a:pt x="1584769" y="774931"/>
                    </a:lnTo>
                    <a:lnTo>
                      <a:pt x="1582231" y="776201"/>
                    </a:lnTo>
                    <a:lnTo>
                      <a:pt x="1579692" y="774931"/>
                    </a:lnTo>
                    <a:lnTo>
                      <a:pt x="1578423" y="774931"/>
                    </a:lnTo>
                    <a:lnTo>
                      <a:pt x="1577788" y="777470"/>
                    </a:lnTo>
                    <a:lnTo>
                      <a:pt x="1577788" y="779374"/>
                    </a:lnTo>
                    <a:lnTo>
                      <a:pt x="1577154" y="780643"/>
                    </a:lnTo>
                    <a:lnTo>
                      <a:pt x="1576519" y="781278"/>
                    </a:lnTo>
                    <a:lnTo>
                      <a:pt x="1575249" y="781913"/>
                    </a:lnTo>
                    <a:lnTo>
                      <a:pt x="1573346" y="781913"/>
                    </a:lnTo>
                    <a:lnTo>
                      <a:pt x="1555575" y="781913"/>
                    </a:lnTo>
                    <a:lnTo>
                      <a:pt x="1553036" y="782547"/>
                    </a:lnTo>
                    <a:lnTo>
                      <a:pt x="1551767" y="780643"/>
                    </a:lnTo>
                    <a:lnTo>
                      <a:pt x="1550497" y="780009"/>
                    </a:lnTo>
                    <a:lnTo>
                      <a:pt x="1548594" y="779374"/>
                    </a:lnTo>
                    <a:lnTo>
                      <a:pt x="1546689" y="779374"/>
                    </a:lnTo>
                    <a:lnTo>
                      <a:pt x="1546055" y="780009"/>
                    </a:lnTo>
                    <a:lnTo>
                      <a:pt x="1544786" y="780643"/>
                    </a:lnTo>
                    <a:lnTo>
                      <a:pt x="1544150" y="781278"/>
                    </a:lnTo>
                    <a:lnTo>
                      <a:pt x="1543516" y="780643"/>
                    </a:lnTo>
                    <a:lnTo>
                      <a:pt x="1542881" y="779374"/>
                    </a:lnTo>
                    <a:lnTo>
                      <a:pt x="1542247" y="778739"/>
                    </a:lnTo>
                    <a:lnTo>
                      <a:pt x="1542247" y="778105"/>
                    </a:lnTo>
                    <a:lnTo>
                      <a:pt x="1535900" y="778105"/>
                    </a:lnTo>
                    <a:lnTo>
                      <a:pt x="1533361" y="776836"/>
                    </a:lnTo>
                    <a:lnTo>
                      <a:pt x="1535266" y="773027"/>
                    </a:lnTo>
                    <a:lnTo>
                      <a:pt x="1533361" y="769219"/>
                    </a:lnTo>
                    <a:lnTo>
                      <a:pt x="1530822" y="767316"/>
                    </a:lnTo>
                    <a:lnTo>
                      <a:pt x="1528284" y="766046"/>
                    </a:lnTo>
                    <a:lnTo>
                      <a:pt x="1525746" y="764142"/>
                    </a:lnTo>
                    <a:lnTo>
                      <a:pt x="1523207" y="763507"/>
                    </a:lnTo>
                    <a:lnTo>
                      <a:pt x="1520668" y="766046"/>
                    </a:lnTo>
                    <a:lnTo>
                      <a:pt x="1518129" y="771123"/>
                    </a:lnTo>
                    <a:lnTo>
                      <a:pt x="1516860" y="771123"/>
                    </a:lnTo>
                    <a:lnTo>
                      <a:pt x="1513052" y="769854"/>
                    </a:lnTo>
                    <a:lnTo>
                      <a:pt x="1512417" y="770489"/>
                    </a:lnTo>
                    <a:lnTo>
                      <a:pt x="1507340" y="773027"/>
                    </a:lnTo>
                    <a:lnTo>
                      <a:pt x="1504801" y="773662"/>
                    </a:lnTo>
                    <a:lnTo>
                      <a:pt x="1502262" y="774931"/>
                    </a:lnTo>
                    <a:lnTo>
                      <a:pt x="1500359" y="776836"/>
                    </a:lnTo>
                    <a:lnTo>
                      <a:pt x="1499089" y="778739"/>
                    </a:lnTo>
                    <a:lnTo>
                      <a:pt x="1497185" y="778739"/>
                    </a:lnTo>
                    <a:lnTo>
                      <a:pt x="1494012" y="779374"/>
                    </a:lnTo>
                    <a:lnTo>
                      <a:pt x="1487030" y="779374"/>
                    </a:lnTo>
                    <a:lnTo>
                      <a:pt x="1485761" y="781278"/>
                    </a:lnTo>
                    <a:lnTo>
                      <a:pt x="1487030" y="788260"/>
                    </a:lnTo>
                    <a:lnTo>
                      <a:pt x="1484492" y="790163"/>
                    </a:lnTo>
                    <a:lnTo>
                      <a:pt x="1483222" y="789529"/>
                    </a:lnTo>
                    <a:lnTo>
                      <a:pt x="1481953" y="788260"/>
                    </a:lnTo>
                    <a:lnTo>
                      <a:pt x="1480683" y="786356"/>
                    </a:lnTo>
                    <a:lnTo>
                      <a:pt x="1478780" y="786990"/>
                    </a:lnTo>
                    <a:lnTo>
                      <a:pt x="1477510" y="788260"/>
                    </a:lnTo>
                    <a:lnTo>
                      <a:pt x="1476241" y="790163"/>
                    </a:lnTo>
                    <a:lnTo>
                      <a:pt x="1470529" y="791433"/>
                    </a:lnTo>
                    <a:lnTo>
                      <a:pt x="1467990" y="790798"/>
                    </a:lnTo>
                    <a:lnTo>
                      <a:pt x="1455932" y="783817"/>
                    </a:lnTo>
                    <a:lnTo>
                      <a:pt x="1453393" y="781278"/>
                    </a:lnTo>
                    <a:lnTo>
                      <a:pt x="1450854" y="780643"/>
                    </a:lnTo>
                    <a:lnTo>
                      <a:pt x="1448315" y="782547"/>
                    </a:lnTo>
                    <a:lnTo>
                      <a:pt x="1446412" y="785086"/>
                    </a:lnTo>
                    <a:lnTo>
                      <a:pt x="1445777" y="786990"/>
                    </a:lnTo>
                    <a:lnTo>
                      <a:pt x="1444508" y="786990"/>
                    </a:lnTo>
                    <a:lnTo>
                      <a:pt x="1441334" y="788894"/>
                    </a:lnTo>
                    <a:lnTo>
                      <a:pt x="1437526" y="791433"/>
                    </a:lnTo>
                    <a:lnTo>
                      <a:pt x="1430545" y="794606"/>
                    </a:lnTo>
                    <a:lnTo>
                      <a:pt x="1428006" y="795241"/>
                    </a:lnTo>
                    <a:lnTo>
                      <a:pt x="1417216" y="795876"/>
                    </a:lnTo>
                    <a:lnTo>
                      <a:pt x="1415313" y="796510"/>
                    </a:lnTo>
                    <a:lnTo>
                      <a:pt x="1411505" y="799049"/>
                    </a:lnTo>
                    <a:lnTo>
                      <a:pt x="1408966" y="799684"/>
                    </a:lnTo>
                    <a:lnTo>
                      <a:pt x="1407062" y="801587"/>
                    </a:lnTo>
                    <a:lnTo>
                      <a:pt x="1403889" y="810473"/>
                    </a:lnTo>
                    <a:lnTo>
                      <a:pt x="1401985" y="813646"/>
                    </a:lnTo>
                    <a:lnTo>
                      <a:pt x="1398176" y="816185"/>
                    </a:lnTo>
                    <a:lnTo>
                      <a:pt x="1394369" y="816820"/>
                    </a:lnTo>
                    <a:lnTo>
                      <a:pt x="1385483" y="816185"/>
                    </a:lnTo>
                    <a:lnTo>
                      <a:pt x="1379772" y="816820"/>
                    </a:lnTo>
                    <a:lnTo>
                      <a:pt x="1378502" y="819358"/>
                    </a:lnTo>
                    <a:lnTo>
                      <a:pt x="1378502" y="823166"/>
                    </a:lnTo>
                    <a:lnTo>
                      <a:pt x="1377867" y="828244"/>
                    </a:lnTo>
                    <a:lnTo>
                      <a:pt x="1372155" y="832686"/>
                    </a:lnTo>
                    <a:lnTo>
                      <a:pt x="1365808" y="826974"/>
                    </a:lnTo>
                    <a:lnTo>
                      <a:pt x="1359462" y="818089"/>
                    </a:lnTo>
                    <a:lnTo>
                      <a:pt x="1354385" y="812377"/>
                    </a:lnTo>
                    <a:lnTo>
                      <a:pt x="1350576" y="811742"/>
                    </a:lnTo>
                    <a:lnTo>
                      <a:pt x="1336614" y="813011"/>
                    </a:lnTo>
                    <a:lnTo>
                      <a:pt x="1334709" y="812377"/>
                    </a:lnTo>
                    <a:lnTo>
                      <a:pt x="1334075" y="810473"/>
                    </a:lnTo>
                    <a:lnTo>
                      <a:pt x="1333440" y="807934"/>
                    </a:lnTo>
                    <a:lnTo>
                      <a:pt x="1332806" y="806030"/>
                    </a:lnTo>
                    <a:lnTo>
                      <a:pt x="1331536" y="805396"/>
                    </a:lnTo>
                    <a:lnTo>
                      <a:pt x="1327094" y="802857"/>
                    </a:lnTo>
                    <a:lnTo>
                      <a:pt x="1327094" y="802857"/>
                    </a:lnTo>
                    <a:lnTo>
                      <a:pt x="1318843" y="800318"/>
                    </a:lnTo>
                    <a:lnTo>
                      <a:pt x="1316305" y="797780"/>
                    </a:lnTo>
                    <a:lnTo>
                      <a:pt x="1315669" y="797145"/>
                    </a:lnTo>
                    <a:lnTo>
                      <a:pt x="1315035" y="795876"/>
                    </a:lnTo>
                    <a:lnTo>
                      <a:pt x="1314400" y="794606"/>
                    </a:lnTo>
                    <a:lnTo>
                      <a:pt x="1314400" y="793337"/>
                    </a:lnTo>
                    <a:lnTo>
                      <a:pt x="1314400" y="792067"/>
                    </a:lnTo>
                    <a:lnTo>
                      <a:pt x="1316939" y="787625"/>
                    </a:lnTo>
                    <a:lnTo>
                      <a:pt x="1316305" y="786356"/>
                    </a:lnTo>
                    <a:lnTo>
                      <a:pt x="1314400" y="784451"/>
                    </a:lnTo>
                    <a:lnTo>
                      <a:pt x="1309323" y="782547"/>
                    </a:lnTo>
                    <a:lnTo>
                      <a:pt x="1306785" y="781913"/>
                    </a:lnTo>
                    <a:lnTo>
                      <a:pt x="1304246" y="781913"/>
                    </a:lnTo>
                    <a:lnTo>
                      <a:pt x="1302976" y="782547"/>
                    </a:lnTo>
                    <a:lnTo>
                      <a:pt x="1302341" y="783182"/>
                    </a:lnTo>
                    <a:lnTo>
                      <a:pt x="1301072" y="785721"/>
                    </a:lnTo>
                    <a:lnTo>
                      <a:pt x="1298534" y="793337"/>
                    </a:lnTo>
                    <a:lnTo>
                      <a:pt x="1297899" y="794606"/>
                    </a:lnTo>
                    <a:lnTo>
                      <a:pt x="1297265" y="795876"/>
                    </a:lnTo>
                    <a:lnTo>
                      <a:pt x="1296629" y="796510"/>
                    </a:lnTo>
                    <a:lnTo>
                      <a:pt x="1295995" y="797145"/>
                    </a:lnTo>
                    <a:lnTo>
                      <a:pt x="1294091" y="797780"/>
                    </a:lnTo>
                    <a:lnTo>
                      <a:pt x="1292187" y="798414"/>
                    </a:lnTo>
                    <a:lnTo>
                      <a:pt x="1288379" y="799049"/>
                    </a:lnTo>
                    <a:lnTo>
                      <a:pt x="1285840" y="799049"/>
                    </a:lnTo>
                    <a:lnTo>
                      <a:pt x="1283936" y="799049"/>
                    </a:lnTo>
                    <a:lnTo>
                      <a:pt x="1282667" y="798414"/>
                    </a:lnTo>
                    <a:lnTo>
                      <a:pt x="1276955" y="794606"/>
                    </a:lnTo>
                    <a:lnTo>
                      <a:pt x="1274416" y="793971"/>
                    </a:lnTo>
                    <a:lnTo>
                      <a:pt x="1272512" y="793971"/>
                    </a:lnTo>
                    <a:lnTo>
                      <a:pt x="1265531" y="795241"/>
                    </a:lnTo>
                    <a:lnTo>
                      <a:pt x="1263627" y="795241"/>
                    </a:lnTo>
                    <a:lnTo>
                      <a:pt x="1261722" y="794606"/>
                    </a:lnTo>
                    <a:lnTo>
                      <a:pt x="1261088" y="793971"/>
                    </a:lnTo>
                    <a:lnTo>
                      <a:pt x="1258549" y="791433"/>
                    </a:lnTo>
                    <a:lnTo>
                      <a:pt x="1257280" y="789529"/>
                    </a:lnTo>
                    <a:lnTo>
                      <a:pt x="1256011" y="786990"/>
                    </a:lnTo>
                    <a:lnTo>
                      <a:pt x="1254741" y="780009"/>
                    </a:lnTo>
                    <a:lnTo>
                      <a:pt x="1254107" y="777470"/>
                    </a:lnTo>
                    <a:lnTo>
                      <a:pt x="1253472" y="776201"/>
                    </a:lnTo>
                    <a:lnTo>
                      <a:pt x="1251568" y="775566"/>
                    </a:lnTo>
                    <a:lnTo>
                      <a:pt x="1249029" y="774297"/>
                    </a:lnTo>
                    <a:lnTo>
                      <a:pt x="1247126" y="774297"/>
                    </a:lnTo>
                    <a:lnTo>
                      <a:pt x="1245221" y="774297"/>
                    </a:lnTo>
                    <a:lnTo>
                      <a:pt x="1238240" y="775566"/>
                    </a:lnTo>
                    <a:lnTo>
                      <a:pt x="1236971" y="776201"/>
                    </a:lnTo>
                    <a:lnTo>
                      <a:pt x="1236336" y="776836"/>
                    </a:lnTo>
                    <a:lnTo>
                      <a:pt x="1235067" y="778739"/>
                    </a:lnTo>
                    <a:lnTo>
                      <a:pt x="1235067" y="781913"/>
                    </a:lnTo>
                    <a:lnTo>
                      <a:pt x="1234432" y="787625"/>
                    </a:lnTo>
                    <a:lnTo>
                      <a:pt x="1231259" y="794606"/>
                    </a:lnTo>
                    <a:lnTo>
                      <a:pt x="1228085" y="799049"/>
                    </a:lnTo>
                    <a:lnTo>
                      <a:pt x="1223642" y="800318"/>
                    </a:lnTo>
                    <a:lnTo>
                      <a:pt x="1216027" y="798414"/>
                    </a:lnTo>
                    <a:lnTo>
                      <a:pt x="1216661" y="802222"/>
                    </a:lnTo>
                    <a:lnTo>
                      <a:pt x="1217931" y="804126"/>
                    </a:lnTo>
                    <a:lnTo>
                      <a:pt x="1219834" y="805396"/>
                    </a:lnTo>
                    <a:lnTo>
                      <a:pt x="1220469" y="807934"/>
                    </a:lnTo>
                    <a:lnTo>
                      <a:pt x="1219834" y="809838"/>
                    </a:lnTo>
                    <a:lnTo>
                      <a:pt x="1216027" y="812377"/>
                    </a:lnTo>
                    <a:lnTo>
                      <a:pt x="1215392" y="814916"/>
                    </a:lnTo>
                    <a:lnTo>
                      <a:pt x="1214758" y="821897"/>
                    </a:lnTo>
                    <a:lnTo>
                      <a:pt x="1212853" y="828244"/>
                    </a:lnTo>
                    <a:lnTo>
                      <a:pt x="1209045" y="832051"/>
                    </a:lnTo>
                    <a:lnTo>
                      <a:pt x="1202064" y="832686"/>
                    </a:lnTo>
                    <a:lnTo>
                      <a:pt x="1196986" y="829513"/>
                    </a:lnTo>
                    <a:lnTo>
                      <a:pt x="1193179" y="823801"/>
                    </a:lnTo>
                    <a:lnTo>
                      <a:pt x="1190005" y="817454"/>
                    </a:lnTo>
                    <a:lnTo>
                      <a:pt x="1188735" y="811107"/>
                    </a:lnTo>
                    <a:lnTo>
                      <a:pt x="1189371" y="806665"/>
                    </a:lnTo>
                    <a:lnTo>
                      <a:pt x="1193179" y="800318"/>
                    </a:lnTo>
                    <a:lnTo>
                      <a:pt x="1193813" y="796510"/>
                    </a:lnTo>
                    <a:lnTo>
                      <a:pt x="1193179" y="793337"/>
                    </a:lnTo>
                    <a:lnTo>
                      <a:pt x="1191274" y="790798"/>
                    </a:lnTo>
                    <a:lnTo>
                      <a:pt x="1188735" y="788260"/>
                    </a:lnTo>
                    <a:lnTo>
                      <a:pt x="1186197" y="786356"/>
                    </a:lnTo>
                    <a:lnTo>
                      <a:pt x="1184928" y="786990"/>
                    </a:lnTo>
                    <a:lnTo>
                      <a:pt x="1182389" y="788260"/>
                    </a:lnTo>
                    <a:lnTo>
                      <a:pt x="1181120" y="788894"/>
                    </a:lnTo>
                    <a:lnTo>
                      <a:pt x="1180485" y="790163"/>
                    </a:lnTo>
                    <a:lnTo>
                      <a:pt x="1179851" y="792067"/>
                    </a:lnTo>
                    <a:lnTo>
                      <a:pt x="1176042" y="798414"/>
                    </a:lnTo>
                    <a:lnTo>
                      <a:pt x="1174773" y="800318"/>
                    </a:lnTo>
                    <a:lnTo>
                      <a:pt x="1169061" y="795241"/>
                    </a:lnTo>
                    <a:lnTo>
                      <a:pt x="1166522" y="794606"/>
                    </a:lnTo>
                    <a:lnTo>
                      <a:pt x="1163349" y="797145"/>
                    </a:lnTo>
                    <a:lnTo>
                      <a:pt x="1162714" y="797780"/>
                    </a:lnTo>
                    <a:lnTo>
                      <a:pt x="1161445" y="800318"/>
                    </a:lnTo>
                    <a:lnTo>
                      <a:pt x="1160811" y="800953"/>
                    </a:lnTo>
                    <a:lnTo>
                      <a:pt x="1159541" y="802222"/>
                    </a:lnTo>
                    <a:lnTo>
                      <a:pt x="1157002" y="803491"/>
                    </a:lnTo>
                    <a:lnTo>
                      <a:pt x="1156367" y="804126"/>
                    </a:lnTo>
                    <a:lnTo>
                      <a:pt x="1154464" y="805396"/>
                    </a:lnTo>
                    <a:lnTo>
                      <a:pt x="1151925" y="806030"/>
                    </a:lnTo>
                    <a:lnTo>
                      <a:pt x="1138597" y="807300"/>
                    </a:lnTo>
                    <a:lnTo>
                      <a:pt x="1135424" y="805396"/>
                    </a:lnTo>
                    <a:lnTo>
                      <a:pt x="1134154" y="799684"/>
                    </a:lnTo>
                    <a:lnTo>
                      <a:pt x="1133520" y="794606"/>
                    </a:lnTo>
                    <a:lnTo>
                      <a:pt x="1131615" y="791433"/>
                    </a:lnTo>
                    <a:lnTo>
                      <a:pt x="1128442" y="789529"/>
                    </a:lnTo>
                    <a:lnTo>
                      <a:pt x="1123365" y="788894"/>
                    </a:lnTo>
                    <a:lnTo>
                      <a:pt x="1110037" y="790163"/>
                    </a:lnTo>
                    <a:lnTo>
                      <a:pt x="1106864" y="788260"/>
                    </a:lnTo>
                    <a:lnTo>
                      <a:pt x="1104959" y="783817"/>
                    </a:lnTo>
                    <a:lnTo>
                      <a:pt x="1104959" y="774297"/>
                    </a:lnTo>
                    <a:lnTo>
                      <a:pt x="1103055" y="769854"/>
                    </a:lnTo>
                    <a:lnTo>
                      <a:pt x="1095439" y="766046"/>
                    </a:lnTo>
                    <a:lnTo>
                      <a:pt x="1087188" y="769219"/>
                    </a:lnTo>
                    <a:lnTo>
                      <a:pt x="1080207" y="774931"/>
                    </a:lnTo>
                    <a:lnTo>
                      <a:pt x="1062437" y="793337"/>
                    </a:lnTo>
                    <a:lnTo>
                      <a:pt x="1054186" y="798414"/>
                    </a:lnTo>
                    <a:lnTo>
                      <a:pt x="1045300" y="800318"/>
                    </a:lnTo>
                    <a:lnTo>
                      <a:pt x="1036415" y="797780"/>
                    </a:lnTo>
                    <a:lnTo>
                      <a:pt x="1031338" y="795241"/>
                    </a:lnTo>
                    <a:lnTo>
                      <a:pt x="1029434" y="792702"/>
                    </a:lnTo>
                    <a:lnTo>
                      <a:pt x="1030068" y="788894"/>
                    </a:lnTo>
                    <a:lnTo>
                      <a:pt x="1030068" y="786990"/>
                    </a:lnTo>
                    <a:lnTo>
                      <a:pt x="1030703" y="784451"/>
                    </a:lnTo>
                    <a:lnTo>
                      <a:pt x="1031972" y="779374"/>
                    </a:lnTo>
                    <a:lnTo>
                      <a:pt x="1031972" y="776836"/>
                    </a:lnTo>
                    <a:lnTo>
                      <a:pt x="1030703" y="774297"/>
                    </a:lnTo>
                    <a:lnTo>
                      <a:pt x="1031972" y="771758"/>
                    </a:lnTo>
                    <a:lnTo>
                      <a:pt x="1031338" y="769219"/>
                    </a:lnTo>
                    <a:lnTo>
                      <a:pt x="1030068" y="767316"/>
                    </a:lnTo>
                    <a:lnTo>
                      <a:pt x="1028165" y="767950"/>
                    </a:lnTo>
                    <a:lnTo>
                      <a:pt x="1020548" y="765411"/>
                    </a:lnTo>
                    <a:lnTo>
                      <a:pt x="1010393" y="763507"/>
                    </a:lnTo>
                    <a:lnTo>
                      <a:pt x="1002143" y="759699"/>
                    </a:lnTo>
                    <a:lnTo>
                      <a:pt x="1001508" y="751449"/>
                    </a:lnTo>
                    <a:lnTo>
                      <a:pt x="1000239" y="746371"/>
                    </a:lnTo>
                    <a:lnTo>
                      <a:pt x="1000873" y="738755"/>
                    </a:lnTo>
                    <a:lnTo>
                      <a:pt x="1000873" y="732409"/>
                    </a:lnTo>
                    <a:lnTo>
                      <a:pt x="997700" y="729870"/>
                    </a:lnTo>
                    <a:lnTo>
                      <a:pt x="992623" y="730504"/>
                    </a:lnTo>
                    <a:lnTo>
                      <a:pt x="983103" y="734313"/>
                    </a:lnTo>
                    <a:lnTo>
                      <a:pt x="976756" y="734947"/>
                    </a:lnTo>
                    <a:lnTo>
                      <a:pt x="948831" y="731774"/>
                    </a:lnTo>
                    <a:lnTo>
                      <a:pt x="943753" y="733678"/>
                    </a:lnTo>
                    <a:lnTo>
                      <a:pt x="940580" y="737486"/>
                    </a:lnTo>
                    <a:lnTo>
                      <a:pt x="938041" y="741929"/>
                    </a:lnTo>
                    <a:lnTo>
                      <a:pt x="935503" y="746371"/>
                    </a:lnTo>
                    <a:lnTo>
                      <a:pt x="934233" y="748910"/>
                    </a:lnTo>
                    <a:lnTo>
                      <a:pt x="929156" y="749544"/>
                    </a:lnTo>
                    <a:lnTo>
                      <a:pt x="919001" y="749544"/>
                    </a:lnTo>
                    <a:lnTo>
                      <a:pt x="915828" y="747641"/>
                    </a:lnTo>
                    <a:lnTo>
                      <a:pt x="908846" y="739390"/>
                    </a:lnTo>
                    <a:lnTo>
                      <a:pt x="906308" y="737486"/>
                    </a:lnTo>
                    <a:lnTo>
                      <a:pt x="905039" y="736217"/>
                    </a:lnTo>
                    <a:lnTo>
                      <a:pt x="901231" y="730504"/>
                    </a:lnTo>
                    <a:lnTo>
                      <a:pt x="898692" y="729235"/>
                    </a:lnTo>
                    <a:lnTo>
                      <a:pt x="891711" y="727966"/>
                    </a:lnTo>
                    <a:lnTo>
                      <a:pt x="889172" y="727966"/>
                    </a:lnTo>
                    <a:lnTo>
                      <a:pt x="884729" y="728600"/>
                    </a:lnTo>
                    <a:lnTo>
                      <a:pt x="870766" y="734313"/>
                    </a:lnTo>
                    <a:lnTo>
                      <a:pt x="868228" y="733043"/>
                    </a:lnTo>
                    <a:lnTo>
                      <a:pt x="842206" y="727966"/>
                    </a:lnTo>
                    <a:lnTo>
                      <a:pt x="837764" y="726697"/>
                    </a:lnTo>
                    <a:lnTo>
                      <a:pt x="821897" y="716542"/>
                    </a:lnTo>
                    <a:lnTo>
                      <a:pt x="817454" y="715273"/>
                    </a:lnTo>
                    <a:lnTo>
                      <a:pt x="814281" y="715907"/>
                    </a:lnTo>
                    <a:lnTo>
                      <a:pt x="811108" y="717176"/>
                    </a:lnTo>
                    <a:lnTo>
                      <a:pt x="806665" y="717811"/>
                    </a:lnTo>
                    <a:lnTo>
                      <a:pt x="802857" y="717176"/>
                    </a:lnTo>
                    <a:lnTo>
                      <a:pt x="794606" y="714638"/>
                    </a:lnTo>
                    <a:lnTo>
                      <a:pt x="790163" y="714003"/>
                    </a:lnTo>
                    <a:lnTo>
                      <a:pt x="780643" y="714638"/>
                    </a:lnTo>
                    <a:lnTo>
                      <a:pt x="776201" y="714003"/>
                    </a:lnTo>
                    <a:lnTo>
                      <a:pt x="772392" y="710830"/>
                    </a:lnTo>
                    <a:lnTo>
                      <a:pt x="771758" y="707022"/>
                    </a:lnTo>
                    <a:lnTo>
                      <a:pt x="771123" y="693694"/>
                    </a:lnTo>
                    <a:lnTo>
                      <a:pt x="771758" y="690520"/>
                    </a:lnTo>
                    <a:lnTo>
                      <a:pt x="772392" y="688616"/>
                    </a:lnTo>
                    <a:lnTo>
                      <a:pt x="768585" y="684174"/>
                    </a:lnTo>
                    <a:lnTo>
                      <a:pt x="762238" y="678462"/>
                    </a:lnTo>
                    <a:lnTo>
                      <a:pt x="760334" y="674654"/>
                    </a:lnTo>
                    <a:lnTo>
                      <a:pt x="759065" y="670211"/>
                    </a:lnTo>
                    <a:lnTo>
                      <a:pt x="757161" y="666403"/>
                    </a:lnTo>
                    <a:lnTo>
                      <a:pt x="753352" y="664499"/>
                    </a:lnTo>
                    <a:lnTo>
                      <a:pt x="749544" y="664499"/>
                    </a:lnTo>
                    <a:lnTo>
                      <a:pt x="747641" y="663864"/>
                    </a:lnTo>
                    <a:lnTo>
                      <a:pt x="745737" y="663230"/>
                    </a:lnTo>
                    <a:lnTo>
                      <a:pt x="743832" y="661326"/>
                    </a:lnTo>
                    <a:lnTo>
                      <a:pt x="743198" y="659422"/>
                    </a:lnTo>
                    <a:lnTo>
                      <a:pt x="742563" y="657517"/>
                    </a:lnTo>
                    <a:lnTo>
                      <a:pt x="741294" y="656248"/>
                    </a:lnTo>
                    <a:lnTo>
                      <a:pt x="737486" y="653710"/>
                    </a:lnTo>
                    <a:lnTo>
                      <a:pt x="734312" y="653710"/>
                    </a:lnTo>
                    <a:lnTo>
                      <a:pt x="732408" y="656248"/>
                    </a:lnTo>
                    <a:lnTo>
                      <a:pt x="731139" y="668942"/>
                    </a:lnTo>
                    <a:lnTo>
                      <a:pt x="729235" y="672750"/>
                    </a:lnTo>
                    <a:lnTo>
                      <a:pt x="726062" y="674654"/>
                    </a:lnTo>
                    <a:lnTo>
                      <a:pt x="720984" y="674019"/>
                    </a:lnTo>
                    <a:lnTo>
                      <a:pt x="716542" y="672115"/>
                    </a:lnTo>
                    <a:lnTo>
                      <a:pt x="708925" y="667672"/>
                    </a:lnTo>
                    <a:lnTo>
                      <a:pt x="701944" y="669576"/>
                    </a:lnTo>
                    <a:lnTo>
                      <a:pt x="700040" y="670211"/>
                    </a:lnTo>
                    <a:lnTo>
                      <a:pt x="698136" y="671480"/>
                    </a:lnTo>
                    <a:lnTo>
                      <a:pt x="695598" y="674019"/>
                    </a:lnTo>
                    <a:lnTo>
                      <a:pt x="694328" y="675288"/>
                    </a:lnTo>
                    <a:lnTo>
                      <a:pt x="690520" y="676557"/>
                    </a:lnTo>
                    <a:lnTo>
                      <a:pt x="677827" y="675288"/>
                    </a:lnTo>
                    <a:lnTo>
                      <a:pt x="674019" y="674019"/>
                    </a:lnTo>
                    <a:lnTo>
                      <a:pt x="671480" y="671480"/>
                    </a:lnTo>
                    <a:lnTo>
                      <a:pt x="667672" y="665134"/>
                    </a:lnTo>
                    <a:lnTo>
                      <a:pt x="632765" y="631496"/>
                    </a:lnTo>
                    <a:lnTo>
                      <a:pt x="630861" y="630227"/>
                    </a:lnTo>
                    <a:lnTo>
                      <a:pt x="626418" y="629592"/>
                    </a:lnTo>
                    <a:lnTo>
                      <a:pt x="624515" y="628323"/>
                    </a:lnTo>
                    <a:lnTo>
                      <a:pt x="621341" y="627688"/>
                    </a:lnTo>
                    <a:lnTo>
                      <a:pt x="611821" y="628957"/>
                    </a:lnTo>
                    <a:lnTo>
                      <a:pt x="608648" y="629592"/>
                    </a:lnTo>
                    <a:lnTo>
                      <a:pt x="608648" y="627053"/>
                    </a:lnTo>
                    <a:lnTo>
                      <a:pt x="608648" y="615629"/>
                    </a:lnTo>
                    <a:lnTo>
                      <a:pt x="608648" y="587069"/>
                    </a:lnTo>
                    <a:lnTo>
                      <a:pt x="608648" y="558509"/>
                    </a:lnTo>
                    <a:lnTo>
                      <a:pt x="608648" y="529949"/>
                    </a:lnTo>
                    <a:lnTo>
                      <a:pt x="608648" y="502023"/>
                    </a:lnTo>
                    <a:lnTo>
                      <a:pt x="608648" y="473463"/>
                    </a:lnTo>
                    <a:lnTo>
                      <a:pt x="608648" y="444903"/>
                    </a:lnTo>
                    <a:lnTo>
                      <a:pt x="608648" y="416343"/>
                    </a:lnTo>
                    <a:lnTo>
                      <a:pt x="608648" y="387783"/>
                    </a:lnTo>
                    <a:lnTo>
                      <a:pt x="608648" y="359858"/>
                    </a:lnTo>
                    <a:lnTo>
                      <a:pt x="608648" y="331298"/>
                    </a:lnTo>
                    <a:lnTo>
                      <a:pt x="608648" y="303372"/>
                    </a:lnTo>
                    <a:lnTo>
                      <a:pt x="608648" y="274812"/>
                    </a:lnTo>
                    <a:lnTo>
                      <a:pt x="608648" y="246252"/>
                    </a:lnTo>
                    <a:lnTo>
                      <a:pt x="608648" y="218326"/>
                    </a:lnTo>
                    <a:lnTo>
                      <a:pt x="608648" y="189766"/>
                    </a:lnTo>
                    <a:lnTo>
                      <a:pt x="608648" y="161841"/>
                    </a:lnTo>
                    <a:lnTo>
                      <a:pt x="608648" y="149147"/>
                    </a:lnTo>
                    <a:lnTo>
                      <a:pt x="606109" y="149147"/>
                    </a:lnTo>
                    <a:lnTo>
                      <a:pt x="594050" y="149147"/>
                    </a:lnTo>
                    <a:lnTo>
                      <a:pt x="587704" y="149147"/>
                    </a:lnTo>
                    <a:lnTo>
                      <a:pt x="568664" y="149147"/>
                    </a:lnTo>
                    <a:lnTo>
                      <a:pt x="539469" y="149147"/>
                    </a:lnTo>
                    <a:lnTo>
                      <a:pt x="501389" y="149147"/>
                    </a:lnTo>
                    <a:lnTo>
                      <a:pt x="456327" y="148513"/>
                    </a:lnTo>
                    <a:lnTo>
                      <a:pt x="406188" y="147878"/>
                    </a:lnTo>
                    <a:lnTo>
                      <a:pt x="352242" y="147243"/>
                    </a:lnTo>
                    <a:lnTo>
                      <a:pt x="297025" y="146608"/>
                    </a:lnTo>
                    <a:lnTo>
                      <a:pt x="241809" y="145974"/>
                    </a:lnTo>
                    <a:lnTo>
                      <a:pt x="188497" y="145339"/>
                    </a:lnTo>
                    <a:lnTo>
                      <a:pt x="138358" y="144705"/>
                    </a:lnTo>
                    <a:lnTo>
                      <a:pt x="93296" y="143435"/>
                    </a:lnTo>
                    <a:lnTo>
                      <a:pt x="55216" y="142801"/>
                    </a:lnTo>
                    <a:lnTo>
                      <a:pt x="26021" y="142166"/>
                    </a:lnTo>
                    <a:lnTo>
                      <a:pt x="6981" y="141531"/>
                    </a:lnTo>
                    <a:lnTo>
                      <a:pt x="0" y="141531"/>
                    </a:lnTo>
                    <a:lnTo>
                      <a:pt x="635" y="110433"/>
                    </a:lnTo>
                    <a:lnTo>
                      <a:pt x="1269" y="79334"/>
                    </a:lnTo>
                    <a:lnTo>
                      <a:pt x="1904" y="48235"/>
                    </a:lnTo>
                    <a:lnTo>
                      <a:pt x="2538" y="17136"/>
                    </a:lnTo>
                    <a:lnTo>
                      <a:pt x="27291" y="17771"/>
                    </a:lnTo>
                    <a:lnTo>
                      <a:pt x="52043" y="18406"/>
                    </a:lnTo>
                    <a:lnTo>
                      <a:pt x="76795" y="19040"/>
                    </a:lnTo>
                    <a:lnTo>
                      <a:pt x="101547" y="19675"/>
                    </a:lnTo>
                    <a:lnTo>
                      <a:pt x="126299" y="20310"/>
                    </a:lnTo>
                    <a:lnTo>
                      <a:pt x="151051" y="20944"/>
                    </a:lnTo>
                    <a:lnTo>
                      <a:pt x="175803" y="21579"/>
                    </a:lnTo>
                    <a:lnTo>
                      <a:pt x="200555" y="22213"/>
                    </a:lnTo>
                    <a:lnTo>
                      <a:pt x="246886" y="22848"/>
                    </a:lnTo>
                    <a:lnTo>
                      <a:pt x="293217" y="23483"/>
                    </a:lnTo>
                    <a:lnTo>
                      <a:pt x="339548" y="24117"/>
                    </a:lnTo>
                    <a:lnTo>
                      <a:pt x="385879" y="24752"/>
                    </a:lnTo>
                    <a:lnTo>
                      <a:pt x="432210" y="25387"/>
                    </a:lnTo>
                    <a:lnTo>
                      <a:pt x="478541" y="26021"/>
                    </a:lnTo>
                    <a:lnTo>
                      <a:pt x="524871" y="26021"/>
                    </a:lnTo>
                    <a:lnTo>
                      <a:pt x="571203" y="26021"/>
                    </a:lnTo>
                    <a:lnTo>
                      <a:pt x="617533" y="26021"/>
                    </a:lnTo>
                    <a:lnTo>
                      <a:pt x="663864" y="26021"/>
                    </a:lnTo>
                    <a:lnTo>
                      <a:pt x="710195" y="26021"/>
                    </a:lnTo>
                    <a:lnTo>
                      <a:pt x="756526" y="26021"/>
                    </a:lnTo>
                    <a:lnTo>
                      <a:pt x="802857" y="25387"/>
                    </a:lnTo>
                    <a:lnTo>
                      <a:pt x="849188" y="24752"/>
                    </a:lnTo>
                    <a:lnTo>
                      <a:pt x="895518" y="24117"/>
                    </a:lnTo>
                    <a:lnTo>
                      <a:pt x="941850" y="23483"/>
                    </a:lnTo>
                    <a:lnTo>
                      <a:pt x="988180" y="22848"/>
                    </a:lnTo>
                    <a:lnTo>
                      <a:pt x="1034511" y="22213"/>
                    </a:lnTo>
                    <a:lnTo>
                      <a:pt x="1080842" y="21579"/>
                    </a:lnTo>
                    <a:lnTo>
                      <a:pt x="1127173" y="20310"/>
                    </a:lnTo>
                    <a:lnTo>
                      <a:pt x="1173504" y="19040"/>
                    </a:lnTo>
                    <a:lnTo>
                      <a:pt x="1219834" y="17771"/>
                    </a:lnTo>
                    <a:lnTo>
                      <a:pt x="1266166" y="16501"/>
                    </a:lnTo>
                    <a:lnTo>
                      <a:pt x="1312496" y="15232"/>
                    </a:lnTo>
                    <a:lnTo>
                      <a:pt x="1358827" y="13963"/>
                    </a:lnTo>
                    <a:lnTo>
                      <a:pt x="1405158" y="12059"/>
                    </a:lnTo>
                    <a:lnTo>
                      <a:pt x="1451489" y="10155"/>
                    </a:lnTo>
                    <a:lnTo>
                      <a:pt x="1497820" y="8251"/>
                    </a:lnTo>
                    <a:lnTo>
                      <a:pt x="1544150" y="6347"/>
                    </a:lnTo>
                    <a:lnTo>
                      <a:pt x="1590482" y="4443"/>
                    </a:lnTo>
                    <a:lnTo>
                      <a:pt x="1636813" y="2539"/>
                    </a:lnTo>
                    <a:lnTo>
                      <a:pt x="1683143" y="0"/>
                    </a:lnTo>
                    <a:lnTo>
                      <a:pt x="1684413" y="31099"/>
                    </a:lnTo>
                    <a:lnTo>
                      <a:pt x="1685682" y="62198"/>
                    </a:lnTo>
                    <a:lnTo>
                      <a:pt x="1686951" y="93296"/>
                    </a:lnTo>
                    <a:lnTo>
                      <a:pt x="1694567" y="122491"/>
                    </a:lnTo>
                    <a:lnTo>
                      <a:pt x="1694567" y="122491"/>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29" name="Google Shape;429;p51"/>
              <p:cNvSpPr/>
              <p:nvPr/>
            </p:nvSpPr>
            <p:spPr>
              <a:xfrm>
                <a:off x="6522854" y="3048005"/>
                <a:ext cx="618381" cy="682161"/>
              </a:xfrm>
              <a:custGeom>
                <a:avLst/>
                <a:gdLst/>
                <a:ahLst/>
                <a:cxnLst/>
                <a:rect l="l" t="t" r="r" b="b"/>
                <a:pathLst>
                  <a:path w="849187" h="936772" extrusionOk="0">
                    <a:moveTo>
                      <a:pt x="825705" y="335105"/>
                    </a:moveTo>
                    <a:lnTo>
                      <a:pt x="830782" y="332567"/>
                    </a:lnTo>
                    <a:lnTo>
                      <a:pt x="835225" y="331298"/>
                    </a:lnTo>
                    <a:lnTo>
                      <a:pt x="839033" y="332567"/>
                    </a:lnTo>
                    <a:lnTo>
                      <a:pt x="846648" y="324951"/>
                    </a:lnTo>
                    <a:lnTo>
                      <a:pt x="849187" y="323681"/>
                    </a:lnTo>
                    <a:lnTo>
                      <a:pt x="844745" y="298295"/>
                    </a:lnTo>
                    <a:lnTo>
                      <a:pt x="840302" y="272908"/>
                    </a:lnTo>
                    <a:lnTo>
                      <a:pt x="835859" y="247521"/>
                    </a:lnTo>
                    <a:lnTo>
                      <a:pt x="830782" y="222134"/>
                    </a:lnTo>
                    <a:lnTo>
                      <a:pt x="826339" y="196748"/>
                    </a:lnTo>
                    <a:lnTo>
                      <a:pt x="821897" y="171361"/>
                    </a:lnTo>
                    <a:lnTo>
                      <a:pt x="817454" y="145974"/>
                    </a:lnTo>
                    <a:lnTo>
                      <a:pt x="813011" y="120587"/>
                    </a:lnTo>
                    <a:lnTo>
                      <a:pt x="804126" y="69814"/>
                    </a:lnTo>
                    <a:lnTo>
                      <a:pt x="795240" y="19040"/>
                    </a:lnTo>
                    <a:lnTo>
                      <a:pt x="791433" y="0"/>
                    </a:lnTo>
                    <a:lnTo>
                      <a:pt x="745737" y="24117"/>
                    </a:lnTo>
                    <a:lnTo>
                      <a:pt x="740659" y="29195"/>
                    </a:lnTo>
                    <a:lnTo>
                      <a:pt x="733043" y="31733"/>
                    </a:lnTo>
                    <a:lnTo>
                      <a:pt x="729870" y="33003"/>
                    </a:lnTo>
                    <a:lnTo>
                      <a:pt x="728600" y="34907"/>
                    </a:lnTo>
                    <a:lnTo>
                      <a:pt x="727331" y="38080"/>
                    </a:lnTo>
                    <a:lnTo>
                      <a:pt x="726061" y="39350"/>
                    </a:lnTo>
                    <a:lnTo>
                      <a:pt x="719715" y="41254"/>
                    </a:lnTo>
                    <a:lnTo>
                      <a:pt x="715272" y="45696"/>
                    </a:lnTo>
                    <a:lnTo>
                      <a:pt x="702579" y="50139"/>
                    </a:lnTo>
                    <a:lnTo>
                      <a:pt x="647363" y="88219"/>
                    </a:lnTo>
                    <a:lnTo>
                      <a:pt x="594685" y="149147"/>
                    </a:lnTo>
                    <a:lnTo>
                      <a:pt x="588338" y="152321"/>
                    </a:lnTo>
                    <a:lnTo>
                      <a:pt x="582626" y="157398"/>
                    </a:lnTo>
                    <a:lnTo>
                      <a:pt x="578184" y="158033"/>
                    </a:lnTo>
                    <a:lnTo>
                      <a:pt x="571203" y="156129"/>
                    </a:lnTo>
                    <a:lnTo>
                      <a:pt x="569933" y="156129"/>
                    </a:lnTo>
                    <a:lnTo>
                      <a:pt x="568029" y="157398"/>
                    </a:lnTo>
                    <a:lnTo>
                      <a:pt x="564856" y="161206"/>
                    </a:lnTo>
                    <a:lnTo>
                      <a:pt x="562317" y="162475"/>
                    </a:lnTo>
                    <a:lnTo>
                      <a:pt x="557239" y="163110"/>
                    </a:lnTo>
                    <a:lnTo>
                      <a:pt x="533757" y="161841"/>
                    </a:lnTo>
                    <a:lnTo>
                      <a:pt x="526140" y="163110"/>
                    </a:lnTo>
                    <a:lnTo>
                      <a:pt x="502023" y="173899"/>
                    </a:lnTo>
                    <a:lnTo>
                      <a:pt x="488695" y="184054"/>
                    </a:lnTo>
                    <a:lnTo>
                      <a:pt x="481079" y="187862"/>
                    </a:lnTo>
                    <a:lnTo>
                      <a:pt x="467751" y="190401"/>
                    </a:lnTo>
                    <a:lnTo>
                      <a:pt x="465212" y="192939"/>
                    </a:lnTo>
                    <a:lnTo>
                      <a:pt x="462673" y="196113"/>
                    </a:lnTo>
                    <a:lnTo>
                      <a:pt x="455692" y="202460"/>
                    </a:lnTo>
                    <a:lnTo>
                      <a:pt x="451884" y="204364"/>
                    </a:lnTo>
                    <a:lnTo>
                      <a:pt x="442999" y="204998"/>
                    </a:lnTo>
                    <a:lnTo>
                      <a:pt x="434749" y="202460"/>
                    </a:lnTo>
                    <a:lnTo>
                      <a:pt x="419516" y="194209"/>
                    </a:lnTo>
                    <a:lnTo>
                      <a:pt x="417612" y="193574"/>
                    </a:lnTo>
                    <a:lnTo>
                      <a:pt x="413804" y="192305"/>
                    </a:lnTo>
                    <a:lnTo>
                      <a:pt x="412535" y="191670"/>
                    </a:lnTo>
                    <a:lnTo>
                      <a:pt x="410631" y="189766"/>
                    </a:lnTo>
                    <a:lnTo>
                      <a:pt x="409362" y="187862"/>
                    </a:lnTo>
                    <a:lnTo>
                      <a:pt x="407457" y="186593"/>
                    </a:lnTo>
                    <a:lnTo>
                      <a:pt x="405553" y="186593"/>
                    </a:lnTo>
                    <a:lnTo>
                      <a:pt x="408727" y="191036"/>
                    </a:lnTo>
                    <a:lnTo>
                      <a:pt x="417612" y="196748"/>
                    </a:lnTo>
                    <a:lnTo>
                      <a:pt x="422055" y="200556"/>
                    </a:lnTo>
                    <a:lnTo>
                      <a:pt x="411900" y="195478"/>
                    </a:lnTo>
                    <a:lnTo>
                      <a:pt x="406823" y="194209"/>
                    </a:lnTo>
                    <a:lnTo>
                      <a:pt x="401745" y="193574"/>
                    </a:lnTo>
                    <a:lnTo>
                      <a:pt x="399842" y="194209"/>
                    </a:lnTo>
                    <a:lnTo>
                      <a:pt x="396668" y="196113"/>
                    </a:lnTo>
                    <a:lnTo>
                      <a:pt x="394764" y="196113"/>
                    </a:lnTo>
                    <a:lnTo>
                      <a:pt x="392225" y="196748"/>
                    </a:lnTo>
                    <a:lnTo>
                      <a:pt x="390956" y="196113"/>
                    </a:lnTo>
                    <a:lnTo>
                      <a:pt x="386513" y="194209"/>
                    </a:lnTo>
                    <a:lnTo>
                      <a:pt x="378897" y="196748"/>
                    </a:lnTo>
                    <a:lnTo>
                      <a:pt x="370646" y="203729"/>
                    </a:lnTo>
                    <a:lnTo>
                      <a:pt x="362396" y="208806"/>
                    </a:lnTo>
                    <a:lnTo>
                      <a:pt x="354780" y="204364"/>
                    </a:lnTo>
                    <a:lnTo>
                      <a:pt x="353511" y="206268"/>
                    </a:lnTo>
                    <a:lnTo>
                      <a:pt x="351606" y="207537"/>
                    </a:lnTo>
                    <a:lnTo>
                      <a:pt x="349703" y="207537"/>
                    </a:lnTo>
                    <a:lnTo>
                      <a:pt x="348433" y="204364"/>
                    </a:lnTo>
                    <a:lnTo>
                      <a:pt x="347164" y="204364"/>
                    </a:lnTo>
                    <a:lnTo>
                      <a:pt x="335740" y="205633"/>
                    </a:lnTo>
                    <a:lnTo>
                      <a:pt x="338278" y="203729"/>
                    </a:lnTo>
                    <a:lnTo>
                      <a:pt x="345260" y="201825"/>
                    </a:lnTo>
                    <a:lnTo>
                      <a:pt x="347798" y="199921"/>
                    </a:lnTo>
                    <a:lnTo>
                      <a:pt x="350972" y="201825"/>
                    </a:lnTo>
                    <a:lnTo>
                      <a:pt x="351606" y="200556"/>
                    </a:lnTo>
                    <a:lnTo>
                      <a:pt x="352876" y="198017"/>
                    </a:lnTo>
                    <a:lnTo>
                      <a:pt x="353511" y="196113"/>
                    </a:lnTo>
                    <a:lnTo>
                      <a:pt x="355415" y="194844"/>
                    </a:lnTo>
                    <a:lnTo>
                      <a:pt x="357318" y="194209"/>
                    </a:lnTo>
                    <a:lnTo>
                      <a:pt x="361762" y="192939"/>
                    </a:lnTo>
                    <a:lnTo>
                      <a:pt x="370646" y="189766"/>
                    </a:lnTo>
                    <a:lnTo>
                      <a:pt x="374455" y="189131"/>
                    </a:lnTo>
                    <a:lnTo>
                      <a:pt x="379532" y="190401"/>
                    </a:lnTo>
                    <a:lnTo>
                      <a:pt x="383340" y="186593"/>
                    </a:lnTo>
                    <a:lnTo>
                      <a:pt x="389052" y="184054"/>
                    </a:lnTo>
                    <a:lnTo>
                      <a:pt x="401745" y="181516"/>
                    </a:lnTo>
                    <a:lnTo>
                      <a:pt x="399842" y="177707"/>
                    </a:lnTo>
                    <a:lnTo>
                      <a:pt x="398572" y="175804"/>
                    </a:lnTo>
                    <a:lnTo>
                      <a:pt x="396668" y="174534"/>
                    </a:lnTo>
                    <a:lnTo>
                      <a:pt x="389052" y="174534"/>
                    </a:lnTo>
                    <a:lnTo>
                      <a:pt x="387148" y="175169"/>
                    </a:lnTo>
                    <a:lnTo>
                      <a:pt x="384610" y="177707"/>
                    </a:lnTo>
                    <a:lnTo>
                      <a:pt x="382705" y="177073"/>
                    </a:lnTo>
                    <a:lnTo>
                      <a:pt x="381436" y="175169"/>
                    </a:lnTo>
                    <a:lnTo>
                      <a:pt x="380166" y="174534"/>
                    </a:lnTo>
                    <a:lnTo>
                      <a:pt x="377628" y="170726"/>
                    </a:lnTo>
                    <a:lnTo>
                      <a:pt x="374455" y="168822"/>
                    </a:lnTo>
                    <a:lnTo>
                      <a:pt x="371282" y="167553"/>
                    </a:lnTo>
                    <a:lnTo>
                      <a:pt x="371916" y="168822"/>
                    </a:lnTo>
                    <a:lnTo>
                      <a:pt x="371916" y="171995"/>
                    </a:lnTo>
                    <a:lnTo>
                      <a:pt x="371282" y="175804"/>
                    </a:lnTo>
                    <a:lnTo>
                      <a:pt x="370646" y="177707"/>
                    </a:lnTo>
                    <a:lnTo>
                      <a:pt x="368743" y="180881"/>
                    </a:lnTo>
                    <a:lnTo>
                      <a:pt x="366204" y="182150"/>
                    </a:lnTo>
                    <a:lnTo>
                      <a:pt x="359857" y="184689"/>
                    </a:lnTo>
                    <a:lnTo>
                      <a:pt x="356049" y="185324"/>
                    </a:lnTo>
                    <a:lnTo>
                      <a:pt x="349068" y="184054"/>
                    </a:lnTo>
                    <a:lnTo>
                      <a:pt x="345895" y="183419"/>
                    </a:lnTo>
                    <a:lnTo>
                      <a:pt x="340183" y="182150"/>
                    </a:lnTo>
                    <a:lnTo>
                      <a:pt x="328758" y="171995"/>
                    </a:lnTo>
                    <a:lnTo>
                      <a:pt x="323046" y="168187"/>
                    </a:lnTo>
                    <a:lnTo>
                      <a:pt x="317969" y="168822"/>
                    </a:lnTo>
                    <a:lnTo>
                      <a:pt x="311623" y="168187"/>
                    </a:lnTo>
                    <a:lnTo>
                      <a:pt x="298929" y="165649"/>
                    </a:lnTo>
                    <a:lnTo>
                      <a:pt x="293852" y="162475"/>
                    </a:lnTo>
                    <a:lnTo>
                      <a:pt x="283062" y="154859"/>
                    </a:lnTo>
                    <a:lnTo>
                      <a:pt x="278619" y="152955"/>
                    </a:lnTo>
                    <a:lnTo>
                      <a:pt x="276716" y="152955"/>
                    </a:lnTo>
                    <a:lnTo>
                      <a:pt x="272273" y="154859"/>
                    </a:lnTo>
                    <a:lnTo>
                      <a:pt x="269099" y="156129"/>
                    </a:lnTo>
                    <a:lnTo>
                      <a:pt x="265926" y="156129"/>
                    </a:lnTo>
                    <a:lnTo>
                      <a:pt x="250694" y="153590"/>
                    </a:lnTo>
                    <a:lnTo>
                      <a:pt x="249425" y="152321"/>
                    </a:lnTo>
                    <a:lnTo>
                      <a:pt x="249425" y="149782"/>
                    </a:lnTo>
                    <a:lnTo>
                      <a:pt x="233558" y="152955"/>
                    </a:lnTo>
                    <a:lnTo>
                      <a:pt x="218326" y="156129"/>
                    </a:lnTo>
                    <a:lnTo>
                      <a:pt x="202459" y="158667"/>
                    </a:lnTo>
                    <a:lnTo>
                      <a:pt x="187227" y="161841"/>
                    </a:lnTo>
                    <a:lnTo>
                      <a:pt x="171361" y="164379"/>
                    </a:lnTo>
                    <a:lnTo>
                      <a:pt x="155494" y="167553"/>
                    </a:lnTo>
                    <a:lnTo>
                      <a:pt x="140262" y="170091"/>
                    </a:lnTo>
                    <a:lnTo>
                      <a:pt x="124395" y="173265"/>
                    </a:lnTo>
                    <a:lnTo>
                      <a:pt x="109163" y="175804"/>
                    </a:lnTo>
                    <a:lnTo>
                      <a:pt x="93296" y="178977"/>
                    </a:lnTo>
                    <a:lnTo>
                      <a:pt x="78064" y="181516"/>
                    </a:lnTo>
                    <a:lnTo>
                      <a:pt x="62197" y="184054"/>
                    </a:lnTo>
                    <a:lnTo>
                      <a:pt x="46965" y="187227"/>
                    </a:lnTo>
                    <a:lnTo>
                      <a:pt x="31098" y="189766"/>
                    </a:lnTo>
                    <a:lnTo>
                      <a:pt x="15231" y="192939"/>
                    </a:lnTo>
                    <a:lnTo>
                      <a:pt x="0" y="195478"/>
                    </a:lnTo>
                    <a:lnTo>
                      <a:pt x="2538" y="215153"/>
                    </a:lnTo>
                    <a:lnTo>
                      <a:pt x="5077" y="235462"/>
                    </a:lnTo>
                    <a:lnTo>
                      <a:pt x="10155" y="274812"/>
                    </a:lnTo>
                    <a:lnTo>
                      <a:pt x="12693" y="294487"/>
                    </a:lnTo>
                    <a:lnTo>
                      <a:pt x="15231" y="314161"/>
                    </a:lnTo>
                    <a:lnTo>
                      <a:pt x="17770" y="334471"/>
                    </a:lnTo>
                    <a:lnTo>
                      <a:pt x="20309" y="354145"/>
                    </a:lnTo>
                    <a:lnTo>
                      <a:pt x="22848" y="373820"/>
                    </a:lnTo>
                    <a:lnTo>
                      <a:pt x="25387" y="394130"/>
                    </a:lnTo>
                    <a:lnTo>
                      <a:pt x="28560" y="413805"/>
                    </a:lnTo>
                    <a:lnTo>
                      <a:pt x="30464" y="434114"/>
                    </a:lnTo>
                    <a:lnTo>
                      <a:pt x="33003" y="453789"/>
                    </a:lnTo>
                    <a:lnTo>
                      <a:pt x="36176" y="473463"/>
                    </a:lnTo>
                    <a:lnTo>
                      <a:pt x="38715" y="493138"/>
                    </a:lnTo>
                    <a:lnTo>
                      <a:pt x="41254" y="513448"/>
                    </a:lnTo>
                    <a:lnTo>
                      <a:pt x="43792" y="533122"/>
                    </a:lnTo>
                    <a:lnTo>
                      <a:pt x="46330" y="553432"/>
                    </a:lnTo>
                    <a:lnTo>
                      <a:pt x="48869" y="573106"/>
                    </a:lnTo>
                    <a:lnTo>
                      <a:pt x="51408" y="592781"/>
                    </a:lnTo>
                    <a:lnTo>
                      <a:pt x="53947" y="613091"/>
                    </a:lnTo>
                    <a:lnTo>
                      <a:pt x="56485" y="632766"/>
                    </a:lnTo>
                    <a:lnTo>
                      <a:pt x="59024" y="653075"/>
                    </a:lnTo>
                    <a:lnTo>
                      <a:pt x="61563" y="672750"/>
                    </a:lnTo>
                    <a:lnTo>
                      <a:pt x="64101" y="693059"/>
                    </a:lnTo>
                    <a:lnTo>
                      <a:pt x="66640" y="712734"/>
                    </a:lnTo>
                    <a:lnTo>
                      <a:pt x="69178" y="732409"/>
                    </a:lnTo>
                    <a:lnTo>
                      <a:pt x="72352" y="752718"/>
                    </a:lnTo>
                    <a:lnTo>
                      <a:pt x="74891" y="773027"/>
                    </a:lnTo>
                    <a:lnTo>
                      <a:pt x="77429" y="792702"/>
                    </a:lnTo>
                    <a:lnTo>
                      <a:pt x="79968" y="813012"/>
                    </a:lnTo>
                    <a:lnTo>
                      <a:pt x="82507" y="832686"/>
                    </a:lnTo>
                    <a:lnTo>
                      <a:pt x="92662" y="824436"/>
                    </a:lnTo>
                    <a:lnTo>
                      <a:pt x="95200" y="820628"/>
                    </a:lnTo>
                    <a:lnTo>
                      <a:pt x="96469" y="818724"/>
                    </a:lnTo>
                    <a:lnTo>
                      <a:pt x="99008" y="818089"/>
                    </a:lnTo>
                    <a:lnTo>
                      <a:pt x="100912" y="818724"/>
                    </a:lnTo>
                    <a:lnTo>
                      <a:pt x="104085" y="821897"/>
                    </a:lnTo>
                    <a:lnTo>
                      <a:pt x="104720" y="822532"/>
                    </a:lnTo>
                    <a:lnTo>
                      <a:pt x="107894" y="823801"/>
                    </a:lnTo>
                    <a:lnTo>
                      <a:pt x="119317" y="832686"/>
                    </a:lnTo>
                    <a:lnTo>
                      <a:pt x="127568" y="832052"/>
                    </a:lnTo>
                    <a:lnTo>
                      <a:pt x="143435" y="822532"/>
                    </a:lnTo>
                    <a:lnTo>
                      <a:pt x="151685" y="819358"/>
                    </a:lnTo>
                    <a:lnTo>
                      <a:pt x="156129" y="821262"/>
                    </a:lnTo>
                    <a:lnTo>
                      <a:pt x="159302" y="825705"/>
                    </a:lnTo>
                    <a:lnTo>
                      <a:pt x="161841" y="829513"/>
                    </a:lnTo>
                    <a:lnTo>
                      <a:pt x="164379" y="831417"/>
                    </a:lnTo>
                    <a:lnTo>
                      <a:pt x="168187" y="831417"/>
                    </a:lnTo>
                    <a:lnTo>
                      <a:pt x="173264" y="832686"/>
                    </a:lnTo>
                    <a:lnTo>
                      <a:pt x="182150" y="835860"/>
                    </a:lnTo>
                    <a:lnTo>
                      <a:pt x="185958" y="838398"/>
                    </a:lnTo>
                    <a:lnTo>
                      <a:pt x="188497" y="842206"/>
                    </a:lnTo>
                    <a:lnTo>
                      <a:pt x="190401" y="846649"/>
                    </a:lnTo>
                    <a:lnTo>
                      <a:pt x="191035" y="850457"/>
                    </a:lnTo>
                    <a:lnTo>
                      <a:pt x="192304" y="854265"/>
                    </a:lnTo>
                    <a:lnTo>
                      <a:pt x="195478" y="856804"/>
                    </a:lnTo>
                    <a:lnTo>
                      <a:pt x="198017" y="858708"/>
                    </a:lnTo>
                    <a:lnTo>
                      <a:pt x="200555" y="860612"/>
                    </a:lnTo>
                    <a:lnTo>
                      <a:pt x="203094" y="864420"/>
                    </a:lnTo>
                    <a:lnTo>
                      <a:pt x="204998" y="868862"/>
                    </a:lnTo>
                    <a:lnTo>
                      <a:pt x="206268" y="873305"/>
                    </a:lnTo>
                    <a:lnTo>
                      <a:pt x="207537" y="879652"/>
                    </a:lnTo>
                    <a:lnTo>
                      <a:pt x="210075" y="883460"/>
                    </a:lnTo>
                    <a:lnTo>
                      <a:pt x="214518" y="885999"/>
                    </a:lnTo>
                    <a:lnTo>
                      <a:pt x="237366" y="891076"/>
                    </a:lnTo>
                    <a:lnTo>
                      <a:pt x="241809" y="890441"/>
                    </a:lnTo>
                    <a:lnTo>
                      <a:pt x="258945" y="884729"/>
                    </a:lnTo>
                    <a:lnTo>
                      <a:pt x="263388" y="884729"/>
                    </a:lnTo>
                    <a:lnTo>
                      <a:pt x="271638" y="887268"/>
                    </a:lnTo>
                    <a:lnTo>
                      <a:pt x="280524" y="888537"/>
                    </a:lnTo>
                    <a:lnTo>
                      <a:pt x="284331" y="891711"/>
                    </a:lnTo>
                    <a:lnTo>
                      <a:pt x="287505" y="895519"/>
                    </a:lnTo>
                    <a:lnTo>
                      <a:pt x="290678" y="899327"/>
                    </a:lnTo>
                    <a:lnTo>
                      <a:pt x="305910" y="910116"/>
                    </a:lnTo>
                    <a:lnTo>
                      <a:pt x="314796" y="914559"/>
                    </a:lnTo>
                    <a:lnTo>
                      <a:pt x="323046" y="915193"/>
                    </a:lnTo>
                    <a:lnTo>
                      <a:pt x="326855" y="913289"/>
                    </a:lnTo>
                    <a:lnTo>
                      <a:pt x="330028" y="910116"/>
                    </a:lnTo>
                    <a:lnTo>
                      <a:pt x="331932" y="905039"/>
                    </a:lnTo>
                    <a:lnTo>
                      <a:pt x="331932" y="900596"/>
                    </a:lnTo>
                    <a:lnTo>
                      <a:pt x="333836" y="898692"/>
                    </a:lnTo>
                    <a:lnTo>
                      <a:pt x="347164" y="892345"/>
                    </a:lnTo>
                    <a:lnTo>
                      <a:pt x="351606" y="891711"/>
                    </a:lnTo>
                    <a:lnTo>
                      <a:pt x="356049" y="892980"/>
                    </a:lnTo>
                    <a:lnTo>
                      <a:pt x="359857" y="894884"/>
                    </a:lnTo>
                    <a:lnTo>
                      <a:pt x="363665" y="897423"/>
                    </a:lnTo>
                    <a:lnTo>
                      <a:pt x="365569" y="898057"/>
                    </a:lnTo>
                    <a:lnTo>
                      <a:pt x="372551" y="897423"/>
                    </a:lnTo>
                    <a:lnTo>
                      <a:pt x="375090" y="897423"/>
                    </a:lnTo>
                    <a:lnTo>
                      <a:pt x="381436" y="899327"/>
                    </a:lnTo>
                    <a:lnTo>
                      <a:pt x="383975" y="900596"/>
                    </a:lnTo>
                    <a:lnTo>
                      <a:pt x="385244" y="901865"/>
                    </a:lnTo>
                    <a:lnTo>
                      <a:pt x="391591" y="908847"/>
                    </a:lnTo>
                    <a:lnTo>
                      <a:pt x="394130" y="911385"/>
                    </a:lnTo>
                    <a:lnTo>
                      <a:pt x="396033" y="911385"/>
                    </a:lnTo>
                    <a:lnTo>
                      <a:pt x="402380" y="908847"/>
                    </a:lnTo>
                    <a:lnTo>
                      <a:pt x="404284" y="906308"/>
                    </a:lnTo>
                    <a:lnTo>
                      <a:pt x="407457" y="904404"/>
                    </a:lnTo>
                    <a:lnTo>
                      <a:pt x="411900" y="903135"/>
                    </a:lnTo>
                    <a:lnTo>
                      <a:pt x="420785" y="903769"/>
                    </a:lnTo>
                    <a:lnTo>
                      <a:pt x="425229" y="902500"/>
                    </a:lnTo>
                    <a:lnTo>
                      <a:pt x="428402" y="899961"/>
                    </a:lnTo>
                    <a:lnTo>
                      <a:pt x="429036" y="897423"/>
                    </a:lnTo>
                    <a:lnTo>
                      <a:pt x="430305" y="891711"/>
                    </a:lnTo>
                    <a:lnTo>
                      <a:pt x="431575" y="889807"/>
                    </a:lnTo>
                    <a:lnTo>
                      <a:pt x="432844" y="888537"/>
                    </a:lnTo>
                    <a:lnTo>
                      <a:pt x="437922" y="885364"/>
                    </a:lnTo>
                    <a:lnTo>
                      <a:pt x="439825" y="882191"/>
                    </a:lnTo>
                    <a:lnTo>
                      <a:pt x="442364" y="878382"/>
                    </a:lnTo>
                    <a:lnTo>
                      <a:pt x="444903" y="875209"/>
                    </a:lnTo>
                    <a:lnTo>
                      <a:pt x="448711" y="873305"/>
                    </a:lnTo>
                    <a:lnTo>
                      <a:pt x="453153" y="872036"/>
                    </a:lnTo>
                    <a:lnTo>
                      <a:pt x="464578" y="864420"/>
                    </a:lnTo>
                    <a:lnTo>
                      <a:pt x="469655" y="862516"/>
                    </a:lnTo>
                    <a:lnTo>
                      <a:pt x="472193" y="863785"/>
                    </a:lnTo>
                    <a:lnTo>
                      <a:pt x="472829" y="867593"/>
                    </a:lnTo>
                    <a:lnTo>
                      <a:pt x="474098" y="872036"/>
                    </a:lnTo>
                    <a:lnTo>
                      <a:pt x="475367" y="876479"/>
                    </a:lnTo>
                    <a:lnTo>
                      <a:pt x="482349" y="892345"/>
                    </a:lnTo>
                    <a:lnTo>
                      <a:pt x="489330" y="900596"/>
                    </a:lnTo>
                    <a:lnTo>
                      <a:pt x="498850" y="904404"/>
                    </a:lnTo>
                    <a:lnTo>
                      <a:pt x="508370" y="905673"/>
                    </a:lnTo>
                    <a:lnTo>
                      <a:pt x="516620" y="909481"/>
                    </a:lnTo>
                    <a:lnTo>
                      <a:pt x="533122" y="921540"/>
                    </a:lnTo>
                    <a:lnTo>
                      <a:pt x="535660" y="924713"/>
                    </a:lnTo>
                    <a:lnTo>
                      <a:pt x="540104" y="931695"/>
                    </a:lnTo>
                    <a:lnTo>
                      <a:pt x="542007" y="934234"/>
                    </a:lnTo>
                    <a:lnTo>
                      <a:pt x="542642" y="934868"/>
                    </a:lnTo>
                    <a:lnTo>
                      <a:pt x="549624" y="936772"/>
                    </a:lnTo>
                    <a:lnTo>
                      <a:pt x="558509" y="934234"/>
                    </a:lnTo>
                    <a:lnTo>
                      <a:pt x="574376" y="925983"/>
                    </a:lnTo>
                    <a:lnTo>
                      <a:pt x="588338" y="922175"/>
                    </a:lnTo>
                    <a:lnTo>
                      <a:pt x="591512" y="920271"/>
                    </a:lnTo>
                    <a:lnTo>
                      <a:pt x="594050" y="915828"/>
                    </a:lnTo>
                    <a:lnTo>
                      <a:pt x="594685" y="911385"/>
                    </a:lnTo>
                    <a:lnTo>
                      <a:pt x="595320" y="889172"/>
                    </a:lnTo>
                    <a:lnTo>
                      <a:pt x="596589" y="883460"/>
                    </a:lnTo>
                    <a:lnTo>
                      <a:pt x="599127" y="880921"/>
                    </a:lnTo>
                    <a:lnTo>
                      <a:pt x="608647" y="880287"/>
                    </a:lnTo>
                    <a:lnTo>
                      <a:pt x="612456" y="879017"/>
                    </a:lnTo>
                    <a:lnTo>
                      <a:pt x="614994" y="874574"/>
                    </a:lnTo>
                    <a:lnTo>
                      <a:pt x="614994" y="872036"/>
                    </a:lnTo>
                    <a:lnTo>
                      <a:pt x="613725" y="868862"/>
                    </a:lnTo>
                    <a:lnTo>
                      <a:pt x="612456" y="865689"/>
                    </a:lnTo>
                    <a:lnTo>
                      <a:pt x="609917" y="861881"/>
                    </a:lnTo>
                    <a:lnTo>
                      <a:pt x="609917" y="859342"/>
                    </a:lnTo>
                    <a:lnTo>
                      <a:pt x="610552" y="855534"/>
                    </a:lnTo>
                    <a:lnTo>
                      <a:pt x="608647" y="849188"/>
                    </a:lnTo>
                    <a:lnTo>
                      <a:pt x="606744" y="845380"/>
                    </a:lnTo>
                    <a:lnTo>
                      <a:pt x="604205" y="842841"/>
                    </a:lnTo>
                    <a:lnTo>
                      <a:pt x="602301" y="838398"/>
                    </a:lnTo>
                    <a:lnTo>
                      <a:pt x="602301" y="832686"/>
                    </a:lnTo>
                    <a:lnTo>
                      <a:pt x="604840" y="829513"/>
                    </a:lnTo>
                    <a:lnTo>
                      <a:pt x="608013" y="826340"/>
                    </a:lnTo>
                    <a:lnTo>
                      <a:pt x="609283" y="819993"/>
                    </a:lnTo>
                    <a:lnTo>
                      <a:pt x="611186" y="815550"/>
                    </a:lnTo>
                    <a:lnTo>
                      <a:pt x="611821" y="813012"/>
                    </a:lnTo>
                    <a:lnTo>
                      <a:pt x="611821" y="802857"/>
                    </a:lnTo>
                    <a:lnTo>
                      <a:pt x="613091" y="794606"/>
                    </a:lnTo>
                    <a:lnTo>
                      <a:pt x="617533" y="784451"/>
                    </a:lnTo>
                    <a:lnTo>
                      <a:pt x="622611" y="774931"/>
                    </a:lnTo>
                    <a:lnTo>
                      <a:pt x="627687" y="769219"/>
                    </a:lnTo>
                    <a:lnTo>
                      <a:pt x="632765" y="768585"/>
                    </a:lnTo>
                    <a:lnTo>
                      <a:pt x="636573" y="770489"/>
                    </a:lnTo>
                    <a:lnTo>
                      <a:pt x="639746" y="772393"/>
                    </a:lnTo>
                    <a:lnTo>
                      <a:pt x="646728" y="774297"/>
                    </a:lnTo>
                    <a:lnTo>
                      <a:pt x="649901" y="776835"/>
                    </a:lnTo>
                    <a:lnTo>
                      <a:pt x="651805" y="780009"/>
                    </a:lnTo>
                    <a:lnTo>
                      <a:pt x="653710" y="783817"/>
                    </a:lnTo>
                    <a:lnTo>
                      <a:pt x="654344" y="785086"/>
                    </a:lnTo>
                    <a:lnTo>
                      <a:pt x="654979" y="786355"/>
                    </a:lnTo>
                    <a:lnTo>
                      <a:pt x="655613" y="788260"/>
                    </a:lnTo>
                    <a:lnTo>
                      <a:pt x="655613" y="789529"/>
                    </a:lnTo>
                    <a:lnTo>
                      <a:pt x="654344" y="790163"/>
                    </a:lnTo>
                    <a:lnTo>
                      <a:pt x="653710" y="790798"/>
                    </a:lnTo>
                    <a:lnTo>
                      <a:pt x="653074" y="791433"/>
                    </a:lnTo>
                    <a:lnTo>
                      <a:pt x="653074" y="794606"/>
                    </a:lnTo>
                    <a:lnTo>
                      <a:pt x="652440" y="796510"/>
                    </a:lnTo>
                    <a:lnTo>
                      <a:pt x="652440" y="797780"/>
                    </a:lnTo>
                    <a:lnTo>
                      <a:pt x="654344" y="800318"/>
                    </a:lnTo>
                    <a:lnTo>
                      <a:pt x="658152" y="801587"/>
                    </a:lnTo>
                    <a:lnTo>
                      <a:pt x="661960" y="798414"/>
                    </a:lnTo>
                    <a:lnTo>
                      <a:pt x="665133" y="793972"/>
                    </a:lnTo>
                    <a:lnTo>
                      <a:pt x="667037" y="790163"/>
                    </a:lnTo>
                    <a:lnTo>
                      <a:pt x="667672" y="783817"/>
                    </a:lnTo>
                    <a:lnTo>
                      <a:pt x="668306" y="780643"/>
                    </a:lnTo>
                    <a:lnTo>
                      <a:pt x="669576" y="779374"/>
                    </a:lnTo>
                    <a:lnTo>
                      <a:pt x="672750" y="780009"/>
                    </a:lnTo>
                    <a:lnTo>
                      <a:pt x="676558" y="782547"/>
                    </a:lnTo>
                    <a:lnTo>
                      <a:pt x="679096" y="783182"/>
                    </a:lnTo>
                    <a:lnTo>
                      <a:pt x="682270" y="781278"/>
                    </a:lnTo>
                    <a:lnTo>
                      <a:pt x="681634" y="778739"/>
                    </a:lnTo>
                    <a:lnTo>
                      <a:pt x="679096" y="774931"/>
                    </a:lnTo>
                    <a:lnTo>
                      <a:pt x="677192" y="771123"/>
                    </a:lnTo>
                    <a:lnTo>
                      <a:pt x="677192" y="762238"/>
                    </a:lnTo>
                    <a:lnTo>
                      <a:pt x="675923" y="758430"/>
                    </a:lnTo>
                    <a:lnTo>
                      <a:pt x="672750" y="756526"/>
                    </a:lnTo>
                    <a:lnTo>
                      <a:pt x="671480" y="756526"/>
                    </a:lnTo>
                    <a:lnTo>
                      <a:pt x="670211" y="755257"/>
                    </a:lnTo>
                    <a:lnTo>
                      <a:pt x="668306" y="753987"/>
                    </a:lnTo>
                    <a:lnTo>
                      <a:pt x="667672" y="752083"/>
                    </a:lnTo>
                    <a:lnTo>
                      <a:pt x="665768" y="749545"/>
                    </a:lnTo>
                    <a:lnTo>
                      <a:pt x="665768" y="748275"/>
                    </a:lnTo>
                    <a:lnTo>
                      <a:pt x="667037" y="748275"/>
                    </a:lnTo>
                    <a:lnTo>
                      <a:pt x="675923" y="742563"/>
                    </a:lnTo>
                    <a:lnTo>
                      <a:pt x="677192" y="740025"/>
                    </a:lnTo>
                    <a:lnTo>
                      <a:pt x="677192" y="734313"/>
                    </a:lnTo>
                    <a:lnTo>
                      <a:pt x="674653" y="725427"/>
                    </a:lnTo>
                    <a:lnTo>
                      <a:pt x="674653" y="722254"/>
                    </a:lnTo>
                    <a:lnTo>
                      <a:pt x="675288" y="718446"/>
                    </a:lnTo>
                    <a:lnTo>
                      <a:pt x="682904" y="706387"/>
                    </a:lnTo>
                    <a:lnTo>
                      <a:pt x="684808" y="697502"/>
                    </a:lnTo>
                    <a:lnTo>
                      <a:pt x="687981" y="695598"/>
                    </a:lnTo>
                    <a:lnTo>
                      <a:pt x="693059" y="694328"/>
                    </a:lnTo>
                    <a:lnTo>
                      <a:pt x="696867" y="692424"/>
                    </a:lnTo>
                    <a:lnTo>
                      <a:pt x="698771" y="693694"/>
                    </a:lnTo>
                    <a:lnTo>
                      <a:pt x="700040" y="692424"/>
                    </a:lnTo>
                    <a:lnTo>
                      <a:pt x="700674" y="691790"/>
                    </a:lnTo>
                    <a:lnTo>
                      <a:pt x="701944" y="691790"/>
                    </a:lnTo>
                    <a:lnTo>
                      <a:pt x="703848" y="693059"/>
                    </a:lnTo>
                    <a:lnTo>
                      <a:pt x="705752" y="689886"/>
                    </a:lnTo>
                    <a:lnTo>
                      <a:pt x="705118" y="679731"/>
                    </a:lnTo>
                    <a:lnTo>
                      <a:pt x="706387" y="675288"/>
                    </a:lnTo>
                    <a:lnTo>
                      <a:pt x="718446" y="659422"/>
                    </a:lnTo>
                    <a:lnTo>
                      <a:pt x="720984" y="656883"/>
                    </a:lnTo>
                    <a:lnTo>
                      <a:pt x="729235" y="655613"/>
                    </a:lnTo>
                    <a:lnTo>
                      <a:pt x="731773" y="657518"/>
                    </a:lnTo>
                    <a:lnTo>
                      <a:pt x="734312" y="661326"/>
                    </a:lnTo>
                    <a:lnTo>
                      <a:pt x="737486" y="665768"/>
                    </a:lnTo>
                    <a:lnTo>
                      <a:pt x="741928" y="667672"/>
                    </a:lnTo>
                    <a:lnTo>
                      <a:pt x="746371" y="666403"/>
                    </a:lnTo>
                    <a:lnTo>
                      <a:pt x="752083" y="658787"/>
                    </a:lnTo>
                    <a:lnTo>
                      <a:pt x="755891" y="656883"/>
                    </a:lnTo>
                    <a:lnTo>
                      <a:pt x="759699" y="655613"/>
                    </a:lnTo>
                    <a:lnTo>
                      <a:pt x="763507" y="653710"/>
                    </a:lnTo>
                    <a:lnTo>
                      <a:pt x="767315" y="651171"/>
                    </a:lnTo>
                    <a:lnTo>
                      <a:pt x="769854" y="649267"/>
                    </a:lnTo>
                    <a:lnTo>
                      <a:pt x="774297" y="642286"/>
                    </a:lnTo>
                    <a:lnTo>
                      <a:pt x="776835" y="638478"/>
                    </a:lnTo>
                    <a:lnTo>
                      <a:pt x="784451" y="634669"/>
                    </a:lnTo>
                    <a:lnTo>
                      <a:pt x="786355" y="630227"/>
                    </a:lnTo>
                    <a:lnTo>
                      <a:pt x="789528" y="621341"/>
                    </a:lnTo>
                    <a:lnTo>
                      <a:pt x="794606" y="613725"/>
                    </a:lnTo>
                    <a:lnTo>
                      <a:pt x="813011" y="593416"/>
                    </a:lnTo>
                    <a:lnTo>
                      <a:pt x="825070" y="583261"/>
                    </a:lnTo>
                    <a:lnTo>
                      <a:pt x="825070" y="580723"/>
                    </a:lnTo>
                    <a:lnTo>
                      <a:pt x="825705" y="573741"/>
                    </a:lnTo>
                    <a:lnTo>
                      <a:pt x="825705" y="572472"/>
                    </a:lnTo>
                    <a:lnTo>
                      <a:pt x="825070" y="569933"/>
                    </a:lnTo>
                    <a:lnTo>
                      <a:pt x="825070" y="568664"/>
                    </a:lnTo>
                    <a:lnTo>
                      <a:pt x="825705" y="568029"/>
                    </a:lnTo>
                    <a:lnTo>
                      <a:pt x="828878" y="564856"/>
                    </a:lnTo>
                    <a:lnTo>
                      <a:pt x="828878" y="559779"/>
                    </a:lnTo>
                    <a:lnTo>
                      <a:pt x="827608" y="556605"/>
                    </a:lnTo>
                    <a:lnTo>
                      <a:pt x="825070" y="554066"/>
                    </a:lnTo>
                    <a:lnTo>
                      <a:pt x="821262" y="551528"/>
                    </a:lnTo>
                    <a:lnTo>
                      <a:pt x="819993" y="548989"/>
                    </a:lnTo>
                    <a:lnTo>
                      <a:pt x="821262" y="546450"/>
                    </a:lnTo>
                    <a:lnTo>
                      <a:pt x="824435" y="543277"/>
                    </a:lnTo>
                    <a:lnTo>
                      <a:pt x="825070" y="540104"/>
                    </a:lnTo>
                    <a:lnTo>
                      <a:pt x="825070" y="535661"/>
                    </a:lnTo>
                    <a:lnTo>
                      <a:pt x="825705" y="532488"/>
                    </a:lnTo>
                    <a:lnTo>
                      <a:pt x="826339" y="529949"/>
                    </a:lnTo>
                    <a:lnTo>
                      <a:pt x="826974" y="527410"/>
                    </a:lnTo>
                    <a:lnTo>
                      <a:pt x="830147" y="522333"/>
                    </a:lnTo>
                    <a:lnTo>
                      <a:pt x="830147" y="520429"/>
                    </a:lnTo>
                    <a:lnTo>
                      <a:pt x="828878" y="517890"/>
                    </a:lnTo>
                    <a:lnTo>
                      <a:pt x="826974" y="515352"/>
                    </a:lnTo>
                    <a:lnTo>
                      <a:pt x="826339" y="512813"/>
                    </a:lnTo>
                    <a:lnTo>
                      <a:pt x="826339" y="509005"/>
                    </a:lnTo>
                    <a:lnTo>
                      <a:pt x="828878" y="509005"/>
                    </a:lnTo>
                    <a:lnTo>
                      <a:pt x="831417" y="509639"/>
                    </a:lnTo>
                    <a:lnTo>
                      <a:pt x="833955" y="509005"/>
                    </a:lnTo>
                    <a:lnTo>
                      <a:pt x="834590" y="506466"/>
                    </a:lnTo>
                    <a:lnTo>
                      <a:pt x="833955" y="503928"/>
                    </a:lnTo>
                    <a:lnTo>
                      <a:pt x="832686" y="502024"/>
                    </a:lnTo>
                    <a:lnTo>
                      <a:pt x="832052" y="500754"/>
                    </a:lnTo>
                    <a:lnTo>
                      <a:pt x="832686" y="496312"/>
                    </a:lnTo>
                    <a:lnTo>
                      <a:pt x="833955" y="493138"/>
                    </a:lnTo>
                    <a:lnTo>
                      <a:pt x="835225" y="489330"/>
                    </a:lnTo>
                    <a:lnTo>
                      <a:pt x="834590" y="483618"/>
                    </a:lnTo>
                    <a:lnTo>
                      <a:pt x="832686" y="473463"/>
                    </a:lnTo>
                    <a:lnTo>
                      <a:pt x="832686" y="469021"/>
                    </a:lnTo>
                    <a:lnTo>
                      <a:pt x="833321" y="462674"/>
                    </a:lnTo>
                    <a:lnTo>
                      <a:pt x="836494" y="453154"/>
                    </a:lnTo>
                    <a:lnTo>
                      <a:pt x="837128" y="448711"/>
                    </a:lnTo>
                    <a:lnTo>
                      <a:pt x="837128" y="439826"/>
                    </a:lnTo>
                    <a:lnTo>
                      <a:pt x="837764" y="434114"/>
                    </a:lnTo>
                    <a:lnTo>
                      <a:pt x="840302" y="423325"/>
                    </a:lnTo>
                    <a:lnTo>
                      <a:pt x="841572" y="421420"/>
                    </a:lnTo>
                    <a:lnTo>
                      <a:pt x="846014" y="416343"/>
                    </a:lnTo>
                    <a:lnTo>
                      <a:pt x="846648" y="414439"/>
                    </a:lnTo>
                    <a:lnTo>
                      <a:pt x="847284" y="406823"/>
                    </a:lnTo>
                    <a:lnTo>
                      <a:pt x="847918" y="404919"/>
                    </a:lnTo>
                    <a:lnTo>
                      <a:pt x="846648" y="401746"/>
                    </a:lnTo>
                    <a:lnTo>
                      <a:pt x="844745" y="396668"/>
                    </a:lnTo>
                    <a:lnTo>
                      <a:pt x="844745" y="395399"/>
                    </a:lnTo>
                    <a:lnTo>
                      <a:pt x="844110" y="392860"/>
                    </a:lnTo>
                    <a:lnTo>
                      <a:pt x="844110" y="391591"/>
                    </a:lnTo>
                    <a:lnTo>
                      <a:pt x="842841" y="390956"/>
                    </a:lnTo>
                    <a:lnTo>
                      <a:pt x="841572" y="390956"/>
                    </a:lnTo>
                    <a:lnTo>
                      <a:pt x="840302" y="390956"/>
                    </a:lnTo>
                    <a:lnTo>
                      <a:pt x="839667" y="390956"/>
                    </a:lnTo>
                    <a:lnTo>
                      <a:pt x="839033" y="385244"/>
                    </a:lnTo>
                    <a:lnTo>
                      <a:pt x="840937" y="375090"/>
                    </a:lnTo>
                    <a:lnTo>
                      <a:pt x="840937" y="369378"/>
                    </a:lnTo>
                    <a:lnTo>
                      <a:pt x="839667" y="365570"/>
                    </a:lnTo>
                    <a:lnTo>
                      <a:pt x="837764" y="361762"/>
                    </a:lnTo>
                    <a:lnTo>
                      <a:pt x="831417" y="354145"/>
                    </a:lnTo>
                    <a:lnTo>
                      <a:pt x="824435" y="347164"/>
                    </a:lnTo>
                    <a:lnTo>
                      <a:pt x="821897" y="343356"/>
                    </a:lnTo>
                    <a:lnTo>
                      <a:pt x="823166" y="338279"/>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30" name="Google Shape;430;p51"/>
              <p:cNvSpPr/>
              <p:nvPr/>
            </p:nvSpPr>
            <p:spPr>
              <a:xfrm>
                <a:off x="1577651" y="3034602"/>
                <a:ext cx="911858" cy="1365245"/>
              </a:xfrm>
              <a:custGeom>
                <a:avLst/>
                <a:gdLst/>
                <a:ahLst/>
                <a:cxnLst/>
                <a:rect l="l" t="t" r="r" b="b"/>
                <a:pathLst>
                  <a:path w="1252202" h="1874813" extrusionOk="0">
                    <a:moveTo>
                      <a:pt x="1062437" y="1599367"/>
                    </a:moveTo>
                    <a:lnTo>
                      <a:pt x="1057994" y="1603810"/>
                    </a:lnTo>
                    <a:lnTo>
                      <a:pt x="1054821" y="1611426"/>
                    </a:lnTo>
                    <a:lnTo>
                      <a:pt x="1051013" y="1620311"/>
                    </a:lnTo>
                    <a:lnTo>
                      <a:pt x="1046570" y="1630466"/>
                    </a:lnTo>
                    <a:lnTo>
                      <a:pt x="1038954" y="1633639"/>
                    </a:lnTo>
                    <a:lnTo>
                      <a:pt x="1028799" y="1634274"/>
                    </a:lnTo>
                    <a:lnTo>
                      <a:pt x="1023722" y="1633639"/>
                    </a:lnTo>
                    <a:lnTo>
                      <a:pt x="1019279" y="1631100"/>
                    </a:lnTo>
                    <a:lnTo>
                      <a:pt x="1016106" y="1627292"/>
                    </a:lnTo>
                    <a:lnTo>
                      <a:pt x="1014202" y="1623485"/>
                    </a:lnTo>
                    <a:lnTo>
                      <a:pt x="1012933" y="1620311"/>
                    </a:lnTo>
                    <a:lnTo>
                      <a:pt x="1009759" y="1609522"/>
                    </a:lnTo>
                    <a:lnTo>
                      <a:pt x="1008490" y="1606983"/>
                    </a:lnTo>
                    <a:lnTo>
                      <a:pt x="1006586" y="1604444"/>
                    </a:lnTo>
                    <a:lnTo>
                      <a:pt x="1004682" y="1601906"/>
                    </a:lnTo>
                    <a:lnTo>
                      <a:pt x="1002778" y="1600636"/>
                    </a:lnTo>
                    <a:lnTo>
                      <a:pt x="1000874" y="1600002"/>
                    </a:lnTo>
                    <a:lnTo>
                      <a:pt x="999604" y="1599367"/>
                    </a:lnTo>
                    <a:lnTo>
                      <a:pt x="998335" y="1599367"/>
                    </a:lnTo>
                    <a:lnTo>
                      <a:pt x="997066" y="1599367"/>
                    </a:lnTo>
                    <a:lnTo>
                      <a:pt x="995797" y="1599367"/>
                    </a:lnTo>
                    <a:lnTo>
                      <a:pt x="994527" y="1600002"/>
                    </a:lnTo>
                    <a:lnTo>
                      <a:pt x="988815" y="1602540"/>
                    </a:lnTo>
                    <a:lnTo>
                      <a:pt x="987546" y="1603175"/>
                    </a:lnTo>
                    <a:lnTo>
                      <a:pt x="986277" y="1603175"/>
                    </a:lnTo>
                    <a:lnTo>
                      <a:pt x="985007" y="1603175"/>
                    </a:lnTo>
                    <a:lnTo>
                      <a:pt x="983103" y="1602540"/>
                    </a:lnTo>
                    <a:lnTo>
                      <a:pt x="980564" y="1601271"/>
                    </a:lnTo>
                    <a:lnTo>
                      <a:pt x="978660" y="1598732"/>
                    </a:lnTo>
                    <a:lnTo>
                      <a:pt x="977391" y="1597463"/>
                    </a:lnTo>
                    <a:lnTo>
                      <a:pt x="976756" y="1596828"/>
                    </a:lnTo>
                    <a:lnTo>
                      <a:pt x="976122" y="1596193"/>
                    </a:lnTo>
                    <a:lnTo>
                      <a:pt x="965967" y="1591751"/>
                    </a:lnTo>
                    <a:lnTo>
                      <a:pt x="964063" y="1591116"/>
                    </a:lnTo>
                    <a:lnTo>
                      <a:pt x="962159" y="1591116"/>
                    </a:lnTo>
                    <a:lnTo>
                      <a:pt x="958986" y="1591751"/>
                    </a:lnTo>
                    <a:lnTo>
                      <a:pt x="946927" y="1593020"/>
                    </a:lnTo>
                    <a:lnTo>
                      <a:pt x="939946" y="1596193"/>
                    </a:lnTo>
                    <a:lnTo>
                      <a:pt x="932964" y="1598732"/>
                    </a:lnTo>
                    <a:lnTo>
                      <a:pt x="932330" y="1599367"/>
                    </a:lnTo>
                    <a:lnTo>
                      <a:pt x="931695" y="1600002"/>
                    </a:lnTo>
                    <a:lnTo>
                      <a:pt x="929791" y="1601906"/>
                    </a:lnTo>
                    <a:lnTo>
                      <a:pt x="929156" y="1602540"/>
                    </a:lnTo>
                    <a:lnTo>
                      <a:pt x="928522" y="1604444"/>
                    </a:lnTo>
                    <a:lnTo>
                      <a:pt x="927887" y="1606983"/>
                    </a:lnTo>
                    <a:lnTo>
                      <a:pt x="927887" y="1612695"/>
                    </a:lnTo>
                    <a:lnTo>
                      <a:pt x="927252" y="1615234"/>
                    </a:lnTo>
                    <a:lnTo>
                      <a:pt x="925983" y="1617772"/>
                    </a:lnTo>
                    <a:lnTo>
                      <a:pt x="922175" y="1620946"/>
                    </a:lnTo>
                    <a:lnTo>
                      <a:pt x="921540" y="1627927"/>
                    </a:lnTo>
                    <a:lnTo>
                      <a:pt x="922810" y="1634909"/>
                    </a:lnTo>
                    <a:lnTo>
                      <a:pt x="925348" y="1641255"/>
                    </a:lnTo>
                    <a:lnTo>
                      <a:pt x="932330" y="1652679"/>
                    </a:lnTo>
                    <a:lnTo>
                      <a:pt x="932964" y="1655218"/>
                    </a:lnTo>
                    <a:lnTo>
                      <a:pt x="932964" y="1657756"/>
                    </a:lnTo>
                    <a:lnTo>
                      <a:pt x="931695" y="1660295"/>
                    </a:lnTo>
                    <a:lnTo>
                      <a:pt x="927252" y="1666007"/>
                    </a:lnTo>
                    <a:lnTo>
                      <a:pt x="925983" y="1669815"/>
                    </a:lnTo>
                    <a:lnTo>
                      <a:pt x="924079" y="1683778"/>
                    </a:lnTo>
                    <a:lnTo>
                      <a:pt x="923444" y="1690759"/>
                    </a:lnTo>
                    <a:lnTo>
                      <a:pt x="924079" y="1695837"/>
                    </a:lnTo>
                    <a:lnTo>
                      <a:pt x="928522" y="1714877"/>
                    </a:lnTo>
                    <a:lnTo>
                      <a:pt x="929156" y="1719320"/>
                    </a:lnTo>
                    <a:lnTo>
                      <a:pt x="926617" y="1724397"/>
                    </a:lnTo>
                    <a:lnTo>
                      <a:pt x="926617" y="1735186"/>
                    </a:lnTo>
                    <a:lnTo>
                      <a:pt x="920905" y="1746610"/>
                    </a:lnTo>
                    <a:lnTo>
                      <a:pt x="922810" y="1756765"/>
                    </a:lnTo>
                    <a:lnTo>
                      <a:pt x="925348" y="1769459"/>
                    </a:lnTo>
                    <a:lnTo>
                      <a:pt x="929791" y="1783421"/>
                    </a:lnTo>
                    <a:lnTo>
                      <a:pt x="931060" y="1789768"/>
                    </a:lnTo>
                    <a:lnTo>
                      <a:pt x="929791" y="1796749"/>
                    </a:lnTo>
                    <a:lnTo>
                      <a:pt x="929156" y="1803096"/>
                    </a:lnTo>
                    <a:lnTo>
                      <a:pt x="930425" y="1815154"/>
                    </a:lnTo>
                    <a:lnTo>
                      <a:pt x="930425" y="1825309"/>
                    </a:lnTo>
                    <a:lnTo>
                      <a:pt x="929791" y="1830387"/>
                    </a:lnTo>
                    <a:lnTo>
                      <a:pt x="926617" y="1839907"/>
                    </a:lnTo>
                    <a:lnTo>
                      <a:pt x="925983" y="1840541"/>
                    </a:lnTo>
                    <a:lnTo>
                      <a:pt x="923444" y="1841176"/>
                    </a:lnTo>
                    <a:lnTo>
                      <a:pt x="920271" y="1841811"/>
                    </a:lnTo>
                    <a:lnTo>
                      <a:pt x="917732" y="1841176"/>
                    </a:lnTo>
                    <a:lnTo>
                      <a:pt x="915193" y="1841811"/>
                    </a:lnTo>
                    <a:lnTo>
                      <a:pt x="913924" y="1844984"/>
                    </a:lnTo>
                    <a:lnTo>
                      <a:pt x="914559" y="1847523"/>
                    </a:lnTo>
                    <a:lnTo>
                      <a:pt x="917732" y="1852600"/>
                    </a:lnTo>
                    <a:lnTo>
                      <a:pt x="918367" y="1855773"/>
                    </a:lnTo>
                    <a:lnTo>
                      <a:pt x="917097" y="1858312"/>
                    </a:lnTo>
                    <a:lnTo>
                      <a:pt x="911385" y="1864024"/>
                    </a:lnTo>
                    <a:lnTo>
                      <a:pt x="912020" y="1872275"/>
                    </a:lnTo>
                    <a:lnTo>
                      <a:pt x="912020" y="1874814"/>
                    </a:lnTo>
                    <a:lnTo>
                      <a:pt x="912020" y="1874814"/>
                    </a:lnTo>
                    <a:lnTo>
                      <a:pt x="879017" y="1834829"/>
                    </a:lnTo>
                    <a:lnTo>
                      <a:pt x="846015" y="1794210"/>
                    </a:lnTo>
                    <a:lnTo>
                      <a:pt x="811742" y="1752322"/>
                    </a:lnTo>
                    <a:lnTo>
                      <a:pt x="780009" y="1712338"/>
                    </a:lnTo>
                    <a:lnTo>
                      <a:pt x="752083" y="1676797"/>
                    </a:lnTo>
                    <a:lnTo>
                      <a:pt x="724158" y="1641255"/>
                    </a:lnTo>
                    <a:lnTo>
                      <a:pt x="696232" y="1605714"/>
                    </a:lnTo>
                    <a:lnTo>
                      <a:pt x="668307" y="1570172"/>
                    </a:lnTo>
                    <a:lnTo>
                      <a:pt x="640382" y="1534631"/>
                    </a:lnTo>
                    <a:lnTo>
                      <a:pt x="612456" y="1498455"/>
                    </a:lnTo>
                    <a:lnTo>
                      <a:pt x="585165" y="1462913"/>
                    </a:lnTo>
                    <a:lnTo>
                      <a:pt x="557875" y="1427372"/>
                    </a:lnTo>
                    <a:lnTo>
                      <a:pt x="526141" y="1388022"/>
                    </a:lnTo>
                    <a:lnTo>
                      <a:pt x="495042" y="1348673"/>
                    </a:lnTo>
                    <a:lnTo>
                      <a:pt x="463943" y="1309323"/>
                    </a:lnTo>
                    <a:lnTo>
                      <a:pt x="432845" y="1269339"/>
                    </a:lnTo>
                    <a:lnTo>
                      <a:pt x="401746" y="1229989"/>
                    </a:lnTo>
                    <a:lnTo>
                      <a:pt x="370647" y="1190005"/>
                    </a:lnTo>
                    <a:lnTo>
                      <a:pt x="340183" y="1150021"/>
                    </a:lnTo>
                    <a:lnTo>
                      <a:pt x="309719" y="1110037"/>
                    </a:lnTo>
                    <a:lnTo>
                      <a:pt x="270369" y="1062437"/>
                    </a:lnTo>
                    <a:lnTo>
                      <a:pt x="231020" y="1014836"/>
                    </a:lnTo>
                    <a:lnTo>
                      <a:pt x="192305" y="967236"/>
                    </a:lnTo>
                    <a:lnTo>
                      <a:pt x="153590" y="919636"/>
                    </a:lnTo>
                    <a:lnTo>
                      <a:pt x="114875" y="872036"/>
                    </a:lnTo>
                    <a:lnTo>
                      <a:pt x="76160" y="823801"/>
                    </a:lnTo>
                    <a:lnTo>
                      <a:pt x="38080" y="775566"/>
                    </a:lnTo>
                    <a:lnTo>
                      <a:pt x="0" y="727331"/>
                    </a:lnTo>
                    <a:lnTo>
                      <a:pt x="635" y="724158"/>
                    </a:lnTo>
                    <a:lnTo>
                      <a:pt x="3173" y="710830"/>
                    </a:lnTo>
                    <a:lnTo>
                      <a:pt x="11424" y="666403"/>
                    </a:lnTo>
                    <a:lnTo>
                      <a:pt x="19675" y="621976"/>
                    </a:lnTo>
                    <a:lnTo>
                      <a:pt x="27926" y="577549"/>
                    </a:lnTo>
                    <a:lnTo>
                      <a:pt x="36176" y="533122"/>
                    </a:lnTo>
                    <a:lnTo>
                      <a:pt x="44427" y="488695"/>
                    </a:lnTo>
                    <a:lnTo>
                      <a:pt x="52678" y="444269"/>
                    </a:lnTo>
                    <a:lnTo>
                      <a:pt x="60928" y="399842"/>
                    </a:lnTo>
                    <a:lnTo>
                      <a:pt x="69179" y="355415"/>
                    </a:lnTo>
                    <a:lnTo>
                      <a:pt x="77430" y="310988"/>
                    </a:lnTo>
                    <a:lnTo>
                      <a:pt x="85680" y="266561"/>
                    </a:lnTo>
                    <a:lnTo>
                      <a:pt x="93931" y="222134"/>
                    </a:lnTo>
                    <a:lnTo>
                      <a:pt x="102182" y="177707"/>
                    </a:lnTo>
                    <a:lnTo>
                      <a:pt x="110433" y="133281"/>
                    </a:lnTo>
                    <a:lnTo>
                      <a:pt x="118683" y="88854"/>
                    </a:lnTo>
                    <a:lnTo>
                      <a:pt x="126934" y="44427"/>
                    </a:lnTo>
                    <a:lnTo>
                      <a:pt x="135185" y="0"/>
                    </a:lnTo>
                    <a:lnTo>
                      <a:pt x="170092" y="6347"/>
                    </a:lnTo>
                    <a:lnTo>
                      <a:pt x="204998" y="12693"/>
                    </a:lnTo>
                    <a:lnTo>
                      <a:pt x="239905" y="19040"/>
                    </a:lnTo>
                    <a:lnTo>
                      <a:pt x="274812" y="25387"/>
                    </a:lnTo>
                    <a:lnTo>
                      <a:pt x="309719" y="31733"/>
                    </a:lnTo>
                    <a:lnTo>
                      <a:pt x="344626" y="37445"/>
                    </a:lnTo>
                    <a:lnTo>
                      <a:pt x="379532" y="43792"/>
                    </a:lnTo>
                    <a:lnTo>
                      <a:pt x="414439" y="49504"/>
                    </a:lnTo>
                    <a:lnTo>
                      <a:pt x="449346" y="55216"/>
                    </a:lnTo>
                    <a:lnTo>
                      <a:pt x="484253" y="60928"/>
                    </a:lnTo>
                    <a:lnTo>
                      <a:pt x="519160" y="66640"/>
                    </a:lnTo>
                    <a:lnTo>
                      <a:pt x="554067" y="72352"/>
                    </a:lnTo>
                    <a:lnTo>
                      <a:pt x="588973" y="78064"/>
                    </a:lnTo>
                    <a:lnTo>
                      <a:pt x="623880" y="83776"/>
                    </a:lnTo>
                    <a:lnTo>
                      <a:pt x="658787" y="89488"/>
                    </a:lnTo>
                    <a:lnTo>
                      <a:pt x="693694" y="94566"/>
                    </a:lnTo>
                    <a:lnTo>
                      <a:pt x="728601" y="99643"/>
                    </a:lnTo>
                    <a:lnTo>
                      <a:pt x="763507" y="104720"/>
                    </a:lnTo>
                    <a:lnTo>
                      <a:pt x="798414" y="109798"/>
                    </a:lnTo>
                    <a:lnTo>
                      <a:pt x="833321" y="114875"/>
                    </a:lnTo>
                    <a:lnTo>
                      <a:pt x="868228" y="119952"/>
                    </a:lnTo>
                    <a:lnTo>
                      <a:pt x="903135" y="125030"/>
                    </a:lnTo>
                    <a:lnTo>
                      <a:pt x="938041" y="130107"/>
                    </a:lnTo>
                    <a:lnTo>
                      <a:pt x="972948" y="135185"/>
                    </a:lnTo>
                    <a:lnTo>
                      <a:pt x="1007855" y="140262"/>
                    </a:lnTo>
                    <a:lnTo>
                      <a:pt x="1042762" y="145339"/>
                    </a:lnTo>
                    <a:lnTo>
                      <a:pt x="1077669" y="150417"/>
                    </a:lnTo>
                    <a:lnTo>
                      <a:pt x="1112576" y="154859"/>
                    </a:lnTo>
                    <a:lnTo>
                      <a:pt x="1147482" y="159302"/>
                    </a:lnTo>
                    <a:lnTo>
                      <a:pt x="1182389" y="163745"/>
                    </a:lnTo>
                    <a:lnTo>
                      <a:pt x="1217296" y="168187"/>
                    </a:lnTo>
                    <a:lnTo>
                      <a:pt x="1252203" y="172630"/>
                    </a:lnTo>
                    <a:lnTo>
                      <a:pt x="1247126" y="210710"/>
                    </a:lnTo>
                    <a:lnTo>
                      <a:pt x="1242048" y="248790"/>
                    </a:lnTo>
                    <a:lnTo>
                      <a:pt x="1236971" y="286870"/>
                    </a:lnTo>
                    <a:lnTo>
                      <a:pt x="1231894" y="324951"/>
                    </a:lnTo>
                    <a:lnTo>
                      <a:pt x="1226816" y="363031"/>
                    </a:lnTo>
                    <a:lnTo>
                      <a:pt x="1221739" y="401111"/>
                    </a:lnTo>
                    <a:lnTo>
                      <a:pt x="1216661" y="439191"/>
                    </a:lnTo>
                    <a:lnTo>
                      <a:pt x="1211584" y="477271"/>
                    </a:lnTo>
                    <a:lnTo>
                      <a:pt x="1206507" y="515351"/>
                    </a:lnTo>
                    <a:lnTo>
                      <a:pt x="1201429" y="553432"/>
                    </a:lnTo>
                    <a:lnTo>
                      <a:pt x="1196352" y="591512"/>
                    </a:lnTo>
                    <a:lnTo>
                      <a:pt x="1191275" y="629592"/>
                    </a:lnTo>
                    <a:lnTo>
                      <a:pt x="1186197" y="667672"/>
                    </a:lnTo>
                    <a:lnTo>
                      <a:pt x="1181120" y="706387"/>
                    </a:lnTo>
                    <a:lnTo>
                      <a:pt x="1176042" y="744467"/>
                    </a:lnTo>
                    <a:lnTo>
                      <a:pt x="1170965" y="783182"/>
                    </a:lnTo>
                    <a:lnTo>
                      <a:pt x="1165888" y="821262"/>
                    </a:lnTo>
                    <a:lnTo>
                      <a:pt x="1160811" y="859977"/>
                    </a:lnTo>
                    <a:lnTo>
                      <a:pt x="1155733" y="898692"/>
                    </a:lnTo>
                    <a:lnTo>
                      <a:pt x="1150656" y="936772"/>
                    </a:lnTo>
                    <a:lnTo>
                      <a:pt x="1145578" y="975487"/>
                    </a:lnTo>
                    <a:lnTo>
                      <a:pt x="1140501" y="1014202"/>
                    </a:lnTo>
                    <a:lnTo>
                      <a:pt x="1135424" y="1052917"/>
                    </a:lnTo>
                    <a:lnTo>
                      <a:pt x="1130347" y="1091631"/>
                    </a:lnTo>
                    <a:lnTo>
                      <a:pt x="1125269" y="1130346"/>
                    </a:lnTo>
                    <a:lnTo>
                      <a:pt x="1120192" y="1169061"/>
                    </a:lnTo>
                    <a:lnTo>
                      <a:pt x="1115114" y="1207776"/>
                    </a:lnTo>
                    <a:lnTo>
                      <a:pt x="1110037" y="1246491"/>
                    </a:lnTo>
                    <a:lnTo>
                      <a:pt x="1104960" y="1285206"/>
                    </a:lnTo>
                    <a:lnTo>
                      <a:pt x="1099882" y="1323921"/>
                    </a:lnTo>
                    <a:lnTo>
                      <a:pt x="1094805" y="1362635"/>
                    </a:lnTo>
                    <a:lnTo>
                      <a:pt x="1089728" y="1401350"/>
                    </a:lnTo>
                    <a:lnTo>
                      <a:pt x="1089093" y="1403254"/>
                    </a:lnTo>
                    <a:lnTo>
                      <a:pt x="1088458" y="1408966"/>
                    </a:lnTo>
                    <a:lnTo>
                      <a:pt x="1087189" y="1417852"/>
                    </a:lnTo>
                    <a:lnTo>
                      <a:pt x="1085920" y="1429275"/>
                    </a:lnTo>
                    <a:lnTo>
                      <a:pt x="1084015" y="1443238"/>
                    </a:lnTo>
                    <a:lnTo>
                      <a:pt x="1082111" y="1458470"/>
                    </a:lnTo>
                    <a:lnTo>
                      <a:pt x="1080208" y="1474972"/>
                    </a:lnTo>
                    <a:lnTo>
                      <a:pt x="1077669" y="1492108"/>
                    </a:lnTo>
                    <a:lnTo>
                      <a:pt x="1075130" y="1509244"/>
                    </a:lnTo>
                    <a:lnTo>
                      <a:pt x="1072591" y="1525745"/>
                    </a:lnTo>
                    <a:lnTo>
                      <a:pt x="1070687" y="1540978"/>
                    </a:lnTo>
                    <a:lnTo>
                      <a:pt x="1068784" y="1554940"/>
                    </a:lnTo>
                    <a:lnTo>
                      <a:pt x="1067514" y="1566364"/>
                    </a:lnTo>
                    <a:lnTo>
                      <a:pt x="1066245" y="1575249"/>
                    </a:lnTo>
                    <a:lnTo>
                      <a:pt x="1065610" y="1580962"/>
                    </a:lnTo>
                    <a:lnTo>
                      <a:pt x="1064975" y="1582866"/>
                    </a:lnTo>
                    <a:lnTo>
                      <a:pt x="1063706" y="1593020"/>
                    </a:lnTo>
                    <a:lnTo>
                      <a:pt x="1067514" y="1592386"/>
                    </a:lnTo>
                    <a:lnTo>
                      <a:pt x="1066880" y="1594924"/>
                    </a:lnTo>
                    <a:lnTo>
                      <a:pt x="1062437" y="1599367"/>
                    </a:lnTo>
                    <a:lnTo>
                      <a:pt x="1062437" y="1599367"/>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31" name="Google Shape;431;p51"/>
              <p:cNvSpPr/>
              <p:nvPr/>
            </p:nvSpPr>
            <p:spPr>
              <a:xfrm>
                <a:off x="3018230" y="4129941"/>
                <a:ext cx="975638" cy="1034795"/>
              </a:xfrm>
              <a:custGeom>
                <a:avLst/>
                <a:gdLst/>
                <a:ahLst/>
                <a:cxnLst/>
                <a:rect l="l" t="t" r="r" b="b"/>
                <a:pathLst>
                  <a:path w="1339787" h="1421025" extrusionOk="0">
                    <a:moveTo>
                      <a:pt x="535661" y="1325190"/>
                    </a:moveTo>
                    <a:lnTo>
                      <a:pt x="547720" y="1339153"/>
                    </a:lnTo>
                    <a:lnTo>
                      <a:pt x="545181" y="1335979"/>
                    </a:lnTo>
                    <a:lnTo>
                      <a:pt x="542642" y="1335345"/>
                    </a:lnTo>
                    <a:lnTo>
                      <a:pt x="533757" y="1334710"/>
                    </a:lnTo>
                    <a:lnTo>
                      <a:pt x="528680" y="1334075"/>
                    </a:lnTo>
                    <a:lnTo>
                      <a:pt x="522968" y="1333441"/>
                    </a:lnTo>
                    <a:lnTo>
                      <a:pt x="517256" y="1332806"/>
                    </a:lnTo>
                    <a:lnTo>
                      <a:pt x="512178" y="1332806"/>
                    </a:lnTo>
                    <a:lnTo>
                      <a:pt x="506466" y="1332171"/>
                    </a:lnTo>
                    <a:lnTo>
                      <a:pt x="501389" y="1331537"/>
                    </a:lnTo>
                    <a:lnTo>
                      <a:pt x="495677" y="1330902"/>
                    </a:lnTo>
                    <a:lnTo>
                      <a:pt x="490599" y="1330267"/>
                    </a:lnTo>
                    <a:lnTo>
                      <a:pt x="484888" y="1329633"/>
                    </a:lnTo>
                    <a:lnTo>
                      <a:pt x="479175" y="1328998"/>
                    </a:lnTo>
                    <a:lnTo>
                      <a:pt x="474098" y="1328363"/>
                    </a:lnTo>
                    <a:lnTo>
                      <a:pt x="468386" y="1327729"/>
                    </a:lnTo>
                    <a:lnTo>
                      <a:pt x="463309" y="1327729"/>
                    </a:lnTo>
                    <a:lnTo>
                      <a:pt x="457597" y="1327094"/>
                    </a:lnTo>
                    <a:lnTo>
                      <a:pt x="451885" y="1326459"/>
                    </a:lnTo>
                    <a:lnTo>
                      <a:pt x="446807" y="1325825"/>
                    </a:lnTo>
                    <a:lnTo>
                      <a:pt x="441095" y="1325190"/>
                    </a:lnTo>
                    <a:lnTo>
                      <a:pt x="436018" y="1324555"/>
                    </a:lnTo>
                    <a:lnTo>
                      <a:pt x="430306" y="1323921"/>
                    </a:lnTo>
                    <a:lnTo>
                      <a:pt x="425229" y="1323286"/>
                    </a:lnTo>
                    <a:lnTo>
                      <a:pt x="419516" y="1322651"/>
                    </a:lnTo>
                    <a:lnTo>
                      <a:pt x="414439" y="1322017"/>
                    </a:lnTo>
                    <a:lnTo>
                      <a:pt x="408727" y="1321382"/>
                    </a:lnTo>
                    <a:lnTo>
                      <a:pt x="403015" y="1320747"/>
                    </a:lnTo>
                    <a:lnTo>
                      <a:pt x="397938" y="1320112"/>
                    </a:lnTo>
                    <a:lnTo>
                      <a:pt x="392226" y="1319478"/>
                    </a:lnTo>
                    <a:lnTo>
                      <a:pt x="387148" y="1318843"/>
                    </a:lnTo>
                    <a:lnTo>
                      <a:pt x="381436" y="1318209"/>
                    </a:lnTo>
                    <a:lnTo>
                      <a:pt x="375724" y="1317574"/>
                    </a:lnTo>
                    <a:lnTo>
                      <a:pt x="370647" y="1316939"/>
                    </a:lnTo>
                    <a:lnTo>
                      <a:pt x="364935" y="1316305"/>
                    </a:lnTo>
                    <a:lnTo>
                      <a:pt x="359858" y="1315670"/>
                    </a:lnTo>
                    <a:lnTo>
                      <a:pt x="354145" y="1315035"/>
                    </a:lnTo>
                    <a:lnTo>
                      <a:pt x="349068" y="1314401"/>
                    </a:lnTo>
                    <a:lnTo>
                      <a:pt x="343356" y="1313766"/>
                    </a:lnTo>
                    <a:lnTo>
                      <a:pt x="338279" y="1313131"/>
                    </a:lnTo>
                    <a:lnTo>
                      <a:pt x="332567" y="1312497"/>
                    </a:lnTo>
                    <a:lnTo>
                      <a:pt x="326855" y="1311862"/>
                    </a:lnTo>
                    <a:lnTo>
                      <a:pt x="321778" y="1311227"/>
                    </a:lnTo>
                    <a:lnTo>
                      <a:pt x="316065" y="1310592"/>
                    </a:lnTo>
                    <a:lnTo>
                      <a:pt x="310988" y="1309958"/>
                    </a:lnTo>
                    <a:lnTo>
                      <a:pt x="305276" y="1309323"/>
                    </a:lnTo>
                    <a:lnTo>
                      <a:pt x="299564" y="1308688"/>
                    </a:lnTo>
                    <a:lnTo>
                      <a:pt x="294487" y="1308054"/>
                    </a:lnTo>
                    <a:lnTo>
                      <a:pt x="288775" y="1307419"/>
                    </a:lnTo>
                    <a:lnTo>
                      <a:pt x="283697" y="1306785"/>
                    </a:lnTo>
                    <a:lnTo>
                      <a:pt x="277985" y="1306150"/>
                    </a:lnTo>
                    <a:lnTo>
                      <a:pt x="272273" y="1305515"/>
                    </a:lnTo>
                    <a:lnTo>
                      <a:pt x="267196" y="1304881"/>
                    </a:lnTo>
                    <a:lnTo>
                      <a:pt x="262118" y="1304246"/>
                    </a:lnTo>
                    <a:lnTo>
                      <a:pt x="256407" y="1303611"/>
                    </a:lnTo>
                    <a:lnTo>
                      <a:pt x="250694" y="1302977"/>
                    </a:lnTo>
                    <a:lnTo>
                      <a:pt x="245617" y="1302342"/>
                    </a:lnTo>
                    <a:lnTo>
                      <a:pt x="239905" y="1301707"/>
                    </a:lnTo>
                    <a:lnTo>
                      <a:pt x="234828" y="1301072"/>
                    </a:lnTo>
                    <a:lnTo>
                      <a:pt x="229116" y="1300438"/>
                    </a:lnTo>
                    <a:lnTo>
                      <a:pt x="223404" y="1299803"/>
                    </a:lnTo>
                    <a:lnTo>
                      <a:pt x="218326" y="1299168"/>
                    </a:lnTo>
                    <a:lnTo>
                      <a:pt x="213249" y="1298534"/>
                    </a:lnTo>
                    <a:lnTo>
                      <a:pt x="207537" y="1297899"/>
                    </a:lnTo>
                    <a:lnTo>
                      <a:pt x="201825" y="1297265"/>
                    </a:lnTo>
                    <a:lnTo>
                      <a:pt x="196748" y="1296630"/>
                    </a:lnTo>
                    <a:lnTo>
                      <a:pt x="191035" y="1295995"/>
                    </a:lnTo>
                    <a:lnTo>
                      <a:pt x="185958" y="1295361"/>
                    </a:lnTo>
                    <a:lnTo>
                      <a:pt x="185958" y="1295361"/>
                    </a:lnTo>
                    <a:lnTo>
                      <a:pt x="185958" y="1297265"/>
                    </a:lnTo>
                    <a:lnTo>
                      <a:pt x="185958" y="1299168"/>
                    </a:lnTo>
                    <a:lnTo>
                      <a:pt x="185958" y="1301072"/>
                    </a:lnTo>
                    <a:lnTo>
                      <a:pt x="185958" y="1302977"/>
                    </a:lnTo>
                    <a:lnTo>
                      <a:pt x="185958" y="1304881"/>
                    </a:lnTo>
                    <a:lnTo>
                      <a:pt x="185958" y="1306785"/>
                    </a:lnTo>
                    <a:lnTo>
                      <a:pt x="185958" y="1308688"/>
                    </a:lnTo>
                    <a:lnTo>
                      <a:pt x="185958" y="1310592"/>
                    </a:lnTo>
                    <a:lnTo>
                      <a:pt x="185958" y="1312497"/>
                    </a:lnTo>
                    <a:lnTo>
                      <a:pt x="185958" y="1314401"/>
                    </a:lnTo>
                    <a:lnTo>
                      <a:pt x="185958" y="1316305"/>
                    </a:lnTo>
                    <a:lnTo>
                      <a:pt x="185958" y="1318209"/>
                    </a:lnTo>
                    <a:lnTo>
                      <a:pt x="185958" y="1320112"/>
                    </a:lnTo>
                    <a:lnTo>
                      <a:pt x="185958" y="1322017"/>
                    </a:lnTo>
                    <a:lnTo>
                      <a:pt x="185958" y="1323921"/>
                    </a:lnTo>
                    <a:lnTo>
                      <a:pt x="185958" y="1325825"/>
                    </a:lnTo>
                    <a:lnTo>
                      <a:pt x="185958" y="1327729"/>
                    </a:lnTo>
                    <a:lnTo>
                      <a:pt x="185958" y="1329633"/>
                    </a:lnTo>
                    <a:lnTo>
                      <a:pt x="185958" y="1331537"/>
                    </a:lnTo>
                    <a:lnTo>
                      <a:pt x="185958" y="1333441"/>
                    </a:lnTo>
                    <a:lnTo>
                      <a:pt x="185958" y="1335345"/>
                    </a:lnTo>
                    <a:lnTo>
                      <a:pt x="185958" y="1337249"/>
                    </a:lnTo>
                    <a:lnTo>
                      <a:pt x="185958" y="1339153"/>
                    </a:lnTo>
                    <a:lnTo>
                      <a:pt x="185958" y="1341057"/>
                    </a:lnTo>
                    <a:lnTo>
                      <a:pt x="185958" y="1342961"/>
                    </a:lnTo>
                    <a:lnTo>
                      <a:pt x="185958" y="1344865"/>
                    </a:lnTo>
                    <a:lnTo>
                      <a:pt x="185958" y="1346769"/>
                    </a:lnTo>
                    <a:lnTo>
                      <a:pt x="185958" y="1348673"/>
                    </a:lnTo>
                    <a:lnTo>
                      <a:pt x="185958" y="1350577"/>
                    </a:lnTo>
                    <a:lnTo>
                      <a:pt x="185958" y="1352481"/>
                    </a:lnTo>
                    <a:lnTo>
                      <a:pt x="185958" y="1354385"/>
                    </a:lnTo>
                    <a:lnTo>
                      <a:pt x="185958" y="1356289"/>
                    </a:lnTo>
                    <a:lnTo>
                      <a:pt x="185958" y="1358193"/>
                    </a:lnTo>
                    <a:lnTo>
                      <a:pt x="185958" y="1360097"/>
                    </a:lnTo>
                    <a:lnTo>
                      <a:pt x="185958" y="1362001"/>
                    </a:lnTo>
                    <a:lnTo>
                      <a:pt x="185958" y="1363905"/>
                    </a:lnTo>
                    <a:lnTo>
                      <a:pt x="185958" y="1365809"/>
                    </a:lnTo>
                    <a:lnTo>
                      <a:pt x="185958" y="1367713"/>
                    </a:lnTo>
                    <a:lnTo>
                      <a:pt x="185958" y="1369617"/>
                    </a:lnTo>
                    <a:lnTo>
                      <a:pt x="185958" y="1371521"/>
                    </a:lnTo>
                    <a:lnTo>
                      <a:pt x="185958" y="1373425"/>
                    </a:lnTo>
                    <a:lnTo>
                      <a:pt x="185958" y="1375329"/>
                    </a:lnTo>
                    <a:lnTo>
                      <a:pt x="185958" y="1377233"/>
                    </a:lnTo>
                    <a:lnTo>
                      <a:pt x="185958" y="1379137"/>
                    </a:lnTo>
                    <a:lnTo>
                      <a:pt x="185958" y="1381041"/>
                    </a:lnTo>
                    <a:lnTo>
                      <a:pt x="185958" y="1382945"/>
                    </a:lnTo>
                    <a:lnTo>
                      <a:pt x="185958" y="1384849"/>
                    </a:lnTo>
                    <a:lnTo>
                      <a:pt x="185958" y="1386753"/>
                    </a:lnTo>
                    <a:lnTo>
                      <a:pt x="185958" y="1388657"/>
                    </a:lnTo>
                    <a:lnTo>
                      <a:pt x="185958" y="1390561"/>
                    </a:lnTo>
                    <a:lnTo>
                      <a:pt x="185958" y="1392465"/>
                    </a:lnTo>
                    <a:lnTo>
                      <a:pt x="185958" y="1394369"/>
                    </a:lnTo>
                    <a:lnTo>
                      <a:pt x="185958" y="1396273"/>
                    </a:lnTo>
                    <a:lnTo>
                      <a:pt x="185958" y="1398177"/>
                    </a:lnTo>
                    <a:lnTo>
                      <a:pt x="185958" y="1400081"/>
                    </a:lnTo>
                    <a:lnTo>
                      <a:pt x="185958" y="1401985"/>
                    </a:lnTo>
                    <a:lnTo>
                      <a:pt x="185958" y="1403889"/>
                    </a:lnTo>
                    <a:lnTo>
                      <a:pt x="185958" y="1405793"/>
                    </a:lnTo>
                    <a:lnTo>
                      <a:pt x="185958" y="1407697"/>
                    </a:lnTo>
                    <a:lnTo>
                      <a:pt x="185958" y="1409601"/>
                    </a:lnTo>
                    <a:lnTo>
                      <a:pt x="185958" y="1411505"/>
                    </a:lnTo>
                    <a:lnTo>
                      <a:pt x="185958" y="1413409"/>
                    </a:lnTo>
                    <a:lnTo>
                      <a:pt x="185958" y="1415313"/>
                    </a:lnTo>
                    <a:lnTo>
                      <a:pt x="185958" y="1417217"/>
                    </a:lnTo>
                    <a:lnTo>
                      <a:pt x="185958" y="1417217"/>
                    </a:lnTo>
                    <a:lnTo>
                      <a:pt x="177073" y="1416582"/>
                    </a:lnTo>
                    <a:lnTo>
                      <a:pt x="155494" y="1421025"/>
                    </a:lnTo>
                    <a:lnTo>
                      <a:pt x="146608" y="1420391"/>
                    </a:lnTo>
                    <a:lnTo>
                      <a:pt x="137723" y="1419756"/>
                    </a:lnTo>
                    <a:lnTo>
                      <a:pt x="128838" y="1419121"/>
                    </a:lnTo>
                    <a:lnTo>
                      <a:pt x="119953" y="1418486"/>
                    </a:lnTo>
                    <a:lnTo>
                      <a:pt x="111067" y="1417852"/>
                    </a:lnTo>
                    <a:lnTo>
                      <a:pt x="102182" y="1417217"/>
                    </a:lnTo>
                    <a:lnTo>
                      <a:pt x="93296" y="1416582"/>
                    </a:lnTo>
                    <a:lnTo>
                      <a:pt x="84411" y="1415948"/>
                    </a:lnTo>
                    <a:lnTo>
                      <a:pt x="75526" y="1415313"/>
                    </a:lnTo>
                    <a:lnTo>
                      <a:pt x="66640" y="1414678"/>
                    </a:lnTo>
                    <a:lnTo>
                      <a:pt x="57755" y="1414044"/>
                    </a:lnTo>
                    <a:lnTo>
                      <a:pt x="48870" y="1413409"/>
                    </a:lnTo>
                    <a:lnTo>
                      <a:pt x="39984" y="1412774"/>
                    </a:lnTo>
                    <a:lnTo>
                      <a:pt x="31099" y="1412140"/>
                    </a:lnTo>
                    <a:lnTo>
                      <a:pt x="22213" y="1411505"/>
                    </a:lnTo>
                    <a:lnTo>
                      <a:pt x="13328" y="1410871"/>
                    </a:lnTo>
                    <a:lnTo>
                      <a:pt x="4443" y="1410236"/>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0" y="1409601"/>
                    </a:lnTo>
                    <a:lnTo>
                      <a:pt x="3808" y="1365174"/>
                    </a:lnTo>
                    <a:lnTo>
                      <a:pt x="7616" y="1320747"/>
                    </a:lnTo>
                    <a:lnTo>
                      <a:pt x="11424" y="1276955"/>
                    </a:lnTo>
                    <a:lnTo>
                      <a:pt x="15232" y="1232528"/>
                    </a:lnTo>
                    <a:lnTo>
                      <a:pt x="19040" y="1188101"/>
                    </a:lnTo>
                    <a:lnTo>
                      <a:pt x="22848" y="1144309"/>
                    </a:lnTo>
                    <a:lnTo>
                      <a:pt x="26656" y="1099882"/>
                    </a:lnTo>
                    <a:lnTo>
                      <a:pt x="30464" y="1055456"/>
                    </a:lnTo>
                    <a:lnTo>
                      <a:pt x="34272" y="1011663"/>
                    </a:lnTo>
                    <a:lnTo>
                      <a:pt x="38080" y="967236"/>
                    </a:lnTo>
                    <a:lnTo>
                      <a:pt x="41888" y="923444"/>
                    </a:lnTo>
                    <a:lnTo>
                      <a:pt x="45696" y="879017"/>
                    </a:lnTo>
                    <a:lnTo>
                      <a:pt x="49504" y="834590"/>
                    </a:lnTo>
                    <a:lnTo>
                      <a:pt x="53312" y="790798"/>
                    </a:lnTo>
                    <a:lnTo>
                      <a:pt x="57120" y="746372"/>
                    </a:lnTo>
                    <a:lnTo>
                      <a:pt x="60928" y="702579"/>
                    </a:lnTo>
                    <a:lnTo>
                      <a:pt x="64736" y="658787"/>
                    </a:lnTo>
                    <a:lnTo>
                      <a:pt x="68544" y="614360"/>
                    </a:lnTo>
                    <a:lnTo>
                      <a:pt x="72352" y="570568"/>
                    </a:lnTo>
                    <a:lnTo>
                      <a:pt x="76160" y="526141"/>
                    </a:lnTo>
                    <a:lnTo>
                      <a:pt x="79968" y="482349"/>
                    </a:lnTo>
                    <a:lnTo>
                      <a:pt x="83776" y="438557"/>
                    </a:lnTo>
                    <a:lnTo>
                      <a:pt x="87584" y="394130"/>
                    </a:lnTo>
                    <a:lnTo>
                      <a:pt x="91393" y="350338"/>
                    </a:lnTo>
                    <a:lnTo>
                      <a:pt x="95200" y="306546"/>
                    </a:lnTo>
                    <a:lnTo>
                      <a:pt x="99008" y="262753"/>
                    </a:lnTo>
                    <a:lnTo>
                      <a:pt x="102817" y="218961"/>
                    </a:lnTo>
                    <a:lnTo>
                      <a:pt x="106624" y="175169"/>
                    </a:lnTo>
                    <a:lnTo>
                      <a:pt x="110433" y="131377"/>
                    </a:lnTo>
                    <a:lnTo>
                      <a:pt x="114241" y="87585"/>
                    </a:lnTo>
                    <a:lnTo>
                      <a:pt x="118048" y="43792"/>
                    </a:lnTo>
                    <a:lnTo>
                      <a:pt x="121857" y="0"/>
                    </a:lnTo>
                    <a:lnTo>
                      <a:pt x="159937" y="3173"/>
                    </a:lnTo>
                    <a:lnTo>
                      <a:pt x="198017" y="6347"/>
                    </a:lnTo>
                    <a:lnTo>
                      <a:pt x="236097" y="8886"/>
                    </a:lnTo>
                    <a:lnTo>
                      <a:pt x="274177" y="12059"/>
                    </a:lnTo>
                    <a:lnTo>
                      <a:pt x="311623" y="14598"/>
                    </a:lnTo>
                    <a:lnTo>
                      <a:pt x="349703" y="17136"/>
                    </a:lnTo>
                    <a:lnTo>
                      <a:pt x="387783" y="19675"/>
                    </a:lnTo>
                    <a:lnTo>
                      <a:pt x="425863" y="22213"/>
                    </a:lnTo>
                    <a:lnTo>
                      <a:pt x="463943" y="24752"/>
                    </a:lnTo>
                    <a:lnTo>
                      <a:pt x="502023" y="27291"/>
                    </a:lnTo>
                    <a:lnTo>
                      <a:pt x="540104" y="29830"/>
                    </a:lnTo>
                    <a:lnTo>
                      <a:pt x="578184" y="32368"/>
                    </a:lnTo>
                    <a:lnTo>
                      <a:pt x="616264" y="34907"/>
                    </a:lnTo>
                    <a:lnTo>
                      <a:pt x="654344" y="37446"/>
                    </a:lnTo>
                    <a:lnTo>
                      <a:pt x="692424" y="39984"/>
                    </a:lnTo>
                    <a:lnTo>
                      <a:pt x="730504" y="41888"/>
                    </a:lnTo>
                    <a:lnTo>
                      <a:pt x="768585" y="43792"/>
                    </a:lnTo>
                    <a:lnTo>
                      <a:pt x="806665" y="45696"/>
                    </a:lnTo>
                    <a:lnTo>
                      <a:pt x="844745" y="47600"/>
                    </a:lnTo>
                    <a:lnTo>
                      <a:pt x="882825" y="49505"/>
                    </a:lnTo>
                    <a:lnTo>
                      <a:pt x="920905" y="51408"/>
                    </a:lnTo>
                    <a:lnTo>
                      <a:pt x="958985" y="53312"/>
                    </a:lnTo>
                    <a:lnTo>
                      <a:pt x="997066" y="55216"/>
                    </a:lnTo>
                    <a:lnTo>
                      <a:pt x="1035146" y="56486"/>
                    </a:lnTo>
                    <a:lnTo>
                      <a:pt x="1073226" y="57755"/>
                    </a:lnTo>
                    <a:lnTo>
                      <a:pt x="1111306" y="59025"/>
                    </a:lnTo>
                    <a:lnTo>
                      <a:pt x="1149386" y="60294"/>
                    </a:lnTo>
                    <a:lnTo>
                      <a:pt x="1187466" y="61563"/>
                    </a:lnTo>
                    <a:lnTo>
                      <a:pt x="1225547" y="62832"/>
                    </a:lnTo>
                    <a:lnTo>
                      <a:pt x="1263627" y="64102"/>
                    </a:lnTo>
                    <a:lnTo>
                      <a:pt x="1301707" y="65371"/>
                    </a:lnTo>
                    <a:lnTo>
                      <a:pt x="1339787" y="66640"/>
                    </a:lnTo>
                    <a:lnTo>
                      <a:pt x="1339153" y="97739"/>
                    </a:lnTo>
                    <a:lnTo>
                      <a:pt x="1338518" y="128838"/>
                    </a:lnTo>
                    <a:lnTo>
                      <a:pt x="1337883" y="159937"/>
                    </a:lnTo>
                    <a:lnTo>
                      <a:pt x="1337249" y="191036"/>
                    </a:lnTo>
                    <a:lnTo>
                      <a:pt x="1328998" y="191036"/>
                    </a:lnTo>
                    <a:lnTo>
                      <a:pt x="1328998" y="195479"/>
                    </a:lnTo>
                    <a:lnTo>
                      <a:pt x="1328998" y="203094"/>
                    </a:lnTo>
                    <a:lnTo>
                      <a:pt x="1327729" y="238001"/>
                    </a:lnTo>
                    <a:lnTo>
                      <a:pt x="1326459" y="272273"/>
                    </a:lnTo>
                    <a:lnTo>
                      <a:pt x="1325190" y="307180"/>
                    </a:lnTo>
                    <a:lnTo>
                      <a:pt x="1323920" y="342087"/>
                    </a:lnTo>
                    <a:lnTo>
                      <a:pt x="1322651" y="376359"/>
                    </a:lnTo>
                    <a:lnTo>
                      <a:pt x="1321382" y="411266"/>
                    </a:lnTo>
                    <a:lnTo>
                      <a:pt x="1320113" y="446173"/>
                    </a:lnTo>
                    <a:lnTo>
                      <a:pt x="1318843" y="480445"/>
                    </a:lnTo>
                    <a:lnTo>
                      <a:pt x="1317574" y="515352"/>
                    </a:lnTo>
                    <a:lnTo>
                      <a:pt x="1316305" y="550259"/>
                    </a:lnTo>
                    <a:lnTo>
                      <a:pt x="1315035" y="585165"/>
                    </a:lnTo>
                    <a:lnTo>
                      <a:pt x="1314400" y="620072"/>
                    </a:lnTo>
                    <a:lnTo>
                      <a:pt x="1313131" y="654344"/>
                    </a:lnTo>
                    <a:lnTo>
                      <a:pt x="1311862" y="689251"/>
                    </a:lnTo>
                    <a:lnTo>
                      <a:pt x="1310592" y="724158"/>
                    </a:lnTo>
                    <a:lnTo>
                      <a:pt x="1309323" y="759065"/>
                    </a:lnTo>
                    <a:lnTo>
                      <a:pt x="1308054" y="793972"/>
                    </a:lnTo>
                    <a:lnTo>
                      <a:pt x="1306785" y="828879"/>
                    </a:lnTo>
                    <a:lnTo>
                      <a:pt x="1305515" y="863785"/>
                    </a:lnTo>
                    <a:lnTo>
                      <a:pt x="1304246" y="898692"/>
                    </a:lnTo>
                    <a:lnTo>
                      <a:pt x="1302976" y="933599"/>
                    </a:lnTo>
                    <a:lnTo>
                      <a:pt x="1301707" y="968506"/>
                    </a:lnTo>
                    <a:lnTo>
                      <a:pt x="1300438" y="1003413"/>
                    </a:lnTo>
                    <a:lnTo>
                      <a:pt x="1299168" y="1038319"/>
                    </a:lnTo>
                    <a:lnTo>
                      <a:pt x="1297899" y="1073226"/>
                    </a:lnTo>
                    <a:lnTo>
                      <a:pt x="1296630" y="1108133"/>
                    </a:lnTo>
                    <a:lnTo>
                      <a:pt x="1295360" y="1143040"/>
                    </a:lnTo>
                    <a:lnTo>
                      <a:pt x="1294091" y="1177947"/>
                    </a:lnTo>
                    <a:lnTo>
                      <a:pt x="1292822" y="1212854"/>
                    </a:lnTo>
                    <a:lnTo>
                      <a:pt x="1291552" y="1247125"/>
                    </a:lnTo>
                    <a:lnTo>
                      <a:pt x="1290283" y="1282032"/>
                    </a:lnTo>
                    <a:lnTo>
                      <a:pt x="1289014" y="1316939"/>
                    </a:lnTo>
                    <a:lnTo>
                      <a:pt x="1242048" y="1315670"/>
                    </a:lnTo>
                    <a:lnTo>
                      <a:pt x="1195083" y="1314401"/>
                    </a:lnTo>
                    <a:lnTo>
                      <a:pt x="1148117" y="1313131"/>
                    </a:lnTo>
                    <a:lnTo>
                      <a:pt x="1101152" y="1311227"/>
                    </a:lnTo>
                    <a:lnTo>
                      <a:pt x="1054186" y="1309323"/>
                    </a:lnTo>
                    <a:lnTo>
                      <a:pt x="1007221" y="1307419"/>
                    </a:lnTo>
                    <a:lnTo>
                      <a:pt x="960255" y="1305515"/>
                    </a:lnTo>
                    <a:lnTo>
                      <a:pt x="913290" y="1303611"/>
                    </a:lnTo>
                    <a:lnTo>
                      <a:pt x="866324" y="1301707"/>
                    </a:lnTo>
                    <a:lnTo>
                      <a:pt x="819358" y="1299168"/>
                    </a:lnTo>
                    <a:lnTo>
                      <a:pt x="772393" y="1296630"/>
                    </a:lnTo>
                    <a:lnTo>
                      <a:pt x="725427" y="1294091"/>
                    </a:lnTo>
                    <a:lnTo>
                      <a:pt x="678462" y="1291552"/>
                    </a:lnTo>
                    <a:lnTo>
                      <a:pt x="631496" y="1289014"/>
                    </a:lnTo>
                    <a:lnTo>
                      <a:pt x="584530" y="1286475"/>
                    </a:lnTo>
                    <a:lnTo>
                      <a:pt x="537565" y="1283937"/>
                    </a:lnTo>
                    <a:lnTo>
                      <a:pt x="531853" y="1283302"/>
                    </a:lnTo>
                    <a:lnTo>
                      <a:pt x="528045" y="1283302"/>
                    </a:lnTo>
                    <a:lnTo>
                      <a:pt x="528045" y="1287744"/>
                    </a:lnTo>
                    <a:lnTo>
                      <a:pt x="531853" y="1297265"/>
                    </a:lnTo>
                    <a:lnTo>
                      <a:pt x="532488" y="1302342"/>
                    </a:lnTo>
                    <a:lnTo>
                      <a:pt x="533122" y="1308054"/>
                    </a:lnTo>
                    <a:lnTo>
                      <a:pt x="534392" y="1312497"/>
                    </a:lnTo>
                    <a:lnTo>
                      <a:pt x="539469" y="1320747"/>
                    </a:lnTo>
                    <a:lnTo>
                      <a:pt x="537565" y="1322651"/>
                    </a:lnTo>
                    <a:lnTo>
                      <a:pt x="538835" y="1325825"/>
                    </a:lnTo>
                    <a:lnTo>
                      <a:pt x="540738" y="1328363"/>
                    </a:lnTo>
                    <a:lnTo>
                      <a:pt x="543277" y="1330267"/>
                    </a:lnTo>
                    <a:lnTo>
                      <a:pt x="545816" y="1330902"/>
                    </a:lnTo>
                    <a:lnTo>
                      <a:pt x="545816" y="1330902"/>
                    </a:lnTo>
                    <a:lnTo>
                      <a:pt x="535661" y="1325190"/>
                    </a:lnTo>
                    <a:lnTo>
                      <a:pt x="535661" y="1325190"/>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32" name="Google Shape;432;p51"/>
              <p:cNvSpPr/>
              <p:nvPr/>
            </p:nvSpPr>
            <p:spPr>
              <a:xfrm>
                <a:off x="7185603" y="2321014"/>
                <a:ext cx="1125380" cy="808332"/>
              </a:xfrm>
              <a:custGeom>
                <a:avLst/>
                <a:gdLst/>
                <a:ahLst/>
                <a:cxnLst/>
                <a:rect l="l" t="t" r="r" b="b"/>
                <a:pathLst>
                  <a:path w="1545420" h="1110036" extrusionOk="0">
                    <a:moveTo>
                      <a:pt x="1153195" y="1068149"/>
                    </a:moveTo>
                    <a:lnTo>
                      <a:pt x="1150656" y="1069418"/>
                    </a:lnTo>
                    <a:lnTo>
                      <a:pt x="1148117" y="1071322"/>
                    </a:lnTo>
                    <a:lnTo>
                      <a:pt x="1145578" y="1073226"/>
                    </a:lnTo>
                    <a:lnTo>
                      <a:pt x="1141136" y="1073861"/>
                    </a:lnTo>
                    <a:lnTo>
                      <a:pt x="1137963" y="1073861"/>
                    </a:lnTo>
                    <a:lnTo>
                      <a:pt x="1136058" y="1075130"/>
                    </a:lnTo>
                    <a:lnTo>
                      <a:pt x="1134789" y="1079573"/>
                    </a:lnTo>
                    <a:lnTo>
                      <a:pt x="1134789" y="1083381"/>
                    </a:lnTo>
                    <a:lnTo>
                      <a:pt x="1136058" y="1090997"/>
                    </a:lnTo>
                    <a:lnTo>
                      <a:pt x="1135424" y="1094805"/>
                    </a:lnTo>
                    <a:lnTo>
                      <a:pt x="1134155" y="1096074"/>
                    </a:lnTo>
                    <a:lnTo>
                      <a:pt x="1132251" y="1097344"/>
                    </a:lnTo>
                    <a:lnTo>
                      <a:pt x="1130347" y="1099247"/>
                    </a:lnTo>
                    <a:lnTo>
                      <a:pt x="1129077" y="1101786"/>
                    </a:lnTo>
                    <a:lnTo>
                      <a:pt x="1129077" y="1103690"/>
                    </a:lnTo>
                    <a:lnTo>
                      <a:pt x="1130981" y="1110037"/>
                    </a:lnTo>
                    <a:lnTo>
                      <a:pt x="1150656" y="1092901"/>
                    </a:lnTo>
                    <a:lnTo>
                      <a:pt x="1157637" y="1081477"/>
                    </a:lnTo>
                    <a:lnTo>
                      <a:pt x="1155098" y="1068783"/>
                    </a:lnTo>
                    <a:lnTo>
                      <a:pt x="1153195" y="1068149"/>
                    </a:lnTo>
                    <a:close/>
                    <a:moveTo>
                      <a:pt x="1308054" y="1029434"/>
                    </a:moveTo>
                    <a:lnTo>
                      <a:pt x="1307419" y="1028799"/>
                    </a:lnTo>
                    <a:lnTo>
                      <a:pt x="1307419" y="1028165"/>
                    </a:lnTo>
                    <a:lnTo>
                      <a:pt x="1308054" y="1028165"/>
                    </a:lnTo>
                    <a:lnTo>
                      <a:pt x="1307419" y="1026895"/>
                    </a:lnTo>
                    <a:lnTo>
                      <a:pt x="1304246" y="1029434"/>
                    </a:lnTo>
                    <a:lnTo>
                      <a:pt x="1292822" y="1032607"/>
                    </a:lnTo>
                    <a:lnTo>
                      <a:pt x="1290918" y="1033242"/>
                    </a:lnTo>
                    <a:lnTo>
                      <a:pt x="1289649" y="1033877"/>
                    </a:lnTo>
                    <a:lnTo>
                      <a:pt x="1287110" y="1037050"/>
                    </a:lnTo>
                    <a:lnTo>
                      <a:pt x="1283302" y="1039589"/>
                    </a:lnTo>
                    <a:lnTo>
                      <a:pt x="1282032" y="1040858"/>
                    </a:lnTo>
                    <a:lnTo>
                      <a:pt x="1279494" y="1042762"/>
                    </a:lnTo>
                    <a:lnTo>
                      <a:pt x="1253472" y="1054186"/>
                    </a:lnTo>
                    <a:lnTo>
                      <a:pt x="1258550" y="1056090"/>
                    </a:lnTo>
                    <a:lnTo>
                      <a:pt x="1283937" y="1044031"/>
                    </a:lnTo>
                    <a:lnTo>
                      <a:pt x="1293457" y="1035781"/>
                    </a:lnTo>
                    <a:lnTo>
                      <a:pt x="1307419" y="1030703"/>
                    </a:lnTo>
                    <a:lnTo>
                      <a:pt x="1307419" y="1029434"/>
                    </a:lnTo>
                    <a:close/>
                    <a:moveTo>
                      <a:pt x="1388657" y="979930"/>
                    </a:moveTo>
                    <a:lnTo>
                      <a:pt x="1380406" y="986911"/>
                    </a:lnTo>
                    <a:lnTo>
                      <a:pt x="1370886" y="991988"/>
                    </a:lnTo>
                    <a:lnTo>
                      <a:pt x="1368983" y="993892"/>
                    </a:lnTo>
                    <a:lnTo>
                      <a:pt x="1367078" y="995796"/>
                    </a:lnTo>
                    <a:lnTo>
                      <a:pt x="1360097" y="1000239"/>
                    </a:lnTo>
                    <a:lnTo>
                      <a:pt x="1357558" y="1000874"/>
                    </a:lnTo>
                    <a:lnTo>
                      <a:pt x="1355019" y="1002778"/>
                    </a:lnTo>
                    <a:lnTo>
                      <a:pt x="1350577" y="1009125"/>
                    </a:lnTo>
                    <a:lnTo>
                      <a:pt x="1348038" y="1011663"/>
                    </a:lnTo>
                    <a:lnTo>
                      <a:pt x="1336615" y="1019279"/>
                    </a:lnTo>
                    <a:lnTo>
                      <a:pt x="1319478" y="1027530"/>
                    </a:lnTo>
                    <a:lnTo>
                      <a:pt x="1313766" y="1031972"/>
                    </a:lnTo>
                    <a:lnTo>
                      <a:pt x="1307419" y="1033877"/>
                    </a:lnTo>
                    <a:lnTo>
                      <a:pt x="1301708" y="1033877"/>
                    </a:lnTo>
                    <a:lnTo>
                      <a:pt x="1303611" y="1036415"/>
                    </a:lnTo>
                    <a:lnTo>
                      <a:pt x="1309958" y="1034511"/>
                    </a:lnTo>
                    <a:lnTo>
                      <a:pt x="1327094" y="1026260"/>
                    </a:lnTo>
                    <a:lnTo>
                      <a:pt x="1345499" y="1014837"/>
                    </a:lnTo>
                    <a:lnTo>
                      <a:pt x="1350577" y="1010394"/>
                    </a:lnTo>
                    <a:lnTo>
                      <a:pt x="1353116" y="1009125"/>
                    </a:lnTo>
                    <a:lnTo>
                      <a:pt x="1363905" y="998970"/>
                    </a:lnTo>
                    <a:lnTo>
                      <a:pt x="1379772" y="988815"/>
                    </a:lnTo>
                    <a:lnTo>
                      <a:pt x="1382310" y="987546"/>
                    </a:lnTo>
                    <a:lnTo>
                      <a:pt x="1384215" y="985007"/>
                    </a:lnTo>
                    <a:lnTo>
                      <a:pt x="1389926" y="979930"/>
                    </a:lnTo>
                    <a:lnTo>
                      <a:pt x="1389292" y="978660"/>
                    </a:lnTo>
                    <a:lnTo>
                      <a:pt x="1388657" y="979930"/>
                    </a:lnTo>
                    <a:close/>
                    <a:moveTo>
                      <a:pt x="1539073" y="863151"/>
                    </a:moveTo>
                    <a:lnTo>
                      <a:pt x="1533997" y="863785"/>
                    </a:lnTo>
                    <a:lnTo>
                      <a:pt x="1530189" y="865689"/>
                    </a:lnTo>
                    <a:lnTo>
                      <a:pt x="1531458" y="868228"/>
                    </a:lnTo>
                    <a:lnTo>
                      <a:pt x="1532092" y="869497"/>
                    </a:lnTo>
                    <a:lnTo>
                      <a:pt x="1528284" y="870132"/>
                    </a:lnTo>
                    <a:lnTo>
                      <a:pt x="1525111" y="869497"/>
                    </a:lnTo>
                    <a:lnTo>
                      <a:pt x="1523207" y="870132"/>
                    </a:lnTo>
                    <a:lnTo>
                      <a:pt x="1523207" y="875209"/>
                    </a:lnTo>
                    <a:lnTo>
                      <a:pt x="1519399" y="874575"/>
                    </a:lnTo>
                    <a:lnTo>
                      <a:pt x="1516226" y="877113"/>
                    </a:lnTo>
                    <a:lnTo>
                      <a:pt x="1510513" y="884729"/>
                    </a:lnTo>
                    <a:lnTo>
                      <a:pt x="1504167" y="889807"/>
                    </a:lnTo>
                    <a:lnTo>
                      <a:pt x="1500359" y="891711"/>
                    </a:lnTo>
                    <a:lnTo>
                      <a:pt x="1498455" y="891076"/>
                    </a:lnTo>
                    <a:lnTo>
                      <a:pt x="1497185" y="888537"/>
                    </a:lnTo>
                    <a:lnTo>
                      <a:pt x="1488935" y="880921"/>
                    </a:lnTo>
                    <a:lnTo>
                      <a:pt x="1486396" y="880921"/>
                    </a:lnTo>
                    <a:lnTo>
                      <a:pt x="1485127" y="884095"/>
                    </a:lnTo>
                    <a:lnTo>
                      <a:pt x="1485127" y="889172"/>
                    </a:lnTo>
                    <a:lnTo>
                      <a:pt x="1485762" y="893615"/>
                    </a:lnTo>
                    <a:lnTo>
                      <a:pt x="1476876" y="887903"/>
                    </a:lnTo>
                    <a:lnTo>
                      <a:pt x="1473703" y="887268"/>
                    </a:lnTo>
                    <a:lnTo>
                      <a:pt x="1472433" y="889172"/>
                    </a:lnTo>
                    <a:lnTo>
                      <a:pt x="1472433" y="891711"/>
                    </a:lnTo>
                    <a:lnTo>
                      <a:pt x="1473068" y="892980"/>
                    </a:lnTo>
                    <a:lnTo>
                      <a:pt x="1471164" y="894249"/>
                    </a:lnTo>
                    <a:lnTo>
                      <a:pt x="1466722" y="898057"/>
                    </a:lnTo>
                    <a:lnTo>
                      <a:pt x="1464183" y="898692"/>
                    </a:lnTo>
                    <a:lnTo>
                      <a:pt x="1462913" y="897423"/>
                    </a:lnTo>
                    <a:lnTo>
                      <a:pt x="1461644" y="894884"/>
                    </a:lnTo>
                    <a:lnTo>
                      <a:pt x="1459740" y="893615"/>
                    </a:lnTo>
                    <a:lnTo>
                      <a:pt x="1457202" y="895519"/>
                    </a:lnTo>
                    <a:lnTo>
                      <a:pt x="1460375" y="899327"/>
                    </a:lnTo>
                    <a:lnTo>
                      <a:pt x="1457836" y="903135"/>
                    </a:lnTo>
                    <a:lnTo>
                      <a:pt x="1453393" y="906308"/>
                    </a:lnTo>
                    <a:lnTo>
                      <a:pt x="1445143" y="917097"/>
                    </a:lnTo>
                    <a:lnTo>
                      <a:pt x="1442604" y="920905"/>
                    </a:lnTo>
                    <a:lnTo>
                      <a:pt x="1442604" y="923444"/>
                    </a:lnTo>
                    <a:lnTo>
                      <a:pt x="1443873" y="926617"/>
                    </a:lnTo>
                    <a:lnTo>
                      <a:pt x="1441335" y="929791"/>
                    </a:lnTo>
                    <a:lnTo>
                      <a:pt x="1437526" y="932329"/>
                    </a:lnTo>
                    <a:lnTo>
                      <a:pt x="1433718" y="934233"/>
                    </a:lnTo>
                    <a:lnTo>
                      <a:pt x="1429276" y="934868"/>
                    </a:lnTo>
                    <a:lnTo>
                      <a:pt x="1424833" y="934233"/>
                    </a:lnTo>
                    <a:lnTo>
                      <a:pt x="1421025" y="934868"/>
                    </a:lnTo>
                    <a:lnTo>
                      <a:pt x="1417852" y="938676"/>
                    </a:lnTo>
                    <a:lnTo>
                      <a:pt x="1415948" y="938041"/>
                    </a:lnTo>
                    <a:lnTo>
                      <a:pt x="1414044" y="938041"/>
                    </a:lnTo>
                    <a:lnTo>
                      <a:pt x="1412140" y="938676"/>
                    </a:lnTo>
                    <a:lnTo>
                      <a:pt x="1410236" y="939311"/>
                    </a:lnTo>
                    <a:lnTo>
                      <a:pt x="1411505" y="935503"/>
                    </a:lnTo>
                    <a:lnTo>
                      <a:pt x="1414044" y="931695"/>
                    </a:lnTo>
                    <a:lnTo>
                      <a:pt x="1417217" y="927887"/>
                    </a:lnTo>
                    <a:lnTo>
                      <a:pt x="1421660" y="925348"/>
                    </a:lnTo>
                    <a:lnTo>
                      <a:pt x="1422929" y="923444"/>
                    </a:lnTo>
                    <a:lnTo>
                      <a:pt x="1424833" y="919636"/>
                    </a:lnTo>
                    <a:lnTo>
                      <a:pt x="1425468" y="918367"/>
                    </a:lnTo>
                    <a:lnTo>
                      <a:pt x="1426103" y="915193"/>
                    </a:lnTo>
                    <a:lnTo>
                      <a:pt x="1426737" y="913924"/>
                    </a:lnTo>
                    <a:lnTo>
                      <a:pt x="1427372" y="913289"/>
                    </a:lnTo>
                    <a:lnTo>
                      <a:pt x="1429911" y="913289"/>
                    </a:lnTo>
                    <a:lnTo>
                      <a:pt x="1431180" y="912655"/>
                    </a:lnTo>
                    <a:lnTo>
                      <a:pt x="1434988" y="906943"/>
                    </a:lnTo>
                    <a:lnTo>
                      <a:pt x="1436892" y="906308"/>
                    </a:lnTo>
                    <a:lnTo>
                      <a:pt x="1437526" y="907577"/>
                    </a:lnTo>
                    <a:lnTo>
                      <a:pt x="1440065" y="910116"/>
                    </a:lnTo>
                    <a:lnTo>
                      <a:pt x="1442604" y="911385"/>
                    </a:lnTo>
                    <a:lnTo>
                      <a:pt x="1442604" y="908847"/>
                    </a:lnTo>
                    <a:lnTo>
                      <a:pt x="1441335" y="905673"/>
                    </a:lnTo>
                    <a:lnTo>
                      <a:pt x="1440065" y="903135"/>
                    </a:lnTo>
                    <a:lnTo>
                      <a:pt x="1440065" y="900596"/>
                    </a:lnTo>
                    <a:lnTo>
                      <a:pt x="1441335" y="897423"/>
                    </a:lnTo>
                    <a:lnTo>
                      <a:pt x="1442604" y="896153"/>
                    </a:lnTo>
                    <a:lnTo>
                      <a:pt x="1446412" y="895519"/>
                    </a:lnTo>
                    <a:lnTo>
                      <a:pt x="1448316" y="894249"/>
                    </a:lnTo>
                    <a:lnTo>
                      <a:pt x="1446412" y="893615"/>
                    </a:lnTo>
                    <a:lnTo>
                      <a:pt x="1444508" y="892980"/>
                    </a:lnTo>
                    <a:lnTo>
                      <a:pt x="1443239" y="891711"/>
                    </a:lnTo>
                    <a:lnTo>
                      <a:pt x="1441970" y="889807"/>
                    </a:lnTo>
                    <a:lnTo>
                      <a:pt x="1451490" y="874575"/>
                    </a:lnTo>
                    <a:lnTo>
                      <a:pt x="1457836" y="868228"/>
                    </a:lnTo>
                    <a:lnTo>
                      <a:pt x="1461644" y="872036"/>
                    </a:lnTo>
                    <a:lnTo>
                      <a:pt x="1464183" y="870132"/>
                    </a:lnTo>
                    <a:lnTo>
                      <a:pt x="1466722" y="867593"/>
                    </a:lnTo>
                    <a:lnTo>
                      <a:pt x="1468625" y="864420"/>
                    </a:lnTo>
                    <a:lnTo>
                      <a:pt x="1469260" y="861246"/>
                    </a:lnTo>
                    <a:lnTo>
                      <a:pt x="1467356" y="859342"/>
                    </a:lnTo>
                    <a:lnTo>
                      <a:pt x="1464817" y="858708"/>
                    </a:lnTo>
                    <a:lnTo>
                      <a:pt x="1461644" y="859342"/>
                    </a:lnTo>
                    <a:lnTo>
                      <a:pt x="1459105" y="859977"/>
                    </a:lnTo>
                    <a:lnTo>
                      <a:pt x="1450220" y="867593"/>
                    </a:lnTo>
                    <a:lnTo>
                      <a:pt x="1447682" y="870766"/>
                    </a:lnTo>
                    <a:lnTo>
                      <a:pt x="1444508" y="877113"/>
                    </a:lnTo>
                    <a:lnTo>
                      <a:pt x="1441970" y="880287"/>
                    </a:lnTo>
                    <a:lnTo>
                      <a:pt x="1433718" y="884729"/>
                    </a:lnTo>
                    <a:lnTo>
                      <a:pt x="1429911" y="887268"/>
                    </a:lnTo>
                    <a:lnTo>
                      <a:pt x="1428006" y="894249"/>
                    </a:lnTo>
                    <a:lnTo>
                      <a:pt x="1418486" y="901865"/>
                    </a:lnTo>
                    <a:lnTo>
                      <a:pt x="1409602" y="916463"/>
                    </a:lnTo>
                    <a:lnTo>
                      <a:pt x="1405793" y="919001"/>
                    </a:lnTo>
                    <a:lnTo>
                      <a:pt x="1382945" y="929791"/>
                    </a:lnTo>
                    <a:lnTo>
                      <a:pt x="1353116" y="935503"/>
                    </a:lnTo>
                    <a:lnTo>
                      <a:pt x="1321382" y="943753"/>
                    </a:lnTo>
                    <a:lnTo>
                      <a:pt x="1323286" y="946292"/>
                    </a:lnTo>
                    <a:lnTo>
                      <a:pt x="1323286" y="948196"/>
                    </a:lnTo>
                    <a:lnTo>
                      <a:pt x="1322017" y="949465"/>
                    </a:lnTo>
                    <a:lnTo>
                      <a:pt x="1319478" y="950100"/>
                    </a:lnTo>
                    <a:lnTo>
                      <a:pt x="1319478" y="945023"/>
                    </a:lnTo>
                    <a:lnTo>
                      <a:pt x="1316305" y="944388"/>
                    </a:lnTo>
                    <a:lnTo>
                      <a:pt x="1312497" y="946927"/>
                    </a:lnTo>
                    <a:lnTo>
                      <a:pt x="1309323" y="949465"/>
                    </a:lnTo>
                    <a:lnTo>
                      <a:pt x="1311228" y="953273"/>
                    </a:lnTo>
                    <a:lnTo>
                      <a:pt x="1309958" y="957716"/>
                    </a:lnTo>
                    <a:lnTo>
                      <a:pt x="1306785" y="961524"/>
                    </a:lnTo>
                    <a:lnTo>
                      <a:pt x="1299169" y="965967"/>
                    </a:lnTo>
                    <a:lnTo>
                      <a:pt x="1297265" y="966602"/>
                    </a:lnTo>
                    <a:lnTo>
                      <a:pt x="1295361" y="966602"/>
                    </a:lnTo>
                    <a:lnTo>
                      <a:pt x="1290918" y="965332"/>
                    </a:lnTo>
                    <a:lnTo>
                      <a:pt x="1289014" y="965332"/>
                    </a:lnTo>
                    <a:lnTo>
                      <a:pt x="1285206" y="965967"/>
                    </a:lnTo>
                    <a:lnTo>
                      <a:pt x="1267435" y="964063"/>
                    </a:lnTo>
                    <a:lnTo>
                      <a:pt x="1263628" y="965332"/>
                    </a:lnTo>
                    <a:lnTo>
                      <a:pt x="1262358" y="967871"/>
                    </a:lnTo>
                    <a:lnTo>
                      <a:pt x="1266801" y="971679"/>
                    </a:lnTo>
                    <a:lnTo>
                      <a:pt x="1268704" y="967871"/>
                    </a:lnTo>
                    <a:lnTo>
                      <a:pt x="1271878" y="968506"/>
                    </a:lnTo>
                    <a:lnTo>
                      <a:pt x="1274417" y="971679"/>
                    </a:lnTo>
                    <a:lnTo>
                      <a:pt x="1274417" y="974852"/>
                    </a:lnTo>
                    <a:lnTo>
                      <a:pt x="1271878" y="975487"/>
                    </a:lnTo>
                    <a:lnTo>
                      <a:pt x="1268070" y="974852"/>
                    </a:lnTo>
                    <a:lnTo>
                      <a:pt x="1264262" y="974852"/>
                    </a:lnTo>
                    <a:lnTo>
                      <a:pt x="1262358" y="977391"/>
                    </a:lnTo>
                    <a:lnTo>
                      <a:pt x="1259819" y="976122"/>
                    </a:lnTo>
                    <a:lnTo>
                      <a:pt x="1257915" y="974852"/>
                    </a:lnTo>
                    <a:lnTo>
                      <a:pt x="1258550" y="969775"/>
                    </a:lnTo>
                    <a:lnTo>
                      <a:pt x="1254742" y="967236"/>
                    </a:lnTo>
                    <a:lnTo>
                      <a:pt x="1249664" y="968506"/>
                    </a:lnTo>
                    <a:lnTo>
                      <a:pt x="1247761" y="973583"/>
                    </a:lnTo>
                    <a:lnTo>
                      <a:pt x="1249030" y="976122"/>
                    </a:lnTo>
                    <a:lnTo>
                      <a:pt x="1252838" y="979295"/>
                    </a:lnTo>
                    <a:lnTo>
                      <a:pt x="1253472" y="981199"/>
                    </a:lnTo>
                    <a:lnTo>
                      <a:pt x="1252203" y="982468"/>
                    </a:lnTo>
                    <a:lnTo>
                      <a:pt x="1247126" y="981199"/>
                    </a:lnTo>
                    <a:lnTo>
                      <a:pt x="1244587" y="981834"/>
                    </a:lnTo>
                    <a:lnTo>
                      <a:pt x="1244587" y="980564"/>
                    </a:lnTo>
                    <a:lnTo>
                      <a:pt x="1245222" y="979930"/>
                    </a:lnTo>
                    <a:lnTo>
                      <a:pt x="1234432" y="979930"/>
                    </a:lnTo>
                    <a:lnTo>
                      <a:pt x="1224912" y="985007"/>
                    </a:lnTo>
                    <a:lnTo>
                      <a:pt x="1220470" y="993892"/>
                    </a:lnTo>
                    <a:lnTo>
                      <a:pt x="1226182" y="1005316"/>
                    </a:lnTo>
                    <a:lnTo>
                      <a:pt x="1223643" y="1005951"/>
                    </a:lnTo>
                    <a:lnTo>
                      <a:pt x="1219835" y="1003412"/>
                    </a:lnTo>
                    <a:lnTo>
                      <a:pt x="1215392" y="999604"/>
                    </a:lnTo>
                    <a:lnTo>
                      <a:pt x="1210950" y="997066"/>
                    </a:lnTo>
                    <a:lnTo>
                      <a:pt x="1209045" y="999604"/>
                    </a:lnTo>
                    <a:lnTo>
                      <a:pt x="1207776" y="1002778"/>
                    </a:lnTo>
                    <a:lnTo>
                      <a:pt x="1208411" y="1005316"/>
                    </a:lnTo>
                    <a:lnTo>
                      <a:pt x="1214758" y="1005951"/>
                    </a:lnTo>
                    <a:lnTo>
                      <a:pt x="1216027" y="1008490"/>
                    </a:lnTo>
                    <a:lnTo>
                      <a:pt x="1215392" y="1011663"/>
                    </a:lnTo>
                    <a:lnTo>
                      <a:pt x="1213489" y="1013567"/>
                    </a:lnTo>
                    <a:lnTo>
                      <a:pt x="1211584" y="1012298"/>
                    </a:lnTo>
                    <a:lnTo>
                      <a:pt x="1209045" y="1009759"/>
                    </a:lnTo>
                    <a:lnTo>
                      <a:pt x="1206507" y="1007855"/>
                    </a:lnTo>
                    <a:lnTo>
                      <a:pt x="1203968" y="1009125"/>
                    </a:lnTo>
                    <a:lnTo>
                      <a:pt x="1203334" y="1011663"/>
                    </a:lnTo>
                    <a:lnTo>
                      <a:pt x="1205237" y="1018010"/>
                    </a:lnTo>
                    <a:lnTo>
                      <a:pt x="1205237" y="1021183"/>
                    </a:lnTo>
                    <a:lnTo>
                      <a:pt x="1200161" y="1019279"/>
                    </a:lnTo>
                    <a:lnTo>
                      <a:pt x="1193814" y="1019279"/>
                    </a:lnTo>
                    <a:lnTo>
                      <a:pt x="1188736" y="1021818"/>
                    </a:lnTo>
                    <a:lnTo>
                      <a:pt x="1188102" y="1027530"/>
                    </a:lnTo>
                    <a:lnTo>
                      <a:pt x="1178582" y="1027530"/>
                    </a:lnTo>
                    <a:lnTo>
                      <a:pt x="1174139" y="1031972"/>
                    </a:lnTo>
                    <a:lnTo>
                      <a:pt x="1169696" y="1049109"/>
                    </a:lnTo>
                    <a:lnTo>
                      <a:pt x="1169062" y="1050378"/>
                    </a:lnTo>
                    <a:lnTo>
                      <a:pt x="1167157" y="1052282"/>
                    </a:lnTo>
                    <a:lnTo>
                      <a:pt x="1166523" y="1053551"/>
                    </a:lnTo>
                    <a:lnTo>
                      <a:pt x="1166523" y="1054186"/>
                    </a:lnTo>
                    <a:lnTo>
                      <a:pt x="1166523" y="1056090"/>
                    </a:lnTo>
                    <a:lnTo>
                      <a:pt x="1166523" y="1056725"/>
                    </a:lnTo>
                    <a:lnTo>
                      <a:pt x="1162715" y="1064341"/>
                    </a:lnTo>
                    <a:lnTo>
                      <a:pt x="1162080" y="1066879"/>
                    </a:lnTo>
                    <a:lnTo>
                      <a:pt x="1163984" y="1071957"/>
                    </a:lnTo>
                    <a:lnTo>
                      <a:pt x="1170965" y="1077034"/>
                    </a:lnTo>
                    <a:lnTo>
                      <a:pt x="1170965" y="1082112"/>
                    </a:lnTo>
                    <a:lnTo>
                      <a:pt x="1174139" y="1081477"/>
                    </a:lnTo>
                    <a:lnTo>
                      <a:pt x="1183659" y="1077034"/>
                    </a:lnTo>
                    <a:lnTo>
                      <a:pt x="1184294" y="1076399"/>
                    </a:lnTo>
                    <a:lnTo>
                      <a:pt x="1186197" y="1073861"/>
                    </a:lnTo>
                    <a:lnTo>
                      <a:pt x="1187467" y="1072591"/>
                    </a:lnTo>
                    <a:lnTo>
                      <a:pt x="1190005" y="1071957"/>
                    </a:lnTo>
                    <a:lnTo>
                      <a:pt x="1191910" y="1072591"/>
                    </a:lnTo>
                    <a:lnTo>
                      <a:pt x="1193814" y="1071957"/>
                    </a:lnTo>
                    <a:lnTo>
                      <a:pt x="1195083" y="1068783"/>
                    </a:lnTo>
                    <a:lnTo>
                      <a:pt x="1191910" y="1066245"/>
                    </a:lnTo>
                    <a:lnTo>
                      <a:pt x="1190641" y="1065610"/>
                    </a:lnTo>
                    <a:lnTo>
                      <a:pt x="1188736" y="1064975"/>
                    </a:lnTo>
                    <a:lnTo>
                      <a:pt x="1188102" y="1063071"/>
                    </a:lnTo>
                    <a:lnTo>
                      <a:pt x="1192544" y="1057994"/>
                    </a:lnTo>
                    <a:lnTo>
                      <a:pt x="1195083" y="1056090"/>
                    </a:lnTo>
                    <a:lnTo>
                      <a:pt x="1198891" y="1054821"/>
                    </a:lnTo>
                    <a:lnTo>
                      <a:pt x="1202699" y="1054186"/>
                    </a:lnTo>
                    <a:lnTo>
                      <a:pt x="1207776" y="1054821"/>
                    </a:lnTo>
                    <a:lnTo>
                      <a:pt x="1211584" y="1056090"/>
                    </a:lnTo>
                    <a:lnTo>
                      <a:pt x="1212219" y="1058629"/>
                    </a:lnTo>
                    <a:lnTo>
                      <a:pt x="1213489" y="1059898"/>
                    </a:lnTo>
                    <a:lnTo>
                      <a:pt x="1214123" y="1060533"/>
                    </a:lnTo>
                    <a:lnTo>
                      <a:pt x="1214758" y="1061167"/>
                    </a:lnTo>
                    <a:lnTo>
                      <a:pt x="1210950" y="1062437"/>
                    </a:lnTo>
                    <a:lnTo>
                      <a:pt x="1188102" y="1077669"/>
                    </a:lnTo>
                    <a:lnTo>
                      <a:pt x="1184928" y="1080842"/>
                    </a:lnTo>
                    <a:lnTo>
                      <a:pt x="1191910" y="1080207"/>
                    </a:lnTo>
                    <a:lnTo>
                      <a:pt x="1216662" y="1065610"/>
                    </a:lnTo>
                    <a:lnTo>
                      <a:pt x="1250934" y="1057359"/>
                    </a:lnTo>
                    <a:lnTo>
                      <a:pt x="1250299" y="1055455"/>
                    </a:lnTo>
                    <a:lnTo>
                      <a:pt x="1245222" y="1055455"/>
                    </a:lnTo>
                    <a:lnTo>
                      <a:pt x="1231259" y="1060533"/>
                    </a:lnTo>
                    <a:lnTo>
                      <a:pt x="1226816" y="1059263"/>
                    </a:lnTo>
                    <a:lnTo>
                      <a:pt x="1226816" y="1055455"/>
                    </a:lnTo>
                    <a:lnTo>
                      <a:pt x="1231894" y="1052917"/>
                    </a:lnTo>
                    <a:lnTo>
                      <a:pt x="1242683" y="1050378"/>
                    </a:lnTo>
                    <a:lnTo>
                      <a:pt x="1261089" y="1038954"/>
                    </a:lnTo>
                    <a:lnTo>
                      <a:pt x="1280129" y="1032607"/>
                    </a:lnTo>
                    <a:lnTo>
                      <a:pt x="1283937" y="1030069"/>
                    </a:lnTo>
                    <a:lnTo>
                      <a:pt x="1289649" y="1024357"/>
                    </a:lnTo>
                    <a:lnTo>
                      <a:pt x="1301072" y="1018645"/>
                    </a:lnTo>
                    <a:lnTo>
                      <a:pt x="1302977" y="1017375"/>
                    </a:lnTo>
                    <a:lnTo>
                      <a:pt x="1304881" y="1014202"/>
                    </a:lnTo>
                    <a:lnTo>
                      <a:pt x="1306150" y="1012932"/>
                    </a:lnTo>
                    <a:lnTo>
                      <a:pt x="1309323" y="1012298"/>
                    </a:lnTo>
                    <a:lnTo>
                      <a:pt x="1318209" y="1012932"/>
                    </a:lnTo>
                    <a:lnTo>
                      <a:pt x="1322651" y="1012298"/>
                    </a:lnTo>
                    <a:lnTo>
                      <a:pt x="1325190" y="1010394"/>
                    </a:lnTo>
                    <a:lnTo>
                      <a:pt x="1324556" y="1007855"/>
                    </a:lnTo>
                    <a:lnTo>
                      <a:pt x="1323286" y="1005316"/>
                    </a:lnTo>
                    <a:lnTo>
                      <a:pt x="1323921" y="1002778"/>
                    </a:lnTo>
                    <a:lnTo>
                      <a:pt x="1326459" y="1001508"/>
                    </a:lnTo>
                    <a:lnTo>
                      <a:pt x="1328998" y="1001508"/>
                    </a:lnTo>
                    <a:lnTo>
                      <a:pt x="1331537" y="1002143"/>
                    </a:lnTo>
                    <a:lnTo>
                      <a:pt x="1334076" y="1002143"/>
                    </a:lnTo>
                    <a:lnTo>
                      <a:pt x="1336615" y="1001508"/>
                    </a:lnTo>
                    <a:lnTo>
                      <a:pt x="1344230" y="997700"/>
                    </a:lnTo>
                    <a:lnTo>
                      <a:pt x="1346135" y="995162"/>
                    </a:lnTo>
                    <a:lnTo>
                      <a:pt x="1348038" y="994527"/>
                    </a:lnTo>
                    <a:lnTo>
                      <a:pt x="1360097" y="990719"/>
                    </a:lnTo>
                    <a:lnTo>
                      <a:pt x="1363905" y="988180"/>
                    </a:lnTo>
                    <a:lnTo>
                      <a:pt x="1367713" y="984372"/>
                    </a:lnTo>
                    <a:lnTo>
                      <a:pt x="1370252" y="983738"/>
                    </a:lnTo>
                    <a:lnTo>
                      <a:pt x="1375329" y="985007"/>
                    </a:lnTo>
                    <a:lnTo>
                      <a:pt x="1377868" y="985007"/>
                    </a:lnTo>
                    <a:lnTo>
                      <a:pt x="1381676" y="983103"/>
                    </a:lnTo>
                    <a:lnTo>
                      <a:pt x="1384215" y="980564"/>
                    </a:lnTo>
                    <a:lnTo>
                      <a:pt x="1384215" y="977391"/>
                    </a:lnTo>
                    <a:lnTo>
                      <a:pt x="1381676" y="973583"/>
                    </a:lnTo>
                    <a:lnTo>
                      <a:pt x="1388657" y="972314"/>
                    </a:lnTo>
                    <a:lnTo>
                      <a:pt x="1408966" y="964063"/>
                    </a:lnTo>
                    <a:lnTo>
                      <a:pt x="1413409" y="963428"/>
                    </a:lnTo>
                    <a:lnTo>
                      <a:pt x="1412140" y="965967"/>
                    </a:lnTo>
                    <a:lnTo>
                      <a:pt x="1408966" y="968506"/>
                    </a:lnTo>
                    <a:lnTo>
                      <a:pt x="1400081" y="972948"/>
                    </a:lnTo>
                    <a:lnTo>
                      <a:pt x="1398812" y="973583"/>
                    </a:lnTo>
                    <a:lnTo>
                      <a:pt x="1398177" y="974218"/>
                    </a:lnTo>
                    <a:lnTo>
                      <a:pt x="1398812" y="975487"/>
                    </a:lnTo>
                    <a:lnTo>
                      <a:pt x="1400081" y="976122"/>
                    </a:lnTo>
                    <a:lnTo>
                      <a:pt x="1400716" y="975487"/>
                    </a:lnTo>
                    <a:lnTo>
                      <a:pt x="1401351" y="974218"/>
                    </a:lnTo>
                    <a:lnTo>
                      <a:pt x="1401985" y="973583"/>
                    </a:lnTo>
                    <a:lnTo>
                      <a:pt x="1403889" y="972948"/>
                    </a:lnTo>
                    <a:lnTo>
                      <a:pt x="1421025" y="960255"/>
                    </a:lnTo>
                    <a:lnTo>
                      <a:pt x="1432449" y="955178"/>
                    </a:lnTo>
                    <a:lnTo>
                      <a:pt x="1438796" y="948831"/>
                    </a:lnTo>
                    <a:lnTo>
                      <a:pt x="1440700" y="946292"/>
                    </a:lnTo>
                    <a:lnTo>
                      <a:pt x="1440065" y="943753"/>
                    </a:lnTo>
                    <a:lnTo>
                      <a:pt x="1438162" y="941850"/>
                    </a:lnTo>
                    <a:lnTo>
                      <a:pt x="1436892" y="939311"/>
                    </a:lnTo>
                    <a:lnTo>
                      <a:pt x="1436892" y="936772"/>
                    </a:lnTo>
                    <a:lnTo>
                      <a:pt x="1438796" y="935503"/>
                    </a:lnTo>
                    <a:lnTo>
                      <a:pt x="1443873" y="934868"/>
                    </a:lnTo>
                    <a:lnTo>
                      <a:pt x="1446412" y="935503"/>
                    </a:lnTo>
                    <a:lnTo>
                      <a:pt x="1447046" y="938041"/>
                    </a:lnTo>
                    <a:lnTo>
                      <a:pt x="1445777" y="942484"/>
                    </a:lnTo>
                    <a:lnTo>
                      <a:pt x="1449585" y="941215"/>
                    </a:lnTo>
                    <a:lnTo>
                      <a:pt x="1455297" y="936138"/>
                    </a:lnTo>
                    <a:lnTo>
                      <a:pt x="1461010" y="932964"/>
                    </a:lnTo>
                    <a:lnTo>
                      <a:pt x="1470530" y="925983"/>
                    </a:lnTo>
                    <a:lnTo>
                      <a:pt x="1485127" y="910116"/>
                    </a:lnTo>
                    <a:lnTo>
                      <a:pt x="1495916" y="903769"/>
                    </a:lnTo>
                    <a:lnTo>
                      <a:pt x="1507975" y="893615"/>
                    </a:lnTo>
                    <a:lnTo>
                      <a:pt x="1520033" y="887268"/>
                    </a:lnTo>
                    <a:lnTo>
                      <a:pt x="1539073" y="868228"/>
                    </a:lnTo>
                    <a:lnTo>
                      <a:pt x="1542247" y="866324"/>
                    </a:lnTo>
                    <a:lnTo>
                      <a:pt x="1544786" y="863785"/>
                    </a:lnTo>
                    <a:lnTo>
                      <a:pt x="1545420" y="861246"/>
                    </a:lnTo>
                    <a:lnTo>
                      <a:pt x="1539073" y="863151"/>
                    </a:lnTo>
                    <a:close/>
                    <a:moveTo>
                      <a:pt x="1500993" y="826974"/>
                    </a:moveTo>
                    <a:lnTo>
                      <a:pt x="1503532" y="826340"/>
                    </a:lnTo>
                    <a:lnTo>
                      <a:pt x="1506071" y="824436"/>
                    </a:lnTo>
                    <a:lnTo>
                      <a:pt x="1509879" y="819358"/>
                    </a:lnTo>
                    <a:lnTo>
                      <a:pt x="1512418" y="816820"/>
                    </a:lnTo>
                    <a:lnTo>
                      <a:pt x="1513052" y="816820"/>
                    </a:lnTo>
                    <a:lnTo>
                      <a:pt x="1513687" y="816185"/>
                    </a:lnTo>
                    <a:lnTo>
                      <a:pt x="1514322" y="814916"/>
                    </a:lnTo>
                    <a:lnTo>
                      <a:pt x="1499724" y="820628"/>
                    </a:lnTo>
                    <a:lnTo>
                      <a:pt x="1497185" y="823166"/>
                    </a:lnTo>
                    <a:lnTo>
                      <a:pt x="1496551" y="826340"/>
                    </a:lnTo>
                    <a:lnTo>
                      <a:pt x="1498455" y="827609"/>
                    </a:lnTo>
                    <a:lnTo>
                      <a:pt x="1500993" y="827609"/>
                    </a:lnTo>
                    <a:close/>
                    <a:moveTo>
                      <a:pt x="1084650" y="181516"/>
                    </a:moveTo>
                    <a:lnTo>
                      <a:pt x="1084650" y="181516"/>
                    </a:lnTo>
                    <a:lnTo>
                      <a:pt x="1084650" y="181516"/>
                    </a:lnTo>
                    <a:lnTo>
                      <a:pt x="1084650" y="181516"/>
                    </a:lnTo>
                    <a:close/>
                    <a:moveTo>
                      <a:pt x="573741" y="291948"/>
                    </a:moveTo>
                    <a:lnTo>
                      <a:pt x="575011" y="292583"/>
                    </a:lnTo>
                    <a:lnTo>
                      <a:pt x="578819" y="290679"/>
                    </a:lnTo>
                    <a:lnTo>
                      <a:pt x="584531" y="283697"/>
                    </a:lnTo>
                    <a:lnTo>
                      <a:pt x="588339" y="280524"/>
                    </a:lnTo>
                    <a:lnTo>
                      <a:pt x="588339" y="279889"/>
                    </a:lnTo>
                    <a:lnTo>
                      <a:pt x="587705" y="279255"/>
                    </a:lnTo>
                    <a:lnTo>
                      <a:pt x="586435" y="277985"/>
                    </a:lnTo>
                    <a:lnTo>
                      <a:pt x="585166" y="277985"/>
                    </a:lnTo>
                    <a:lnTo>
                      <a:pt x="583896" y="279255"/>
                    </a:lnTo>
                    <a:lnTo>
                      <a:pt x="581992" y="279889"/>
                    </a:lnTo>
                    <a:lnTo>
                      <a:pt x="579454" y="279255"/>
                    </a:lnTo>
                    <a:lnTo>
                      <a:pt x="577549" y="281793"/>
                    </a:lnTo>
                    <a:lnTo>
                      <a:pt x="573107" y="284332"/>
                    </a:lnTo>
                    <a:lnTo>
                      <a:pt x="571203" y="286236"/>
                    </a:lnTo>
                    <a:lnTo>
                      <a:pt x="570568" y="288140"/>
                    </a:lnTo>
                    <a:lnTo>
                      <a:pt x="570568" y="290679"/>
                    </a:lnTo>
                    <a:lnTo>
                      <a:pt x="573741" y="291948"/>
                    </a:lnTo>
                    <a:close/>
                    <a:moveTo>
                      <a:pt x="592147" y="272908"/>
                    </a:moveTo>
                    <a:lnTo>
                      <a:pt x="592781" y="275447"/>
                    </a:lnTo>
                    <a:lnTo>
                      <a:pt x="593416" y="277985"/>
                    </a:lnTo>
                    <a:lnTo>
                      <a:pt x="595320" y="279889"/>
                    </a:lnTo>
                    <a:lnTo>
                      <a:pt x="596589" y="279255"/>
                    </a:lnTo>
                    <a:lnTo>
                      <a:pt x="601032" y="273543"/>
                    </a:lnTo>
                    <a:lnTo>
                      <a:pt x="604206" y="271639"/>
                    </a:lnTo>
                    <a:lnTo>
                      <a:pt x="607379" y="267830"/>
                    </a:lnTo>
                    <a:lnTo>
                      <a:pt x="609918" y="263388"/>
                    </a:lnTo>
                    <a:lnTo>
                      <a:pt x="611822" y="258310"/>
                    </a:lnTo>
                    <a:lnTo>
                      <a:pt x="612456" y="257676"/>
                    </a:lnTo>
                    <a:lnTo>
                      <a:pt x="612456" y="257041"/>
                    </a:lnTo>
                    <a:lnTo>
                      <a:pt x="612456" y="255772"/>
                    </a:lnTo>
                    <a:lnTo>
                      <a:pt x="609918" y="256407"/>
                    </a:lnTo>
                    <a:lnTo>
                      <a:pt x="608648" y="257676"/>
                    </a:lnTo>
                    <a:lnTo>
                      <a:pt x="606109" y="262119"/>
                    </a:lnTo>
                    <a:lnTo>
                      <a:pt x="604206" y="258945"/>
                    </a:lnTo>
                    <a:lnTo>
                      <a:pt x="602301" y="260849"/>
                    </a:lnTo>
                    <a:lnTo>
                      <a:pt x="599763" y="268465"/>
                    </a:lnTo>
                    <a:lnTo>
                      <a:pt x="598494" y="267196"/>
                    </a:lnTo>
                    <a:lnTo>
                      <a:pt x="599128" y="266561"/>
                    </a:lnTo>
                    <a:lnTo>
                      <a:pt x="599128" y="266561"/>
                    </a:lnTo>
                    <a:lnTo>
                      <a:pt x="599128" y="266561"/>
                    </a:lnTo>
                    <a:lnTo>
                      <a:pt x="599128" y="265292"/>
                    </a:lnTo>
                    <a:lnTo>
                      <a:pt x="596589" y="265927"/>
                    </a:lnTo>
                    <a:lnTo>
                      <a:pt x="594686" y="266561"/>
                    </a:lnTo>
                    <a:lnTo>
                      <a:pt x="593416" y="267830"/>
                    </a:lnTo>
                    <a:lnTo>
                      <a:pt x="592781" y="269735"/>
                    </a:lnTo>
                    <a:lnTo>
                      <a:pt x="592147" y="269735"/>
                    </a:lnTo>
                    <a:lnTo>
                      <a:pt x="591512" y="269735"/>
                    </a:lnTo>
                    <a:lnTo>
                      <a:pt x="590243" y="269735"/>
                    </a:lnTo>
                    <a:lnTo>
                      <a:pt x="588974" y="270369"/>
                    </a:lnTo>
                    <a:lnTo>
                      <a:pt x="589608" y="272273"/>
                    </a:lnTo>
                    <a:lnTo>
                      <a:pt x="592147" y="272908"/>
                    </a:lnTo>
                    <a:close/>
                    <a:moveTo>
                      <a:pt x="574376" y="356050"/>
                    </a:moveTo>
                    <a:lnTo>
                      <a:pt x="575646" y="350338"/>
                    </a:lnTo>
                    <a:lnTo>
                      <a:pt x="575646" y="347799"/>
                    </a:lnTo>
                    <a:lnTo>
                      <a:pt x="573741" y="347799"/>
                    </a:lnTo>
                    <a:lnTo>
                      <a:pt x="570568" y="349703"/>
                    </a:lnTo>
                    <a:lnTo>
                      <a:pt x="568029" y="352242"/>
                    </a:lnTo>
                    <a:lnTo>
                      <a:pt x="565491" y="356050"/>
                    </a:lnTo>
                    <a:lnTo>
                      <a:pt x="564856" y="358588"/>
                    </a:lnTo>
                    <a:lnTo>
                      <a:pt x="567395" y="366204"/>
                    </a:lnTo>
                    <a:lnTo>
                      <a:pt x="572472" y="359858"/>
                    </a:lnTo>
                    <a:lnTo>
                      <a:pt x="574376" y="356050"/>
                    </a:lnTo>
                    <a:close/>
                    <a:moveTo>
                      <a:pt x="1166523" y="979295"/>
                    </a:moveTo>
                    <a:lnTo>
                      <a:pt x="1165254" y="972948"/>
                    </a:lnTo>
                    <a:lnTo>
                      <a:pt x="1157637" y="953273"/>
                    </a:lnTo>
                    <a:lnTo>
                      <a:pt x="1155734" y="942484"/>
                    </a:lnTo>
                    <a:lnTo>
                      <a:pt x="1154464" y="938041"/>
                    </a:lnTo>
                    <a:lnTo>
                      <a:pt x="1151925" y="934233"/>
                    </a:lnTo>
                    <a:lnTo>
                      <a:pt x="1148117" y="931695"/>
                    </a:lnTo>
                    <a:lnTo>
                      <a:pt x="1144309" y="929791"/>
                    </a:lnTo>
                    <a:lnTo>
                      <a:pt x="1141136" y="927252"/>
                    </a:lnTo>
                    <a:lnTo>
                      <a:pt x="1137963" y="919636"/>
                    </a:lnTo>
                    <a:lnTo>
                      <a:pt x="1136694" y="917732"/>
                    </a:lnTo>
                    <a:lnTo>
                      <a:pt x="1135424" y="915828"/>
                    </a:lnTo>
                    <a:lnTo>
                      <a:pt x="1135424" y="912020"/>
                    </a:lnTo>
                    <a:lnTo>
                      <a:pt x="1136058" y="909481"/>
                    </a:lnTo>
                    <a:lnTo>
                      <a:pt x="1137328" y="906943"/>
                    </a:lnTo>
                    <a:lnTo>
                      <a:pt x="1139867" y="903135"/>
                    </a:lnTo>
                    <a:lnTo>
                      <a:pt x="1141136" y="907577"/>
                    </a:lnTo>
                    <a:lnTo>
                      <a:pt x="1140502" y="912020"/>
                    </a:lnTo>
                    <a:lnTo>
                      <a:pt x="1141136" y="916463"/>
                    </a:lnTo>
                    <a:lnTo>
                      <a:pt x="1145578" y="920905"/>
                    </a:lnTo>
                    <a:lnTo>
                      <a:pt x="1153195" y="924713"/>
                    </a:lnTo>
                    <a:lnTo>
                      <a:pt x="1155734" y="926617"/>
                    </a:lnTo>
                    <a:lnTo>
                      <a:pt x="1158272" y="929791"/>
                    </a:lnTo>
                    <a:lnTo>
                      <a:pt x="1162080" y="937407"/>
                    </a:lnTo>
                    <a:lnTo>
                      <a:pt x="1165254" y="946292"/>
                    </a:lnTo>
                    <a:lnTo>
                      <a:pt x="1169696" y="965967"/>
                    </a:lnTo>
                    <a:lnTo>
                      <a:pt x="1170331" y="971044"/>
                    </a:lnTo>
                    <a:lnTo>
                      <a:pt x="1169696" y="981199"/>
                    </a:lnTo>
                    <a:lnTo>
                      <a:pt x="1170331" y="991354"/>
                    </a:lnTo>
                    <a:lnTo>
                      <a:pt x="1167792" y="1002143"/>
                    </a:lnTo>
                    <a:lnTo>
                      <a:pt x="1168427" y="1007220"/>
                    </a:lnTo>
                    <a:lnTo>
                      <a:pt x="1167792" y="1011028"/>
                    </a:lnTo>
                    <a:lnTo>
                      <a:pt x="1161445" y="1031972"/>
                    </a:lnTo>
                    <a:lnTo>
                      <a:pt x="1160811" y="1037050"/>
                    </a:lnTo>
                    <a:lnTo>
                      <a:pt x="1161445" y="1042127"/>
                    </a:lnTo>
                    <a:lnTo>
                      <a:pt x="1162715" y="1047205"/>
                    </a:lnTo>
                    <a:lnTo>
                      <a:pt x="1166523" y="1042762"/>
                    </a:lnTo>
                    <a:lnTo>
                      <a:pt x="1169062" y="1026895"/>
                    </a:lnTo>
                    <a:lnTo>
                      <a:pt x="1171600" y="1020548"/>
                    </a:lnTo>
                    <a:lnTo>
                      <a:pt x="1176043" y="1016740"/>
                    </a:lnTo>
                    <a:lnTo>
                      <a:pt x="1182390" y="1013567"/>
                    </a:lnTo>
                    <a:lnTo>
                      <a:pt x="1189371" y="1011663"/>
                    </a:lnTo>
                    <a:lnTo>
                      <a:pt x="1195083" y="1011028"/>
                    </a:lnTo>
                    <a:lnTo>
                      <a:pt x="1193814" y="1009125"/>
                    </a:lnTo>
                    <a:lnTo>
                      <a:pt x="1190005" y="1005316"/>
                    </a:lnTo>
                    <a:lnTo>
                      <a:pt x="1188736" y="1003412"/>
                    </a:lnTo>
                    <a:lnTo>
                      <a:pt x="1189371" y="1000874"/>
                    </a:lnTo>
                    <a:lnTo>
                      <a:pt x="1191275" y="1000239"/>
                    </a:lnTo>
                    <a:lnTo>
                      <a:pt x="1193814" y="999604"/>
                    </a:lnTo>
                    <a:lnTo>
                      <a:pt x="1194448" y="998335"/>
                    </a:lnTo>
                    <a:lnTo>
                      <a:pt x="1194448" y="993892"/>
                    </a:lnTo>
                    <a:lnTo>
                      <a:pt x="1195717" y="989450"/>
                    </a:lnTo>
                    <a:lnTo>
                      <a:pt x="1202064" y="978660"/>
                    </a:lnTo>
                    <a:lnTo>
                      <a:pt x="1203334" y="976756"/>
                    </a:lnTo>
                    <a:lnTo>
                      <a:pt x="1205237" y="975487"/>
                    </a:lnTo>
                    <a:lnTo>
                      <a:pt x="1209045" y="974852"/>
                    </a:lnTo>
                    <a:lnTo>
                      <a:pt x="1209681" y="973583"/>
                    </a:lnTo>
                    <a:lnTo>
                      <a:pt x="1212219" y="967236"/>
                    </a:lnTo>
                    <a:lnTo>
                      <a:pt x="1212854" y="964698"/>
                    </a:lnTo>
                    <a:lnTo>
                      <a:pt x="1212219" y="964063"/>
                    </a:lnTo>
                    <a:lnTo>
                      <a:pt x="1209681" y="962794"/>
                    </a:lnTo>
                    <a:lnTo>
                      <a:pt x="1210950" y="960890"/>
                    </a:lnTo>
                    <a:lnTo>
                      <a:pt x="1211584" y="960255"/>
                    </a:lnTo>
                    <a:lnTo>
                      <a:pt x="1210315" y="958351"/>
                    </a:lnTo>
                    <a:lnTo>
                      <a:pt x="1209045" y="956447"/>
                    </a:lnTo>
                    <a:lnTo>
                      <a:pt x="1208411" y="955812"/>
                    </a:lnTo>
                    <a:lnTo>
                      <a:pt x="1207776" y="955812"/>
                    </a:lnTo>
                    <a:lnTo>
                      <a:pt x="1206507" y="955178"/>
                    </a:lnTo>
                    <a:lnTo>
                      <a:pt x="1205872" y="954543"/>
                    </a:lnTo>
                    <a:lnTo>
                      <a:pt x="1199525" y="948831"/>
                    </a:lnTo>
                    <a:lnTo>
                      <a:pt x="1193814" y="943119"/>
                    </a:lnTo>
                    <a:lnTo>
                      <a:pt x="1192544" y="941850"/>
                    </a:lnTo>
                    <a:lnTo>
                      <a:pt x="1195083" y="939311"/>
                    </a:lnTo>
                    <a:lnTo>
                      <a:pt x="1202064" y="932329"/>
                    </a:lnTo>
                    <a:lnTo>
                      <a:pt x="1210950" y="923444"/>
                    </a:lnTo>
                    <a:lnTo>
                      <a:pt x="1220470" y="913924"/>
                    </a:lnTo>
                    <a:lnTo>
                      <a:pt x="1228085" y="906308"/>
                    </a:lnTo>
                    <a:lnTo>
                      <a:pt x="1230624" y="903769"/>
                    </a:lnTo>
                    <a:lnTo>
                      <a:pt x="1226816" y="900596"/>
                    </a:lnTo>
                    <a:lnTo>
                      <a:pt x="1223009" y="896788"/>
                    </a:lnTo>
                    <a:lnTo>
                      <a:pt x="1219201" y="892980"/>
                    </a:lnTo>
                    <a:lnTo>
                      <a:pt x="1214123" y="887903"/>
                    </a:lnTo>
                    <a:lnTo>
                      <a:pt x="1213489" y="883460"/>
                    </a:lnTo>
                    <a:lnTo>
                      <a:pt x="1211584" y="872036"/>
                    </a:lnTo>
                    <a:lnTo>
                      <a:pt x="1209681" y="860612"/>
                    </a:lnTo>
                    <a:lnTo>
                      <a:pt x="1207776" y="849188"/>
                    </a:lnTo>
                    <a:lnTo>
                      <a:pt x="1205872" y="837764"/>
                    </a:lnTo>
                    <a:lnTo>
                      <a:pt x="1203968" y="826340"/>
                    </a:lnTo>
                    <a:lnTo>
                      <a:pt x="1202064" y="814916"/>
                    </a:lnTo>
                    <a:lnTo>
                      <a:pt x="1200161" y="803492"/>
                    </a:lnTo>
                    <a:lnTo>
                      <a:pt x="1198256" y="792067"/>
                    </a:lnTo>
                    <a:lnTo>
                      <a:pt x="1196352" y="780643"/>
                    </a:lnTo>
                    <a:lnTo>
                      <a:pt x="1194448" y="769219"/>
                    </a:lnTo>
                    <a:lnTo>
                      <a:pt x="1192544" y="757795"/>
                    </a:lnTo>
                    <a:lnTo>
                      <a:pt x="1190641" y="746371"/>
                    </a:lnTo>
                    <a:lnTo>
                      <a:pt x="1188736" y="734947"/>
                    </a:lnTo>
                    <a:lnTo>
                      <a:pt x="1186832" y="723523"/>
                    </a:lnTo>
                    <a:lnTo>
                      <a:pt x="1184928" y="712099"/>
                    </a:lnTo>
                    <a:lnTo>
                      <a:pt x="1183024" y="700675"/>
                    </a:lnTo>
                    <a:lnTo>
                      <a:pt x="1176677" y="696232"/>
                    </a:lnTo>
                    <a:lnTo>
                      <a:pt x="1176677" y="691790"/>
                    </a:lnTo>
                    <a:lnTo>
                      <a:pt x="1177312" y="682270"/>
                    </a:lnTo>
                    <a:lnTo>
                      <a:pt x="1177947" y="663864"/>
                    </a:lnTo>
                    <a:lnTo>
                      <a:pt x="1179216" y="627053"/>
                    </a:lnTo>
                    <a:lnTo>
                      <a:pt x="1179851" y="608648"/>
                    </a:lnTo>
                    <a:lnTo>
                      <a:pt x="1180485" y="590243"/>
                    </a:lnTo>
                    <a:lnTo>
                      <a:pt x="1181121" y="571837"/>
                    </a:lnTo>
                    <a:lnTo>
                      <a:pt x="1181755" y="553432"/>
                    </a:lnTo>
                    <a:lnTo>
                      <a:pt x="1182390" y="535026"/>
                    </a:lnTo>
                    <a:lnTo>
                      <a:pt x="1182390" y="529314"/>
                    </a:lnTo>
                    <a:lnTo>
                      <a:pt x="1184294" y="524872"/>
                    </a:lnTo>
                    <a:lnTo>
                      <a:pt x="1180485" y="519160"/>
                    </a:lnTo>
                    <a:lnTo>
                      <a:pt x="1176043" y="512178"/>
                    </a:lnTo>
                    <a:lnTo>
                      <a:pt x="1176043" y="503293"/>
                    </a:lnTo>
                    <a:lnTo>
                      <a:pt x="1175408" y="499485"/>
                    </a:lnTo>
                    <a:lnTo>
                      <a:pt x="1174774" y="496946"/>
                    </a:lnTo>
                    <a:lnTo>
                      <a:pt x="1174139" y="495042"/>
                    </a:lnTo>
                    <a:lnTo>
                      <a:pt x="1172870" y="489965"/>
                    </a:lnTo>
                    <a:lnTo>
                      <a:pt x="1170965" y="482349"/>
                    </a:lnTo>
                    <a:lnTo>
                      <a:pt x="1168427" y="472194"/>
                    </a:lnTo>
                    <a:lnTo>
                      <a:pt x="1165888" y="460770"/>
                    </a:lnTo>
                    <a:lnTo>
                      <a:pt x="1162715" y="447442"/>
                    </a:lnTo>
                    <a:lnTo>
                      <a:pt x="1159542" y="433479"/>
                    </a:lnTo>
                    <a:lnTo>
                      <a:pt x="1153195" y="404284"/>
                    </a:lnTo>
                    <a:lnTo>
                      <a:pt x="1150022" y="390322"/>
                    </a:lnTo>
                    <a:lnTo>
                      <a:pt x="1146848" y="376994"/>
                    </a:lnTo>
                    <a:lnTo>
                      <a:pt x="1144309" y="365570"/>
                    </a:lnTo>
                    <a:lnTo>
                      <a:pt x="1141771" y="355415"/>
                    </a:lnTo>
                    <a:lnTo>
                      <a:pt x="1139867" y="347799"/>
                    </a:lnTo>
                    <a:lnTo>
                      <a:pt x="1138597" y="342722"/>
                    </a:lnTo>
                    <a:lnTo>
                      <a:pt x="1137963" y="340817"/>
                    </a:lnTo>
                    <a:lnTo>
                      <a:pt x="1136694" y="335740"/>
                    </a:lnTo>
                    <a:lnTo>
                      <a:pt x="1134789" y="334471"/>
                    </a:lnTo>
                    <a:lnTo>
                      <a:pt x="1132885" y="333201"/>
                    </a:lnTo>
                    <a:lnTo>
                      <a:pt x="1131616" y="332567"/>
                    </a:lnTo>
                    <a:lnTo>
                      <a:pt x="1129712" y="330663"/>
                    </a:lnTo>
                    <a:lnTo>
                      <a:pt x="1125269" y="323047"/>
                    </a:lnTo>
                    <a:lnTo>
                      <a:pt x="1124000" y="321777"/>
                    </a:lnTo>
                    <a:lnTo>
                      <a:pt x="1122730" y="321143"/>
                    </a:lnTo>
                    <a:lnTo>
                      <a:pt x="1121461" y="321143"/>
                    </a:lnTo>
                    <a:lnTo>
                      <a:pt x="1118288" y="321143"/>
                    </a:lnTo>
                    <a:lnTo>
                      <a:pt x="1117018" y="321777"/>
                    </a:lnTo>
                    <a:lnTo>
                      <a:pt x="1115749" y="322412"/>
                    </a:lnTo>
                    <a:lnTo>
                      <a:pt x="1114480" y="323047"/>
                    </a:lnTo>
                    <a:lnTo>
                      <a:pt x="1113845" y="323681"/>
                    </a:lnTo>
                    <a:lnTo>
                      <a:pt x="1113210" y="324316"/>
                    </a:lnTo>
                    <a:lnTo>
                      <a:pt x="1112576" y="325585"/>
                    </a:lnTo>
                    <a:lnTo>
                      <a:pt x="1112576" y="326855"/>
                    </a:lnTo>
                    <a:lnTo>
                      <a:pt x="1112576" y="331297"/>
                    </a:lnTo>
                    <a:lnTo>
                      <a:pt x="1112576" y="332567"/>
                    </a:lnTo>
                    <a:lnTo>
                      <a:pt x="1111941" y="333836"/>
                    </a:lnTo>
                    <a:lnTo>
                      <a:pt x="1111307" y="335105"/>
                    </a:lnTo>
                    <a:lnTo>
                      <a:pt x="1109403" y="337010"/>
                    </a:lnTo>
                    <a:lnTo>
                      <a:pt x="1107498" y="338279"/>
                    </a:lnTo>
                    <a:lnTo>
                      <a:pt x="1106864" y="338914"/>
                    </a:lnTo>
                    <a:lnTo>
                      <a:pt x="1106229" y="338914"/>
                    </a:lnTo>
                    <a:lnTo>
                      <a:pt x="1105595" y="338279"/>
                    </a:lnTo>
                    <a:lnTo>
                      <a:pt x="1103690" y="336375"/>
                    </a:lnTo>
                    <a:lnTo>
                      <a:pt x="1102421" y="333836"/>
                    </a:lnTo>
                    <a:lnTo>
                      <a:pt x="1101152" y="331297"/>
                    </a:lnTo>
                    <a:lnTo>
                      <a:pt x="1099883" y="326220"/>
                    </a:lnTo>
                    <a:lnTo>
                      <a:pt x="1099248" y="323681"/>
                    </a:lnTo>
                    <a:lnTo>
                      <a:pt x="1099248" y="321143"/>
                    </a:lnTo>
                    <a:lnTo>
                      <a:pt x="1103056" y="295121"/>
                    </a:lnTo>
                    <a:lnTo>
                      <a:pt x="1103056" y="293217"/>
                    </a:lnTo>
                    <a:lnTo>
                      <a:pt x="1102421" y="294487"/>
                    </a:lnTo>
                    <a:lnTo>
                      <a:pt x="1100517" y="286871"/>
                    </a:lnTo>
                    <a:lnTo>
                      <a:pt x="1099883" y="284967"/>
                    </a:lnTo>
                    <a:lnTo>
                      <a:pt x="1097978" y="283063"/>
                    </a:lnTo>
                    <a:lnTo>
                      <a:pt x="1092901" y="279889"/>
                    </a:lnTo>
                    <a:lnTo>
                      <a:pt x="1091632" y="277351"/>
                    </a:lnTo>
                    <a:lnTo>
                      <a:pt x="1091632" y="274812"/>
                    </a:lnTo>
                    <a:lnTo>
                      <a:pt x="1092267" y="269735"/>
                    </a:lnTo>
                    <a:lnTo>
                      <a:pt x="1092267" y="266561"/>
                    </a:lnTo>
                    <a:lnTo>
                      <a:pt x="1090997" y="264023"/>
                    </a:lnTo>
                    <a:lnTo>
                      <a:pt x="1089093" y="261484"/>
                    </a:lnTo>
                    <a:lnTo>
                      <a:pt x="1085920" y="258310"/>
                    </a:lnTo>
                    <a:lnTo>
                      <a:pt x="1083381" y="254502"/>
                    </a:lnTo>
                    <a:lnTo>
                      <a:pt x="1081477" y="250694"/>
                    </a:lnTo>
                    <a:lnTo>
                      <a:pt x="1078304" y="238001"/>
                    </a:lnTo>
                    <a:lnTo>
                      <a:pt x="1078304" y="232924"/>
                    </a:lnTo>
                    <a:lnTo>
                      <a:pt x="1077669" y="230385"/>
                    </a:lnTo>
                    <a:lnTo>
                      <a:pt x="1077669" y="229750"/>
                    </a:lnTo>
                    <a:lnTo>
                      <a:pt x="1075765" y="228481"/>
                    </a:lnTo>
                    <a:lnTo>
                      <a:pt x="1074496" y="229116"/>
                    </a:lnTo>
                    <a:lnTo>
                      <a:pt x="1072591" y="231654"/>
                    </a:lnTo>
                    <a:lnTo>
                      <a:pt x="1071957" y="234193"/>
                    </a:lnTo>
                    <a:lnTo>
                      <a:pt x="1068784" y="224673"/>
                    </a:lnTo>
                    <a:lnTo>
                      <a:pt x="1069418" y="199286"/>
                    </a:lnTo>
                    <a:lnTo>
                      <a:pt x="1065610" y="191670"/>
                    </a:lnTo>
                    <a:lnTo>
                      <a:pt x="1069418" y="187862"/>
                    </a:lnTo>
                    <a:lnTo>
                      <a:pt x="1078938" y="171361"/>
                    </a:lnTo>
                    <a:lnTo>
                      <a:pt x="1076400" y="168822"/>
                    </a:lnTo>
                    <a:lnTo>
                      <a:pt x="1074496" y="166283"/>
                    </a:lnTo>
                    <a:lnTo>
                      <a:pt x="1073227" y="163110"/>
                    </a:lnTo>
                    <a:lnTo>
                      <a:pt x="1070688" y="156129"/>
                    </a:lnTo>
                    <a:lnTo>
                      <a:pt x="1067515" y="148513"/>
                    </a:lnTo>
                    <a:lnTo>
                      <a:pt x="1066245" y="146609"/>
                    </a:lnTo>
                    <a:lnTo>
                      <a:pt x="1064976" y="145339"/>
                    </a:lnTo>
                    <a:lnTo>
                      <a:pt x="1064341" y="144705"/>
                    </a:lnTo>
                    <a:lnTo>
                      <a:pt x="1061802" y="132011"/>
                    </a:lnTo>
                    <a:lnTo>
                      <a:pt x="1061168" y="129473"/>
                    </a:lnTo>
                    <a:lnTo>
                      <a:pt x="1059264" y="130107"/>
                    </a:lnTo>
                    <a:lnTo>
                      <a:pt x="1058629" y="134550"/>
                    </a:lnTo>
                    <a:lnTo>
                      <a:pt x="1058629" y="139627"/>
                    </a:lnTo>
                    <a:lnTo>
                      <a:pt x="1059264" y="143435"/>
                    </a:lnTo>
                    <a:lnTo>
                      <a:pt x="1057360" y="140897"/>
                    </a:lnTo>
                    <a:lnTo>
                      <a:pt x="1056725" y="137723"/>
                    </a:lnTo>
                    <a:lnTo>
                      <a:pt x="1056725" y="134550"/>
                    </a:lnTo>
                    <a:lnTo>
                      <a:pt x="1057360" y="131377"/>
                    </a:lnTo>
                    <a:lnTo>
                      <a:pt x="1057360" y="128203"/>
                    </a:lnTo>
                    <a:lnTo>
                      <a:pt x="1055456" y="125030"/>
                    </a:lnTo>
                    <a:lnTo>
                      <a:pt x="1051013" y="119953"/>
                    </a:lnTo>
                    <a:lnTo>
                      <a:pt x="1053551" y="116145"/>
                    </a:lnTo>
                    <a:lnTo>
                      <a:pt x="1054187" y="112336"/>
                    </a:lnTo>
                    <a:lnTo>
                      <a:pt x="1052282" y="109163"/>
                    </a:lnTo>
                    <a:lnTo>
                      <a:pt x="1047840" y="108529"/>
                    </a:lnTo>
                    <a:lnTo>
                      <a:pt x="1045936" y="106624"/>
                    </a:lnTo>
                    <a:lnTo>
                      <a:pt x="1043397" y="102816"/>
                    </a:lnTo>
                    <a:lnTo>
                      <a:pt x="1041493" y="97739"/>
                    </a:lnTo>
                    <a:lnTo>
                      <a:pt x="1040858" y="94566"/>
                    </a:lnTo>
                    <a:lnTo>
                      <a:pt x="1039589" y="94566"/>
                    </a:lnTo>
                    <a:lnTo>
                      <a:pt x="1039589" y="97104"/>
                    </a:lnTo>
                    <a:lnTo>
                      <a:pt x="1038954" y="94566"/>
                    </a:lnTo>
                    <a:lnTo>
                      <a:pt x="1037685" y="92662"/>
                    </a:lnTo>
                    <a:lnTo>
                      <a:pt x="1035781" y="90758"/>
                    </a:lnTo>
                    <a:lnTo>
                      <a:pt x="1038320" y="87584"/>
                    </a:lnTo>
                    <a:lnTo>
                      <a:pt x="1038320" y="83776"/>
                    </a:lnTo>
                    <a:lnTo>
                      <a:pt x="1035781" y="77430"/>
                    </a:lnTo>
                    <a:lnTo>
                      <a:pt x="1035781" y="72352"/>
                    </a:lnTo>
                    <a:lnTo>
                      <a:pt x="1037050" y="69814"/>
                    </a:lnTo>
                    <a:lnTo>
                      <a:pt x="1039589" y="69814"/>
                    </a:lnTo>
                    <a:lnTo>
                      <a:pt x="1042128" y="73622"/>
                    </a:lnTo>
                    <a:lnTo>
                      <a:pt x="1043397" y="74256"/>
                    </a:lnTo>
                    <a:lnTo>
                      <a:pt x="1044667" y="74256"/>
                    </a:lnTo>
                    <a:lnTo>
                      <a:pt x="1045301" y="72352"/>
                    </a:lnTo>
                    <a:lnTo>
                      <a:pt x="1044667" y="69814"/>
                    </a:lnTo>
                    <a:lnTo>
                      <a:pt x="1043397" y="68544"/>
                    </a:lnTo>
                    <a:lnTo>
                      <a:pt x="1042128" y="67910"/>
                    </a:lnTo>
                    <a:lnTo>
                      <a:pt x="1038954" y="65371"/>
                    </a:lnTo>
                    <a:lnTo>
                      <a:pt x="1037685" y="64736"/>
                    </a:lnTo>
                    <a:lnTo>
                      <a:pt x="1037050" y="64102"/>
                    </a:lnTo>
                    <a:lnTo>
                      <a:pt x="1037050" y="60928"/>
                    </a:lnTo>
                    <a:lnTo>
                      <a:pt x="1037685" y="58390"/>
                    </a:lnTo>
                    <a:lnTo>
                      <a:pt x="1038954" y="57755"/>
                    </a:lnTo>
                    <a:lnTo>
                      <a:pt x="1040223" y="57755"/>
                    </a:lnTo>
                    <a:lnTo>
                      <a:pt x="1041493" y="56486"/>
                    </a:lnTo>
                    <a:lnTo>
                      <a:pt x="1042762" y="51408"/>
                    </a:lnTo>
                    <a:lnTo>
                      <a:pt x="1042128" y="48235"/>
                    </a:lnTo>
                    <a:lnTo>
                      <a:pt x="1039589" y="46331"/>
                    </a:lnTo>
                    <a:lnTo>
                      <a:pt x="1036416" y="44427"/>
                    </a:lnTo>
                    <a:lnTo>
                      <a:pt x="1035147" y="41888"/>
                    </a:lnTo>
                    <a:lnTo>
                      <a:pt x="1034511" y="37446"/>
                    </a:lnTo>
                    <a:lnTo>
                      <a:pt x="1033877" y="33003"/>
                    </a:lnTo>
                    <a:lnTo>
                      <a:pt x="1034511" y="26021"/>
                    </a:lnTo>
                    <a:lnTo>
                      <a:pt x="1032608" y="17771"/>
                    </a:lnTo>
                    <a:lnTo>
                      <a:pt x="1031973" y="13963"/>
                    </a:lnTo>
                    <a:lnTo>
                      <a:pt x="1032608" y="13328"/>
                    </a:lnTo>
                    <a:lnTo>
                      <a:pt x="1033242" y="13328"/>
                    </a:lnTo>
                    <a:lnTo>
                      <a:pt x="1033877" y="12693"/>
                    </a:lnTo>
                    <a:lnTo>
                      <a:pt x="1034511" y="10155"/>
                    </a:lnTo>
                    <a:lnTo>
                      <a:pt x="1033877" y="7616"/>
                    </a:lnTo>
                    <a:lnTo>
                      <a:pt x="1033242" y="5077"/>
                    </a:lnTo>
                    <a:lnTo>
                      <a:pt x="1031338" y="1904"/>
                    </a:lnTo>
                    <a:lnTo>
                      <a:pt x="1031973" y="0"/>
                    </a:lnTo>
                    <a:lnTo>
                      <a:pt x="1024991" y="1904"/>
                    </a:lnTo>
                    <a:lnTo>
                      <a:pt x="1007221" y="6347"/>
                    </a:lnTo>
                    <a:lnTo>
                      <a:pt x="989450" y="10789"/>
                    </a:lnTo>
                    <a:lnTo>
                      <a:pt x="971680" y="15232"/>
                    </a:lnTo>
                    <a:lnTo>
                      <a:pt x="953909" y="19675"/>
                    </a:lnTo>
                    <a:lnTo>
                      <a:pt x="936137" y="24117"/>
                    </a:lnTo>
                    <a:lnTo>
                      <a:pt x="918367" y="28560"/>
                    </a:lnTo>
                    <a:lnTo>
                      <a:pt x="900596" y="33003"/>
                    </a:lnTo>
                    <a:lnTo>
                      <a:pt x="882826" y="37446"/>
                    </a:lnTo>
                    <a:lnTo>
                      <a:pt x="865055" y="41888"/>
                    </a:lnTo>
                    <a:lnTo>
                      <a:pt x="847284" y="46331"/>
                    </a:lnTo>
                    <a:lnTo>
                      <a:pt x="829513" y="50774"/>
                    </a:lnTo>
                    <a:lnTo>
                      <a:pt x="811742" y="55216"/>
                    </a:lnTo>
                    <a:lnTo>
                      <a:pt x="793972" y="59659"/>
                    </a:lnTo>
                    <a:lnTo>
                      <a:pt x="790799" y="60294"/>
                    </a:lnTo>
                    <a:lnTo>
                      <a:pt x="785721" y="61563"/>
                    </a:lnTo>
                    <a:lnTo>
                      <a:pt x="762239" y="64102"/>
                    </a:lnTo>
                    <a:lnTo>
                      <a:pt x="759065" y="64736"/>
                    </a:lnTo>
                    <a:lnTo>
                      <a:pt x="756526" y="66640"/>
                    </a:lnTo>
                    <a:lnTo>
                      <a:pt x="750814" y="72352"/>
                    </a:lnTo>
                    <a:lnTo>
                      <a:pt x="741294" y="78699"/>
                    </a:lnTo>
                    <a:lnTo>
                      <a:pt x="738755" y="81238"/>
                    </a:lnTo>
                    <a:lnTo>
                      <a:pt x="732409" y="88854"/>
                    </a:lnTo>
                    <a:lnTo>
                      <a:pt x="729870" y="90758"/>
                    </a:lnTo>
                    <a:lnTo>
                      <a:pt x="720985" y="95200"/>
                    </a:lnTo>
                    <a:lnTo>
                      <a:pt x="698772" y="115510"/>
                    </a:lnTo>
                    <a:lnTo>
                      <a:pt x="688616" y="129473"/>
                    </a:lnTo>
                    <a:lnTo>
                      <a:pt x="672115" y="151686"/>
                    </a:lnTo>
                    <a:lnTo>
                      <a:pt x="654345" y="175803"/>
                    </a:lnTo>
                    <a:lnTo>
                      <a:pt x="636574" y="199286"/>
                    </a:lnTo>
                    <a:lnTo>
                      <a:pt x="629593" y="214518"/>
                    </a:lnTo>
                    <a:lnTo>
                      <a:pt x="624515" y="223404"/>
                    </a:lnTo>
                    <a:lnTo>
                      <a:pt x="624515" y="223404"/>
                    </a:lnTo>
                    <a:lnTo>
                      <a:pt x="624515" y="223404"/>
                    </a:lnTo>
                    <a:lnTo>
                      <a:pt x="627688" y="226577"/>
                    </a:lnTo>
                    <a:lnTo>
                      <a:pt x="629593" y="230385"/>
                    </a:lnTo>
                    <a:lnTo>
                      <a:pt x="630862" y="234193"/>
                    </a:lnTo>
                    <a:lnTo>
                      <a:pt x="629593" y="238001"/>
                    </a:lnTo>
                    <a:lnTo>
                      <a:pt x="619438" y="248156"/>
                    </a:lnTo>
                    <a:lnTo>
                      <a:pt x="619438" y="248790"/>
                    </a:lnTo>
                    <a:lnTo>
                      <a:pt x="619438" y="250060"/>
                    </a:lnTo>
                    <a:lnTo>
                      <a:pt x="619438" y="251329"/>
                    </a:lnTo>
                    <a:lnTo>
                      <a:pt x="618803" y="252598"/>
                    </a:lnTo>
                    <a:lnTo>
                      <a:pt x="618168" y="253233"/>
                    </a:lnTo>
                    <a:lnTo>
                      <a:pt x="609283" y="258945"/>
                    </a:lnTo>
                    <a:lnTo>
                      <a:pt x="608648" y="260849"/>
                    </a:lnTo>
                    <a:lnTo>
                      <a:pt x="607379" y="263388"/>
                    </a:lnTo>
                    <a:lnTo>
                      <a:pt x="588339" y="288140"/>
                    </a:lnTo>
                    <a:lnTo>
                      <a:pt x="567395" y="303372"/>
                    </a:lnTo>
                    <a:lnTo>
                      <a:pt x="540739" y="331932"/>
                    </a:lnTo>
                    <a:lnTo>
                      <a:pt x="540104" y="335740"/>
                    </a:lnTo>
                    <a:lnTo>
                      <a:pt x="542008" y="340817"/>
                    </a:lnTo>
                    <a:lnTo>
                      <a:pt x="544547" y="342087"/>
                    </a:lnTo>
                    <a:lnTo>
                      <a:pt x="548355" y="342087"/>
                    </a:lnTo>
                    <a:lnTo>
                      <a:pt x="552162" y="344626"/>
                    </a:lnTo>
                    <a:lnTo>
                      <a:pt x="553432" y="347164"/>
                    </a:lnTo>
                    <a:lnTo>
                      <a:pt x="553432" y="349068"/>
                    </a:lnTo>
                    <a:lnTo>
                      <a:pt x="552798" y="350972"/>
                    </a:lnTo>
                    <a:lnTo>
                      <a:pt x="553432" y="352876"/>
                    </a:lnTo>
                    <a:lnTo>
                      <a:pt x="555336" y="353511"/>
                    </a:lnTo>
                    <a:lnTo>
                      <a:pt x="557240" y="353511"/>
                    </a:lnTo>
                    <a:lnTo>
                      <a:pt x="558509" y="352242"/>
                    </a:lnTo>
                    <a:lnTo>
                      <a:pt x="558509" y="349703"/>
                    </a:lnTo>
                    <a:lnTo>
                      <a:pt x="559144" y="345895"/>
                    </a:lnTo>
                    <a:lnTo>
                      <a:pt x="569934" y="337644"/>
                    </a:lnTo>
                    <a:lnTo>
                      <a:pt x="572472" y="340183"/>
                    </a:lnTo>
                    <a:lnTo>
                      <a:pt x="579454" y="337644"/>
                    </a:lnTo>
                    <a:lnTo>
                      <a:pt x="582627" y="339548"/>
                    </a:lnTo>
                    <a:lnTo>
                      <a:pt x="581358" y="340817"/>
                    </a:lnTo>
                    <a:lnTo>
                      <a:pt x="580723" y="341452"/>
                    </a:lnTo>
                    <a:lnTo>
                      <a:pt x="580723" y="344626"/>
                    </a:lnTo>
                    <a:lnTo>
                      <a:pt x="581358" y="342722"/>
                    </a:lnTo>
                    <a:lnTo>
                      <a:pt x="582627" y="341452"/>
                    </a:lnTo>
                    <a:lnTo>
                      <a:pt x="583896" y="340817"/>
                    </a:lnTo>
                    <a:lnTo>
                      <a:pt x="585800" y="340183"/>
                    </a:lnTo>
                    <a:lnTo>
                      <a:pt x="585166" y="343356"/>
                    </a:lnTo>
                    <a:lnTo>
                      <a:pt x="583896" y="347164"/>
                    </a:lnTo>
                    <a:lnTo>
                      <a:pt x="581992" y="350338"/>
                    </a:lnTo>
                    <a:lnTo>
                      <a:pt x="577549" y="353511"/>
                    </a:lnTo>
                    <a:lnTo>
                      <a:pt x="575011" y="356684"/>
                    </a:lnTo>
                    <a:lnTo>
                      <a:pt x="573741" y="359858"/>
                    </a:lnTo>
                    <a:lnTo>
                      <a:pt x="575011" y="360492"/>
                    </a:lnTo>
                    <a:lnTo>
                      <a:pt x="586435" y="357954"/>
                    </a:lnTo>
                    <a:lnTo>
                      <a:pt x="589608" y="356050"/>
                    </a:lnTo>
                    <a:lnTo>
                      <a:pt x="593416" y="350972"/>
                    </a:lnTo>
                    <a:lnTo>
                      <a:pt x="595955" y="349068"/>
                    </a:lnTo>
                    <a:lnTo>
                      <a:pt x="599128" y="349068"/>
                    </a:lnTo>
                    <a:lnTo>
                      <a:pt x="601032" y="350972"/>
                    </a:lnTo>
                    <a:lnTo>
                      <a:pt x="601032" y="353511"/>
                    </a:lnTo>
                    <a:lnTo>
                      <a:pt x="599763" y="356684"/>
                    </a:lnTo>
                    <a:lnTo>
                      <a:pt x="597225" y="358588"/>
                    </a:lnTo>
                    <a:lnTo>
                      <a:pt x="591512" y="361127"/>
                    </a:lnTo>
                    <a:lnTo>
                      <a:pt x="589608" y="364300"/>
                    </a:lnTo>
                    <a:lnTo>
                      <a:pt x="588974" y="368108"/>
                    </a:lnTo>
                    <a:lnTo>
                      <a:pt x="589608" y="371282"/>
                    </a:lnTo>
                    <a:lnTo>
                      <a:pt x="589608" y="374455"/>
                    </a:lnTo>
                    <a:lnTo>
                      <a:pt x="587705" y="378898"/>
                    </a:lnTo>
                    <a:lnTo>
                      <a:pt x="581358" y="387148"/>
                    </a:lnTo>
                    <a:lnTo>
                      <a:pt x="580088" y="390956"/>
                    </a:lnTo>
                    <a:lnTo>
                      <a:pt x="574376" y="389052"/>
                    </a:lnTo>
                    <a:lnTo>
                      <a:pt x="575011" y="387148"/>
                    </a:lnTo>
                    <a:lnTo>
                      <a:pt x="575646" y="382071"/>
                    </a:lnTo>
                    <a:lnTo>
                      <a:pt x="567395" y="388418"/>
                    </a:lnTo>
                    <a:lnTo>
                      <a:pt x="565491" y="390956"/>
                    </a:lnTo>
                    <a:lnTo>
                      <a:pt x="564221" y="395399"/>
                    </a:lnTo>
                    <a:lnTo>
                      <a:pt x="565491" y="396668"/>
                    </a:lnTo>
                    <a:lnTo>
                      <a:pt x="568664" y="397303"/>
                    </a:lnTo>
                    <a:lnTo>
                      <a:pt x="571838" y="399207"/>
                    </a:lnTo>
                    <a:lnTo>
                      <a:pt x="573107" y="399842"/>
                    </a:lnTo>
                    <a:lnTo>
                      <a:pt x="575646" y="401111"/>
                    </a:lnTo>
                    <a:lnTo>
                      <a:pt x="576915" y="401746"/>
                    </a:lnTo>
                    <a:lnTo>
                      <a:pt x="577549" y="403650"/>
                    </a:lnTo>
                    <a:lnTo>
                      <a:pt x="578185" y="405554"/>
                    </a:lnTo>
                    <a:lnTo>
                      <a:pt x="578819" y="407458"/>
                    </a:lnTo>
                    <a:lnTo>
                      <a:pt x="581992" y="411266"/>
                    </a:lnTo>
                    <a:lnTo>
                      <a:pt x="585166" y="417613"/>
                    </a:lnTo>
                    <a:lnTo>
                      <a:pt x="587069" y="420151"/>
                    </a:lnTo>
                    <a:lnTo>
                      <a:pt x="586435" y="425229"/>
                    </a:lnTo>
                    <a:lnTo>
                      <a:pt x="587069" y="430306"/>
                    </a:lnTo>
                    <a:lnTo>
                      <a:pt x="588974" y="436018"/>
                    </a:lnTo>
                    <a:lnTo>
                      <a:pt x="591512" y="441095"/>
                    </a:lnTo>
                    <a:lnTo>
                      <a:pt x="592147" y="437287"/>
                    </a:lnTo>
                    <a:lnTo>
                      <a:pt x="593416" y="434749"/>
                    </a:lnTo>
                    <a:lnTo>
                      <a:pt x="595320" y="433479"/>
                    </a:lnTo>
                    <a:lnTo>
                      <a:pt x="597859" y="434114"/>
                    </a:lnTo>
                    <a:lnTo>
                      <a:pt x="592781" y="446807"/>
                    </a:lnTo>
                    <a:lnTo>
                      <a:pt x="592781" y="452519"/>
                    </a:lnTo>
                    <a:lnTo>
                      <a:pt x="598494" y="455058"/>
                    </a:lnTo>
                    <a:lnTo>
                      <a:pt x="595955" y="458866"/>
                    </a:lnTo>
                    <a:lnTo>
                      <a:pt x="590243" y="469021"/>
                    </a:lnTo>
                    <a:lnTo>
                      <a:pt x="587069" y="471559"/>
                    </a:lnTo>
                    <a:lnTo>
                      <a:pt x="575646" y="476637"/>
                    </a:lnTo>
                    <a:lnTo>
                      <a:pt x="570568" y="476637"/>
                    </a:lnTo>
                    <a:lnTo>
                      <a:pt x="562318" y="475367"/>
                    </a:lnTo>
                    <a:lnTo>
                      <a:pt x="559144" y="476637"/>
                    </a:lnTo>
                    <a:lnTo>
                      <a:pt x="551528" y="488061"/>
                    </a:lnTo>
                    <a:lnTo>
                      <a:pt x="548355" y="491234"/>
                    </a:lnTo>
                    <a:lnTo>
                      <a:pt x="531219" y="503928"/>
                    </a:lnTo>
                    <a:lnTo>
                      <a:pt x="525507" y="510274"/>
                    </a:lnTo>
                    <a:lnTo>
                      <a:pt x="520429" y="517890"/>
                    </a:lnTo>
                    <a:lnTo>
                      <a:pt x="515352" y="534392"/>
                    </a:lnTo>
                    <a:lnTo>
                      <a:pt x="510274" y="532488"/>
                    </a:lnTo>
                    <a:lnTo>
                      <a:pt x="507736" y="532488"/>
                    </a:lnTo>
                    <a:lnTo>
                      <a:pt x="507101" y="535661"/>
                    </a:lnTo>
                    <a:lnTo>
                      <a:pt x="506467" y="536930"/>
                    </a:lnTo>
                    <a:lnTo>
                      <a:pt x="495677" y="544546"/>
                    </a:lnTo>
                    <a:lnTo>
                      <a:pt x="477906" y="552162"/>
                    </a:lnTo>
                    <a:lnTo>
                      <a:pt x="477272" y="552797"/>
                    </a:lnTo>
                    <a:lnTo>
                      <a:pt x="476637" y="554701"/>
                    </a:lnTo>
                    <a:lnTo>
                      <a:pt x="476637" y="556605"/>
                    </a:lnTo>
                    <a:lnTo>
                      <a:pt x="477272" y="557875"/>
                    </a:lnTo>
                    <a:lnTo>
                      <a:pt x="477272" y="559144"/>
                    </a:lnTo>
                    <a:lnTo>
                      <a:pt x="476637" y="561048"/>
                    </a:lnTo>
                    <a:lnTo>
                      <a:pt x="476637" y="561682"/>
                    </a:lnTo>
                    <a:lnTo>
                      <a:pt x="476637" y="562317"/>
                    </a:lnTo>
                    <a:lnTo>
                      <a:pt x="474733" y="562952"/>
                    </a:lnTo>
                    <a:lnTo>
                      <a:pt x="472829" y="563587"/>
                    </a:lnTo>
                    <a:lnTo>
                      <a:pt x="470925" y="563587"/>
                    </a:lnTo>
                    <a:lnTo>
                      <a:pt x="469021" y="562952"/>
                    </a:lnTo>
                    <a:lnTo>
                      <a:pt x="467117" y="561682"/>
                    </a:lnTo>
                    <a:lnTo>
                      <a:pt x="467117" y="561048"/>
                    </a:lnTo>
                    <a:lnTo>
                      <a:pt x="467752" y="558509"/>
                    </a:lnTo>
                    <a:lnTo>
                      <a:pt x="396668" y="569933"/>
                    </a:lnTo>
                    <a:lnTo>
                      <a:pt x="388418" y="573107"/>
                    </a:lnTo>
                    <a:lnTo>
                      <a:pt x="366839" y="585800"/>
                    </a:lnTo>
                    <a:lnTo>
                      <a:pt x="358588" y="587704"/>
                    </a:lnTo>
                    <a:lnTo>
                      <a:pt x="350338" y="585800"/>
                    </a:lnTo>
                    <a:lnTo>
                      <a:pt x="335106" y="576915"/>
                    </a:lnTo>
                    <a:lnTo>
                      <a:pt x="333837" y="576915"/>
                    </a:lnTo>
                    <a:lnTo>
                      <a:pt x="329394" y="576915"/>
                    </a:lnTo>
                    <a:lnTo>
                      <a:pt x="328759" y="574376"/>
                    </a:lnTo>
                    <a:lnTo>
                      <a:pt x="323681" y="573107"/>
                    </a:lnTo>
                    <a:lnTo>
                      <a:pt x="255772" y="574376"/>
                    </a:lnTo>
                    <a:lnTo>
                      <a:pt x="234193" y="581992"/>
                    </a:lnTo>
                    <a:lnTo>
                      <a:pt x="205633" y="583896"/>
                    </a:lnTo>
                    <a:lnTo>
                      <a:pt x="150417" y="603571"/>
                    </a:lnTo>
                    <a:lnTo>
                      <a:pt x="139627" y="611821"/>
                    </a:lnTo>
                    <a:lnTo>
                      <a:pt x="120587" y="618803"/>
                    </a:lnTo>
                    <a:lnTo>
                      <a:pt x="98374" y="632131"/>
                    </a:lnTo>
                    <a:lnTo>
                      <a:pt x="86316" y="636573"/>
                    </a:lnTo>
                    <a:lnTo>
                      <a:pt x="88219" y="640382"/>
                    </a:lnTo>
                    <a:lnTo>
                      <a:pt x="93297" y="661960"/>
                    </a:lnTo>
                    <a:lnTo>
                      <a:pt x="93931" y="664499"/>
                    </a:lnTo>
                    <a:lnTo>
                      <a:pt x="93931" y="667672"/>
                    </a:lnTo>
                    <a:lnTo>
                      <a:pt x="93297" y="670211"/>
                    </a:lnTo>
                    <a:lnTo>
                      <a:pt x="92662" y="672115"/>
                    </a:lnTo>
                    <a:lnTo>
                      <a:pt x="92027" y="674654"/>
                    </a:lnTo>
                    <a:lnTo>
                      <a:pt x="92662" y="678462"/>
                    </a:lnTo>
                    <a:lnTo>
                      <a:pt x="92662" y="678462"/>
                    </a:lnTo>
                    <a:lnTo>
                      <a:pt x="100913" y="681635"/>
                    </a:lnTo>
                    <a:lnTo>
                      <a:pt x="121857" y="679731"/>
                    </a:lnTo>
                    <a:lnTo>
                      <a:pt x="127569" y="684808"/>
                    </a:lnTo>
                    <a:lnTo>
                      <a:pt x="127569" y="689886"/>
                    </a:lnTo>
                    <a:lnTo>
                      <a:pt x="122492" y="697502"/>
                    </a:lnTo>
                    <a:lnTo>
                      <a:pt x="121857" y="703214"/>
                    </a:lnTo>
                    <a:lnTo>
                      <a:pt x="123126" y="705118"/>
                    </a:lnTo>
                    <a:lnTo>
                      <a:pt x="126934" y="707656"/>
                    </a:lnTo>
                    <a:lnTo>
                      <a:pt x="128204" y="708926"/>
                    </a:lnTo>
                    <a:lnTo>
                      <a:pt x="131377" y="719081"/>
                    </a:lnTo>
                    <a:lnTo>
                      <a:pt x="133281" y="721619"/>
                    </a:lnTo>
                    <a:lnTo>
                      <a:pt x="138358" y="727966"/>
                    </a:lnTo>
                    <a:lnTo>
                      <a:pt x="140263" y="730505"/>
                    </a:lnTo>
                    <a:lnTo>
                      <a:pt x="140897" y="732409"/>
                    </a:lnTo>
                    <a:lnTo>
                      <a:pt x="142166" y="738121"/>
                    </a:lnTo>
                    <a:lnTo>
                      <a:pt x="142801" y="743833"/>
                    </a:lnTo>
                    <a:lnTo>
                      <a:pt x="142166" y="748275"/>
                    </a:lnTo>
                    <a:lnTo>
                      <a:pt x="139627" y="752083"/>
                    </a:lnTo>
                    <a:lnTo>
                      <a:pt x="136454" y="755257"/>
                    </a:lnTo>
                    <a:lnTo>
                      <a:pt x="123126" y="764142"/>
                    </a:lnTo>
                    <a:lnTo>
                      <a:pt x="116779" y="769854"/>
                    </a:lnTo>
                    <a:lnTo>
                      <a:pt x="112971" y="776835"/>
                    </a:lnTo>
                    <a:lnTo>
                      <a:pt x="110433" y="786356"/>
                    </a:lnTo>
                    <a:lnTo>
                      <a:pt x="107894" y="790798"/>
                    </a:lnTo>
                    <a:lnTo>
                      <a:pt x="104086" y="793337"/>
                    </a:lnTo>
                    <a:lnTo>
                      <a:pt x="103451" y="794606"/>
                    </a:lnTo>
                    <a:lnTo>
                      <a:pt x="101547" y="801588"/>
                    </a:lnTo>
                    <a:lnTo>
                      <a:pt x="100278" y="805396"/>
                    </a:lnTo>
                    <a:lnTo>
                      <a:pt x="99644" y="806665"/>
                    </a:lnTo>
                    <a:lnTo>
                      <a:pt x="97105" y="808569"/>
                    </a:lnTo>
                    <a:lnTo>
                      <a:pt x="85680" y="814281"/>
                    </a:lnTo>
                    <a:lnTo>
                      <a:pt x="83142" y="819993"/>
                    </a:lnTo>
                    <a:lnTo>
                      <a:pt x="74257" y="828244"/>
                    </a:lnTo>
                    <a:lnTo>
                      <a:pt x="66006" y="833321"/>
                    </a:lnTo>
                    <a:lnTo>
                      <a:pt x="64102" y="834590"/>
                    </a:lnTo>
                    <a:lnTo>
                      <a:pt x="63467" y="836494"/>
                    </a:lnTo>
                    <a:lnTo>
                      <a:pt x="62198" y="839033"/>
                    </a:lnTo>
                    <a:lnTo>
                      <a:pt x="60929" y="841572"/>
                    </a:lnTo>
                    <a:lnTo>
                      <a:pt x="55851" y="845380"/>
                    </a:lnTo>
                    <a:lnTo>
                      <a:pt x="48870" y="858073"/>
                    </a:lnTo>
                    <a:lnTo>
                      <a:pt x="39350" y="865689"/>
                    </a:lnTo>
                    <a:lnTo>
                      <a:pt x="36811" y="869497"/>
                    </a:lnTo>
                    <a:lnTo>
                      <a:pt x="34272" y="872671"/>
                    </a:lnTo>
                    <a:lnTo>
                      <a:pt x="22213" y="879652"/>
                    </a:lnTo>
                    <a:lnTo>
                      <a:pt x="10155" y="892980"/>
                    </a:lnTo>
                    <a:lnTo>
                      <a:pt x="5078" y="896153"/>
                    </a:lnTo>
                    <a:lnTo>
                      <a:pt x="1904" y="899961"/>
                    </a:lnTo>
                    <a:lnTo>
                      <a:pt x="0" y="901231"/>
                    </a:lnTo>
                    <a:lnTo>
                      <a:pt x="0" y="901865"/>
                    </a:lnTo>
                    <a:lnTo>
                      <a:pt x="1270" y="908847"/>
                    </a:lnTo>
                    <a:lnTo>
                      <a:pt x="2539" y="915828"/>
                    </a:lnTo>
                    <a:lnTo>
                      <a:pt x="3809" y="922809"/>
                    </a:lnTo>
                    <a:lnTo>
                      <a:pt x="5078" y="929791"/>
                    </a:lnTo>
                    <a:lnTo>
                      <a:pt x="6347" y="936772"/>
                    </a:lnTo>
                    <a:lnTo>
                      <a:pt x="7616" y="943753"/>
                    </a:lnTo>
                    <a:lnTo>
                      <a:pt x="8886" y="950735"/>
                    </a:lnTo>
                    <a:lnTo>
                      <a:pt x="10155" y="957716"/>
                    </a:lnTo>
                    <a:lnTo>
                      <a:pt x="11424" y="965967"/>
                    </a:lnTo>
                    <a:lnTo>
                      <a:pt x="18406" y="964698"/>
                    </a:lnTo>
                    <a:lnTo>
                      <a:pt x="43792" y="959620"/>
                    </a:lnTo>
                    <a:lnTo>
                      <a:pt x="69179" y="955178"/>
                    </a:lnTo>
                    <a:lnTo>
                      <a:pt x="94566" y="950100"/>
                    </a:lnTo>
                    <a:lnTo>
                      <a:pt x="119953" y="945658"/>
                    </a:lnTo>
                    <a:lnTo>
                      <a:pt x="145339" y="940580"/>
                    </a:lnTo>
                    <a:lnTo>
                      <a:pt x="170726" y="935503"/>
                    </a:lnTo>
                    <a:lnTo>
                      <a:pt x="196113" y="930425"/>
                    </a:lnTo>
                    <a:lnTo>
                      <a:pt x="221500" y="925348"/>
                    </a:lnTo>
                    <a:lnTo>
                      <a:pt x="246887" y="920271"/>
                    </a:lnTo>
                    <a:lnTo>
                      <a:pt x="272273" y="915193"/>
                    </a:lnTo>
                    <a:lnTo>
                      <a:pt x="297660" y="910116"/>
                    </a:lnTo>
                    <a:lnTo>
                      <a:pt x="323047" y="905039"/>
                    </a:lnTo>
                    <a:lnTo>
                      <a:pt x="348434" y="899961"/>
                    </a:lnTo>
                    <a:lnTo>
                      <a:pt x="373820" y="894884"/>
                    </a:lnTo>
                    <a:lnTo>
                      <a:pt x="399207" y="889807"/>
                    </a:lnTo>
                    <a:lnTo>
                      <a:pt x="424594" y="884729"/>
                    </a:lnTo>
                    <a:lnTo>
                      <a:pt x="449981" y="879652"/>
                    </a:lnTo>
                    <a:lnTo>
                      <a:pt x="475368" y="874575"/>
                    </a:lnTo>
                    <a:lnTo>
                      <a:pt x="500754" y="869497"/>
                    </a:lnTo>
                    <a:lnTo>
                      <a:pt x="526141" y="864420"/>
                    </a:lnTo>
                    <a:lnTo>
                      <a:pt x="551528" y="859342"/>
                    </a:lnTo>
                    <a:lnTo>
                      <a:pt x="576915" y="854265"/>
                    </a:lnTo>
                    <a:lnTo>
                      <a:pt x="602301" y="849188"/>
                    </a:lnTo>
                    <a:lnTo>
                      <a:pt x="627688" y="844110"/>
                    </a:lnTo>
                    <a:lnTo>
                      <a:pt x="653075" y="839033"/>
                    </a:lnTo>
                    <a:lnTo>
                      <a:pt x="678462" y="833321"/>
                    </a:lnTo>
                    <a:lnTo>
                      <a:pt x="703214" y="828244"/>
                    </a:lnTo>
                    <a:lnTo>
                      <a:pt x="728601" y="822532"/>
                    </a:lnTo>
                    <a:lnTo>
                      <a:pt x="753988" y="816820"/>
                    </a:lnTo>
                    <a:lnTo>
                      <a:pt x="779374" y="811108"/>
                    </a:lnTo>
                    <a:lnTo>
                      <a:pt x="804127" y="805396"/>
                    </a:lnTo>
                    <a:lnTo>
                      <a:pt x="829513" y="799684"/>
                    </a:lnTo>
                    <a:lnTo>
                      <a:pt x="833321" y="799049"/>
                    </a:lnTo>
                    <a:lnTo>
                      <a:pt x="835860" y="798414"/>
                    </a:lnTo>
                    <a:lnTo>
                      <a:pt x="836495" y="801588"/>
                    </a:lnTo>
                    <a:lnTo>
                      <a:pt x="841572" y="804126"/>
                    </a:lnTo>
                    <a:lnTo>
                      <a:pt x="847919" y="805396"/>
                    </a:lnTo>
                    <a:lnTo>
                      <a:pt x="852361" y="807300"/>
                    </a:lnTo>
                    <a:lnTo>
                      <a:pt x="854900" y="811108"/>
                    </a:lnTo>
                    <a:lnTo>
                      <a:pt x="856804" y="816820"/>
                    </a:lnTo>
                    <a:lnTo>
                      <a:pt x="859343" y="821897"/>
                    </a:lnTo>
                    <a:lnTo>
                      <a:pt x="863150" y="823801"/>
                    </a:lnTo>
                    <a:lnTo>
                      <a:pt x="872671" y="819993"/>
                    </a:lnTo>
                    <a:lnTo>
                      <a:pt x="875209" y="820628"/>
                    </a:lnTo>
                    <a:lnTo>
                      <a:pt x="880287" y="823166"/>
                    </a:lnTo>
                    <a:lnTo>
                      <a:pt x="885999" y="823801"/>
                    </a:lnTo>
                    <a:lnTo>
                      <a:pt x="889807" y="827609"/>
                    </a:lnTo>
                    <a:lnTo>
                      <a:pt x="891711" y="828244"/>
                    </a:lnTo>
                    <a:lnTo>
                      <a:pt x="894249" y="828878"/>
                    </a:lnTo>
                    <a:lnTo>
                      <a:pt x="894249" y="831417"/>
                    </a:lnTo>
                    <a:lnTo>
                      <a:pt x="891076" y="837764"/>
                    </a:lnTo>
                    <a:lnTo>
                      <a:pt x="895519" y="839033"/>
                    </a:lnTo>
                    <a:lnTo>
                      <a:pt x="898693" y="839668"/>
                    </a:lnTo>
                    <a:lnTo>
                      <a:pt x="901231" y="841572"/>
                    </a:lnTo>
                    <a:lnTo>
                      <a:pt x="903135" y="846649"/>
                    </a:lnTo>
                    <a:lnTo>
                      <a:pt x="903135" y="849188"/>
                    </a:lnTo>
                    <a:lnTo>
                      <a:pt x="901231" y="851726"/>
                    </a:lnTo>
                    <a:lnTo>
                      <a:pt x="901231" y="854265"/>
                    </a:lnTo>
                    <a:lnTo>
                      <a:pt x="905674" y="862516"/>
                    </a:lnTo>
                    <a:lnTo>
                      <a:pt x="906943" y="867593"/>
                    </a:lnTo>
                    <a:lnTo>
                      <a:pt x="908847" y="880287"/>
                    </a:lnTo>
                    <a:lnTo>
                      <a:pt x="910116" y="882825"/>
                    </a:lnTo>
                    <a:lnTo>
                      <a:pt x="913290" y="884729"/>
                    </a:lnTo>
                    <a:lnTo>
                      <a:pt x="927253" y="902500"/>
                    </a:lnTo>
                    <a:lnTo>
                      <a:pt x="930426" y="905673"/>
                    </a:lnTo>
                    <a:lnTo>
                      <a:pt x="934234" y="907577"/>
                    </a:lnTo>
                    <a:lnTo>
                      <a:pt x="943119" y="907577"/>
                    </a:lnTo>
                    <a:lnTo>
                      <a:pt x="946293" y="909481"/>
                    </a:lnTo>
                    <a:lnTo>
                      <a:pt x="948831" y="912020"/>
                    </a:lnTo>
                    <a:lnTo>
                      <a:pt x="952004" y="913924"/>
                    </a:lnTo>
                    <a:lnTo>
                      <a:pt x="956447" y="913924"/>
                    </a:lnTo>
                    <a:lnTo>
                      <a:pt x="965333" y="911385"/>
                    </a:lnTo>
                    <a:lnTo>
                      <a:pt x="969775" y="912655"/>
                    </a:lnTo>
                    <a:lnTo>
                      <a:pt x="972314" y="914559"/>
                    </a:lnTo>
                    <a:lnTo>
                      <a:pt x="974218" y="913924"/>
                    </a:lnTo>
                    <a:lnTo>
                      <a:pt x="976122" y="912655"/>
                    </a:lnTo>
                    <a:lnTo>
                      <a:pt x="978026" y="911385"/>
                    </a:lnTo>
                    <a:lnTo>
                      <a:pt x="979930" y="912020"/>
                    </a:lnTo>
                    <a:lnTo>
                      <a:pt x="981200" y="913924"/>
                    </a:lnTo>
                    <a:lnTo>
                      <a:pt x="983738" y="917732"/>
                    </a:lnTo>
                    <a:lnTo>
                      <a:pt x="986277" y="919636"/>
                    </a:lnTo>
                    <a:lnTo>
                      <a:pt x="990084" y="924079"/>
                    </a:lnTo>
                    <a:lnTo>
                      <a:pt x="991989" y="928521"/>
                    </a:lnTo>
                    <a:lnTo>
                      <a:pt x="1012933" y="935503"/>
                    </a:lnTo>
                    <a:lnTo>
                      <a:pt x="1033877" y="941850"/>
                    </a:lnTo>
                    <a:lnTo>
                      <a:pt x="1054821" y="948831"/>
                    </a:lnTo>
                    <a:lnTo>
                      <a:pt x="1075765" y="955178"/>
                    </a:lnTo>
                    <a:lnTo>
                      <a:pt x="1096709" y="962159"/>
                    </a:lnTo>
                    <a:lnTo>
                      <a:pt x="1117654" y="968506"/>
                    </a:lnTo>
                    <a:lnTo>
                      <a:pt x="1138597" y="974852"/>
                    </a:lnTo>
                    <a:lnTo>
                      <a:pt x="1166523" y="979295"/>
                    </a:lnTo>
                    <a:close/>
                    <a:moveTo>
                      <a:pt x="113606" y="699406"/>
                    </a:moveTo>
                    <a:lnTo>
                      <a:pt x="115510" y="700675"/>
                    </a:lnTo>
                    <a:lnTo>
                      <a:pt x="118684" y="703214"/>
                    </a:lnTo>
                    <a:lnTo>
                      <a:pt x="122492" y="705752"/>
                    </a:lnTo>
                    <a:lnTo>
                      <a:pt x="125665" y="705752"/>
                    </a:lnTo>
                    <a:lnTo>
                      <a:pt x="132646" y="689251"/>
                    </a:lnTo>
                    <a:lnTo>
                      <a:pt x="132646" y="686078"/>
                    </a:lnTo>
                    <a:lnTo>
                      <a:pt x="130743" y="684174"/>
                    </a:lnTo>
                    <a:lnTo>
                      <a:pt x="125665" y="683539"/>
                    </a:lnTo>
                    <a:lnTo>
                      <a:pt x="122492" y="682904"/>
                    </a:lnTo>
                    <a:lnTo>
                      <a:pt x="119318" y="683539"/>
                    </a:lnTo>
                    <a:lnTo>
                      <a:pt x="116145" y="684808"/>
                    </a:lnTo>
                    <a:lnTo>
                      <a:pt x="112971" y="685443"/>
                    </a:lnTo>
                    <a:lnTo>
                      <a:pt x="113606" y="688616"/>
                    </a:lnTo>
                    <a:lnTo>
                      <a:pt x="112971" y="696867"/>
                    </a:lnTo>
                    <a:lnTo>
                      <a:pt x="113606" y="699406"/>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33" name="Google Shape;433;p51"/>
              <p:cNvSpPr/>
              <p:nvPr/>
            </p:nvSpPr>
            <p:spPr>
              <a:xfrm>
                <a:off x="7864991" y="2994393"/>
                <a:ext cx="200581" cy="433052"/>
              </a:xfrm>
              <a:custGeom>
                <a:avLst/>
                <a:gdLst/>
                <a:ahLst/>
                <a:cxnLst/>
                <a:rect l="l" t="t" r="r" b="b"/>
                <a:pathLst>
                  <a:path w="275446" h="594685" extrusionOk="0">
                    <a:moveTo>
                      <a:pt x="234193" y="441730"/>
                    </a:moveTo>
                    <a:lnTo>
                      <a:pt x="236732" y="445538"/>
                    </a:lnTo>
                    <a:lnTo>
                      <a:pt x="234828" y="448711"/>
                    </a:lnTo>
                    <a:lnTo>
                      <a:pt x="233559" y="456962"/>
                    </a:lnTo>
                    <a:lnTo>
                      <a:pt x="231654" y="459501"/>
                    </a:lnTo>
                    <a:lnTo>
                      <a:pt x="228481" y="458866"/>
                    </a:lnTo>
                    <a:lnTo>
                      <a:pt x="225943" y="456327"/>
                    </a:lnTo>
                    <a:lnTo>
                      <a:pt x="223404" y="454423"/>
                    </a:lnTo>
                    <a:lnTo>
                      <a:pt x="220231" y="456962"/>
                    </a:lnTo>
                    <a:lnTo>
                      <a:pt x="225943" y="462039"/>
                    </a:lnTo>
                    <a:lnTo>
                      <a:pt x="232290" y="461405"/>
                    </a:lnTo>
                    <a:lnTo>
                      <a:pt x="238001" y="456962"/>
                    </a:lnTo>
                    <a:lnTo>
                      <a:pt x="241810" y="449981"/>
                    </a:lnTo>
                    <a:lnTo>
                      <a:pt x="242444" y="442999"/>
                    </a:lnTo>
                    <a:lnTo>
                      <a:pt x="243079" y="442365"/>
                    </a:lnTo>
                    <a:lnTo>
                      <a:pt x="244348" y="441095"/>
                    </a:lnTo>
                    <a:lnTo>
                      <a:pt x="244983" y="439826"/>
                    </a:lnTo>
                    <a:lnTo>
                      <a:pt x="234828" y="440461"/>
                    </a:lnTo>
                    <a:lnTo>
                      <a:pt x="234193" y="441730"/>
                    </a:lnTo>
                    <a:close/>
                    <a:moveTo>
                      <a:pt x="266561" y="361762"/>
                    </a:moveTo>
                    <a:lnTo>
                      <a:pt x="265927" y="364935"/>
                    </a:lnTo>
                    <a:lnTo>
                      <a:pt x="264658" y="371282"/>
                    </a:lnTo>
                    <a:lnTo>
                      <a:pt x="264658" y="376994"/>
                    </a:lnTo>
                    <a:lnTo>
                      <a:pt x="252599" y="411266"/>
                    </a:lnTo>
                    <a:lnTo>
                      <a:pt x="251964" y="417613"/>
                    </a:lnTo>
                    <a:lnTo>
                      <a:pt x="251330" y="420151"/>
                    </a:lnTo>
                    <a:lnTo>
                      <a:pt x="251330" y="421420"/>
                    </a:lnTo>
                    <a:lnTo>
                      <a:pt x="251964" y="423325"/>
                    </a:lnTo>
                    <a:lnTo>
                      <a:pt x="255138" y="416343"/>
                    </a:lnTo>
                    <a:lnTo>
                      <a:pt x="259580" y="396034"/>
                    </a:lnTo>
                    <a:lnTo>
                      <a:pt x="265927" y="386514"/>
                    </a:lnTo>
                    <a:lnTo>
                      <a:pt x="267831" y="376994"/>
                    </a:lnTo>
                    <a:lnTo>
                      <a:pt x="269100" y="366839"/>
                    </a:lnTo>
                    <a:lnTo>
                      <a:pt x="269100" y="359858"/>
                    </a:lnTo>
                    <a:lnTo>
                      <a:pt x="266561" y="361762"/>
                    </a:lnTo>
                    <a:close/>
                    <a:moveTo>
                      <a:pt x="267831" y="323047"/>
                    </a:moveTo>
                    <a:lnTo>
                      <a:pt x="268465" y="314796"/>
                    </a:lnTo>
                    <a:lnTo>
                      <a:pt x="267196" y="313527"/>
                    </a:lnTo>
                    <a:lnTo>
                      <a:pt x="267831" y="309084"/>
                    </a:lnTo>
                    <a:lnTo>
                      <a:pt x="265927" y="297660"/>
                    </a:lnTo>
                    <a:lnTo>
                      <a:pt x="267831" y="287505"/>
                    </a:lnTo>
                    <a:lnTo>
                      <a:pt x="266561" y="281793"/>
                    </a:lnTo>
                    <a:lnTo>
                      <a:pt x="263388" y="277351"/>
                    </a:lnTo>
                    <a:lnTo>
                      <a:pt x="259580" y="276081"/>
                    </a:lnTo>
                    <a:lnTo>
                      <a:pt x="261484" y="268465"/>
                    </a:lnTo>
                    <a:lnTo>
                      <a:pt x="263388" y="246886"/>
                    </a:lnTo>
                    <a:lnTo>
                      <a:pt x="261484" y="240540"/>
                    </a:lnTo>
                    <a:lnTo>
                      <a:pt x="262119" y="234193"/>
                    </a:lnTo>
                    <a:lnTo>
                      <a:pt x="264023" y="228481"/>
                    </a:lnTo>
                    <a:lnTo>
                      <a:pt x="264658" y="222769"/>
                    </a:lnTo>
                    <a:lnTo>
                      <a:pt x="254503" y="191036"/>
                    </a:lnTo>
                    <a:lnTo>
                      <a:pt x="251330" y="185324"/>
                    </a:lnTo>
                    <a:lnTo>
                      <a:pt x="247521" y="182785"/>
                    </a:lnTo>
                    <a:lnTo>
                      <a:pt x="245618" y="185324"/>
                    </a:lnTo>
                    <a:lnTo>
                      <a:pt x="247521" y="190401"/>
                    </a:lnTo>
                    <a:lnTo>
                      <a:pt x="250694" y="195478"/>
                    </a:lnTo>
                    <a:lnTo>
                      <a:pt x="253868" y="198017"/>
                    </a:lnTo>
                    <a:lnTo>
                      <a:pt x="250694" y="199921"/>
                    </a:lnTo>
                    <a:lnTo>
                      <a:pt x="242444" y="197382"/>
                    </a:lnTo>
                    <a:lnTo>
                      <a:pt x="224673" y="195478"/>
                    </a:lnTo>
                    <a:lnTo>
                      <a:pt x="219596" y="196113"/>
                    </a:lnTo>
                    <a:lnTo>
                      <a:pt x="210711" y="199921"/>
                    </a:lnTo>
                    <a:lnTo>
                      <a:pt x="208806" y="199921"/>
                    </a:lnTo>
                    <a:lnTo>
                      <a:pt x="204999" y="198652"/>
                    </a:lnTo>
                    <a:lnTo>
                      <a:pt x="198017" y="198017"/>
                    </a:lnTo>
                    <a:lnTo>
                      <a:pt x="195479" y="194844"/>
                    </a:lnTo>
                    <a:lnTo>
                      <a:pt x="194844" y="190401"/>
                    </a:lnTo>
                    <a:lnTo>
                      <a:pt x="196748" y="185958"/>
                    </a:lnTo>
                    <a:lnTo>
                      <a:pt x="194844" y="184689"/>
                    </a:lnTo>
                    <a:lnTo>
                      <a:pt x="192940" y="177073"/>
                    </a:lnTo>
                    <a:lnTo>
                      <a:pt x="192305" y="176438"/>
                    </a:lnTo>
                    <a:lnTo>
                      <a:pt x="193574" y="173899"/>
                    </a:lnTo>
                    <a:lnTo>
                      <a:pt x="196113" y="170092"/>
                    </a:lnTo>
                    <a:lnTo>
                      <a:pt x="197383" y="167553"/>
                    </a:lnTo>
                    <a:lnTo>
                      <a:pt x="198017" y="162475"/>
                    </a:lnTo>
                    <a:lnTo>
                      <a:pt x="198017" y="152321"/>
                    </a:lnTo>
                    <a:lnTo>
                      <a:pt x="199286" y="147878"/>
                    </a:lnTo>
                    <a:lnTo>
                      <a:pt x="200556" y="145974"/>
                    </a:lnTo>
                    <a:lnTo>
                      <a:pt x="203730" y="142801"/>
                    </a:lnTo>
                    <a:lnTo>
                      <a:pt x="204999" y="140897"/>
                    </a:lnTo>
                    <a:lnTo>
                      <a:pt x="205633" y="138358"/>
                    </a:lnTo>
                    <a:lnTo>
                      <a:pt x="206268" y="133915"/>
                    </a:lnTo>
                    <a:lnTo>
                      <a:pt x="206903" y="131377"/>
                    </a:lnTo>
                    <a:lnTo>
                      <a:pt x="210076" y="128203"/>
                    </a:lnTo>
                    <a:lnTo>
                      <a:pt x="211345" y="130107"/>
                    </a:lnTo>
                    <a:lnTo>
                      <a:pt x="210711" y="140897"/>
                    </a:lnTo>
                    <a:lnTo>
                      <a:pt x="213884" y="140262"/>
                    </a:lnTo>
                    <a:lnTo>
                      <a:pt x="215788" y="138993"/>
                    </a:lnTo>
                    <a:lnTo>
                      <a:pt x="217057" y="137089"/>
                    </a:lnTo>
                    <a:lnTo>
                      <a:pt x="219596" y="132011"/>
                    </a:lnTo>
                    <a:lnTo>
                      <a:pt x="223404" y="127569"/>
                    </a:lnTo>
                    <a:lnTo>
                      <a:pt x="226577" y="122491"/>
                    </a:lnTo>
                    <a:lnTo>
                      <a:pt x="227212" y="120587"/>
                    </a:lnTo>
                    <a:lnTo>
                      <a:pt x="227212" y="118049"/>
                    </a:lnTo>
                    <a:lnTo>
                      <a:pt x="226577" y="114875"/>
                    </a:lnTo>
                    <a:lnTo>
                      <a:pt x="225943" y="112337"/>
                    </a:lnTo>
                    <a:lnTo>
                      <a:pt x="226577" y="107894"/>
                    </a:lnTo>
                    <a:lnTo>
                      <a:pt x="226577" y="100912"/>
                    </a:lnTo>
                    <a:lnTo>
                      <a:pt x="231654" y="86950"/>
                    </a:lnTo>
                    <a:lnTo>
                      <a:pt x="234193" y="67910"/>
                    </a:lnTo>
                    <a:lnTo>
                      <a:pt x="233559" y="57755"/>
                    </a:lnTo>
                    <a:lnTo>
                      <a:pt x="232924" y="53312"/>
                    </a:lnTo>
                    <a:lnTo>
                      <a:pt x="211980" y="46331"/>
                    </a:lnTo>
                    <a:lnTo>
                      <a:pt x="191036" y="39984"/>
                    </a:lnTo>
                    <a:lnTo>
                      <a:pt x="170092" y="33638"/>
                    </a:lnTo>
                    <a:lnTo>
                      <a:pt x="149147" y="26656"/>
                    </a:lnTo>
                    <a:lnTo>
                      <a:pt x="128204" y="20310"/>
                    </a:lnTo>
                    <a:lnTo>
                      <a:pt x="107259" y="13328"/>
                    </a:lnTo>
                    <a:lnTo>
                      <a:pt x="86316" y="6981"/>
                    </a:lnTo>
                    <a:lnTo>
                      <a:pt x="65371" y="0"/>
                    </a:lnTo>
                    <a:lnTo>
                      <a:pt x="65371" y="635"/>
                    </a:lnTo>
                    <a:lnTo>
                      <a:pt x="62198" y="3808"/>
                    </a:lnTo>
                    <a:lnTo>
                      <a:pt x="58390" y="5077"/>
                    </a:lnTo>
                    <a:lnTo>
                      <a:pt x="56486" y="6347"/>
                    </a:lnTo>
                    <a:lnTo>
                      <a:pt x="54582" y="8885"/>
                    </a:lnTo>
                    <a:lnTo>
                      <a:pt x="52678" y="9520"/>
                    </a:lnTo>
                    <a:lnTo>
                      <a:pt x="52043" y="10155"/>
                    </a:lnTo>
                    <a:lnTo>
                      <a:pt x="51409" y="11424"/>
                    </a:lnTo>
                    <a:lnTo>
                      <a:pt x="50774" y="13963"/>
                    </a:lnTo>
                    <a:lnTo>
                      <a:pt x="50774" y="14598"/>
                    </a:lnTo>
                    <a:lnTo>
                      <a:pt x="42523" y="26021"/>
                    </a:lnTo>
                    <a:lnTo>
                      <a:pt x="41889" y="29830"/>
                    </a:lnTo>
                    <a:lnTo>
                      <a:pt x="42523" y="31733"/>
                    </a:lnTo>
                    <a:lnTo>
                      <a:pt x="41889" y="38715"/>
                    </a:lnTo>
                    <a:lnTo>
                      <a:pt x="39984" y="50139"/>
                    </a:lnTo>
                    <a:lnTo>
                      <a:pt x="33003" y="65371"/>
                    </a:lnTo>
                    <a:lnTo>
                      <a:pt x="31099" y="67910"/>
                    </a:lnTo>
                    <a:lnTo>
                      <a:pt x="29830" y="68544"/>
                    </a:lnTo>
                    <a:lnTo>
                      <a:pt x="27926" y="69814"/>
                    </a:lnTo>
                    <a:lnTo>
                      <a:pt x="26657" y="71718"/>
                    </a:lnTo>
                    <a:lnTo>
                      <a:pt x="26022" y="72987"/>
                    </a:lnTo>
                    <a:lnTo>
                      <a:pt x="26657" y="76160"/>
                    </a:lnTo>
                    <a:lnTo>
                      <a:pt x="26657" y="76795"/>
                    </a:lnTo>
                    <a:lnTo>
                      <a:pt x="26022" y="77430"/>
                    </a:lnTo>
                    <a:lnTo>
                      <a:pt x="20944" y="88854"/>
                    </a:lnTo>
                    <a:lnTo>
                      <a:pt x="17771" y="92662"/>
                    </a:lnTo>
                    <a:lnTo>
                      <a:pt x="13963" y="94566"/>
                    </a:lnTo>
                    <a:lnTo>
                      <a:pt x="11424" y="96470"/>
                    </a:lnTo>
                    <a:lnTo>
                      <a:pt x="7616" y="100278"/>
                    </a:lnTo>
                    <a:lnTo>
                      <a:pt x="4443" y="104720"/>
                    </a:lnTo>
                    <a:lnTo>
                      <a:pt x="3173" y="109163"/>
                    </a:lnTo>
                    <a:lnTo>
                      <a:pt x="3809" y="111067"/>
                    </a:lnTo>
                    <a:lnTo>
                      <a:pt x="5078" y="112971"/>
                    </a:lnTo>
                    <a:lnTo>
                      <a:pt x="8251" y="115510"/>
                    </a:lnTo>
                    <a:lnTo>
                      <a:pt x="8886" y="116145"/>
                    </a:lnTo>
                    <a:lnTo>
                      <a:pt x="8886" y="117414"/>
                    </a:lnTo>
                    <a:lnTo>
                      <a:pt x="8886" y="118049"/>
                    </a:lnTo>
                    <a:lnTo>
                      <a:pt x="9520" y="118049"/>
                    </a:lnTo>
                    <a:lnTo>
                      <a:pt x="10790" y="118049"/>
                    </a:lnTo>
                    <a:lnTo>
                      <a:pt x="12059" y="118049"/>
                    </a:lnTo>
                    <a:lnTo>
                      <a:pt x="12693" y="118683"/>
                    </a:lnTo>
                    <a:lnTo>
                      <a:pt x="13329" y="119952"/>
                    </a:lnTo>
                    <a:lnTo>
                      <a:pt x="15232" y="121857"/>
                    </a:lnTo>
                    <a:lnTo>
                      <a:pt x="19040" y="124395"/>
                    </a:lnTo>
                    <a:lnTo>
                      <a:pt x="22849" y="128203"/>
                    </a:lnTo>
                    <a:lnTo>
                      <a:pt x="24752" y="132646"/>
                    </a:lnTo>
                    <a:lnTo>
                      <a:pt x="24118" y="137089"/>
                    </a:lnTo>
                    <a:lnTo>
                      <a:pt x="21579" y="139627"/>
                    </a:lnTo>
                    <a:lnTo>
                      <a:pt x="19675" y="142166"/>
                    </a:lnTo>
                    <a:lnTo>
                      <a:pt x="19675" y="148513"/>
                    </a:lnTo>
                    <a:lnTo>
                      <a:pt x="19675" y="152955"/>
                    </a:lnTo>
                    <a:lnTo>
                      <a:pt x="17137" y="156129"/>
                    </a:lnTo>
                    <a:lnTo>
                      <a:pt x="13329" y="157398"/>
                    </a:lnTo>
                    <a:lnTo>
                      <a:pt x="9520" y="156763"/>
                    </a:lnTo>
                    <a:lnTo>
                      <a:pt x="8886" y="161206"/>
                    </a:lnTo>
                    <a:lnTo>
                      <a:pt x="8251" y="163745"/>
                    </a:lnTo>
                    <a:lnTo>
                      <a:pt x="6982" y="165014"/>
                    </a:lnTo>
                    <a:lnTo>
                      <a:pt x="6347" y="166283"/>
                    </a:lnTo>
                    <a:lnTo>
                      <a:pt x="6982" y="168187"/>
                    </a:lnTo>
                    <a:lnTo>
                      <a:pt x="8251" y="169457"/>
                    </a:lnTo>
                    <a:lnTo>
                      <a:pt x="8886" y="169457"/>
                    </a:lnTo>
                    <a:lnTo>
                      <a:pt x="8251" y="177073"/>
                    </a:lnTo>
                    <a:lnTo>
                      <a:pt x="8251" y="180881"/>
                    </a:lnTo>
                    <a:lnTo>
                      <a:pt x="9520" y="183419"/>
                    </a:lnTo>
                    <a:lnTo>
                      <a:pt x="10790" y="185958"/>
                    </a:lnTo>
                    <a:lnTo>
                      <a:pt x="10790" y="187862"/>
                    </a:lnTo>
                    <a:lnTo>
                      <a:pt x="11424" y="190401"/>
                    </a:lnTo>
                    <a:lnTo>
                      <a:pt x="13963" y="198017"/>
                    </a:lnTo>
                    <a:lnTo>
                      <a:pt x="13329" y="200556"/>
                    </a:lnTo>
                    <a:lnTo>
                      <a:pt x="13963" y="203094"/>
                    </a:lnTo>
                    <a:lnTo>
                      <a:pt x="15232" y="205633"/>
                    </a:lnTo>
                    <a:lnTo>
                      <a:pt x="18406" y="211980"/>
                    </a:lnTo>
                    <a:lnTo>
                      <a:pt x="20944" y="212614"/>
                    </a:lnTo>
                    <a:lnTo>
                      <a:pt x="26022" y="210076"/>
                    </a:lnTo>
                    <a:lnTo>
                      <a:pt x="36177" y="210710"/>
                    </a:lnTo>
                    <a:lnTo>
                      <a:pt x="41254" y="216422"/>
                    </a:lnTo>
                    <a:lnTo>
                      <a:pt x="46966" y="234828"/>
                    </a:lnTo>
                    <a:lnTo>
                      <a:pt x="50139" y="238636"/>
                    </a:lnTo>
                    <a:lnTo>
                      <a:pt x="54582" y="242444"/>
                    </a:lnTo>
                    <a:lnTo>
                      <a:pt x="59659" y="244348"/>
                    </a:lnTo>
                    <a:lnTo>
                      <a:pt x="66640" y="239905"/>
                    </a:lnTo>
                    <a:lnTo>
                      <a:pt x="69814" y="243713"/>
                    </a:lnTo>
                    <a:lnTo>
                      <a:pt x="74891" y="252599"/>
                    </a:lnTo>
                    <a:lnTo>
                      <a:pt x="86316" y="258945"/>
                    </a:lnTo>
                    <a:lnTo>
                      <a:pt x="88854" y="260849"/>
                    </a:lnTo>
                    <a:lnTo>
                      <a:pt x="89489" y="262119"/>
                    </a:lnTo>
                    <a:lnTo>
                      <a:pt x="97739" y="269735"/>
                    </a:lnTo>
                    <a:lnTo>
                      <a:pt x="105356" y="275447"/>
                    </a:lnTo>
                    <a:lnTo>
                      <a:pt x="117414" y="281793"/>
                    </a:lnTo>
                    <a:lnTo>
                      <a:pt x="123126" y="285601"/>
                    </a:lnTo>
                    <a:lnTo>
                      <a:pt x="126299" y="290044"/>
                    </a:lnTo>
                    <a:lnTo>
                      <a:pt x="125030" y="295121"/>
                    </a:lnTo>
                    <a:lnTo>
                      <a:pt x="120587" y="299564"/>
                    </a:lnTo>
                    <a:lnTo>
                      <a:pt x="114876" y="303372"/>
                    </a:lnTo>
                    <a:lnTo>
                      <a:pt x="110433" y="305276"/>
                    </a:lnTo>
                    <a:lnTo>
                      <a:pt x="109164" y="306545"/>
                    </a:lnTo>
                    <a:lnTo>
                      <a:pt x="104086" y="313527"/>
                    </a:lnTo>
                    <a:lnTo>
                      <a:pt x="102182" y="314796"/>
                    </a:lnTo>
                    <a:lnTo>
                      <a:pt x="95200" y="318604"/>
                    </a:lnTo>
                    <a:lnTo>
                      <a:pt x="92662" y="321143"/>
                    </a:lnTo>
                    <a:lnTo>
                      <a:pt x="86950" y="330663"/>
                    </a:lnTo>
                    <a:lnTo>
                      <a:pt x="85046" y="333201"/>
                    </a:lnTo>
                    <a:lnTo>
                      <a:pt x="79334" y="337644"/>
                    </a:lnTo>
                    <a:lnTo>
                      <a:pt x="76796" y="341452"/>
                    </a:lnTo>
                    <a:lnTo>
                      <a:pt x="71718" y="354780"/>
                    </a:lnTo>
                    <a:lnTo>
                      <a:pt x="70449" y="353511"/>
                    </a:lnTo>
                    <a:lnTo>
                      <a:pt x="68545" y="357319"/>
                    </a:lnTo>
                    <a:lnTo>
                      <a:pt x="64737" y="356684"/>
                    </a:lnTo>
                    <a:lnTo>
                      <a:pt x="64737" y="359858"/>
                    </a:lnTo>
                    <a:lnTo>
                      <a:pt x="67276" y="363666"/>
                    </a:lnTo>
                    <a:lnTo>
                      <a:pt x="71083" y="366839"/>
                    </a:lnTo>
                    <a:lnTo>
                      <a:pt x="68545" y="370012"/>
                    </a:lnTo>
                    <a:lnTo>
                      <a:pt x="66640" y="373820"/>
                    </a:lnTo>
                    <a:lnTo>
                      <a:pt x="64102" y="376359"/>
                    </a:lnTo>
                    <a:lnTo>
                      <a:pt x="60929" y="376359"/>
                    </a:lnTo>
                    <a:lnTo>
                      <a:pt x="60294" y="377628"/>
                    </a:lnTo>
                    <a:lnTo>
                      <a:pt x="60294" y="377628"/>
                    </a:lnTo>
                    <a:lnTo>
                      <a:pt x="59659" y="377628"/>
                    </a:lnTo>
                    <a:lnTo>
                      <a:pt x="55217" y="380167"/>
                    </a:lnTo>
                    <a:lnTo>
                      <a:pt x="48870" y="384610"/>
                    </a:lnTo>
                    <a:lnTo>
                      <a:pt x="45697" y="385879"/>
                    </a:lnTo>
                    <a:lnTo>
                      <a:pt x="41254" y="387148"/>
                    </a:lnTo>
                    <a:lnTo>
                      <a:pt x="33638" y="390956"/>
                    </a:lnTo>
                    <a:lnTo>
                      <a:pt x="24118" y="397938"/>
                    </a:lnTo>
                    <a:lnTo>
                      <a:pt x="17771" y="404919"/>
                    </a:lnTo>
                    <a:lnTo>
                      <a:pt x="12693" y="412535"/>
                    </a:lnTo>
                    <a:lnTo>
                      <a:pt x="10155" y="420151"/>
                    </a:lnTo>
                    <a:lnTo>
                      <a:pt x="11424" y="427133"/>
                    </a:lnTo>
                    <a:lnTo>
                      <a:pt x="11424" y="428402"/>
                    </a:lnTo>
                    <a:lnTo>
                      <a:pt x="9520" y="429671"/>
                    </a:lnTo>
                    <a:lnTo>
                      <a:pt x="8886" y="431575"/>
                    </a:lnTo>
                    <a:lnTo>
                      <a:pt x="8251" y="433479"/>
                    </a:lnTo>
                    <a:lnTo>
                      <a:pt x="6347" y="436018"/>
                    </a:lnTo>
                    <a:lnTo>
                      <a:pt x="6347" y="439191"/>
                    </a:lnTo>
                    <a:lnTo>
                      <a:pt x="6982" y="442365"/>
                    </a:lnTo>
                    <a:lnTo>
                      <a:pt x="6982" y="444903"/>
                    </a:lnTo>
                    <a:lnTo>
                      <a:pt x="6347" y="446173"/>
                    </a:lnTo>
                    <a:lnTo>
                      <a:pt x="3173" y="449346"/>
                    </a:lnTo>
                    <a:lnTo>
                      <a:pt x="0" y="454423"/>
                    </a:lnTo>
                    <a:lnTo>
                      <a:pt x="0" y="456327"/>
                    </a:lnTo>
                    <a:lnTo>
                      <a:pt x="2539" y="458866"/>
                    </a:lnTo>
                    <a:lnTo>
                      <a:pt x="10790" y="463943"/>
                    </a:lnTo>
                    <a:lnTo>
                      <a:pt x="12059" y="467117"/>
                    </a:lnTo>
                    <a:lnTo>
                      <a:pt x="12693" y="478541"/>
                    </a:lnTo>
                    <a:lnTo>
                      <a:pt x="13329" y="483618"/>
                    </a:lnTo>
                    <a:lnTo>
                      <a:pt x="11424" y="482983"/>
                    </a:lnTo>
                    <a:lnTo>
                      <a:pt x="10155" y="482349"/>
                    </a:lnTo>
                    <a:lnTo>
                      <a:pt x="8886" y="481080"/>
                    </a:lnTo>
                    <a:lnTo>
                      <a:pt x="12693" y="488061"/>
                    </a:lnTo>
                    <a:lnTo>
                      <a:pt x="18406" y="491869"/>
                    </a:lnTo>
                    <a:lnTo>
                      <a:pt x="25387" y="494407"/>
                    </a:lnTo>
                    <a:lnTo>
                      <a:pt x="49505" y="511544"/>
                    </a:lnTo>
                    <a:lnTo>
                      <a:pt x="50139" y="512813"/>
                    </a:lnTo>
                    <a:lnTo>
                      <a:pt x="51409" y="513448"/>
                    </a:lnTo>
                    <a:lnTo>
                      <a:pt x="53312" y="514082"/>
                    </a:lnTo>
                    <a:lnTo>
                      <a:pt x="53947" y="513448"/>
                    </a:lnTo>
                    <a:lnTo>
                      <a:pt x="54582" y="512178"/>
                    </a:lnTo>
                    <a:lnTo>
                      <a:pt x="55851" y="510909"/>
                    </a:lnTo>
                    <a:lnTo>
                      <a:pt x="57756" y="510909"/>
                    </a:lnTo>
                    <a:lnTo>
                      <a:pt x="60294" y="512813"/>
                    </a:lnTo>
                    <a:lnTo>
                      <a:pt x="62832" y="516621"/>
                    </a:lnTo>
                    <a:lnTo>
                      <a:pt x="65371" y="519794"/>
                    </a:lnTo>
                    <a:lnTo>
                      <a:pt x="68545" y="520429"/>
                    </a:lnTo>
                    <a:lnTo>
                      <a:pt x="75526" y="519160"/>
                    </a:lnTo>
                    <a:lnTo>
                      <a:pt x="77430" y="519794"/>
                    </a:lnTo>
                    <a:lnTo>
                      <a:pt x="79969" y="524237"/>
                    </a:lnTo>
                    <a:lnTo>
                      <a:pt x="81873" y="524872"/>
                    </a:lnTo>
                    <a:lnTo>
                      <a:pt x="85046" y="525506"/>
                    </a:lnTo>
                    <a:lnTo>
                      <a:pt x="93297" y="529314"/>
                    </a:lnTo>
                    <a:lnTo>
                      <a:pt x="95836" y="530584"/>
                    </a:lnTo>
                    <a:lnTo>
                      <a:pt x="96470" y="531853"/>
                    </a:lnTo>
                    <a:lnTo>
                      <a:pt x="96470" y="535026"/>
                    </a:lnTo>
                    <a:lnTo>
                      <a:pt x="97105" y="536930"/>
                    </a:lnTo>
                    <a:lnTo>
                      <a:pt x="99009" y="538834"/>
                    </a:lnTo>
                    <a:lnTo>
                      <a:pt x="102182" y="540104"/>
                    </a:lnTo>
                    <a:lnTo>
                      <a:pt x="102182" y="541373"/>
                    </a:lnTo>
                    <a:lnTo>
                      <a:pt x="105356" y="540738"/>
                    </a:lnTo>
                    <a:lnTo>
                      <a:pt x="107259" y="538834"/>
                    </a:lnTo>
                    <a:lnTo>
                      <a:pt x="109164" y="536296"/>
                    </a:lnTo>
                    <a:lnTo>
                      <a:pt x="111702" y="533757"/>
                    </a:lnTo>
                    <a:lnTo>
                      <a:pt x="117414" y="531218"/>
                    </a:lnTo>
                    <a:lnTo>
                      <a:pt x="121222" y="529949"/>
                    </a:lnTo>
                    <a:lnTo>
                      <a:pt x="123761" y="529949"/>
                    </a:lnTo>
                    <a:lnTo>
                      <a:pt x="125030" y="531853"/>
                    </a:lnTo>
                    <a:lnTo>
                      <a:pt x="125665" y="533757"/>
                    </a:lnTo>
                    <a:lnTo>
                      <a:pt x="126299" y="535026"/>
                    </a:lnTo>
                    <a:lnTo>
                      <a:pt x="128204" y="535026"/>
                    </a:lnTo>
                    <a:lnTo>
                      <a:pt x="130107" y="534392"/>
                    </a:lnTo>
                    <a:lnTo>
                      <a:pt x="133281" y="532488"/>
                    </a:lnTo>
                    <a:lnTo>
                      <a:pt x="134550" y="531853"/>
                    </a:lnTo>
                    <a:lnTo>
                      <a:pt x="142166" y="529949"/>
                    </a:lnTo>
                    <a:lnTo>
                      <a:pt x="145339" y="529949"/>
                    </a:lnTo>
                    <a:lnTo>
                      <a:pt x="149147" y="531218"/>
                    </a:lnTo>
                    <a:lnTo>
                      <a:pt x="154860" y="538200"/>
                    </a:lnTo>
                    <a:lnTo>
                      <a:pt x="155494" y="547720"/>
                    </a:lnTo>
                    <a:lnTo>
                      <a:pt x="150417" y="569933"/>
                    </a:lnTo>
                    <a:lnTo>
                      <a:pt x="150417" y="575011"/>
                    </a:lnTo>
                    <a:lnTo>
                      <a:pt x="151052" y="580088"/>
                    </a:lnTo>
                    <a:lnTo>
                      <a:pt x="151686" y="585165"/>
                    </a:lnTo>
                    <a:lnTo>
                      <a:pt x="151686" y="588339"/>
                    </a:lnTo>
                    <a:lnTo>
                      <a:pt x="151052" y="590877"/>
                    </a:lnTo>
                    <a:lnTo>
                      <a:pt x="151052" y="592781"/>
                    </a:lnTo>
                    <a:lnTo>
                      <a:pt x="154225" y="594685"/>
                    </a:lnTo>
                    <a:lnTo>
                      <a:pt x="156764" y="594685"/>
                    </a:lnTo>
                    <a:lnTo>
                      <a:pt x="158667" y="594051"/>
                    </a:lnTo>
                    <a:lnTo>
                      <a:pt x="168823" y="587069"/>
                    </a:lnTo>
                    <a:lnTo>
                      <a:pt x="175169" y="580723"/>
                    </a:lnTo>
                    <a:lnTo>
                      <a:pt x="180246" y="573107"/>
                    </a:lnTo>
                    <a:lnTo>
                      <a:pt x="182785" y="565491"/>
                    </a:lnTo>
                    <a:lnTo>
                      <a:pt x="182151" y="563587"/>
                    </a:lnTo>
                    <a:lnTo>
                      <a:pt x="180881" y="561682"/>
                    </a:lnTo>
                    <a:lnTo>
                      <a:pt x="180881" y="559779"/>
                    </a:lnTo>
                    <a:lnTo>
                      <a:pt x="185324" y="557240"/>
                    </a:lnTo>
                    <a:lnTo>
                      <a:pt x="187227" y="555970"/>
                    </a:lnTo>
                    <a:lnTo>
                      <a:pt x="188497" y="554067"/>
                    </a:lnTo>
                    <a:lnTo>
                      <a:pt x="189132" y="549624"/>
                    </a:lnTo>
                    <a:lnTo>
                      <a:pt x="192305" y="543277"/>
                    </a:lnTo>
                    <a:lnTo>
                      <a:pt x="192940" y="541373"/>
                    </a:lnTo>
                    <a:lnTo>
                      <a:pt x="192305" y="538834"/>
                    </a:lnTo>
                    <a:lnTo>
                      <a:pt x="191036" y="537565"/>
                    </a:lnTo>
                    <a:lnTo>
                      <a:pt x="189132" y="537565"/>
                    </a:lnTo>
                    <a:lnTo>
                      <a:pt x="187227" y="538834"/>
                    </a:lnTo>
                    <a:lnTo>
                      <a:pt x="186593" y="538200"/>
                    </a:lnTo>
                    <a:lnTo>
                      <a:pt x="186593" y="537565"/>
                    </a:lnTo>
                    <a:lnTo>
                      <a:pt x="185958" y="536930"/>
                    </a:lnTo>
                    <a:lnTo>
                      <a:pt x="185324" y="536930"/>
                    </a:lnTo>
                    <a:lnTo>
                      <a:pt x="186593" y="534392"/>
                    </a:lnTo>
                    <a:lnTo>
                      <a:pt x="188497" y="533122"/>
                    </a:lnTo>
                    <a:lnTo>
                      <a:pt x="191036" y="532488"/>
                    </a:lnTo>
                    <a:lnTo>
                      <a:pt x="193574" y="533757"/>
                    </a:lnTo>
                    <a:lnTo>
                      <a:pt x="198017" y="513448"/>
                    </a:lnTo>
                    <a:lnTo>
                      <a:pt x="199286" y="509640"/>
                    </a:lnTo>
                    <a:lnTo>
                      <a:pt x="203094" y="506466"/>
                    </a:lnTo>
                    <a:lnTo>
                      <a:pt x="208806" y="493773"/>
                    </a:lnTo>
                    <a:lnTo>
                      <a:pt x="213250" y="488695"/>
                    </a:lnTo>
                    <a:lnTo>
                      <a:pt x="212614" y="486792"/>
                    </a:lnTo>
                    <a:lnTo>
                      <a:pt x="203094" y="492504"/>
                    </a:lnTo>
                    <a:lnTo>
                      <a:pt x="200556" y="492504"/>
                    </a:lnTo>
                    <a:lnTo>
                      <a:pt x="198017" y="491869"/>
                    </a:lnTo>
                    <a:lnTo>
                      <a:pt x="195479" y="491234"/>
                    </a:lnTo>
                    <a:lnTo>
                      <a:pt x="192305" y="491869"/>
                    </a:lnTo>
                    <a:lnTo>
                      <a:pt x="194844" y="486792"/>
                    </a:lnTo>
                    <a:lnTo>
                      <a:pt x="199921" y="484253"/>
                    </a:lnTo>
                    <a:lnTo>
                      <a:pt x="211980" y="481714"/>
                    </a:lnTo>
                    <a:lnTo>
                      <a:pt x="211345" y="480445"/>
                    </a:lnTo>
                    <a:lnTo>
                      <a:pt x="210076" y="477272"/>
                    </a:lnTo>
                    <a:lnTo>
                      <a:pt x="211345" y="472194"/>
                    </a:lnTo>
                    <a:lnTo>
                      <a:pt x="215788" y="463309"/>
                    </a:lnTo>
                    <a:lnTo>
                      <a:pt x="222134" y="465213"/>
                    </a:lnTo>
                    <a:lnTo>
                      <a:pt x="218326" y="471560"/>
                    </a:lnTo>
                    <a:lnTo>
                      <a:pt x="216423" y="475367"/>
                    </a:lnTo>
                    <a:lnTo>
                      <a:pt x="215788" y="479175"/>
                    </a:lnTo>
                    <a:lnTo>
                      <a:pt x="216423" y="480445"/>
                    </a:lnTo>
                    <a:lnTo>
                      <a:pt x="221500" y="477272"/>
                    </a:lnTo>
                    <a:lnTo>
                      <a:pt x="231020" y="467751"/>
                    </a:lnTo>
                    <a:lnTo>
                      <a:pt x="236098" y="463943"/>
                    </a:lnTo>
                    <a:lnTo>
                      <a:pt x="233559" y="460135"/>
                    </a:lnTo>
                    <a:lnTo>
                      <a:pt x="230385" y="456327"/>
                    </a:lnTo>
                    <a:lnTo>
                      <a:pt x="226577" y="454423"/>
                    </a:lnTo>
                    <a:lnTo>
                      <a:pt x="223404" y="456962"/>
                    </a:lnTo>
                    <a:lnTo>
                      <a:pt x="222770" y="453789"/>
                    </a:lnTo>
                    <a:lnTo>
                      <a:pt x="223404" y="449981"/>
                    </a:lnTo>
                    <a:lnTo>
                      <a:pt x="224039" y="446807"/>
                    </a:lnTo>
                    <a:lnTo>
                      <a:pt x="224673" y="444269"/>
                    </a:lnTo>
                    <a:lnTo>
                      <a:pt x="227212" y="441730"/>
                    </a:lnTo>
                    <a:lnTo>
                      <a:pt x="229751" y="441730"/>
                    </a:lnTo>
                    <a:lnTo>
                      <a:pt x="232290" y="442365"/>
                    </a:lnTo>
                    <a:lnTo>
                      <a:pt x="235463" y="442365"/>
                    </a:lnTo>
                    <a:lnTo>
                      <a:pt x="236732" y="436018"/>
                    </a:lnTo>
                    <a:lnTo>
                      <a:pt x="236732" y="431575"/>
                    </a:lnTo>
                    <a:lnTo>
                      <a:pt x="234193" y="430306"/>
                    </a:lnTo>
                    <a:lnTo>
                      <a:pt x="231654" y="429037"/>
                    </a:lnTo>
                    <a:lnTo>
                      <a:pt x="229751" y="425229"/>
                    </a:lnTo>
                    <a:lnTo>
                      <a:pt x="227212" y="416343"/>
                    </a:lnTo>
                    <a:lnTo>
                      <a:pt x="229751" y="417613"/>
                    </a:lnTo>
                    <a:lnTo>
                      <a:pt x="232290" y="418247"/>
                    </a:lnTo>
                    <a:lnTo>
                      <a:pt x="234828" y="417613"/>
                    </a:lnTo>
                    <a:lnTo>
                      <a:pt x="237367" y="415074"/>
                    </a:lnTo>
                    <a:lnTo>
                      <a:pt x="245618" y="418247"/>
                    </a:lnTo>
                    <a:lnTo>
                      <a:pt x="246252" y="419517"/>
                    </a:lnTo>
                    <a:lnTo>
                      <a:pt x="246887" y="422055"/>
                    </a:lnTo>
                    <a:lnTo>
                      <a:pt x="248156" y="423959"/>
                    </a:lnTo>
                    <a:lnTo>
                      <a:pt x="250694" y="422690"/>
                    </a:lnTo>
                    <a:lnTo>
                      <a:pt x="251330" y="418882"/>
                    </a:lnTo>
                    <a:lnTo>
                      <a:pt x="247521" y="415074"/>
                    </a:lnTo>
                    <a:lnTo>
                      <a:pt x="243713" y="410631"/>
                    </a:lnTo>
                    <a:lnTo>
                      <a:pt x="244983" y="406823"/>
                    </a:lnTo>
                    <a:lnTo>
                      <a:pt x="245618" y="403015"/>
                    </a:lnTo>
                    <a:lnTo>
                      <a:pt x="247521" y="400476"/>
                    </a:lnTo>
                    <a:lnTo>
                      <a:pt x="250060" y="398573"/>
                    </a:lnTo>
                    <a:lnTo>
                      <a:pt x="251964" y="396034"/>
                    </a:lnTo>
                    <a:lnTo>
                      <a:pt x="253233" y="393495"/>
                    </a:lnTo>
                    <a:lnTo>
                      <a:pt x="253868" y="390322"/>
                    </a:lnTo>
                    <a:lnTo>
                      <a:pt x="255138" y="387783"/>
                    </a:lnTo>
                    <a:lnTo>
                      <a:pt x="259580" y="383975"/>
                    </a:lnTo>
                    <a:lnTo>
                      <a:pt x="260850" y="380167"/>
                    </a:lnTo>
                    <a:lnTo>
                      <a:pt x="262753" y="372551"/>
                    </a:lnTo>
                    <a:lnTo>
                      <a:pt x="263388" y="370647"/>
                    </a:lnTo>
                    <a:lnTo>
                      <a:pt x="264658" y="366839"/>
                    </a:lnTo>
                    <a:lnTo>
                      <a:pt x="265292" y="363031"/>
                    </a:lnTo>
                    <a:lnTo>
                      <a:pt x="262119" y="362396"/>
                    </a:lnTo>
                    <a:lnTo>
                      <a:pt x="258311" y="359858"/>
                    </a:lnTo>
                    <a:lnTo>
                      <a:pt x="257676" y="352242"/>
                    </a:lnTo>
                    <a:lnTo>
                      <a:pt x="258945" y="343991"/>
                    </a:lnTo>
                    <a:lnTo>
                      <a:pt x="260214" y="338279"/>
                    </a:lnTo>
                    <a:lnTo>
                      <a:pt x="262753" y="333201"/>
                    </a:lnTo>
                    <a:lnTo>
                      <a:pt x="262753" y="331298"/>
                    </a:lnTo>
                    <a:lnTo>
                      <a:pt x="261484" y="326855"/>
                    </a:lnTo>
                    <a:lnTo>
                      <a:pt x="261484" y="323047"/>
                    </a:lnTo>
                    <a:lnTo>
                      <a:pt x="262119" y="319873"/>
                    </a:lnTo>
                    <a:lnTo>
                      <a:pt x="265927" y="314796"/>
                    </a:lnTo>
                    <a:lnTo>
                      <a:pt x="263388" y="314161"/>
                    </a:lnTo>
                    <a:lnTo>
                      <a:pt x="256407" y="313527"/>
                    </a:lnTo>
                    <a:lnTo>
                      <a:pt x="259580" y="308449"/>
                    </a:lnTo>
                    <a:lnTo>
                      <a:pt x="260214" y="302737"/>
                    </a:lnTo>
                    <a:lnTo>
                      <a:pt x="258945" y="299564"/>
                    </a:lnTo>
                    <a:lnTo>
                      <a:pt x="255138" y="301468"/>
                    </a:lnTo>
                    <a:lnTo>
                      <a:pt x="255138" y="297660"/>
                    </a:lnTo>
                    <a:lnTo>
                      <a:pt x="257041" y="295756"/>
                    </a:lnTo>
                    <a:lnTo>
                      <a:pt x="260214" y="294487"/>
                    </a:lnTo>
                    <a:lnTo>
                      <a:pt x="262753" y="292583"/>
                    </a:lnTo>
                    <a:lnTo>
                      <a:pt x="264658" y="289409"/>
                    </a:lnTo>
                    <a:lnTo>
                      <a:pt x="265292" y="285601"/>
                    </a:lnTo>
                    <a:lnTo>
                      <a:pt x="264023" y="283063"/>
                    </a:lnTo>
                    <a:lnTo>
                      <a:pt x="260850" y="283697"/>
                    </a:lnTo>
                    <a:lnTo>
                      <a:pt x="260214" y="282428"/>
                    </a:lnTo>
                    <a:lnTo>
                      <a:pt x="262753" y="278620"/>
                    </a:lnTo>
                    <a:lnTo>
                      <a:pt x="265292" y="279889"/>
                    </a:lnTo>
                    <a:lnTo>
                      <a:pt x="267196" y="284332"/>
                    </a:lnTo>
                    <a:lnTo>
                      <a:pt x="269100" y="290044"/>
                    </a:lnTo>
                    <a:lnTo>
                      <a:pt x="269735" y="295121"/>
                    </a:lnTo>
                    <a:lnTo>
                      <a:pt x="269735" y="298929"/>
                    </a:lnTo>
                    <a:lnTo>
                      <a:pt x="267831" y="308449"/>
                    </a:lnTo>
                    <a:lnTo>
                      <a:pt x="274178" y="348433"/>
                    </a:lnTo>
                    <a:lnTo>
                      <a:pt x="275447" y="342722"/>
                    </a:lnTo>
                    <a:lnTo>
                      <a:pt x="267831" y="323047"/>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34" name="Google Shape;434;p51"/>
              <p:cNvSpPr/>
              <p:nvPr/>
            </p:nvSpPr>
            <p:spPr>
              <a:xfrm>
                <a:off x="8127041" y="2196690"/>
                <a:ext cx="244487" cy="488974"/>
              </a:xfrm>
              <a:custGeom>
                <a:avLst/>
                <a:gdLst/>
                <a:ahLst/>
                <a:cxnLst/>
                <a:rect l="l" t="t" r="r" b="b"/>
                <a:pathLst>
                  <a:path w="335740" h="671480" extrusionOk="0">
                    <a:moveTo>
                      <a:pt x="327489" y="503928"/>
                    </a:moveTo>
                    <a:lnTo>
                      <a:pt x="326855" y="510274"/>
                    </a:lnTo>
                    <a:lnTo>
                      <a:pt x="330663" y="508370"/>
                    </a:lnTo>
                    <a:lnTo>
                      <a:pt x="334471" y="506466"/>
                    </a:lnTo>
                    <a:lnTo>
                      <a:pt x="335740" y="507736"/>
                    </a:lnTo>
                    <a:lnTo>
                      <a:pt x="335740" y="510909"/>
                    </a:lnTo>
                    <a:lnTo>
                      <a:pt x="335105" y="514717"/>
                    </a:lnTo>
                    <a:lnTo>
                      <a:pt x="334471" y="515986"/>
                    </a:lnTo>
                    <a:lnTo>
                      <a:pt x="333836" y="520429"/>
                    </a:lnTo>
                    <a:lnTo>
                      <a:pt x="328124" y="537565"/>
                    </a:lnTo>
                    <a:lnTo>
                      <a:pt x="326220" y="547085"/>
                    </a:lnTo>
                    <a:lnTo>
                      <a:pt x="325585" y="552162"/>
                    </a:lnTo>
                    <a:lnTo>
                      <a:pt x="326220" y="555970"/>
                    </a:lnTo>
                    <a:lnTo>
                      <a:pt x="319874" y="559144"/>
                    </a:lnTo>
                    <a:lnTo>
                      <a:pt x="316065" y="559144"/>
                    </a:lnTo>
                    <a:lnTo>
                      <a:pt x="309084" y="558509"/>
                    </a:lnTo>
                    <a:lnTo>
                      <a:pt x="306545" y="559144"/>
                    </a:lnTo>
                    <a:lnTo>
                      <a:pt x="304641" y="559778"/>
                    </a:lnTo>
                    <a:lnTo>
                      <a:pt x="288775" y="571837"/>
                    </a:lnTo>
                    <a:lnTo>
                      <a:pt x="286870" y="573741"/>
                    </a:lnTo>
                    <a:lnTo>
                      <a:pt x="286236" y="575010"/>
                    </a:lnTo>
                    <a:lnTo>
                      <a:pt x="284331" y="578819"/>
                    </a:lnTo>
                    <a:lnTo>
                      <a:pt x="283697" y="580723"/>
                    </a:lnTo>
                    <a:lnTo>
                      <a:pt x="281793" y="583261"/>
                    </a:lnTo>
                    <a:lnTo>
                      <a:pt x="279889" y="583896"/>
                    </a:lnTo>
                    <a:lnTo>
                      <a:pt x="277985" y="584531"/>
                    </a:lnTo>
                    <a:lnTo>
                      <a:pt x="275447" y="584531"/>
                    </a:lnTo>
                    <a:lnTo>
                      <a:pt x="272273" y="585165"/>
                    </a:lnTo>
                    <a:lnTo>
                      <a:pt x="270369" y="585800"/>
                    </a:lnTo>
                    <a:lnTo>
                      <a:pt x="269100" y="586435"/>
                    </a:lnTo>
                    <a:lnTo>
                      <a:pt x="268465" y="587069"/>
                    </a:lnTo>
                    <a:lnTo>
                      <a:pt x="267830" y="587704"/>
                    </a:lnTo>
                    <a:lnTo>
                      <a:pt x="266561" y="590243"/>
                    </a:lnTo>
                    <a:lnTo>
                      <a:pt x="265927" y="591512"/>
                    </a:lnTo>
                    <a:lnTo>
                      <a:pt x="265291" y="594685"/>
                    </a:lnTo>
                    <a:lnTo>
                      <a:pt x="264657" y="599763"/>
                    </a:lnTo>
                    <a:lnTo>
                      <a:pt x="264022" y="601667"/>
                    </a:lnTo>
                    <a:lnTo>
                      <a:pt x="262753" y="604205"/>
                    </a:lnTo>
                    <a:lnTo>
                      <a:pt x="260849" y="606109"/>
                    </a:lnTo>
                    <a:lnTo>
                      <a:pt x="257676" y="608013"/>
                    </a:lnTo>
                    <a:lnTo>
                      <a:pt x="255771" y="609283"/>
                    </a:lnTo>
                    <a:lnTo>
                      <a:pt x="254502" y="610552"/>
                    </a:lnTo>
                    <a:lnTo>
                      <a:pt x="252598" y="614360"/>
                    </a:lnTo>
                    <a:lnTo>
                      <a:pt x="250694" y="617533"/>
                    </a:lnTo>
                    <a:lnTo>
                      <a:pt x="248790" y="620072"/>
                    </a:lnTo>
                    <a:lnTo>
                      <a:pt x="247521" y="620707"/>
                    </a:lnTo>
                    <a:lnTo>
                      <a:pt x="245617" y="621341"/>
                    </a:lnTo>
                    <a:lnTo>
                      <a:pt x="241809" y="622611"/>
                    </a:lnTo>
                    <a:lnTo>
                      <a:pt x="228481" y="625784"/>
                    </a:lnTo>
                    <a:lnTo>
                      <a:pt x="215788" y="628957"/>
                    </a:lnTo>
                    <a:lnTo>
                      <a:pt x="203094" y="632131"/>
                    </a:lnTo>
                    <a:lnTo>
                      <a:pt x="190401" y="635304"/>
                    </a:lnTo>
                    <a:lnTo>
                      <a:pt x="177707" y="638477"/>
                    </a:lnTo>
                    <a:lnTo>
                      <a:pt x="165014" y="641651"/>
                    </a:lnTo>
                    <a:lnTo>
                      <a:pt x="151686" y="644824"/>
                    </a:lnTo>
                    <a:lnTo>
                      <a:pt x="138993" y="647997"/>
                    </a:lnTo>
                    <a:lnTo>
                      <a:pt x="126299" y="651171"/>
                    </a:lnTo>
                    <a:lnTo>
                      <a:pt x="113606" y="654344"/>
                    </a:lnTo>
                    <a:lnTo>
                      <a:pt x="100913" y="656883"/>
                    </a:lnTo>
                    <a:lnTo>
                      <a:pt x="88219" y="660056"/>
                    </a:lnTo>
                    <a:lnTo>
                      <a:pt x="74891" y="663230"/>
                    </a:lnTo>
                    <a:lnTo>
                      <a:pt x="62197" y="665768"/>
                    </a:lnTo>
                    <a:lnTo>
                      <a:pt x="49504" y="668942"/>
                    </a:lnTo>
                    <a:lnTo>
                      <a:pt x="36810" y="671480"/>
                    </a:lnTo>
                    <a:lnTo>
                      <a:pt x="36810" y="671480"/>
                    </a:lnTo>
                    <a:lnTo>
                      <a:pt x="36810" y="671480"/>
                    </a:lnTo>
                    <a:lnTo>
                      <a:pt x="36810" y="671480"/>
                    </a:lnTo>
                    <a:lnTo>
                      <a:pt x="36810" y="671480"/>
                    </a:lnTo>
                    <a:lnTo>
                      <a:pt x="36810" y="671480"/>
                    </a:lnTo>
                    <a:lnTo>
                      <a:pt x="36810" y="671480"/>
                    </a:lnTo>
                    <a:lnTo>
                      <a:pt x="36810" y="671480"/>
                    </a:lnTo>
                    <a:lnTo>
                      <a:pt x="36810" y="671480"/>
                    </a:lnTo>
                    <a:lnTo>
                      <a:pt x="36810" y="671480"/>
                    </a:lnTo>
                    <a:lnTo>
                      <a:pt x="36810" y="671480"/>
                    </a:lnTo>
                    <a:lnTo>
                      <a:pt x="36810" y="671480"/>
                    </a:lnTo>
                    <a:lnTo>
                      <a:pt x="36810" y="671480"/>
                    </a:lnTo>
                    <a:lnTo>
                      <a:pt x="36810" y="671480"/>
                    </a:lnTo>
                    <a:lnTo>
                      <a:pt x="36810" y="671480"/>
                    </a:lnTo>
                    <a:lnTo>
                      <a:pt x="36810" y="671480"/>
                    </a:lnTo>
                    <a:lnTo>
                      <a:pt x="36810" y="671480"/>
                    </a:lnTo>
                    <a:lnTo>
                      <a:pt x="36810" y="671480"/>
                    </a:lnTo>
                    <a:lnTo>
                      <a:pt x="33637" y="665134"/>
                    </a:lnTo>
                    <a:lnTo>
                      <a:pt x="28560" y="661326"/>
                    </a:lnTo>
                    <a:lnTo>
                      <a:pt x="19040" y="655614"/>
                    </a:lnTo>
                    <a:lnTo>
                      <a:pt x="16501" y="653075"/>
                    </a:lnTo>
                    <a:lnTo>
                      <a:pt x="15232" y="651171"/>
                    </a:lnTo>
                    <a:lnTo>
                      <a:pt x="13962" y="648632"/>
                    </a:lnTo>
                    <a:lnTo>
                      <a:pt x="12693" y="644824"/>
                    </a:lnTo>
                    <a:lnTo>
                      <a:pt x="12059" y="640381"/>
                    </a:lnTo>
                    <a:lnTo>
                      <a:pt x="12059" y="637208"/>
                    </a:lnTo>
                    <a:lnTo>
                      <a:pt x="12693" y="634669"/>
                    </a:lnTo>
                    <a:lnTo>
                      <a:pt x="13328" y="630861"/>
                    </a:lnTo>
                    <a:lnTo>
                      <a:pt x="12059" y="620072"/>
                    </a:lnTo>
                    <a:lnTo>
                      <a:pt x="12059" y="615629"/>
                    </a:lnTo>
                    <a:lnTo>
                      <a:pt x="14597" y="613091"/>
                    </a:lnTo>
                    <a:lnTo>
                      <a:pt x="18406" y="610552"/>
                    </a:lnTo>
                    <a:lnTo>
                      <a:pt x="19040" y="606109"/>
                    </a:lnTo>
                    <a:lnTo>
                      <a:pt x="17136" y="595320"/>
                    </a:lnTo>
                    <a:lnTo>
                      <a:pt x="17136" y="581357"/>
                    </a:lnTo>
                    <a:lnTo>
                      <a:pt x="16501" y="575645"/>
                    </a:lnTo>
                    <a:lnTo>
                      <a:pt x="13962" y="569933"/>
                    </a:lnTo>
                    <a:lnTo>
                      <a:pt x="13328" y="567394"/>
                    </a:lnTo>
                    <a:lnTo>
                      <a:pt x="12059" y="557240"/>
                    </a:lnTo>
                    <a:lnTo>
                      <a:pt x="12693" y="555336"/>
                    </a:lnTo>
                    <a:lnTo>
                      <a:pt x="13328" y="554066"/>
                    </a:lnTo>
                    <a:lnTo>
                      <a:pt x="13328" y="552797"/>
                    </a:lnTo>
                    <a:lnTo>
                      <a:pt x="12693" y="551528"/>
                    </a:lnTo>
                    <a:lnTo>
                      <a:pt x="12059" y="550893"/>
                    </a:lnTo>
                    <a:lnTo>
                      <a:pt x="11424" y="550258"/>
                    </a:lnTo>
                    <a:lnTo>
                      <a:pt x="10789" y="549624"/>
                    </a:lnTo>
                    <a:lnTo>
                      <a:pt x="10155" y="546450"/>
                    </a:lnTo>
                    <a:lnTo>
                      <a:pt x="10155" y="543912"/>
                    </a:lnTo>
                    <a:lnTo>
                      <a:pt x="10789" y="541373"/>
                    </a:lnTo>
                    <a:lnTo>
                      <a:pt x="12059" y="538834"/>
                    </a:lnTo>
                    <a:lnTo>
                      <a:pt x="13328" y="533757"/>
                    </a:lnTo>
                    <a:lnTo>
                      <a:pt x="12693" y="528680"/>
                    </a:lnTo>
                    <a:lnTo>
                      <a:pt x="9520" y="519794"/>
                    </a:lnTo>
                    <a:lnTo>
                      <a:pt x="635" y="479175"/>
                    </a:lnTo>
                    <a:lnTo>
                      <a:pt x="0" y="472829"/>
                    </a:lnTo>
                    <a:lnTo>
                      <a:pt x="635" y="469021"/>
                    </a:lnTo>
                    <a:lnTo>
                      <a:pt x="5712" y="462039"/>
                    </a:lnTo>
                    <a:lnTo>
                      <a:pt x="6981" y="456962"/>
                    </a:lnTo>
                    <a:lnTo>
                      <a:pt x="7616" y="451885"/>
                    </a:lnTo>
                    <a:lnTo>
                      <a:pt x="6981" y="441730"/>
                    </a:lnTo>
                    <a:lnTo>
                      <a:pt x="5712" y="433479"/>
                    </a:lnTo>
                    <a:lnTo>
                      <a:pt x="6347" y="430941"/>
                    </a:lnTo>
                    <a:lnTo>
                      <a:pt x="10155" y="425863"/>
                    </a:lnTo>
                    <a:lnTo>
                      <a:pt x="11424" y="422055"/>
                    </a:lnTo>
                    <a:lnTo>
                      <a:pt x="18406" y="411266"/>
                    </a:lnTo>
                    <a:lnTo>
                      <a:pt x="19675" y="406823"/>
                    </a:lnTo>
                    <a:lnTo>
                      <a:pt x="19675" y="401746"/>
                    </a:lnTo>
                    <a:lnTo>
                      <a:pt x="19675" y="396668"/>
                    </a:lnTo>
                    <a:lnTo>
                      <a:pt x="19040" y="391591"/>
                    </a:lnTo>
                    <a:lnTo>
                      <a:pt x="19040" y="386514"/>
                    </a:lnTo>
                    <a:lnTo>
                      <a:pt x="20309" y="380802"/>
                    </a:lnTo>
                    <a:lnTo>
                      <a:pt x="27926" y="361762"/>
                    </a:lnTo>
                    <a:lnTo>
                      <a:pt x="27926" y="356684"/>
                    </a:lnTo>
                    <a:lnTo>
                      <a:pt x="26656" y="356050"/>
                    </a:lnTo>
                    <a:lnTo>
                      <a:pt x="24752" y="354780"/>
                    </a:lnTo>
                    <a:lnTo>
                      <a:pt x="23482" y="352876"/>
                    </a:lnTo>
                    <a:lnTo>
                      <a:pt x="23482" y="349068"/>
                    </a:lnTo>
                    <a:lnTo>
                      <a:pt x="27926" y="333836"/>
                    </a:lnTo>
                    <a:lnTo>
                      <a:pt x="28560" y="325585"/>
                    </a:lnTo>
                    <a:lnTo>
                      <a:pt x="27290" y="316065"/>
                    </a:lnTo>
                    <a:lnTo>
                      <a:pt x="22213" y="295756"/>
                    </a:lnTo>
                    <a:lnTo>
                      <a:pt x="20309" y="283063"/>
                    </a:lnTo>
                    <a:lnTo>
                      <a:pt x="22213" y="273542"/>
                    </a:lnTo>
                    <a:lnTo>
                      <a:pt x="27290" y="266561"/>
                    </a:lnTo>
                    <a:lnTo>
                      <a:pt x="35541" y="262753"/>
                    </a:lnTo>
                    <a:lnTo>
                      <a:pt x="44427" y="260849"/>
                    </a:lnTo>
                    <a:lnTo>
                      <a:pt x="48235" y="258945"/>
                    </a:lnTo>
                    <a:lnTo>
                      <a:pt x="50774" y="255772"/>
                    </a:lnTo>
                    <a:lnTo>
                      <a:pt x="54581" y="246886"/>
                    </a:lnTo>
                    <a:lnTo>
                      <a:pt x="56486" y="243713"/>
                    </a:lnTo>
                    <a:lnTo>
                      <a:pt x="69814" y="230385"/>
                    </a:lnTo>
                    <a:lnTo>
                      <a:pt x="74256" y="227212"/>
                    </a:lnTo>
                    <a:lnTo>
                      <a:pt x="74891" y="224673"/>
                    </a:lnTo>
                    <a:lnTo>
                      <a:pt x="76795" y="218961"/>
                    </a:lnTo>
                    <a:lnTo>
                      <a:pt x="81873" y="212614"/>
                    </a:lnTo>
                    <a:lnTo>
                      <a:pt x="84411" y="207537"/>
                    </a:lnTo>
                    <a:lnTo>
                      <a:pt x="83776" y="203094"/>
                    </a:lnTo>
                    <a:lnTo>
                      <a:pt x="82507" y="199286"/>
                    </a:lnTo>
                    <a:lnTo>
                      <a:pt x="82507" y="194209"/>
                    </a:lnTo>
                    <a:lnTo>
                      <a:pt x="83776" y="192305"/>
                    </a:lnTo>
                    <a:lnTo>
                      <a:pt x="86315" y="191670"/>
                    </a:lnTo>
                    <a:lnTo>
                      <a:pt x="88219" y="191035"/>
                    </a:lnTo>
                    <a:lnTo>
                      <a:pt x="88854" y="188497"/>
                    </a:lnTo>
                    <a:lnTo>
                      <a:pt x="88219" y="185958"/>
                    </a:lnTo>
                    <a:lnTo>
                      <a:pt x="86315" y="183419"/>
                    </a:lnTo>
                    <a:lnTo>
                      <a:pt x="83142" y="180881"/>
                    </a:lnTo>
                    <a:lnTo>
                      <a:pt x="74256" y="168822"/>
                    </a:lnTo>
                    <a:lnTo>
                      <a:pt x="72352" y="165649"/>
                    </a:lnTo>
                    <a:lnTo>
                      <a:pt x="69814" y="161841"/>
                    </a:lnTo>
                    <a:lnTo>
                      <a:pt x="66640" y="159302"/>
                    </a:lnTo>
                    <a:lnTo>
                      <a:pt x="64101" y="156129"/>
                    </a:lnTo>
                    <a:lnTo>
                      <a:pt x="63467" y="149782"/>
                    </a:lnTo>
                    <a:lnTo>
                      <a:pt x="66006" y="140262"/>
                    </a:lnTo>
                    <a:lnTo>
                      <a:pt x="71083" y="126934"/>
                    </a:lnTo>
                    <a:lnTo>
                      <a:pt x="76160" y="114241"/>
                    </a:lnTo>
                    <a:lnTo>
                      <a:pt x="76160" y="107894"/>
                    </a:lnTo>
                    <a:lnTo>
                      <a:pt x="73622" y="104720"/>
                    </a:lnTo>
                    <a:lnTo>
                      <a:pt x="70448" y="102182"/>
                    </a:lnTo>
                    <a:lnTo>
                      <a:pt x="67909" y="97104"/>
                    </a:lnTo>
                    <a:lnTo>
                      <a:pt x="66640" y="90758"/>
                    </a:lnTo>
                    <a:lnTo>
                      <a:pt x="67909" y="88219"/>
                    </a:lnTo>
                    <a:lnTo>
                      <a:pt x="70448" y="86315"/>
                    </a:lnTo>
                    <a:lnTo>
                      <a:pt x="70448" y="86315"/>
                    </a:lnTo>
                    <a:lnTo>
                      <a:pt x="68544" y="81238"/>
                    </a:lnTo>
                    <a:lnTo>
                      <a:pt x="67909" y="77430"/>
                    </a:lnTo>
                    <a:lnTo>
                      <a:pt x="68544" y="73622"/>
                    </a:lnTo>
                    <a:lnTo>
                      <a:pt x="72987" y="61563"/>
                    </a:lnTo>
                    <a:lnTo>
                      <a:pt x="73622" y="59024"/>
                    </a:lnTo>
                    <a:lnTo>
                      <a:pt x="72987" y="54582"/>
                    </a:lnTo>
                    <a:lnTo>
                      <a:pt x="72987" y="52043"/>
                    </a:lnTo>
                    <a:lnTo>
                      <a:pt x="75526" y="42523"/>
                    </a:lnTo>
                    <a:lnTo>
                      <a:pt x="75526" y="38080"/>
                    </a:lnTo>
                    <a:lnTo>
                      <a:pt x="71717" y="36176"/>
                    </a:lnTo>
                    <a:lnTo>
                      <a:pt x="66640" y="34907"/>
                    </a:lnTo>
                    <a:lnTo>
                      <a:pt x="67909" y="33003"/>
                    </a:lnTo>
                    <a:lnTo>
                      <a:pt x="74891" y="29195"/>
                    </a:lnTo>
                    <a:lnTo>
                      <a:pt x="76795" y="26656"/>
                    </a:lnTo>
                    <a:lnTo>
                      <a:pt x="80603" y="19040"/>
                    </a:lnTo>
                    <a:lnTo>
                      <a:pt x="83142" y="15867"/>
                    </a:lnTo>
                    <a:lnTo>
                      <a:pt x="86949" y="13328"/>
                    </a:lnTo>
                    <a:lnTo>
                      <a:pt x="90123" y="12693"/>
                    </a:lnTo>
                    <a:lnTo>
                      <a:pt x="107259" y="17771"/>
                    </a:lnTo>
                    <a:lnTo>
                      <a:pt x="111702" y="17771"/>
                    </a:lnTo>
                    <a:lnTo>
                      <a:pt x="116144" y="17136"/>
                    </a:lnTo>
                    <a:lnTo>
                      <a:pt x="118683" y="14597"/>
                    </a:lnTo>
                    <a:lnTo>
                      <a:pt x="121856" y="5077"/>
                    </a:lnTo>
                    <a:lnTo>
                      <a:pt x="123761" y="1269"/>
                    </a:lnTo>
                    <a:lnTo>
                      <a:pt x="125030" y="0"/>
                    </a:lnTo>
                    <a:lnTo>
                      <a:pt x="125030" y="0"/>
                    </a:lnTo>
                    <a:lnTo>
                      <a:pt x="128837" y="12693"/>
                    </a:lnTo>
                    <a:lnTo>
                      <a:pt x="132646" y="24752"/>
                    </a:lnTo>
                    <a:lnTo>
                      <a:pt x="136454" y="37445"/>
                    </a:lnTo>
                    <a:lnTo>
                      <a:pt x="140262" y="49504"/>
                    </a:lnTo>
                    <a:lnTo>
                      <a:pt x="144070" y="61563"/>
                    </a:lnTo>
                    <a:lnTo>
                      <a:pt x="147878" y="74256"/>
                    </a:lnTo>
                    <a:lnTo>
                      <a:pt x="151686" y="86315"/>
                    </a:lnTo>
                    <a:lnTo>
                      <a:pt x="155494" y="99008"/>
                    </a:lnTo>
                    <a:lnTo>
                      <a:pt x="159302" y="111067"/>
                    </a:lnTo>
                    <a:lnTo>
                      <a:pt x="163110" y="123761"/>
                    </a:lnTo>
                    <a:lnTo>
                      <a:pt x="166918" y="135819"/>
                    </a:lnTo>
                    <a:lnTo>
                      <a:pt x="170726" y="148513"/>
                    </a:lnTo>
                    <a:lnTo>
                      <a:pt x="174534" y="161206"/>
                    </a:lnTo>
                    <a:lnTo>
                      <a:pt x="178342" y="173265"/>
                    </a:lnTo>
                    <a:lnTo>
                      <a:pt x="182150" y="185958"/>
                    </a:lnTo>
                    <a:lnTo>
                      <a:pt x="185958" y="198017"/>
                    </a:lnTo>
                    <a:lnTo>
                      <a:pt x="189766" y="210710"/>
                    </a:lnTo>
                    <a:lnTo>
                      <a:pt x="193574" y="223404"/>
                    </a:lnTo>
                    <a:lnTo>
                      <a:pt x="197382" y="235462"/>
                    </a:lnTo>
                    <a:lnTo>
                      <a:pt x="201190" y="248156"/>
                    </a:lnTo>
                    <a:lnTo>
                      <a:pt x="205633" y="260849"/>
                    </a:lnTo>
                    <a:lnTo>
                      <a:pt x="209441" y="273542"/>
                    </a:lnTo>
                    <a:lnTo>
                      <a:pt x="213249" y="285601"/>
                    </a:lnTo>
                    <a:lnTo>
                      <a:pt x="217057" y="298295"/>
                    </a:lnTo>
                    <a:lnTo>
                      <a:pt x="220865" y="310988"/>
                    </a:lnTo>
                    <a:lnTo>
                      <a:pt x="224673" y="323681"/>
                    </a:lnTo>
                    <a:lnTo>
                      <a:pt x="228481" y="335740"/>
                    </a:lnTo>
                    <a:lnTo>
                      <a:pt x="232289" y="348433"/>
                    </a:lnTo>
                    <a:lnTo>
                      <a:pt x="236097" y="361127"/>
                    </a:lnTo>
                    <a:lnTo>
                      <a:pt x="239905" y="373820"/>
                    </a:lnTo>
                    <a:lnTo>
                      <a:pt x="243713" y="386514"/>
                    </a:lnTo>
                    <a:lnTo>
                      <a:pt x="247521" y="399207"/>
                    </a:lnTo>
                    <a:lnTo>
                      <a:pt x="250060" y="406188"/>
                    </a:lnTo>
                    <a:lnTo>
                      <a:pt x="251329" y="413804"/>
                    </a:lnTo>
                    <a:lnTo>
                      <a:pt x="252598" y="417613"/>
                    </a:lnTo>
                    <a:lnTo>
                      <a:pt x="253233" y="421420"/>
                    </a:lnTo>
                    <a:lnTo>
                      <a:pt x="253233" y="422690"/>
                    </a:lnTo>
                    <a:lnTo>
                      <a:pt x="253233" y="424594"/>
                    </a:lnTo>
                    <a:lnTo>
                      <a:pt x="253868" y="426498"/>
                    </a:lnTo>
                    <a:lnTo>
                      <a:pt x="255137" y="429671"/>
                    </a:lnTo>
                    <a:lnTo>
                      <a:pt x="256407" y="433479"/>
                    </a:lnTo>
                    <a:lnTo>
                      <a:pt x="256407" y="436018"/>
                    </a:lnTo>
                    <a:lnTo>
                      <a:pt x="256407" y="442365"/>
                    </a:lnTo>
                    <a:lnTo>
                      <a:pt x="256407" y="443634"/>
                    </a:lnTo>
                    <a:lnTo>
                      <a:pt x="257041" y="445538"/>
                    </a:lnTo>
                    <a:lnTo>
                      <a:pt x="257676" y="447442"/>
                    </a:lnTo>
                    <a:lnTo>
                      <a:pt x="258945" y="449981"/>
                    </a:lnTo>
                    <a:lnTo>
                      <a:pt x="260214" y="451885"/>
                    </a:lnTo>
                    <a:lnTo>
                      <a:pt x="262118" y="453154"/>
                    </a:lnTo>
                    <a:lnTo>
                      <a:pt x="269100" y="458231"/>
                    </a:lnTo>
                    <a:lnTo>
                      <a:pt x="277350" y="465213"/>
                    </a:lnTo>
                    <a:lnTo>
                      <a:pt x="284967" y="471559"/>
                    </a:lnTo>
                    <a:lnTo>
                      <a:pt x="293217" y="474098"/>
                    </a:lnTo>
                    <a:lnTo>
                      <a:pt x="294487" y="474733"/>
                    </a:lnTo>
                    <a:lnTo>
                      <a:pt x="295756" y="476002"/>
                    </a:lnTo>
                    <a:lnTo>
                      <a:pt x="297660" y="479175"/>
                    </a:lnTo>
                    <a:lnTo>
                      <a:pt x="298295" y="481079"/>
                    </a:lnTo>
                    <a:lnTo>
                      <a:pt x="298929" y="482983"/>
                    </a:lnTo>
                    <a:lnTo>
                      <a:pt x="298929" y="490600"/>
                    </a:lnTo>
                    <a:lnTo>
                      <a:pt x="299564" y="493138"/>
                    </a:lnTo>
                    <a:lnTo>
                      <a:pt x="300198" y="494407"/>
                    </a:lnTo>
                    <a:lnTo>
                      <a:pt x="305276" y="499485"/>
                    </a:lnTo>
                    <a:lnTo>
                      <a:pt x="313527" y="504562"/>
                    </a:lnTo>
                    <a:lnTo>
                      <a:pt x="327489" y="503928"/>
                    </a:lnTo>
                    <a:lnTo>
                      <a:pt x="327489" y="503928"/>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35" name="Google Shape;435;p51"/>
              <p:cNvSpPr/>
              <p:nvPr/>
            </p:nvSpPr>
            <p:spPr>
              <a:xfrm>
                <a:off x="3859839" y="3093297"/>
                <a:ext cx="1225671" cy="547669"/>
              </a:xfrm>
              <a:custGeom>
                <a:avLst/>
                <a:gdLst/>
                <a:ahLst/>
                <a:cxnLst/>
                <a:rect l="l" t="t" r="r" b="b"/>
                <a:pathLst>
                  <a:path w="1683143" h="752083" extrusionOk="0">
                    <a:moveTo>
                      <a:pt x="1434988" y="120587"/>
                    </a:moveTo>
                    <a:lnTo>
                      <a:pt x="1443239" y="121857"/>
                    </a:lnTo>
                    <a:lnTo>
                      <a:pt x="1447681" y="123126"/>
                    </a:lnTo>
                    <a:lnTo>
                      <a:pt x="1450854" y="125665"/>
                    </a:lnTo>
                    <a:lnTo>
                      <a:pt x="1454028" y="135819"/>
                    </a:lnTo>
                    <a:lnTo>
                      <a:pt x="1451490" y="146609"/>
                    </a:lnTo>
                    <a:lnTo>
                      <a:pt x="1450854" y="156763"/>
                    </a:lnTo>
                    <a:lnTo>
                      <a:pt x="1457201" y="164380"/>
                    </a:lnTo>
                    <a:lnTo>
                      <a:pt x="1457836" y="168187"/>
                    </a:lnTo>
                    <a:lnTo>
                      <a:pt x="1460374" y="170092"/>
                    </a:lnTo>
                    <a:lnTo>
                      <a:pt x="1462913" y="173265"/>
                    </a:lnTo>
                    <a:lnTo>
                      <a:pt x="1464183" y="177073"/>
                    </a:lnTo>
                    <a:lnTo>
                      <a:pt x="1464817" y="182785"/>
                    </a:lnTo>
                    <a:lnTo>
                      <a:pt x="1464183" y="187227"/>
                    </a:lnTo>
                    <a:lnTo>
                      <a:pt x="1462913" y="191670"/>
                    </a:lnTo>
                    <a:lnTo>
                      <a:pt x="1462279" y="196113"/>
                    </a:lnTo>
                    <a:lnTo>
                      <a:pt x="1464183" y="201825"/>
                    </a:lnTo>
                    <a:lnTo>
                      <a:pt x="1466721" y="205633"/>
                    </a:lnTo>
                    <a:lnTo>
                      <a:pt x="1473068" y="209441"/>
                    </a:lnTo>
                    <a:lnTo>
                      <a:pt x="1476876" y="212614"/>
                    </a:lnTo>
                    <a:lnTo>
                      <a:pt x="1479414" y="216422"/>
                    </a:lnTo>
                    <a:lnTo>
                      <a:pt x="1480050" y="220865"/>
                    </a:lnTo>
                    <a:lnTo>
                      <a:pt x="1480050" y="225942"/>
                    </a:lnTo>
                    <a:lnTo>
                      <a:pt x="1480684" y="231654"/>
                    </a:lnTo>
                    <a:lnTo>
                      <a:pt x="1486396" y="238636"/>
                    </a:lnTo>
                    <a:lnTo>
                      <a:pt x="1494647" y="243079"/>
                    </a:lnTo>
                    <a:lnTo>
                      <a:pt x="1501628" y="248156"/>
                    </a:lnTo>
                    <a:lnTo>
                      <a:pt x="1504167" y="257676"/>
                    </a:lnTo>
                    <a:lnTo>
                      <a:pt x="1503532" y="260214"/>
                    </a:lnTo>
                    <a:lnTo>
                      <a:pt x="1501628" y="265292"/>
                    </a:lnTo>
                    <a:lnTo>
                      <a:pt x="1501628" y="267831"/>
                    </a:lnTo>
                    <a:lnTo>
                      <a:pt x="1502263" y="270369"/>
                    </a:lnTo>
                    <a:lnTo>
                      <a:pt x="1505436" y="276716"/>
                    </a:lnTo>
                    <a:lnTo>
                      <a:pt x="1506071" y="277985"/>
                    </a:lnTo>
                    <a:lnTo>
                      <a:pt x="1517495" y="289409"/>
                    </a:lnTo>
                    <a:lnTo>
                      <a:pt x="1519399" y="295121"/>
                    </a:lnTo>
                    <a:lnTo>
                      <a:pt x="1518764" y="300199"/>
                    </a:lnTo>
                    <a:lnTo>
                      <a:pt x="1517495" y="304641"/>
                    </a:lnTo>
                    <a:lnTo>
                      <a:pt x="1516860" y="309084"/>
                    </a:lnTo>
                    <a:lnTo>
                      <a:pt x="1517495" y="312257"/>
                    </a:lnTo>
                    <a:lnTo>
                      <a:pt x="1518130" y="313527"/>
                    </a:lnTo>
                    <a:lnTo>
                      <a:pt x="1517495" y="314796"/>
                    </a:lnTo>
                    <a:lnTo>
                      <a:pt x="1515591" y="317335"/>
                    </a:lnTo>
                    <a:lnTo>
                      <a:pt x="1514321" y="319239"/>
                    </a:lnTo>
                    <a:lnTo>
                      <a:pt x="1513687" y="321143"/>
                    </a:lnTo>
                    <a:lnTo>
                      <a:pt x="1514321" y="331298"/>
                    </a:lnTo>
                    <a:lnTo>
                      <a:pt x="1514956" y="337010"/>
                    </a:lnTo>
                    <a:lnTo>
                      <a:pt x="1516226" y="341452"/>
                    </a:lnTo>
                    <a:lnTo>
                      <a:pt x="1518764" y="343356"/>
                    </a:lnTo>
                    <a:lnTo>
                      <a:pt x="1518764" y="345260"/>
                    </a:lnTo>
                    <a:lnTo>
                      <a:pt x="1518130" y="350338"/>
                    </a:lnTo>
                    <a:lnTo>
                      <a:pt x="1518764" y="355415"/>
                    </a:lnTo>
                    <a:lnTo>
                      <a:pt x="1523207" y="357954"/>
                    </a:lnTo>
                    <a:lnTo>
                      <a:pt x="1525746" y="357954"/>
                    </a:lnTo>
                    <a:lnTo>
                      <a:pt x="1529553" y="355415"/>
                    </a:lnTo>
                    <a:lnTo>
                      <a:pt x="1531458" y="354780"/>
                    </a:lnTo>
                    <a:lnTo>
                      <a:pt x="1533997" y="355415"/>
                    </a:lnTo>
                    <a:lnTo>
                      <a:pt x="1536535" y="357319"/>
                    </a:lnTo>
                    <a:lnTo>
                      <a:pt x="1537804" y="359223"/>
                    </a:lnTo>
                    <a:lnTo>
                      <a:pt x="1537804" y="359858"/>
                    </a:lnTo>
                    <a:lnTo>
                      <a:pt x="1537170" y="361127"/>
                    </a:lnTo>
                    <a:lnTo>
                      <a:pt x="1536535" y="364300"/>
                    </a:lnTo>
                    <a:lnTo>
                      <a:pt x="1535900" y="367474"/>
                    </a:lnTo>
                    <a:lnTo>
                      <a:pt x="1535266" y="370012"/>
                    </a:lnTo>
                    <a:lnTo>
                      <a:pt x="1536535" y="372551"/>
                    </a:lnTo>
                    <a:lnTo>
                      <a:pt x="1539073" y="373820"/>
                    </a:lnTo>
                    <a:lnTo>
                      <a:pt x="1546690" y="375090"/>
                    </a:lnTo>
                    <a:lnTo>
                      <a:pt x="1548594" y="375090"/>
                    </a:lnTo>
                    <a:lnTo>
                      <a:pt x="1549863" y="375724"/>
                    </a:lnTo>
                    <a:lnTo>
                      <a:pt x="1551132" y="378263"/>
                    </a:lnTo>
                    <a:lnTo>
                      <a:pt x="1549863" y="388418"/>
                    </a:lnTo>
                    <a:lnTo>
                      <a:pt x="1549863" y="390956"/>
                    </a:lnTo>
                    <a:lnTo>
                      <a:pt x="1546055" y="406823"/>
                    </a:lnTo>
                    <a:lnTo>
                      <a:pt x="1549228" y="408727"/>
                    </a:lnTo>
                    <a:lnTo>
                      <a:pt x="1558114" y="411266"/>
                    </a:lnTo>
                    <a:lnTo>
                      <a:pt x="1561287" y="411901"/>
                    </a:lnTo>
                    <a:lnTo>
                      <a:pt x="1563191" y="413805"/>
                    </a:lnTo>
                    <a:lnTo>
                      <a:pt x="1560652" y="418882"/>
                    </a:lnTo>
                    <a:lnTo>
                      <a:pt x="1556845" y="423325"/>
                    </a:lnTo>
                    <a:lnTo>
                      <a:pt x="1554940" y="424594"/>
                    </a:lnTo>
                    <a:lnTo>
                      <a:pt x="1553671" y="435383"/>
                    </a:lnTo>
                    <a:lnTo>
                      <a:pt x="1553671" y="439191"/>
                    </a:lnTo>
                    <a:lnTo>
                      <a:pt x="1556210" y="442365"/>
                    </a:lnTo>
                    <a:lnTo>
                      <a:pt x="1565095" y="444903"/>
                    </a:lnTo>
                    <a:lnTo>
                      <a:pt x="1567634" y="446807"/>
                    </a:lnTo>
                    <a:lnTo>
                      <a:pt x="1563191" y="449346"/>
                    </a:lnTo>
                    <a:lnTo>
                      <a:pt x="1564460" y="453154"/>
                    </a:lnTo>
                    <a:lnTo>
                      <a:pt x="1565095" y="461405"/>
                    </a:lnTo>
                    <a:lnTo>
                      <a:pt x="1566365" y="464578"/>
                    </a:lnTo>
                    <a:lnTo>
                      <a:pt x="1563826" y="471560"/>
                    </a:lnTo>
                    <a:lnTo>
                      <a:pt x="1562557" y="473463"/>
                    </a:lnTo>
                    <a:lnTo>
                      <a:pt x="1562557" y="474733"/>
                    </a:lnTo>
                    <a:lnTo>
                      <a:pt x="1563191" y="475368"/>
                    </a:lnTo>
                    <a:lnTo>
                      <a:pt x="1563826" y="476002"/>
                    </a:lnTo>
                    <a:lnTo>
                      <a:pt x="1564460" y="476637"/>
                    </a:lnTo>
                    <a:lnTo>
                      <a:pt x="1565095" y="477906"/>
                    </a:lnTo>
                    <a:lnTo>
                      <a:pt x="1566365" y="479810"/>
                    </a:lnTo>
                    <a:lnTo>
                      <a:pt x="1565730" y="481080"/>
                    </a:lnTo>
                    <a:lnTo>
                      <a:pt x="1564460" y="482349"/>
                    </a:lnTo>
                    <a:lnTo>
                      <a:pt x="1563826" y="484888"/>
                    </a:lnTo>
                    <a:lnTo>
                      <a:pt x="1565095" y="487426"/>
                    </a:lnTo>
                    <a:lnTo>
                      <a:pt x="1566999" y="489330"/>
                    </a:lnTo>
                    <a:lnTo>
                      <a:pt x="1570807" y="491869"/>
                    </a:lnTo>
                    <a:lnTo>
                      <a:pt x="1572077" y="494408"/>
                    </a:lnTo>
                    <a:lnTo>
                      <a:pt x="1572077" y="496946"/>
                    </a:lnTo>
                    <a:lnTo>
                      <a:pt x="1571441" y="502024"/>
                    </a:lnTo>
                    <a:lnTo>
                      <a:pt x="1572077" y="505197"/>
                    </a:lnTo>
                    <a:lnTo>
                      <a:pt x="1574615" y="510909"/>
                    </a:lnTo>
                    <a:lnTo>
                      <a:pt x="1575250" y="517256"/>
                    </a:lnTo>
                    <a:lnTo>
                      <a:pt x="1574615" y="522333"/>
                    </a:lnTo>
                    <a:lnTo>
                      <a:pt x="1573346" y="526776"/>
                    </a:lnTo>
                    <a:lnTo>
                      <a:pt x="1572711" y="532488"/>
                    </a:lnTo>
                    <a:lnTo>
                      <a:pt x="1573346" y="535661"/>
                    </a:lnTo>
                    <a:lnTo>
                      <a:pt x="1575250" y="538835"/>
                    </a:lnTo>
                    <a:lnTo>
                      <a:pt x="1575885" y="540738"/>
                    </a:lnTo>
                    <a:lnTo>
                      <a:pt x="1572077" y="547085"/>
                    </a:lnTo>
                    <a:lnTo>
                      <a:pt x="1569538" y="550259"/>
                    </a:lnTo>
                    <a:lnTo>
                      <a:pt x="1568903" y="551528"/>
                    </a:lnTo>
                    <a:lnTo>
                      <a:pt x="1568268" y="554067"/>
                    </a:lnTo>
                    <a:lnTo>
                      <a:pt x="1568903" y="557875"/>
                    </a:lnTo>
                    <a:lnTo>
                      <a:pt x="1569538" y="559779"/>
                    </a:lnTo>
                    <a:lnTo>
                      <a:pt x="1570807" y="561682"/>
                    </a:lnTo>
                    <a:lnTo>
                      <a:pt x="1571441" y="564221"/>
                    </a:lnTo>
                    <a:lnTo>
                      <a:pt x="1573980" y="568029"/>
                    </a:lnTo>
                    <a:lnTo>
                      <a:pt x="1584135" y="571837"/>
                    </a:lnTo>
                    <a:lnTo>
                      <a:pt x="1587943" y="574376"/>
                    </a:lnTo>
                    <a:lnTo>
                      <a:pt x="1589847" y="579453"/>
                    </a:lnTo>
                    <a:lnTo>
                      <a:pt x="1589847" y="584531"/>
                    </a:lnTo>
                    <a:lnTo>
                      <a:pt x="1589213" y="588339"/>
                    </a:lnTo>
                    <a:lnTo>
                      <a:pt x="1588578" y="594685"/>
                    </a:lnTo>
                    <a:lnTo>
                      <a:pt x="1589847" y="601032"/>
                    </a:lnTo>
                    <a:lnTo>
                      <a:pt x="1592386" y="603571"/>
                    </a:lnTo>
                    <a:lnTo>
                      <a:pt x="1596194" y="604205"/>
                    </a:lnTo>
                    <a:lnTo>
                      <a:pt x="1600637" y="605475"/>
                    </a:lnTo>
                    <a:lnTo>
                      <a:pt x="1603810" y="608013"/>
                    </a:lnTo>
                    <a:lnTo>
                      <a:pt x="1603810" y="610552"/>
                    </a:lnTo>
                    <a:lnTo>
                      <a:pt x="1603175" y="613091"/>
                    </a:lnTo>
                    <a:lnTo>
                      <a:pt x="1603810" y="616899"/>
                    </a:lnTo>
                    <a:lnTo>
                      <a:pt x="1605714" y="620707"/>
                    </a:lnTo>
                    <a:lnTo>
                      <a:pt x="1609522" y="624515"/>
                    </a:lnTo>
                    <a:lnTo>
                      <a:pt x="1611426" y="628323"/>
                    </a:lnTo>
                    <a:lnTo>
                      <a:pt x="1611426" y="629592"/>
                    </a:lnTo>
                    <a:lnTo>
                      <a:pt x="1611426" y="633400"/>
                    </a:lnTo>
                    <a:lnTo>
                      <a:pt x="1611426" y="635304"/>
                    </a:lnTo>
                    <a:lnTo>
                      <a:pt x="1612060" y="637208"/>
                    </a:lnTo>
                    <a:lnTo>
                      <a:pt x="1615234" y="641651"/>
                    </a:lnTo>
                    <a:lnTo>
                      <a:pt x="1617773" y="648632"/>
                    </a:lnTo>
                    <a:lnTo>
                      <a:pt x="1618407" y="649267"/>
                    </a:lnTo>
                    <a:lnTo>
                      <a:pt x="1617773" y="651171"/>
                    </a:lnTo>
                    <a:lnTo>
                      <a:pt x="1615868" y="653075"/>
                    </a:lnTo>
                    <a:lnTo>
                      <a:pt x="1613330" y="654979"/>
                    </a:lnTo>
                    <a:lnTo>
                      <a:pt x="1614599" y="658152"/>
                    </a:lnTo>
                    <a:lnTo>
                      <a:pt x="1617773" y="658787"/>
                    </a:lnTo>
                    <a:lnTo>
                      <a:pt x="1621580" y="658152"/>
                    </a:lnTo>
                    <a:lnTo>
                      <a:pt x="1625388" y="658152"/>
                    </a:lnTo>
                    <a:lnTo>
                      <a:pt x="1629197" y="660691"/>
                    </a:lnTo>
                    <a:lnTo>
                      <a:pt x="1631101" y="663864"/>
                    </a:lnTo>
                    <a:lnTo>
                      <a:pt x="1633005" y="667038"/>
                    </a:lnTo>
                    <a:lnTo>
                      <a:pt x="1635544" y="670211"/>
                    </a:lnTo>
                    <a:lnTo>
                      <a:pt x="1638717" y="671480"/>
                    </a:lnTo>
                    <a:lnTo>
                      <a:pt x="1645698" y="671480"/>
                    </a:lnTo>
                    <a:lnTo>
                      <a:pt x="1648872" y="672750"/>
                    </a:lnTo>
                    <a:lnTo>
                      <a:pt x="1651410" y="675288"/>
                    </a:lnTo>
                    <a:lnTo>
                      <a:pt x="1651410" y="678462"/>
                    </a:lnTo>
                    <a:lnTo>
                      <a:pt x="1648872" y="684808"/>
                    </a:lnTo>
                    <a:lnTo>
                      <a:pt x="1654584" y="691155"/>
                    </a:lnTo>
                    <a:lnTo>
                      <a:pt x="1657122" y="694963"/>
                    </a:lnTo>
                    <a:lnTo>
                      <a:pt x="1658392" y="698771"/>
                    </a:lnTo>
                    <a:lnTo>
                      <a:pt x="1664738" y="704483"/>
                    </a:lnTo>
                    <a:lnTo>
                      <a:pt x="1665373" y="705753"/>
                    </a:lnTo>
                    <a:lnTo>
                      <a:pt x="1664738" y="708291"/>
                    </a:lnTo>
                    <a:lnTo>
                      <a:pt x="1662834" y="712734"/>
                    </a:lnTo>
                    <a:lnTo>
                      <a:pt x="1662199" y="718446"/>
                    </a:lnTo>
                    <a:lnTo>
                      <a:pt x="1662834" y="722889"/>
                    </a:lnTo>
                    <a:lnTo>
                      <a:pt x="1665373" y="725427"/>
                    </a:lnTo>
                    <a:lnTo>
                      <a:pt x="1674258" y="726697"/>
                    </a:lnTo>
                    <a:lnTo>
                      <a:pt x="1677432" y="728601"/>
                    </a:lnTo>
                    <a:lnTo>
                      <a:pt x="1683144" y="733043"/>
                    </a:lnTo>
                    <a:lnTo>
                      <a:pt x="1642525" y="734947"/>
                    </a:lnTo>
                    <a:lnTo>
                      <a:pt x="1601906" y="736851"/>
                    </a:lnTo>
                    <a:lnTo>
                      <a:pt x="1561287" y="738121"/>
                    </a:lnTo>
                    <a:lnTo>
                      <a:pt x="1520668" y="739390"/>
                    </a:lnTo>
                    <a:lnTo>
                      <a:pt x="1480050" y="740659"/>
                    </a:lnTo>
                    <a:lnTo>
                      <a:pt x="1439431" y="741929"/>
                    </a:lnTo>
                    <a:lnTo>
                      <a:pt x="1398812" y="743198"/>
                    </a:lnTo>
                    <a:lnTo>
                      <a:pt x="1358193" y="744467"/>
                    </a:lnTo>
                    <a:lnTo>
                      <a:pt x="1317574" y="745737"/>
                    </a:lnTo>
                    <a:lnTo>
                      <a:pt x="1276955" y="746371"/>
                    </a:lnTo>
                    <a:lnTo>
                      <a:pt x="1236336" y="747006"/>
                    </a:lnTo>
                    <a:lnTo>
                      <a:pt x="1195717" y="747641"/>
                    </a:lnTo>
                    <a:lnTo>
                      <a:pt x="1155098" y="748275"/>
                    </a:lnTo>
                    <a:lnTo>
                      <a:pt x="1114479" y="748910"/>
                    </a:lnTo>
                    <a:lnTo>
                      <a:pt x="1073861" y="749545"/>
                    </a:lnTo>
                    <a:lnTo>
                      <a:pt x="1033242" y="750179"/>
                    </a:lnTo>
                    <a:lnTo>
                      <a:pt x="992623" y="750814"/>
                    </a:lnTo>
                    <a:lnTo>
                      <a:pt x="952004" y="751449"/>
                    </a:lnTo>
                    <a:lnTo>
                      <a:pt x="911386" y="752083"/>
                    </a:lnTo>
                    <a:lnTo>
                      <a:pt x="870767" y="752083"/>
                    </a:lnTo>
                    <a:lnTo>
                      <a:pt x="830148" y="752083"/>
                    </a:lnTo>
                    <a:lnTo>
                      <a:pt x="789529" y="752083"/>
                    </a:lnTo>
                    <a:lnTo>
                      <a:pt x="745102" y="752083"/>
                    </a:lnTo>
                    <a:lnTo>
                      <a:pt x="704483" y="752083"/>
                    </a:lnTo>
                    <a:lnTo>
                      <a:pt x="663865" y="752083"/>
                    </a:lnTo>
                    <a:lnTo>
                      <a:pt x="623246" y="752083"/>
                    </a:lnTo>
                    <a:lnTo>
                      <a:pt x="582627" y="751449"/>
                    </a:lnTo>
                    <a:lnTo>
                      <a:pt x="542008" y="750814"/>
                    </a:lnTo>
                    <a:lnTo>
                      <a:pt x="501389" y="750179"/>
                    </a:lnTo>
                    <a:lnTo>
                      <a:pt x="460770" y="749545"/>
                    </a:lnTo>
                    <a:lnTo>
                      <a:pt x="420151" y="748910"/>
                    </a:lnTo>
                    <a:lnTo>
                      <a:pt x="379533" y="748275"/>
                    </a:lnTo>
                    <a:lnTo>
                      <a:pt x="379533" y="732409"/>
                    </a:lnTo>
                    <a:lnTo>
                      <a:pt x="380167" y="717176"/>
                    </a:lnTo>
                    <a:lnTo>
                      <a:pt x="380167" y="701944"/>
                    </a:lnTo>
                    <a:lnTo>
                      <a:pt x="380802" y="686712"/>
                    </a:lnTo>
                    <a:lnTo>
                      <a:pt x="380802" y="671480"/>
                    </a:lnTo>
                    <a:lnTo>
                      <a:pt x="381437" y="656248"/>
                    </a:lnTo>
                    <a:lnTo>
                      <a:pt x="381437" y="641016"/>
                    </a:lnTo>
                    <a:lnTo>
                      <a:pt x="382071" y="625784"/>
                    </a:lnTo>
                    <a:lnTo>
                      <a:pt x="382071" y="610552"/>
                    </a:lnTo>
                    <a:lnTo>
                      <a:pt x="382706" y="595320"/>
                    </a:lnTo>
                    <a:lnTo>
                      <a:pt x="382706" y="580088"/>
                    </a:lnTo>
                    <a:lnTo>
                      <a:pt x="383341" y="564856"/>
                    </a:lnTo>
                    <a:lnTo>
                      <a:pt x="383341" y="549624"/>
                    </a:lnTo>
                    <a:lnTo>
                      <a:pt x="383975" y="534392"/>
                    </a:lnTo>
                    <a:lnTo>
                      <a:pt x="383975" y="519160"/>
                    </a:lnTo>
                    <a:lnTo>
                      <a:pt x="384610" y="503928"/>
                    </a:lnTo>
                    <a:lnTo>
                      <a:pt x="366839" y="503293"/>
                    </a:lnTo>
                    <a:lnTo>
                      <a:pt x="343991" y="502658"/>
                    </a:lnTo>
                    <a:lnTo>
                      <a:pt x="321143" y="502024"/>
                    </a:lnTo>
                    <a:lnTo>
                      <a:pt x="298295" y="501389"/>
                    </a:lnTo>
                    <a:lnTo>
                      <a:pt x="275447" y="500754"/>
                    </a:lnTo>
                    <a:lnTo>
                      <a:pt x="252599" y="500120"/>
                    </a:lnTo>
                    <a:lnTo>
                      <a:pt x="229750" y="499485"/>
                    </a:lnTo>
                    <a:lnTo>
                      <a:pt x="205633" y="496312"/>
                    </a:lnTo>
                    <a:lnTo>
                      <a:pt x="182785" y="495677"/>
                    </a:lnTo>
                    <a:lnTo>
                      <a:pt x="159937" y="495042"/>
                    </a:lnTo>
                    <a:lnTo>
                      <a:pt x="137089" y="494408"/>
                    </a:lnTo>
                    <a:lnTo>
                      <a:pt x="114241" y="493773"/>
                    </a:lnTo>
                    <a:lnTo>
                      <a:pt x="91393" y="493138"/>
                    </a:lnTo>
                    <a:lnTo>
                      <a:pt x="68545" y="492504"/>
                    </a:lnTo>
                    <a:lnTo>
                      <a:pt x="45696" y="491869"/>
                    </a:lnTo>
                    <a:lnTo>
                      <a:pt x="22848" y="491234"/>
                    </a:lnTo>
                    <a:lnTo>
                      <a:pt x="0" y="490600"/>
                    </a:lnTo>
                    <a:lnTo>
                      <a:pt x="1269" y="460135"/>
                    </a:lnTo>
                    <a:lnTo>
                      <a:pt x="2539" y="429037"/>
                    </a:lnTo>
                    <a:lnTo>
                      <a:pt x="3173" y="397938"/>
                    </a:lnTo>
                    <a:lnTo>
                      <a:pt x="4443" y="366839"/>
                    </a:lnTo>
                    <a:lnTo>
                      <a:pt x="5078" y="336375"/>
                    </a:lnTo>
                    <a:lnTo>
                      <a:pt x="6347" y="305276"/>
                    </a:lnTo>
                    <a:lnTo>
                      <a:pt x="6982" y="274812"/>
                    </a:lnTo>
                    <a:lnTo>
                      <a:pt x="8251" y="244348"/>
                    </a:lnTo>
                    <a:lnTo>
                      <a:pt x="8886" y="213249"/>
                    </a:lnTo>
                    <a:lnTo>
                      <a:pt x="10155" y="182785"/>
                    </a:lnTo>
                    <a:lnTo>
                      <a:pt x="10789" y="152321"/>
                    </a:lnTo>
                    <a:lnTo>
                      <a:pt x="12059" y="121857"/>
                    </a:lnTo>
                    <a:lnTo>
                      <a:pt x="13328" y="91393"/>
                    </a:lnTo>
                    <a:lnTo>
                      <a:pt x="13963" y="60928"/>
                    </a:lnTo>
                    <a:lnTo>
                      <a:pt x="15232" y="30464"/>
                    </a:lnTo>
                    <a:lnTo>
                      <a:pt x="15867" y="0"/>
                    </a:lnTo>
                    <a:lnTo>
                      <a:pt x="47600" y="1269"/>
                    </a:lnTo>
                    <a:lnTo>
                      <a:pt x="79334" y="2539"/>
                    </a:lnTo>
                    <a:lnTo>
                      <a:pt x="111067" y="3808"/>
                    </a:lnTo>
                    <a:lnTo>
                      <a:pt x="142801" y="4443"/>
                    </a:lnTo>
                    <a:lnTo>
                      <a:pt x="174534" y="5077"/>
                    </a:lnTo>
                    <a:lnTo>
                      <a:pt x="206268" y="5712"/>
                    </a:lnTo>
                    <a:lnTo>
                      <a:pt x="238001" y="6347"/>
                    </a:lnTo>
                    <a:lnTo>
                      <a:pt x="269735" y="6981"/>
                    </a:lnTo>
                    <a:lnTo>
                      <a:pt x="301468" y="7616"/>
                    </a:lnTo>
                    <a:lnTo>
                      <a:pt x="333201" y="8251"/>
                    </a:lnTo>
                    <a:lnTo>
                      <a:pt x="364935" y="8886"/>
                    </a:lnTo>
                    <a:lnTo>
                      <a:pt x="396668" y="9520"/>
                    </a:lnTo>
                    <a:lnTo>
                      <a:pt x="428402" y="10155"/>
                    </a:lnTo>
                    <a:lnTo>
                      <a:pt x="460135" y="10789"/>
                    </a:lnTo>
                    <a:lnTo>
                      <a:pt x="491869" y="11424"/>
                    </a:lnTo>
                    <a:lnTo>
                      <a:pt x="523602" y="12059"/>
                    </a:lnTo>
                    <a:lnTo>
                      <a:pt x="555336" y="12693"/>
                    </a:lnTo>
                    <a:lnTo>
                      <a:pt x="587069" y="13328"/>
                    </a:lnTo>
                    <a:lnTo>
                      <a:pt x="618803" y="13328"/>
                    </a:lnTo>
                    <a:lnTo>
                      <a:pt x="650536" y="13328"/>
                    </a:lnTo>
                    <a:lnTo>
                      <a:pt x="682270" y="13328"/>
                    </a:lnTo>
                    <a:lnTo>
                      <a:pt x="714003" y="13328"/>
                    </a:lnTo>
                    <a:lnTo>
                      <a:pt x="745737" y="13328"/>
                    </a:lnTo>
                    <a:lnTo>
                      <a:pt x="778105" y="13328"/>
                    </a:lnTo>
                    <a:lnTo>
                      <a:pt x="809838" y="13328"/>
                    </a:lnTo>
                    <a:lnTo>
                      <a:pt x="842206" y="13328"/>
                    </a:lnTo>
                    <a:lnTo>
                      <a:pt x="873940" y="13328"/>
                    </a:lnTo>
                    <a:lnTo>
                      <a:pt x="905673" y="13328"/>
                    </a:lnTo>
                    <a:lnTo>
                      <a:pt x="937407" y="12693"/>
                    </a:lnTo>
                    <a:lnTo>
                      <a:pt x="969140" y="12693"/>
                    </a:lnTo>
                    <a:lnTo>
                      <a:pt x="1000874" y="12059"/>
                    </a:lnTo>
                    <a:lnTo>
                      <a:pt x="1032607" y="11424"/>
                    </a:lnTo>
                    <a:lnTo>
                      <a:pt x="1048474" y="11424"/>
                    </a:lnTo>
                    <a:lnTo>
                      <a:pt x="1049743" y="11424"/>
                    </a:lnTo>
                    <a:lnTo>
                      <a:pt x="1050378" y="12059"/>
                    </a:lnTo>
                    <a:lnTo>
                      <a:pt x="1054186" y="16501"/>
                    </a:lnTo>
                    <a:lnTo>
                      <a:pt x="1055456" y="17771"/>
                    </a:lnTo>
                    <a:lnTo>
                      <a:pt x="1075130" y="29830"/>
                    </a:lnTo>
                    <a:lnTo>
                      <a:pt x="1076399" y="29830"/>
                    </a:lnTo>
                    <a:lnTo>
                      <a:pt x="1078938" y="29830"/>
                    </a:lnTo>
                    <a:lnTo>
                      <a:pt x="1079573" y="29830"/>
                    </a:lnTo>
                    <a:lnTo>
                      <a:pt x="1087824" y="34907"/>
                    </a:lnTo>
                    <a:lnTo>
                      <a:pt x="1095439" y="41254"/>
                    </a:lnTo>
                    <a:lnTo>
                      <a:pt x="1121461" y="51408"/>
                    </a:lnTo>
                    <a:lnTo>
                      <a:pt x="1123365" y="53312"/>
                    </a:lnTo>
                    <a:lnTo>
                      <a:pt x="1123999" y="55851"/>
                    </a:lnTo>
                    <a:lnTo>
                      <a:pt x="1126538" y="57120"/>
                    </a:lnTo>
                    <a:lnTo>
                      <a:pt x="1139866" y="61563"/>
                    </a:lnTo>
                    <a:lnTo>
                      <a:pt x="1144944" y="62198"/>
                    </a:lnTo>
                    <a:lnTo>
                      <a:pt x="1150022" y="61563"/>
                    </a:lnTo>
                    <a:lnTo>
                      <a:pt x="1152560" y="60294"/>
                    </a:lnTo>
                    <a:lnTo>
                      <a:pt x="1156368" y="57120"/>
                    </a:lnTo>
                    <a:lnTo>
                      <a:pt x="1157637" y="56486"/>
                    </a:lnTo>
                    <a:lnTo>
                      <a:pt x="1158272" y="55216"/>
                    </a:lnTo>
                    <a:lnTo>
                      <a:pt x="1160811" y="48870"/>
                    </a:lnTo>
                    <a:lnTo>
                      <a:pt x="1161445" y="45696"/>
                    </a:lnTo>
                    <a:lnTo>
                      <a:pt x="1163349" y="43792"/>
                    </a:lnTo>
                    <a:lnTo>
                      <a:pt x="1165253" y="42523"/>
                    </a:lnTo>
                    <a:lnTo>
                      <a:pt x="1167792" y="41888"/>
                    </a:lnTo>
                    <a:lnTo>
                      <a:pt x="1172235" y="40619"/>
                    </a:lnTo>
                    <a:lnTo>
                      <a:pt x="1184928" y="43158"/>
                    </a:lnTo>
                    <a:lnTo>
                      <a:pt x="1192544" y="41254"/>
                    </a:lnTo>
                    <a:lnTo>
                      <a:pt x="1195083" y="41888"/>
                    </a:lnTo>
                    <a:lnTo>
                      <a:pt x="1198891" y="44427"/>
                    </a:lnTo>
                    <a:lnTo>
                      <a:pt x="1201430" y="45062"/>
                    </a:lnTo>
                    <a:lnTo>
                      <a:pt x="1205872" y="44427"/>
                    </a:lnTo>
                    <a:lnTo>
                      <a:pt x="1212853" y="40619"/>
                    </a:lnTo>
                    <a:lnTo>
                      <a:pt x="1216662" y="39350"/>
                    </a:lnTo>
                    <a:lnTo>
                      <a:pt x="1230624" y="42523"/>
                    </a:lnTo>
                    <a:lnTo>
                      <a:pt x="1235702" y="42523"/>
                    </a:lnTo>
                    <a:lnTo>
                      <a:pt x="1273147" y="34907"/>
                    </a:lnTo>
                    <a:lnTo>
                      <a:pt x="1277590" y="35542"/>
                    </a:lnTo>
                    <a:lnTo>
                      <a:pt x="1281398" y="37446"/>
                    </a:lnTo>
                    <a:lnTo>
                      <a:pt x="1284571" y="39984"/>
                    </a:lnTo>
                    <a:lnTo>
                      <a:pt x="1290283" y="46966"/>
                    </a:lnTo>
                    <a:lnTo>
                      <a:pt x="1297265" y="52678"/>
                    </a:lnTo>
                    <a:lnTo>
                      <a:pt x="1301072" y="55216"/>
                    </a:lnTo>
                    <a:lnTo>
                      <a:pt x="1305516" y="57120"/>
                    </a:lnTo>
                    <a:lnTo>
                      <a:pt x="1309958" y="57755"/>
                    </a:lnTo>
                    <a:lnTo>
                      <a:pt x="1320113" y="57755"/>
                    </a:lnTo>
                    <a:lnTo>
                      <a:pt x="1322017" y="58390"/>
                    </a:lnTo>
                    <a:lnTo>
                      <a:pt x="1326459" y="60294"/>
                    </a:lnTo>
                    <a:lnTo>
                      <a:pt x="1331537" y="60928"/>
                    </a:lnTo>
                    <a:lnTo>
                      <a:pt x="1333440" y="62198"/>
                    </a:lnTo>
                    <a:lnTo>
                      <a:pt x="1334710" y="64102"/>
                    </a:lnTo>
                    <a:lnTo>
                      <a:pt x="1336614" y="66006"/>
                    </a:lnTo>
                    <a:lnTo>
                      <a:pt x="1340422" y="67275"/>
                    </a:lnTo>
                    <a:lnTo>
                      <a:pt x="1357558" y="67910"/>
                    </a:lnTo>
                    <a:lnTo>
                      <a:pt x="1361366" y="69814"/>
                    </a:lnTo>
                    <a:lnTo>
                      <a:pt x="1363905" y="72352"/>
                    </a:lnTo>
                    <a:lnTo>
                      <a:pt x="1365809" y="75526"/>
                    </a:lnTo>
                    <a:lnTo>
                      <a:pt x="1367078" y="78064"/>
                    </a:lnTo>
                    <a:lnTo>
                      <a:pt x="1367713" y="79968"/>
                    </a:lnTo>
                    <a:lnTo>
                      <a:pt x="1368983" y="81238"/>
                    </a:lnTo>
                    <a:lnTo>
                      <a:pt x="1371521" y="82507"/>
                    </a:lnTo>
                    <a:lnTo>
                      <a:pt x="1374059" y="83142"/>
                    </a:lnTo>
                    <a:lnTo>
                      <a:pt x="1381676" y="82507"/>
                    </a:lnTo>
                    <a:lnTo>
                      <a:pt x="1383579" y="82507"/>
                    </a:lnTo>
                    <a:lnTo>
                      <a:pt x="1386118" y="83142"/>
                    </a:lnTo>
                    <a:lnTo>
                      <a:pt x="1388657" y="84411"/>
                    </a:lnTo>
                    <a:lnTo>
                      <a:pt x="1389926" y="86315"/>
                    </a:lnTo>
                    <a:lnTo>
                      <a:pt x="1389292" y="88854"/>
                    </a:lnTo>
                    <a:lnTo>
                      <a:pt x="1388023" y="90758"/>
                    </a:lnTo>
                    <a:lnTo>
                      <a:pt x="1387387" y="92662"/>
                    </a:lnTo>
                    <a:lnTo>
                      <a:pt x="1387387" y="95835"/>
                    </a:lnTo>
                    <a:lnTo>
                      <a:pt x="1389926" y="99008"/>
                    </a:lnTo>
                    <a:lnTo>
                      <a:pt x="1397543" y="104720"/>
                    </a:lnTo>
                    <a:lnTo>
                      <a:pt x="1399446" y="108529"/>
                    </a:lnTo>
                    <a:lnTo>
                      <a:pt x="1400081" y="112971"/>
                    </a:lnTo>
                    <a:lnTo>
                      <a:pt x="1401985" y="116145"/>
                    </a:lnTo>
                    <a:lnTo>
                      <a:pt x="1405158" y="118049"/>
                    </a:lnTo>
                    <a:lnTo>
                      <a:pt x="1434988" y="120587"/>
                    </a:lnTo>
                    <a:lnTo>
                      <a:pt x="1434988" y="120587"/>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36" name="Google Shape;436;p51"/>
              <p:cNvSpPr/>
              <p:nvPr/>
            </p:nvSpPr>
            <p:spPr>
              <a:xfrm>
                <a:off x="3897737" y="2043251"/>
                <a:ext cx="982570" cy="538888"/>
              </a:xfrm>
              <a:custGeom>
                <a:avLst/>
                <a:gdLst/>
                <a:ahLst/>
                <a:cxnLst/>
                <a:rect l="l" t="t" r="r" b="b"/>
                <a:pathLst>
                  <a:path w="1349307" h="740024" extrusionOk="0">
                    <a:moveTo>
                      <a:pt x="1342961" y="731139"/>
                    </a:moveTo>
                    <a:lnTo>
                      <a:pt x="1301073" y="732409"/>
                    </a:lnTo>
                    <a:lnTo>
                      <a:pt x="1259184" y="733678"/>
                    </a:lnTo>
                    <a:lnTo>
                      <a:pt x="1217296" y="734947"/>
                    </a:lnTo>
                    <a:lnTo>
                      <a:pt x="1175408" y="735582"/>
                    </a:lnTo>
                    <a:lnTo>
                      <a:pt x="1133520" y="736217"/>
                    </a:lnTo>
                    <a:lnTo>
                      <a:pt x="1091632" y="736851"/>
                    </a:lnTo>
                    <a:lnTo>
                      <a:pt x="1049743" y="737486"/>
                    </a:lnTo>
                    <a:lnTo>
                      <a:pt x="1007221" y="738121"/>
                    </a:lnTo>
                    <a:lnTo>
                      <a:pt x="965332" y="738755"/>
                    </a:lnTo>
                    <a:lnTo>
                      <a:pt x="922810" y="739390"/>
                    </a:lnTo>
                    <a:lnTo>
                      <a:pt x="880921" y="740025"/>
                    </a:lnTo>
                    <a:lnTo>
                      <a:pt x="839033" y="740025"/>
                    </a:lnTo>
                    <a:lnTo>
                      <a:pt x="797145" y="740025"/>
                    </a:lnTo>
                    <a:lnTo>
                      <a:pt x="755257" y="740025"/>
                    </a:lnTo>
                    <a:lnTo>
                      <a:pt x="712734" y="740025"/>
                    </a:lnTo>
                    <a:lnTo>
                      <a:pt x="670846" y="740025"/>
                    </a:lnTo>
                    <a:lnTo>
                      <a:pt x="628958" y="740025"/>
                    </a:lnTo>
                    <a:lnTo>
                      <a:pt x="587069" y="740025"/>
                    </a:lnTo>
                    <a:lnTo>
                      <a:pt x="545181" y="739390"/>
                    </a:lnTo>
                    <a:lnTo>
                      <a:pt x="503293" y="738755"/>
                    </a:lnTo>
                    <a:lnTo>
                      <a:pt x="460770" y="738121"/>
                    </a:lnTo>
                    <a:lnTo>
                      <a:pt x="418882" y="737486"/>
                    </a:lnTo>
                    <a:lnTo>
                      <a:pt x="376994" y="736851"/>
                    </a:lnTo>
                    <a:lnTo>
                      <a:pt x="335105" y="736217"/>
                    </a:lnTo>
                    <a:lnTo>
                      <a:pt x="293217" y="735582"/>
                    </a:lnTo>
                    <a:lnTo>
                      <a:pt x="251329" y="734947"/>
                    </a:lnTo>
                    <a:lnTo>
                      <a:pt x="209441" y="733678"/>
                    </a:lnTo>
                    <a:lnTo>
                      <a:pt x="167553" y="732409"/>
                    </a:lnTo>
                    <a:lnTo>
                      <a:pt x="125664" y="731139"/>
                    </a:lnTo>
                    <a:lnTo>
                      <a:pt x="83776" y="729870"/>
                    </a:lnTo>
                    <a:lnTo>
                      <a:pt x="41888" y="728601"/>
                    </a:lnTo>
                    <a:lnTo>
                      <a:pt x="0" y="727331"/>
                    </a:lnTo>
                    <a:lnTo>
                      <a:pt x="1269" y="681635"/>
                    </a:lnTo>
                    <a:lnTo>
                      <a:pt x="2539" y="635939"/>
                    </a:lnTo>
                    <a:lnTo>
                      <a:pt x="3808" y="590243"/>
                    </a:lnTo>
                    <a:lnTo>
                      <a:pt x="5077" y="544546"/>
                    </a:lnTo>
                    <a:lnTo>
                      <a:pt x="6347" y="498850"/>
                    </a:lnTo>
                    <a:lnTo>
                      <a:pt x="7616" y="453154"/>
                    </a:lnTo>
                    <a:lnTo>
                      <a:pt x="8886" y="407458"/>
                    </a:lnTo>
                    <a:lnTo>
                      <a:pt x="10155" y="361762"/>
                    </a:lnTo>
                    <a:lnTo>
                      <a:pt x="11424" y="316065"/>
                    </a:lnTo>
                    <a:lnTo>
                      <a:pt x="12693" y="270369"/>
                    </a:lnTo>
                    <a:lnTo>
                      <a:pt x="13963" y="225308"/>
                    </a:lnTo>
                    <a:lnTo>
                      <a:pt x="15232" y="180246"/>
                    </a:lnTo>
                    <a:lnTo>
                      <a:pt x="16502" y="135185"/>
                    </a:lnTo>
                    <a:lnTo>
                      <a:pt x="17771" y="90123"/>
                    </a:lnTo>
                    <a:lnTo>
                      <a:pt x="19040" y="45062"/>
                    </a:lnTo>
                    <a:lnTo>
                      <a:pt x="20310" y="0"/>
                    </a:lnTo>
                    <a:lnTo>
                      <a:pt x="31099" y="635"/>
                    </a:lnTo>
                    <a:lnTo>
                      <a:pt x="69179" y="1904"/>
                    </a:lnTo>
                    <a:lnTo>
                      <a:pt x="107894" y="3173"/>
                    </a:lnTo>
                    <a:lnTo>
                      <a:pt x="145974" y="4443"/>
                    </a:lnTo>
                    <a:lnTo>
                      <a:pt x="184689" y="5712"/>
                    </a:lnTo>
                    <a:lnTo>
                      <a:pt x="222769" y="6981"/>
                    </a:lnTo>
                    <a:lnTo>
                      <a:pt x="261484" y="7616"/>
                    </a:lnTo>
                    <a:lnTo>
                      <a:pt x="299564" y="8251"/>
                    </a:lnTo>
                    <a:lnTo>
                      <a:pt x="338279" y="8885"/>
                    </a:lnTo>
                    <a:lnTo>
                      <a:pt x="376359" y="9520"/>
                    </a:lnTo>
                    <a:lnTo>
                      <a:pt x="415074" y="10155"/>
                    </a:lnTo>
                    <a:lnTo>
                      <a:pt x="453154" y="10789"/>
                    </a:lnTo>
                    <a:lnTo>
                      <a:pt x="486157" y="11424"/>
                    </a:lnTo>
                    <a:lnTo>
                      <a:pt x="491869" y="11424"/>
                    </a:lnTo>
                    <a:lnTo>
                      <a:pt x="529949" y="12059"/>
                    </a:lnTo>
                    <a:lnTo>
                      <a:pt x="568664" y="12693"/>
                    </a:lnTo>
                    <a:lnTo>
                      <a:pt x="607379" y="13328"/>
                    </a:lnTo>
                    <a:lnTo>
                      <a:pt x="645459" y="13328"/>
                    </a:lnTo>
                    <a:lnTo>
                      <a:pt x="684174" y="13328"/>
                    </a:lnTo>
                    <a:lnTo>
                      <a:pt x="722254" y="13328"/>
                    </a:lnTo>
                    <a:lnTo>
                      <a:pt x="760969" y="13328"/>
                    </a:lnTo>
                    <a:lnTo>
                      <a:pt x="799049" y="13328"/>
                    </a:lnTo>
                    <a:lnTo>
                      <a:pt x="837764" y="13328"/>
                    </a:lnTo>
                    <a:lnTo>
                      <a:pt x="875844" y="12693"/>
                    </a:lnTo>
                    <a:lnTo>
                      <a:pt x="914559" y="12693"/>
                    </a:lnTo>
                    <a:lnTo>
                      <a:pt x="952639" y="12059"/>
                    </a:lnTo>
                    <a:lnTo>
                      <a:pt x="991354" y="11424"/>
                    </a:lnTo>
                    <a:lnTo>
                      <a:pt x="1030068" y="10789"/>
                    </a:lnTo>
                    <a:lnTo>
                      <a:pt x="1068149" y="10155"/>
                    </a:lnTo>
                    <a:lnTo>
                      <a:pt x="1106229" y="9520"/>
                    </a:lnTo>
                    <a:lnTo>
                      <a:pt x="1144944" y="8885"/>
                    </a:lnTo>
                    <a:lnTo>
                      <a:pt x="1183024" y="8251"/>
                    </a:lnTo>
                    <a:lnTo>
                      <a:pt x="1209046" y="7616"/>
                    </a:lnTo>
                    <a:lnTo>
                      <a:pt x="1209046" y="7616"/>
                    </a:lnTo>
                    <a:lnTo>
                      <a:pt x="1208410" y="13328"/>
                    </a:lnTo>
                    <a:lnTo>
                      <a:pt x="1209680" y="17136"/>
                    </a:lnTo>
                    <a:lnTo>
                      <a:pt x="1211584" y="20944"/>
                    </a:lnTo>
                    <a:lnTo>
                      <a:pt x="1212219" y="24117"/>
                    </a:lnTo>
                    <a:lnTo>
                      <a:pt x="1212854" y="28560"/>
                    </a:lnTo>
                    <a:lnTo>
                      <a:pt x="1214123" y="30464"/>
                    </a:lnTo>
                    <a:lnTo>
                      <a:pt x="1215392" y="32368"/>
                    </a:lnTo>
                    <a:lnTo>
                      <a:pt x="1216027" y="34272"/>
                    </a:lnTo>
                    <a:lnTo>
                      <a:pt x="1217296" y="42523"/>
                    </a:lnTo>
                    <a:lnTo>
                      <a:pt x="1223008" y="55216"/>
                    </a:lnTo>
                    <a:lnTo>
                      <a:pt x="1224277" y="64102"/>
                    </a:lnTo>
                    <a:lnTo>
                      <a:pt x="1226182" y="67910"/>
                    </a:lnTo>
                    <a:lnTo>
                      <a:pt x="1230624" y="76160"/>
                    </a:lnTo>
                    <a:lnTo>
                      <a:pt x="1232528" y="87584"/>
                    </a:lnTo>
                    <a:lnTo>
                      <a:pt x="1229355" y="96470"/>
                    </a:lnTo>
                    <a:lnTo>
                      <a:pt x="1224912" y="105355"/>
                    </a:lnTo>
                    <a:lnTo>
                      <a:pt x="1223643" y="115510"/>
                    </a:lnTo>
                    <a:lnTo>
                      <a:pt x="1228086" y="128838"/>
                    </a:lnTo>
                    <a:lnTo>
                      <a:pt x="1229355" y="136454"/>
                    </a:lnTo>
                    <a:lnTo>
                      <a:pt x="1230624" y="140262"/>
                    </a:lnTo>
                    <a:lnTo>
                      <a:pt x="1230624" y="142166"/>
                    </a:lnTo>
                    <a:lnTo>
                      <a:pt x="1229989" y="144705"/>
                    </a:lnTo>
                    <a:lnTo>
                      <a:pt x="1228086" y="149147"/>
                    </a:lnTo>
                    <a:lnTo>
                      <a:pt x="1227451" y="152321"/>
                    </a:lnTo>
                    <a:lnTo>
                      <a:pt x="1231259" y="167553"/>
                    </a:lnTo>
                    <a:lnTo>
                      <a:pt x="1232528" y="170726"/>
                    </a:lnTo>
                    <a:lnTo>
                      <a:pt x="1233163" y="174534"/>
                    </a:lnTo>
                    <a:lnTo>
                      <a:pt x="1230624" y="191035"/>
                    </a:lnTo>
                    <a:lnTo>
                      <a:pt x="1231259" y="201190"/>
                    </a:lnTo>
                    <a:lnTo>
                      <a:pt x="1232528" y="210076"/>
                    </a:lnTo>
                    <a:lnTo>
                      <a:pt x="1235702" y="218326"/>
                    </a:lnTo>
                    <a:lnTo>
                      <a:pt x="1243953" y="236097"/>
                    </a:lnTo>
                    <a:lnTo>
                      <a:pt x="1246491" y="244982"/>
                    </a:lnTo>
                    <a:lnTo>
                      <a:pt x="1249664" y="253233"/>
                    </a:lnTo>
                    <a:lnTo>
                      <a:pt x="1256011" y="259580"/>
                    </a:lnTo>
                    <a:lnTo>
                      <a:pt x="1253473" y="265292"/>
                    </a:lnTo>
                    <a:lnTo>
                      <a:pt x="1254107" y="270369"/>
                    </a:lnTo>
                    <a:lnTo>
                      <a:pt x="1259184" y="281793"/>
                    </a:lnTo>
                    <a:lnTo>
                      <a:pt x="1259184" y="283063"/>
                    </a:lnTo>
                    <a:lnTo>
                      <a:pt x="1258549" y="284967"/>
                    </a:lnTo>
                    <a:lnTo>
                      <a:pt x="1259184" y="286236"/>
                    </a:lnTo>
                    <a:lnTo>
                      <a:pt x="1259819" y="286871"/>
                    </a:lnTo>
                    <a:lnTo>
                      <a:pt x="1260454" y="286871"/>
                    </a:lnTo>
                    <a:lnTo>
                      <a:pt x="1261088" y="287505"/>
                    </a:lnTo>
                    <a:lnTo>
                      <a:pt x="1261723" y="288140"/>
                    </a:lnTo>
                    <a:lnTo>
                      <a:pt x="1262357" y="288775"/>
                    </a:lnTo>
                    <a:lnTo>
                      <a:pt x="1266801" y="293217"/>
                    </a:lnTo>
                    <a:lnTo>
                      <a:pt x="1268070" y="296391"/>
                    </a:lnTo>
                    <a:lnTo>
                      <a:pt x="1270608" y="304641"/>
                    </a:lnTo>
                    <a:lnTo>
                      <a:pt x="1273147" y="309719"/>
                    </a:lnTo>
                    <a:lnTo>
                      <a:pt x="1275686" y="313527"/>
                    </a:lnTo>
                    <a:lnTo>
                      <a:pt x="1277590" y="317335"/>
                    </a:lnTo>
                    <a:lnTo>
                      <a:pt x="1278859" y="325585"/>
                    </a:lnTo>
                    <a:lnTo>
                      <a:pt x="1281397" y="331932"/>
                    </a:lnTo>
                    <a:lnTo>
                      <a:pt x="1284571" y="333836"/>
                    </a:lnTo>
                    <a:lnTo>
                      <a:pt x="1285206" y="335105"/>
                    </a:lnTo>
                    <a:lnTo>
                      <a:pt x="1285206" y="337009"/>
                    </a:lnTo>
                    <a:lnTo>
                      <a:pt x="1284571" y="338279"/>
                    </a:lnTo>
                    <a:lnTo>
                      <a:pt x="1283936" y="339548"/>
                    </a:lnTo>
                    <a:lnTo>
                      <a:pt x="1283936" y="340183"/>
                    </a:lnTo>
                    <a:lnTo>
                      <a:pt x="1284571" y="345895"/>
                    </a:lnTo>
                    <a:lnTo>
                      <a:pt x="1284571" y="350338"/>
                    </a:lnTo>
                    <a:lnTo>
                      <a:pt x="1285206" y="354780"/>
                    </a:lnTo>
                    <a:lnTo>
                      <a:pt x="1287110" y="358588"/>
                    </a:lnTo>
                    <a:lnTo>
                      <a:pt x="1287110" y="362396"/>
                    </a:lnTo>
                    <a:lnTo>
                      <a:pt x="1284571" y="374455"/>
                    </a:lnTo>
                    <a:lnTo>
                      <a:pt x="1284571" y="379532"/>
                    </a:lnTo>
                    <a:lnTo>
                      <a:pt x="1285841" y="380802"/>
                    </a:lnTo>
                    <a:lnTo>
                      <a:pt x="1287110" y="382071"/>
                    </a:lnTo>
                    <a:lnTo>
                      <a:pt x="1289014" y="383975"/>
                    </a:lnTo>
                    <a:lnTo>
                      <a:pt x="1289648" y="386514"/>
                    </a:lnTo>
                    <a:lnTo>
                      <a:pt x="1289014" y="416978"/>
                    </a:lnTo>
                    <a:lnTo>
                      <a:pt x="1289648" y="422055"/>
                    </a:lnTo>
                    <a:lnTo>
                      <a:pt x="1292822" y="433479"/>
                    </a:lnTo>
                    <a:lnTo>
                      <a:pt x="1293456" y="438557"/>
                    </a:lnTo>
                    <a:lnTo>
                      <a:pt x="1293456" y="440461"/>
                    </a:lnTo>
                    <a:lnTo>
                      <a:pt x="1292822" y="442365"/>
                    </a:lnTo>
                    <a:lnTo>
                      <a:pt x="1292187" y="444903"/>
                    </a:lnTo>
                    <a:lnTo>
                      <a:pt x="1292187" y="447442"/>
                    </a:lnTo>
                    <a:lnTo>
                      <a:pt x="1294726" y="456962"/>
                    </a:lnTo>
                    <a:lnTo>
                      <a:pt x="1295361" y="461405"/>
                    </a:lnTo>
                    <a:lnTo>
                      <a:pt x="1294726" y="477271"/>
                    </a:lnTo>
                    <a:lnTo>
                      <a:pt x="1295361" y="480445"/>
                    </a:lnTo>
                    <a:lnTo>
                      <a:pt x="1295995" y="482983"/>
                    </a:lnTo>
                    <a:lnTo>
                      <a:pt x="1298534" y="486791"/>
                    </a:lnTo>
                    <a:lnTo>
                      <a:pt x="1299168" y="489965"/>
                    </a:lnTo>
                    <a:lnTo>
                      <a:pt x="1299168" y="491869"/>
                    </a:lnTo>
                    <a:lnTo>
                      <a:pt x="1298534" y="491869"/>
                    </a:lnTo>
                    <a:lnTo>
                      <a:pt x="1299803" y="492503"/>
                    </a:lnTo>
                    <a:lnTo>
                      <a:pt x="1301707" y="493138"/>
                    </a:lnTo>
                    <a:lnTo>
                      <a:pt x="1303611" y="494408"/>
                    </a:lnTo>
                    <a:lnTo>
                      <a:pt x="1305515" y="495042"/>
                    </a:lnTo>
                    <a:lnTo>
                      <a:pt x="1306784" y="495677"/>
                    </a:lnTo>
                    <a:lnTo>
                      <a:pt x="1307420" y="496946"/>
                    </a:lnTo>
                    <a:lnTo>
                      <a:pt x="1307420" y="498216"/>
                    </a:lnTo>
                    <a:lnTo>
                      <a:pt x="1306784" y="499485"/>
                    </a:lnTo>
                    <a:lnTo>
                      <a:pt x="1306150" y="503293"/>
                    </a:lnTo>
                    <a:lnTo>
                      <a:pt x="1303611" y="506466"/>
                    </a:lnTo>
                    <a:lnTo>
                      <a:pt x="1302976" y="509005"/>
                    </a:lnTo>
                    <a:lnTo>
                      <a:pt x="1303611" y="517256"/>
                    </a:lnTo>
                    <a:lnTo>
                      <a:pt x="1303611" y="519794"/>
                    </a:lnTo>
                    <a:lnTo>
                      <a:pt x="1302976" y="521698"/>
                    </a:lnTo>
                    <a:lnTo>
                      <a:pt x="1301707" y="525506"/>
                    </a:lnTo>
                    <a:lnTo>
                      <a:pt x="1301073" y="528045"/>
                    </a:lnTo>
                    <a:lnTo>
                      <a:pt x="1301707" y="531853"/>
                    </a:lnTo>
                    <a:lnTo>
                      <a:pt x="1304246" y="540104"/>
                    </a:lnTo>
                    <a:lnTo>
                      <a:pt x="1304881" y="545181"/>
                    </a:lnTo>
                    <a:lnTo>
                      <a:pt x="1304246" y="550258"/>
                    </a:lnTo>
                    <a:lnTo>
                      <a:pt x="1302342" y="558509"/>
                    </a:lnTo>
                    <a:lnTo>
                      <a:pt x="1302976" y="563586"/>
                    </a:lnTo>
                    <a:lnTo>
                      <a:pt x="1304881" y="566760"/>
                    </a:lnTo>
                    <a:lnTo>
                      <a:pt x="1310593" y="573741"/>
                    </a:lnTo>
                    <a:lnTo>
                      <a:pt x="1311862" y="578184"/>
                    </a:lnTo>
                    <a:lnTo>
                      <a:pt x="1313131" y="587069"/>
                    </a:lnTo>
                    <a:lnTo>
                      <a:pt x="1313766" y="592147"/>
                    </a:lnTo>
                    <a:lnTo>
                      <a:pt x="1312496" y="597224"/>
                    </a:lnTo>
                    <a:lnTo>
                      <a:pt x="1313766" y="599128"/>
                    </a:lnTo>
                    <a:lnTo>
                      <a:pt x="1316940" y="602301"/>
                    </a:lnTo>
                    <a:lnTo>
                      <a:pt x="1318209" y="604205"/>
                    </a:lnTo>
                    <a:lnTo>
                      <a:pt x="1318843" y="606109"/>
                    </a:lnTo>
                    <a:lnTo>
                      <a:pt x="1318843" y="608013"/>
                    </a:lnTo>
                    <a:lnTo>
                      <a:pt x="1319478" y="610552"/>
                    </a:lnTo>
                    <a:lnTo>
                      <a:pt x="1320747" y="613091"/>
                    </a:lnTo>
                    <a:lnTo>
                      <a:pt x="1331536" y="628323"/>
                    </a:lnTo>
                    <a:lnTo>
                      <a:pt x="1337883" y="634670"/>
                    </a:lnTo>
                    <a:lnTo>
                      <a:pt x="1340422" y="638477"/>
                    </a:lnTo>
                    <a:lnTo>
                      <a:pt x="1341691" y="643555"/>
                    </a:lnTo>
                    <a:lnTo>
                      <a:pt x="1341691" y="659422"/>
                    </a:lnTo>
                    <a:lnTo>
                      <a:pt x="1342326" y="664499"/>
                    </a:lnTo>
                    <a:lnTo>
                      <a:pt x="1342961" y="667038"/>
                    </a:lnTo>
                    <a:lnTo>
                      <a:pt x="1343595" y="668942"/>
                    </a:lnTo>
                    <a:lnTo>
                      <a:pt x="1348038" y="675288"/>
                    </a:lnTo>
                    <a:lnTo>
                      <a:pt x="1348038" y="677192"/>
                    </a:lnTo>
                    <a:lnTo>
                      <a:pt x="1347403" y="679096"/>
                    </a:lnTo>
                    <a:lnTo>
                      <a:pt x="1347403" y="681635"/>
                    </a:lnTo>
                    <a:lnTo>
                      <a:pt x="1348038" y="682904"/>
                    </a:lnTo>
                    <a:lnTo>
                      <a:pt x="1349308" y="691790"/>
                    </a:lnTo>
                    <a:lnTo>
                      <a:pt x="1349308" y="694963"/>
                    </a:lnTo>
                    <a:lnTo>
                      <a:pt x="1348673" y="701944"/>
                    </a:lnTo>
                    <a:lnTo>
                      <a:pt x="1346769" y="707022"/>
                    </a:lnTo>
                    <a:lnTo>
                      <a:pt x="1346769" y="712734"/>
                    </a:lnTo>
                    <a:lnTo>
                      <a:pt x="1342961" y="731139"/>
                    </a:lnTo>
                    <a:lnTo>
                      <a:pt x="1342961" y="731139"/>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37" name="Google Shape;437;p51"/>
              <p:cNvSpPr/>
              <p:nvPr/>
            </p:nvSpPr>
            <p:spPr>
              <a:xfrm>
                <a:off x="6754863" y="3877597"/>
                <a:ext cx="1289450" cy="557375"/>
              </a:xfrm>
              <a:custGeom>
                <a:avLst/>
                <a:gdLst/>
                <a:ahLst/>
                <a:cxnLst/>
                <a:rect l="l" t="t" r="r" b="b"/>
                <a:pathLst>
                  <a:path w="1770727" h="765411" extrusionOk="0">
                    <a:moveTo>
                      <a:pt x="1345499" y="740024"/>
                    </a:moveTo>
                    <a:lnTo>
                      <a:pt x="1342960" y="738120"/>
                    </a:lnTo>
                    <a:lnTo>
                      <a:pt x="1339787" y="738755"/>
                    </a:lnTo>
                    <a:lnTo>
                      <a:pt x="1337248" y="741294"/>
                    </a:lnTo>
                    <a:lnTo>
                      <a:pt x="1336614" y="745737"/>
                    </a:lnTo>
                    <a:lnTo>
                      <a:pt x="1338518" y="748275"/>
                    </a:lnTo>
                    <a:lnTo>
                      <a:pt x="1341691" y="748910"/>
                    </a:lnTo>
                    <a:lnTo>
                      <a:pt x="1345499" y="749544"/>
                    </a:lnTo>
                    <a:lnTo>
                      <a:pt x="1348038" y="750814"/>
                    </a:lnTo>
                    <a:lnTo>
                      <a:pt x="1349307" y="748275"/>
                    </a:lnTo>
                    <a:lnTo>
                      <a:pt x="1350577" y="732409"/>
                    </a:lnTo>
                    <a:lnTo>
                      <a:pt x="1347404" y="738755"/>
                    </a:lnTo>
                    <a:lnTo>
                      <a:pt x="1345499" y="740024"/>
                    </a:lnTo>
                    <a:close/>
                    <a:moveTo>
                      <a:pt x="1357558" y="666403"/>
                    </a:moveTo>
                    <a:lnTo>
                      <a:pt x="1356288" y="672750"/>
                    </a:lnTo>
                    <a:lnTo>
                      <a:pt x="1356288" y="680366"/>
                    </a:lnTo>
                    <a:lnTo>
                      <a:pt x="1355654" y="686712"/>
                    </a:lnTo>
                    <a:lnTo>
                      <a:pt x="1358193" y="682904"/>
                    </a:lnTo>
                    <a:lnTo>
                      <a:pt x="1360097" y="676557"/>
                    </a:lnTo>
                    <a:lnTo>
                      <a:pt x="1362001" y="664499"/>
                    </a:lnTo>
                    <a:lnTo>
                      <a:pt x="1362635" y="663864"/>
                    </a:lnTo>
                    <a:lnTo>
                      <a:pt x="1363270" y="663864"/>
                    </a:lnTo>
                    <a:lnTo>
                      <a:pt x="1363905" y="663230"/>
                    </a:lnTo>
                    <a:lnTo>
                      <a:pt x="1363270" y="661960"/>
                    </a:lnTo>
                    <a:lnTo>
                      <a:pt x="1357558" y="666403"/>
                    </a:lnTo>
                    <a:close/>
                    <a:moveTo>
                      <a:pt x="1434988" y="559779"/>
                    </a:moveTo>
                    <a:lnTo>
                      <a:pt x="1428006" y="566125"/>
                    </a:lnTo>
                    <a:lnTo>
                      <a:pt x="1424198" y="568029"/>
                    </a:lnTo>
                    <a:lnTo>
                      <a:pt x="1421025" y="569933"/>
                    </a:lnTo>
                    <a:lnTo>
                      <a:pt x="1398177" y="592147"/>
                    </a:lnTo>
                    <a:lnTo>
                      <a:pt x="1392465" y="601032"/>
                    </a:lnTo>
                    <a:lnTo>
                      <a:pt x="1389926" y="609917"/>
                    </a:lnTo>
                    <a:lnTo>
                      <a:pt x="1392465" y="605475"/>
                    </a:lnTo>
                    <a:lnTo>
                      <a:pt x="1409601" y="582626"/>
                    </a:lnTo>
                    <a:lnTo>
                      <a:pt x="1412140" y="580723"/>
                    </a:lnTo>
                    <a:lnTo>
                      <a:pt x="1418486" y="577549"/>
                    </a:lnTo>
                    <a:lnTo>
                      <a:pt x="1433084" y="565490"/>
                    </a:lnTo>
                    <a:lnTo>
                      <a:pt x="1437526" y="559779"/>
                    </a:lnTo>
                    <a:lnTo>
                      <a:pt x="1438161" y="559144"/>
                    </a:lnTo>
                    <a:lnTo>
                      <a:pt x="1438795" y="559144"/>
                    </a:lnTo>
                    <a:lnTo>
                      <a:pt x="1438795" y="558509"/>
                    </a:lnTo>
                    <a:lnTo>
                      <a:pt x="1438161" y="557240"/>
                    </a:lnTo>
                    <a:lnTo>
                      <a:pt x="1434988" y="559779"/>
                    </a:lnTo>
                    <a:close/>
                    <a:moveTo>
                      <a:pt x="1593020" y="490599"/>
                    </a:moveTo>
                    <a:lnTo>
                      <a:pt x="1590482" y="489330"/>
                    </a:lnTo>
                    <a:lnTo>
                      <a:pt x="1575249" y="487426"/>
                    </a:lnTo>
                    <a:lnTo>
                      <a:pt x="1571441" y="488061"/>
                    </a:lnTo>
                    <a:lnTo>
                      <a:pt x="1572076" y="489965"/>
                    </a:lnTo>
                    <a:lnTo>
                      <a:pt x="1574615" y="490599"/>
                    </a:lnTo>
                    <a:lnTo>
                      <a:pt x="1585405" y="491869"/>
                    </a:lnTo>
                    <a:lnTo>
                      <a:pt x="1594289" y="495677"/>
                    </a:lnTo>
                    <a:lnTo>
                      <a:pt x="1594925" y="496312"/>
                    </a:lnTo>
                    <a:lnTo>
                      <a:pt x="1597463" y="494408"/>
                    </a:lnTo>
                    <a:lnTo>
                      <a:pt x="1596194" y="491869"/>
                    </a:lnTo>
                    <a:lnTo>
                      <a:pt x="1593020" y="490599"/>
                    </a:lnTo>
                    <a:close/>
                    <a:moveTo>
                      <a:pt x="1554306" y="485522"/>
                    </a:moveTo>
                    <a:lnTo>
                      <a:pt x="1521938" y="496946"/>
                    </a:lnTo>
                    <a:lnTo>
                      <a:pt x="1491473" y="509639"/>
                    </a:lnTo>
                    <a:lnTo>
                      <a:pt x="1486396" y="513448"/>
                    </a:lnTo>
                    <a:lnTo>
                      <a:pt x="1483858" y="517890"/>
                    </a:lnTo>
                    <a:lnTo>
                      <a:pt x="1535900" y="493138"/>
                    </a:lnTo>
                    <a:lnTo>
                      <a:pt x="1540978" y="491234"/>
                    </a:lnTo>
                    <a:lnTo>
                      <a:pt x="1565729" y="487426"/>
                    </a:lnTo>
                    <a:lnTo>
                      <a:pt x="1565095" y="485522"/>
                    </a:lnTo>
                    <a:lnTo>
                      <a:pt x="1554306" y="485522"/>
                    </a:lnTo>
                    <a:close/>
                    <a:moveTo>
                      <a:pt x="1643159" y="411266"/>
                    </a:moveTo>
                    <a:lnTo>
                      <a:pt x="1640621" y="414439"/>
                    </a:lnTo>
                    <a:lnTo>
                      <a:pt x="1639986" y="416978"/>
                    </a:lnTo>
                    <a:lnTo>
                      <a:pt x="1639352" y="418882"/>
                    </a:lnTo>
                    <a:lnTo>
                      <a:pt x="1632370" y="426498"/>
                    </a:lnTo>
                    <a:lnTo>
                      <a:pt x="1616503" y="452519"/>
                    </a:lnTo>
                    <a:lnTo>
                      <a:pt x="1601271" y="495677"/>
                    </a:lnTo>
                    <a:lnTo>
                      <a:pt x="1600002" y="503293"/>
                    </a:lnTo>
                    <a:lnTo>
                      <a:pt x="1602540" y="507736"/>
                    </a:lnTo>
                    <a:lnTo>
                      <a:pt x="1603175" y="500754"/>
                    </a:lnTo>
                    <a:lnTo>
                      <a:pt x="1619042" y="453154"/>
                    </a:lnTo>
                    <a:lnTo>
                      <a:pt x="1627293" y="438556"/>
                    </a:lnTo>
                    <a:lnTo>
                      <a:pt x="1630466" y="435383"/>
                    </a:lnTo>
                    <a:lnTo>
                      <a:pt x="1634274" y="432210"/>
                    </a:lnTo>
                    <a:lnTo>
                      <a:pt x="1641890" y="419516"/>
                    </a:lnTo>
                    <a:lnTo>
                      <a:pt x="1646333" y="415074"/>
                    </a:lnTo>
                    <a:lnTo>
                      <a:pt x="1648872" y="407458"/>
                    </a:lnTo>
                    <a:lnTo>
                      <a:pt x="1646333" y="409362"/>
                    </a:lnTo>
                    <a:lnTo>
                      <a:pt x="1643159" y="411266"/>
                    </a:lnTo>
                    <a:close/>
                    <a:moveTo>
                      <a:pt x="1667912" y="369378"/>
                    </a:moveTo>
                    <a:lnTo>
                      <a:pt x="1667276" y="370012"/>
                    </a:lnTo>
                    <a:lnTo>
                      <a:pt x="1667276" y="372551"/>
                    </a:lnTo>
                    <a:lnTo>
                      <a:pt x="1666007" y="374455"/>
                    </a:lnTo>
                    <a:lnTo>
                      <a:pt x="1664738" y="376359"/>
                    </a:lnTo>
                    <a:lnTo>
                      <a:pt x="1664103" y="377628"/>
                    </a:lnTo>
                    <a:lnTo>
                      <a:pt x="1663469" y="381436"/>
                    </a:lnTo>
                    <a:lnTo>
                      <a:pt x="1659026" y="389052"/>
                    </a:lnTo>
                    <a:lnTo>
                      <a:pt x="1657756" y="392226"/>
                    </a:lnTo>
                    <a:lnTo>
                      <a:pt x="1659026" y="392226"/>
                    </a:lnTo>
                    <a:lnTo>
                      <a:pt x="1660930" y="387148"/>
                    </a:lnTo>
                    <a:lnTo>
                      <a:pt x="1673623" y="373186"/>
                    </a:lnTo>
                    <a:lnTo>
                      <a:pt x="1674258" y="372551"/>
                    </a:lnTo>
                    <a:lnTo>
                      <a:pt x="1674893" y="371916"/>
                    </a:lnTo>
                    <a:lnTo>
                      <a:pt x="1675527" y="371282"/>
                    </a:lnTo>
                    <a:lnTo>
                      <a:pt x="1676162" y="370647"/>
                    </a:lnTo>
                    <a:lnTo>
                      <a:pt x="1671085" y="369378"/>
                    </a:lnTo>
                    <a:lnTo>
                      <a:pt x="1667912" y="369378"/>
                    </a:lnTo>
                    <a:close/>
                    <a:moveTo>
                      <a:pt x="1700914" y="340818"/>
                    </a:moveTo>
                    <a:lnTo>
                      <a:pt x="1692029" y="350338"/>
                    </a:lnTo>
                    <a:lnTo>
                      <a:pt x="1686952" y="354145"/>
                    </a:lnTo>
                    <a:lnTo>
                      <a:pt x="1681874" y="353511"/>
                    </a:lnTo>
                    <a:lnTo>
                      <a:pt x="1681240" y="360492"/>
                    </a:lnTo>
                    <a:lnTo>
                      <a:pt x="1680605" y="363666"/>
                    </a:lnTo>
                    <a:lnTo>
                      <a:pt x="1678701" y="366839"/>
                    </a:lnTo>
                    <a:lnTo>
                      <a:pt x="1697741" y="347164"/>
                    </a:lnTo>
                    <a:lnTo>
                      <a:pt x="1714242" y="336375"/>
                    </a:lnTo>
                    <a:lnTo>
                      <a:pt x="1717415" y="331932"/>
                    </a:lnTo>
                    <a:lnTo>
                      <a:pt x="1719954" y="329394"/>
                    </a:lnTo>
                    <a:lnTo>
                      <a:pt x="1720589" y="328124"/>
                    </a:lnTo>
                    <a:lnTo>
                      <a:pt x="1721223" y="326220"/>
                    </a:lnTo>
                    <a:lnTo>
                      <a:pt x="1716146" y="330663"/>
                    </a:lnTo>
                    <a:lnTo>
                      <a:pt x="1700914" y="340818"/>
                    </a:lnTo>
                    <a:close/>
                    <a:moveTo>
                      <a:pt x="1765016" y="238001"/>
                    </a:moveTo>
                    <a:lnTo>
                      <a:pt x="1764381" y="218326"/>
                    </a:lnTo>
                    <a:lnTo>
                      <a:pt x="1761208" y="208172"/>
                    </a:lnTo>
                    <a:lnTo>
                      <a:pt x="1754861" y="196748"/>
                    </a:lnTo>
                    <a:lnTo>
                      <a:pt x="1752957" y="191670"/>
                    </a:lnTo>
                    <a:lnTo>
                      <a:pt x="1751053" y="186593"/>
                    </a:lnTo>
                    <a:lnTo>
                      <a:pt x="1747880" y="180246"/>
                    </a:lnTo>
                    <a:lnTo>
                      <a:pt x="1744072" y="175169"/>
                    </a:lnTo>
                    <a:lnTo>
                      <a:pt x="1739629" y="172630"/>
                    </a:lnTo>
                    <a:lnTo>
                      <a:pt x="1738360" y="174534"/>
                    </a:lnTo>
                    <a:lnTo>
                      <a:pt x="1740899" y="178977"/>
                    </a:lnTo>
                    <a:lnTo>
                      <a:pt x="1745976" y="186593"/>
                    </a:lnTo>
                    <a:lnTo>
                      <a:pt x="1747245" y="191036"/>
                    </a:lnTo>
                    <a:lnTo>
                      <a:pt x="1756130" y="207537"/>
                    </a:lnTo>
                    <a:lnTo>
                      <a:pt x="1759939" y="217692"/>
                    </a:lnTo>
                    <a:lnTo>
                      <a:pt x="1761208" y="223404"/>
                    </a:lnTo>
                    <a:lnTo>
                      <a:pt x="1761208" y="225942"/>
                    </a:lnTo>
                    <a:lnTo>
                      <a:pt x="1759939" y="231654"/>
                    </a:lnTo>
                    <a:lnTo>
                      <a:pt x="1759939" y="234828"/>
                    </a:lnTo>
                    <a:lnTo>
                      <a:pt x="1760573" y="237366"/>
                    </a:lnTo>
                    <a:lnTo>
                      <a:pt x="1762477" y="241809"/>
                    </a:lnTo>
                    <a:lnTo>
                      <a:pt x="1763112" y="244348"/>
                    </a:lnTo>
                    <a:lnTo>
                      <a:pt x="1763747" y="250060"/>
                    </a:lnTo>
                    <a:lnTo>
                      <a:pt x="1763747" y="258945"/>
                    </a:lnTo>
                    <a:lnTo>
                      <a:pt x="1765016" y="268465"/>
                    </a:lnTo>
                    <a:lnTo>
                      <a:pt x="1765650" y="281158"/>
                    </a:lnTo>
                    <a:lnTo>
                      <a:pt x="1765016" y="284332"/>
                    </a:lnTo>
                    <a:lnTo>
                      <a:pt x="1766920" y="291948"/>
                    </a:lnTo>
                    <a:lnTo>
                      <a:pt x="1762477" y="297660"/>
                    </a:lnTo>
                    <a:lnTo>
                      <a:pt x="1749783" y="305911"/>
                    </a:lnTo>
                    <a:lnTo>
                      <a:pt x="1738360" y="315431"/>
                    </a:lnTo>
                    <a:lnTo>
                      <a:pt x="1737725" y="316065"/>
                    </a:lnTo>
                    <a:lnTo>
                      <a:pt x="1737090" y="315431"/>
                    </a:lnTo>
                    <a:lnTo>
                      <a:pt x="1736456" y="314796"/>
                    </a:lnTo>
                    <a:lnTo>
                      <a:pt x="1735821" y="314161"/>
                    </a:lnTo>
                    <a:lnTo>
                      <a:pt x="1735186" y="314796"/>
                    </a:lnTo>
                    <a:lnTo>
                      <a:pt x="1735186" y="316065"/>
                    </a:lnTo>
                    <a:lnTo>
                      <a:pt x="1735186" y="317335"/>
                    </a:lnTo>
                    <a:lnTo>
                      <a:pt x="1735186" y="317969"/>
                    </a:lnTo>
                    <a:lnTo>
                      <a:pt x="1734552" y="319239"/>
                    </a:lnTo>
                    <a:lnTo>
                      <a:pt x="1734552" y="320508"/>
                    </a:lnTo>
                    <a:lnTo>
                      <a:pt x="1733917" y="321143"/>
                    </a:lnTo>
                    <a:lnTo>
                      <a:pt x="1732013" y="321777"/>
                    </a:lnTo>
                    <a:lnTo>
                      <a:pt x="1730743" y="323047"/>
                    </a:lnTo>
                    <a:lnTo>
                      <a:pt x="1729474" y="324951"/>
                    </a:lnTo>
                    <a:lnTo>
                      <a:pt x="1729474" y="326855"/>
                    </a:lnTo>
                    <a:lnTo>
                      <a:pt x="1731379" y="326855"/>
                    </a:lnTo>
                    <a:lnTo>
                      <a:pt x="1733282" y="326220"/>
                    </a:lnTo>
                    <a:lnTo>
                      <a:pt x="1735186" y="323681"/>
                    </a:lnTo>
                    <a:lnTo>
                      <a:pt x="1736456" y="323047"/>
                    </a:lnTo>
                    <a:lnTo>
                      <a:pt x="1739629" y="321777"/>
                    </a:lnTo>
                    <a:lnTo>
                      <a:pt x="1746610" y="316700"/>
                    </a:lnTo>
                    <a:lnTo>
                      <a:pt x="1750419" y="314796"/>
                    </a:lnTo>
                    <a:lnTo>
                      <a:pt x="1757400" y="309719"/>
                    </a:lnTo>
                    <a:lnTo>
                      <a:pt x="1763747" y="308449"/>
                    </a:lnTo>
                    <a:lnTo>
                      <a:pt x="1765650" y="307815"/>
                    </a:lnTo>
                    <a:lnTo>
                      <a:pt x="1768823" y="304641"/>
                    </a:lnTo>
                    <a:lnTo>
                      <a:pt x="1770093" y="300199"/>
                    </a:lnTo>
                    <a:lnTo>
                      <a:pt x="1770728" y="280524"/>
                    </a:lnTo>
                    <a:lnTo>
                      <a:pt x="1765016" y="238001"/>
                    </a:lnTo>
                    <a:close/>
                    <a:moveTo>
                      <a:pt x="1708530" y="149782"/>
                    </a:moveTo>
                    <a:lnTo>
                      <a:pt x="1705357" y="145974"/>
                    </a:lnTo>
                    <a:lnTo>
                      <a:pt x="1704722" y="144070"/>
                    </a:lnTo>
                    <a:lnTo>
                      <a:pt x="1703453" y="143435"/>
                    </a:lnTo>
                    <a:lnTo>
                      <a:pt x="1702183" y="142801"/>
                    </a:lnTo>
                    <a:lnTo>
                      <a:pt x="1699010" y="142166"/>
                    </a:lnTo>
                    <a:lnTo>
                      <a:pt x="1697106" y="141531"/>
                    </a:lnTo>
                    <a:lnTo>
                      <a:pt x="1695202" y="140897"/>
                    </a:lnTo>
                    <a:lnTo>
                      <a:pt x="1693298" y="140897"/>
                    </a:lnTo>
                    <a:lnTo>
                      <a:pt x="1691394" y="141531"/>
                    </a:lnTo>
                    <a:lnTo>
                      <a:pt x="1690125" y="143435"/>
                    </a:lnTo>
                    <a:lnTo>
                      <a:pt x="1690760" y="144705"/>
                    </a:lnTo>
                    <a:lnTo>
                      <a:pt x="1692029" y="145339"/>
                    </a:lnTo>
                    <a:lnTo>
                      <a:pt x="1693298" y="146609"/>
                    </a:lnTo>
                    <a:lnTo>
                      <a:pt x="1695837" y="149147"/>
                    </a:lnTo>
                    <a:lnTo>
                      <a:pt x="1702818" y="154225"/>
                    </a:lnTo>
                    <a:lnTo>
                      <a:pt x="1705357" y="158033"/>
                    </a:lnTo>
                    <a:lnTo>
                      <a:pt x="1707261" y="162475"/>
                    </a:lnTo>
                    <a:lnTo>
                      <a:pt x="1709800" y="166283"/>
                    </a:lnTo>
                    <a:lnTo>
                      <a:pt x="1712973" y="167553"/>
                    </a:lnTo>
                    <a:lnTo>
                      <a:pt x="1716781" y="166283"/>
                    </a:lnTo>
                    <a:lnTo>
                      <a:pt x="1717415" y="165014"/>
                    </a:lnTo>
                    <a:lnTo>
                      <a:pt x="1716781" y="162475"/>
                    </a:lnTo>
                    <a:lnTo>
                      <a:pt x="1717415" y="157398"/>
                    </a:lnTo>
                    <a:lnTo>
                      <a:pt x="1708530" y="149782"/>
                    </a:lnTo>
                    <a:close/>
                    <a:moveTo>
                      <a:pt x="1730109" y="166283"/>
                    </a:moveTo>
                    <a:lnTo>
                      <a:pt x="1730743" y="167553"/>
                    </a:lnTo>
                    <a:lnTo>
                      <a:pt x="1732648" y="168187"/>
                    </a:lnTo>
                    <a:lnTo>
                      <a:pt x="1736456" y="168822"/>
                    </a:lnTo>
                    <a:lnTo>
                      <a:pt x="1738360" y="169457"/>
                    </a:lnTo>
                    <a:lnTo>
                      <a:pt x="1728840" y="156129"/>
                    </a:lnTo>
                    <a:lnTo>
                      <a:pt x="1724397" y="146609"/>
                    </a:lnTo>
                    <a:lnTo>
                      <a:pt x="1681874" y="96470"/>
                    </a:lnTo>
                    <a:lnTo>
                      <a:pt x="1667912" y="72987"/>
                    </a:lnTo>
                    <a:lnTo>
                      <a:pt x="1659661" y="62198"/>
                    </a:lnTo>
                    <a:lnTo>
                      <a:pt x="1657756" y="58390"/>
                    </a:lnTo>
                    <a:lnTo>
                      <a:pt x="1655853" y="52677"/>
                    </a:lnTo>
                    <a:lnTo>
                      <a:pt x="1653948" y="47600"/>
                    </a:lnTo>
                    <a:lnTo>
                      <a:pt x="1648872" y="38080"/>
                    </a:lnTo>
                    <a:lnTo>
                      <a:pt x="1631735" y="0"/>
                    </a:lnTo>
                    <a:lnTo>
                      <a:pt x="1631735" y="0"/>
                    </a:lnTo>
                    <a:lnTo>
                      <a:pt x="1629196" y="635"/>
                    </a:lnTo>
                    <a:lnTo>
                      <a:pt x="1626658" y="1269"/>
                    </a:lnTo>
                    <a:lnTo>
                      <a:pt x="1626658" y="1904"/>
                    </a:lnTo>
                    <a:lnTo>
                      <a:pt x="1626658" y="3173"/>
                    </a:lnTo>
                    <a:lnTo>
                      <a:pt x="1631101" y="11424"/>
                    </a:lnTo>
                    <a:lnTo>
                      <a:pt x="1634274" y="19675"/>
                    </a:lnTo>
                    <a:lnTo>
                      <a:pt x="1638082" y="24752"/>
                    </a:lnTo>
                    <a:lnTo>
                      <a:pt x="1639986" y="28560"/>
                    </a:lnTo>
                    <a:lnTo>
                      <a:pt x="1643794" y="33637"/>
                    </a:lnTo>
                    <a:lnTo>
                      <a:pt x="1645063" y="36811"/>
                    </a:lnTo>
                    <a:lnTo>
                      <a:pt x="1650141" y="52677"/>
                    </a:lnTo>
                    <a:lnTo>
                      <a:pt x="1652679" y="59024"/>
                    </a:lnTo>
                    <a:lnTo>
                      <a:pt x="1652045" y="59024"/>
                    </a:lnTo>
                    <a:lnTo>
                      <a:pt x="1651410" y="59659"/>
                    </a:lnTo>
                    <a:lnTo>
                      <a:pt x="1651410" y="60294"/>
                    </a:lnTo>
                    <a:lnTo>
                      <a:pt x="1652045" y="61563"/>
                    </a:lnTo>
                    <a:lnTo>
                      <a:pt x="1655218" y="64102"/>
                    </a:lnTo>
                    <a:lnTo>
                      <a:pt x="1663469" y="73622"/>
                    </a:lnTo>
                    <a:lnTo>
                      <a:pt x="1667276" y="81238"/>
                    </a:lnTo>
                    <a:lnTo>
                      <a:pt x="1671720" y="87584"/>
                    </a:lnTo>
                    <a:lnTo>
                      <a:pt x="1675527" y="94566"/>
                    </a:lnTo>
                    <a:lnTo>
                      <a:pt x="1676162" y="100912"/>
                    </a:lnTo>
                    <a:lnTo>
                      <a:pt x="1676796" y="102817"/>
                    </a:lnTo>
                    <a:lnTo>
                      <a:pt x="1679335" y="106624"/>
                    </a:lnTo>
                    <a:lnTo>
                      <a:pt x="1681240" y="110432"/>
                    </a:lnTo>
                    <a:lnTo>
                      <a:pt x="1683778" y="114241"/>
                    </a:lnTo>
                    <a:lnTo>
                      <a:pt x="1687586" y="116144"/>
                    </a:lnTo>
                    <a:lnTo>
                      <a:pt x="1689490" y="113606"/>
                    </a:lnTo>
                    <a:lnTo>
                      <a:pt x="1692029" y="114241"/>
                    </a:lnTo>
                    <a:lnTo>
                      <a:pt x="1694567" y="116779"/>
                    </a:lnTo>
                    <a:lnTo>
                      <a:pt x="1696472" y="120587"/>
                    </a:lnTo>
                    <a:lnTo>
                      <a:pt x="1692029" y="123126"/>
                    </a:lnTo>
                    <a:lnTo>
                      <a:pt x="1690125" y="123126"/>
                    </a:lnTo>
                    <a:lnTo>
                      <a:pt x="1687586" y="120587"/>
                    </a:lnTo>
                    <a:lnTo>
                      <a:pt x="1687586" y="125030"/>
                    </a:lnTo>
                    <a:lnTo>
                      <a:pt x="1690125" y="127569"/>
                    </a:lnTo>
                    <a:lnTo>
                      <a:pt x="1693298" y="128203"/>
                    </a:lnTo>
                    <a:lnTo>
                      <a:pt x="1695837" y="125664"/>
                    </a:lnTo>
                    <a:lnTo>
                      <a:pt x="1697106" y="125664"/>
                    </a:lnTo>
                    <a:lnTo>
                      <a:pt x="1714877" y="140897"/>
                    </a:lnTo>
                    <a:lnTo>
                      <a:pt x="1719320" y="146609"/>
                    </a:lnTo>
                    <a:lnTo>
                      <a:pt x="1721859" y="154859"/>
                    </a:lnTo>
                    <a:lnTo>
                      <a:pt x="1723762" y="158667"/>
                    </a:lnTo>
                    <a:lnTo>
                      <a:pt x="1728840" y="160571"/>
                    </a:lnTo>
                    <a:lnTo>
                      <a:pt x="1729474" y="162475"/>
                    </a:lnTo>
                    <a:lnTo>
                      <a:pt x="1730109" y="166283"/>
                    </a:lnTo>
                    <a:close/>
                    <a:moveTo>
                      <a:pt x="1608887" y="11424"/>
                    </a:moveTo>
                    <a:lnTo>
                      <a:pt x="1610156" y="14597"/>
                    </a:lnTo>
                    <a:lnTo>
                      <a:pt x="1611426" y="17771"/>
                    </a:lnTo>
                    <a:lnTo>
                      <a:pt x="1615868" y="18405"/>
                    </a:lnTo>
                    <a:lnTo>
                      <a:pt x="1624119" y="16501"/>
                    </a:lnTo>
                    <a:lnTo>
                      <a:pt x="1626023" y="15232"/>
                    </a:lnTo>
                    <a:lnTo>
                      <a:pt x="1625388" y="13328"/>
                    </a:lnTo>
                    <a:lnTo>
                      <a:pt x="1624119" y="11424"/>
                    </a:lnTo>
                    <a:lnTo>
                      <a:pt x="1622850" y="8885"/>
                    </a:lnTo>
                    <a:lnTo>
                      <a:pt x="1620946" y="2539"/>
                    </a:lnTo>
                    <a:lnTo>
                      <a:pt x="1620946" y="2539"/>
                    </a:lnTo>
                    <a:lnTo>
                      <a:pt x="1617138" y="3173"/>
                    </a:lnTo>
                    <a:lnTo>
                      <a:pt x="1613965" y="3808"/>
                    </a:lnTo>
                    <a:lnTo>
                      <a:pt x="1612695" y="5712"/>
                    </a:lnTo>
                    <a:lnTo>
                      <a:pt x="1610156" y="6347"/>
                    </a:lnTo>
                    <a:lnTo>
                      <a:pt x="1608887" y="5077"/>
                    </a:lnTo>
                    <a:lnTo>
                      <a:pt x="1600002" y="6981"/>
                    </a:lnTo>
                    <a:lnTo>
                      <a:pt x="1601906" y="8885"/>
                    </a:lnTo>
                    <a:lnTo>
                      <a:pt x="1608887" y="11424"/>
                    </a:lnTo>
                    <a:close/>
                    <a:moveTo>
                      <a:pt x="1678066" y="229116"/>
                    </a:moveTo>
                    <a:lnTo>
                      <a:pt x="1681240" y="232924"/>
                    </a:lnTo>
                    <a:lnTo>
                      <a:pt x="1685047" y="234193"/>
                    </a:lnTo>
                    <a:lnTo>
                      <a:pt x="1689490" y="231020"/>
                    </a:lnTo>
                    <a:lnTo>
                      <a:pt x="1690125" y="231654"/>
                    </a:lnTo>
                    <a:lnTo>
                      <a:pt x="1690760" y="232289"/>
                    </a:lnTo>
                    <a:lnTo>
                      <a:pt x="1691394" y="232924"/>
                    </a:lnTo>
                    <a:lnTo>
                      <a:pt x="1692029" y="233558"/>
                    </a:lnTo>
                    <a:lnTo>
                      <a:pt x="1690760" y="234193"/>
                    </a:lnTo>
                    <a:lnTo>
                      <a:pt x="1688221" y="236097"/>
                    </a:lnTo>
                    <a:lnTo>
                      <a:pt x="1688855" y="238001"/>
                    </a:lnTo>
                    <a:lnTo>
                      <a:pt x="1695202" y="236732"/>
                    </a:lnTo>
                    <a:lnTo>
                      <a:pt x="1697741" y="235462"/>
                    </a:lnTo>
                    <a:lnTo>
                      <a:pt x="1699645" y="233558"/>
                    </a:lnTo>
                    <a:lnTo>
                      <a:pt x="1699645" y="232289"/>
                    </a:lnTo>
                    <a:lnTo>
                      <a:pt x="1699010" y="229750"/>
                    </a:lnTo>
                    <a:lnTo>
                      <a:pt x="1699010" y="227846"/>
                    </a:lnTo>
                    <a:lnTo>
                      <a:pt x="1700914" y="226577"/>
                    </a:lnTo>
                    <a:lnTo>
                      <a:pt x="1702818" y="225942"/>
                    </a:lnTo>
                    <a:lnTo>
                      <a:pt x="1703453" y="224673"/>
                    </a:lnTo>
                    <a:lnTo>
                      <a:pt x="1704088" y="223404"/>
                    </a:lnTo>
                    <a:lnTo>
                      <a:pt x="1705992" y="217692"/>
                    </a:lnTo>
                    <a:lnTo>
                      <a:pt x="1705357" y="215153"/>
                    </a:lnTo>
                    <a:lnTo>
                      <a:pt x="1699010" y="209441"/>
                    </a:lnTo>
                    <a:lnTo>
                      <a:pt x="1695837" y="205633"/>
                    </a:lnTo>
                    <a:lnTo>
                      <a:pt x="1695202" y="203729"/>
                    </a:lnTo>
                    <a:lnTo>
                      <a:pt x="1699645" y="202460"/>
                    </a:lnTo>
                    <a:lnTo>
                      <a:pt x="1704722" y="201825"/>
                    </a:lnTo>
                    <a:lnTo>
                      <a:pt x="1705357" y="199921"/>
                    </a:lnTo>
                    <a:lnTo>
                      <a:pt x="1704088" y="194844"/>
                    </a:lnTo>
                    <a:lnTo>
                      <a:pt x="1702183" y="191670"/>
                    </a:lnTo>
                    <a:lnTo>
                      <a:pt x="1698375" y="187862"/>
                    </a:lnTo>
                    <a:lnTo>
                      <a:pt x="1697106" y="185324"/>
                    </a:lnTo>
                    <a:lnTo>
                      <a:pt x="1697106" y="181516"/>
                    </a:lnTo>
                    <a:lnTo>
                      <a:pt x="1697741" y="177707"/>
                    </a:lnTo>
                    <a:lnTo>
                      <a:pt x="1698375" y="173899"/>
                    </a:lnTo>
                    <a:lnTo>
                      <a:pt x="1697741" y="169457"/>
                    </a:lnTo>
                    <a:lnTo>
                      <a:pt x="1696472" y="168187"/>
                    </a:lnTo>
                    <a:lnTo>
                      <a:pt x="1692029" y="163745"/>
                    </a:lnTo>
                    <a:lnTo>
                      <a:pt x="1691394" y="160571"/>
                    </a:lnTo>
                    <a:lnTo>
                      <a:pt x="1678701" y="147243"/>
                    </a:lnTo>
                    <a:lnTo>
                      <a:pt x="1671720" y="141531"/>
                    </a:lnTo>
                    <a:lnTo>
                      <a:pt x="1664103" y="138358"/>
                    </a:lnTo>
                    <a:lnTo>
                      <a:pt x="1664738" y="140897"/>
                    </a:lnTo>
                    <a:lnTo>
                      <a:pt x="1664738" y="143435"/>
                    </a:lnTo>
                    <a:lnTo>
                      <a:pt x="1664103" y="145974"/>
                    </a:lnTo>
                    <a:lnTo>
                      <a:pt x="1663469" y="148513"/>
                    </a:lnTo>
                    <a:lnTo>
                      <a:pt x="1666007" y="147878"/>
                    </a:lnTo>
                    <a:lnTo>
                      <a:pt x="1668546" y="147878"/>
                    </a:lnTo>
                    <a:lnTo>
                      <a:pt x="1671085" y="148513"/>
                    </a:lnTo>
                    <a:lnTo>
                      <a:pt x="1673623" y="149782"/>
                    </a:lnTo>
                    <a:lnTo>
                      <a:pt x="1669815" y="152321"/>
                    </a:lnTo>
                    <a:lnTo>
                      <a:pt x="1665373" y="152321"/>
                    </a:lnTo>
                    <a:lnTo>
                      <a:pt x="1660930" y="151686"/>
                    </a:lnTo>
                    <a:lnTo>
                      <a:pt x="1656487" y="151686"/>
                    </a:lnTo>
                    <a:lnTo>
                      <a:pt x="1658392" y="154859"/>
                    </a:lnTo>
                    <a:lnTo>
                      <a:pt x="1660930" y="157398"/>
                    </a:lnTo>
                    <a:lnTo>
                      <a:pt x="1663469" y="159302"/>
                    </a:lnTo>
                    <a:lnTo>
                      <a:pt x="1667912" y="159937"/>
                    </a:lnTo>
                    <a:lnTo>
                      <a:pt x="1668546" y="161841"/>
                    </a:lnTo>
                    <a:lnTo>
                      <a:pt x="1668546" y="163745"/>
                    </a:lnTo>
                    <a:lnTo>
                      <a:pt x="1666642" y="165014"/>
                    </a:lnTo>
                    <a:lnTo>
                      <a:pt x="1665373" y="165014"/>
                    </a:lnTo>
                    <a:lnTo>
                      <a:pt x="1660295" y="163110"/>
                    </a:lnTo>
                    <a:lnTo>
                      <a:pt x="1655218" y="158667"/>
                    </a:lnTo>
                    <a:lnTo>
                      <a:pt x="1651410" y="156129"/>
                    </a:lnTo>
                    <a:lnTo>
                      <a:pt x="1650141" y="157398"/>
                    </a:lnTo>
                    <a:lnTo>
                      <a:pt x="1648872" y="159937"/>
                    </a:lnTo>
                    <a:lnTo>
                      <a:pt x="1643159" y="165649"/>
                    </a:lnTo>
                    <a:lnTo>
                      <a:pt x="1641890" y="168187"/>
                    </a:lnTo>
                    <a:lnTo>
                      <a:pt x="1648872" y="198017"/>
                    </a:lnTo>
                    <a:lnTo>
                      <a:pt x="1649506" y="206268"/>
                    </a:lnTo>
                    <a:lnTo>
                      <a:pt x="1646967" y="227212"/>
                    </a:lnTo>
                    <a:lnTo>
                      <a:pt x="1645698" y="227846"/>
                    </a:lnTo>
                    <a:lnTo>
                      <a:pt x="1644428" y="225942"/>
                    </a:lnTo>
                    <a:lnTo>
                      <a:pt x="1643794" y="224673"/>
                    </a:lnTo>
                    <a:lnTo>
                      <a:pt x="1643159" y="224038"/>
                    </a:lnTo>
                    <a:lnTo>
                      <a:pt x="1643159" y="223404"/>
                    </a:lnTo>
                    <a:lnTo>
                      <a:pt x="1638082" y="225942"/>
                    </a:lnTo>
                    <a:lnTo>
                      <a:pt x="1633005" y="227212"/>
                    </a:lnTo>
                    <a:lnTo>
                      <a:pt x="1627927" y="226577"/>
                    </a:lnTo>
                    <a:lnTo>
                      <a:pt x="1622850" y="221500"/>
                    </a:lnTo>
                    <a:lnTo>
                      <a:pt x="1627293" y="220230"/>
                    </a:lnTo>
                    <a:lnTo>
                      <a:pt x="1634274" y="220865"/>
                    </a:lnTo>
                    <a:lnTo>
                      <a:pt x="1640621" y="220865"/>
                    </a:lnTo>
                    <a:lnTo>
                      <a:pt x="1643159" y="216422"/>
                    </a:lnTo>
                    <a:lnTo>
                      <a:pt x="1641890" y="215788"/>
                    </a:lnTo>
                    <a:lnTo>
                      <a:pt x="1639352" y="213249"/>
                    </a:lnTo>
                    <a:lnTo>
                      <a:pt x="1637447" y="210710"/>
                    </a:lnTo>
                    <a:lnTo>
                      <a:pt x="1639352" y="208806"/>
                    </a:lnTo>
                    <a:lnTo>
                      <a:pt x="1639986" y="206902"/>
                    </a:lnTo>
                    <a:lnTo>
                      <a:pt x="1638716" y="204364"/>
                    </a:lnTo>
                    <a:lnTo>
                      <a:pt x="1636178" y="201825"/>
                    </a:lnTo>
                    <a:lnTo>
                      <a:pt x="1634274" y="200556"/>
                    </a:lnTo>
                    <a:lnTo>
                      <a:pt x="1635543" y="200556"/>
                    </a:lnTo>
                    <a:lnTo>
                      <a:pt x="1632370" y="201190"/>
                    </a:lnTo>
                    <a:lnTo>
                      <a:pt x="1628562" y="201190"/>
                    </a:lnTo>
                    <a:lnTo>
                      <a:pt x="1625388" y="200556"/>
                    </a:lnTo>
                    <a:lnTo>
                      <a:pt x="1622850" y="199286"/>
                    </a:lnTo>
                    <a:lnTo>
                      <a:pt x="1620946" y="196748"/>
                    </a:lnTo>
                    <a:lnTo>
                      <a:pt x="1623485" y="196113"/>
                    </a:lnTo>
                    <a:lnTo>
                      <a:pt x="1629196" y="196748"/>
                    </a:lnTo>
                    <a:lnTo>
                      <a:pt x="1634274" y="193574"/>
                    </a:lnTo>
                    <a:lnTo>
                      <a:pt x="1633639" y="187227"/>
                    </a:lnTo>
                    <a:lnTo>
                      <a:pt x="1629832" y="180881"/>
                    </a:lnTo>
                    <a:lnTo>
                      <a:pt x="1624754" y="178342"/>
                    </a:lnTo>
                    <a:lnTo>
                      <a:pt x="1624119" y="176438"/>
                    </a:lnTo>
                    <a:lnTo>
                      <a:pt x="1627927" y="174534"/>
                    </a:lnTo>
                    <a:lnTo>
                      <a:pt x="1630466" y="170091"/>
                    </a:lnTo>
                    <a:lnTo>
                      <a:pt x="1631735" y="164379"/>
                    </a:lnTo>
                    <a:lnTo>
                      <a:pt x="1632370" y="158667"/>
                    </a:lnTo>
                    <a:lnTo>
                      <a:pt x="1629832" y="159937"/>
                    </a:lnTo>
                    <a:lnTo>
                      <a:pt x="1623485" y="163745"/>
                    </a:lnTo>
                    <a:lnTo>
                      <a:pt x="1623485" y="154859"/>
                    </a:lnTo>
                    <a:lnTo>
                      <a:pt x="1625388" y="152321"/>
                    </a:lnTo>
                    <a:lnTo>
                      <a:pt x="1630466" y="153590"/>
                    </a:lnTo>
                    <a:lnTo>
                      <a:pt x="1629832" y="149782"/>
                    </a:lnTo>
                    <a:lnTo>
                      <a:pt x="1625388" y="147243"/>
                    </a:lnTo>
                    <a:lnTo>
                      <a:pt x="1619042" y="145974"/>
                    </a:lnTo>
                    <a:lnTo>
                      <a:pt x="1613965" y="145974"/>
                    </a:lnTo>
                    <a:lnTo>
                      <a:pt x="1595559" y="151686"/>
                    </a:lnTo>
                    <a:lnTo>
                      <a:pt x="1579058" y="160571"/>
                    </a:lnTo>
                    <a:lnTo>
                      <a:pt x="1575249" y="165014"/>
                    </a:lnTo>
                    <a:lnTo>
                      <a:pt x="1577788" y="167553"/>
                    </a:lnTo>
                    <a:lnTo>
                      <a:pt x="1582231" y="168822"/>
                    </a:lnTo>
                    <a:lnTo>
                      <a:pt x="1585405" y="171361"/>
                    </a:lnTo>
                    <a:lnTo>
                      <a:pt x="1580327" y="171995"/>
                    </a:lnTo>
                    <a:lnTo>
                      <a:pt x="1570807" y="170091"/>
                    </a:lnTo>
                    <a:lnTo>
                      <a:pt x="1566365" y="170091"/>
                    </a:lnTo>
                    <a:lnTo>
                      <a:pt x="1564460" y="171361"/>
                    </a:lnTo>
                    <a:lnTo>
                      <a:pt x="1563191" y="173265"/>
                    </a:lnTo>
                    <a:lnTo>
                      <a:pt x="1561921" y="173899"/>
                    </a:lnTo>
                    <a:lnTo>
                      <a:pt x="1560018" y="172630"/>
                    </a:lnTo>
                    <a:lnTo>
                      <a:pt x="1559383" y="171361"/>
                    </a:lnTo>
                    <a:lnTo>
                      <a:pt x="1559383" y="168822"/>
                    </a:lnTo>
                    <a:lnTo>
                      <a:pt x="1559383" y="166283"/>
                    </a:lnTo>
                    <a:lnTo>
                      <a:pt x="1558114" y="163745"/>
                    </a:lnTo>
                    <a:lnTo>
                      <a:pt x="1551132" y="163110"/>
                    </a:lnTo>
                    <a:lnTo>
                      <a:pt x="1540978" y="167553"/>
                    </a:lnTo>
                    <a:lnTo>
                      <a:pt x="1531458" y="173899"/>
                    </a:lnTo>
                    <a:lnTo>
                      <a:pt x="1526380" y="178977"/>
                    </a:lnTo>
                    <a:lnTo>
                      <a:pt x="1525111" y="179611"/>
                    </a:lnTo>
                    <a:lnTo>
                      <a:pt x="1519399" y="178977"/>
                    </a:lnTo>
                    <a:lnTo>
                      <a:pt x="1492108" y="184689"/>
                    </a:lnTo>
                    <a:lnTo>
                      <a:pt x="1491473" y="182785"/>
                    </a:lnTo>
                    <a:lnTo>
                      <a:pt x="1496551" y="171361"/>
                    </a:lnTo>
                    <a:lnTo>
                      <a:pt x="1497185" y="167553"/>
                    </a:lnTo>
                    <a:lnTo>
                      <a:pt x="1494012" y="167553"/>
                    </a:lnTo>
                    <a:lnTo>
                      <a:pt x="1492742" y="165649"/>
                    </a:lnTo>
                    <a:lnTo>
                      <a:pt x="1492108" y="162475"/>
                    </a:lnTo>
                    <a:lnTo>
                      <a:pt x="1490839" y="159937"/>
                    </a:lnTo>
                    <a:lnTo>
                      <a:pt x="1488934" y="158033"/>
                    </a:lnTo>
                    <a:lnTo>
                      <a:pt x="1487031" y="156763"/>
                    </a:lnTo>
                    <a:lnTo>
                      <a:pt x="1485127" y="154859"/>
                    </a:lnTo>
                    <a:lnTo>
                      <a:pt x="1482588" y="147878"/>
                    </a:lnTo>
                    <a:lnTo>
                      <a:pt x="1478780" y="142801"/>
                    </a:lnTo>
                    <a:lnTo>
                      <a:pt x="1477511" y="140262"/>
                    </a:lnTo>
                    <a:lnTo>
                      <a:pt x="1474337" y="124395"/>
                    </a:lnTo>
                    <a:lnTo>
                      <a:pt x="1474337" y="119318"/>
                    </a:lnTo>
                    <a:lnTo>
                      <a:pt x="1474972" y="114241"/>
                    </a:lnTo>
                    <a:lnTo>
                      <a:pt x="1477511" y="109163"/>
                    </a:lnTo>
                    <a:lnTo>
                      <a:pt x="1480049" y="105355"/>
                    </a:lnTo>
                    <a:lnTo>
                      <a:pt x="1480684" y="102817"/>
                    </a:lnTo>
                    <a:lnTo>
                      <a:pt x="1480684" y="99643"/>
                    </a:lnTo>
                    <a:lnTo>
                      <a:pt x="1479414" y="97739"/>
                    </a:lnTo>
                    <a:lnTo>
                      <a:pt x="1474972" y="94566"/>
                    </a:lnTo>
                    <a:lnTo>
                      <a:pt x="1473068" y="92027"/>
                    </a:lnTo>
                    <a:lnTo>
                      <a:pt x="1478145" y="92662"/>
                    </a:lnTo>
                    <a:lnTo>
                      <a:pt x="1482588" y="94566"/>
                    </a:lnTo>
                    <a:lnTo>
                      <a:pt x="1485127" y="98374"/>
                    </a:lnTo>
                    <a:lnTo>
                      <a:pt x="1484492" y="105355"/>
                    </a:lnTo>
                    <a:lnTo>
                      <a:pt x="1483858" y="107894"/>
                    </a:lnTo>
                    <a:lnTo>
                      <a:pt x="1481319" y="111702"/>
                    </a:lnTo>
                    <a:lnTo>
                      <a:pt x="1480684" y="114241"/>
                    </a:lnTo>
                    <a:lnTo>
                      <a:pt x="1480049" y="125664"/>
                    </a:lnTo>
                    <a:lnTo>
                      <a:pt x="1482588" y="132011"/>
                    </a:lnTo>
                    <a:lnTo>
                      <a:pt x="1489569" y="142166"/>
                    </a:lnTo>
                    <a:lnTo>
                      <a:pt x="1495281" y="154859"/>
                    </a:lnTo>
                    <a:lnTo>
                      <a:pt x="1500359" y="158667"/>
                    </a:lnTo>
                    <a:lnTo>
                      <a:pt x="1504801" y="157398"/>
                    </a:lnTo>
                    <a:lnTo>
                      <a:pt x="1506705" y="151051"/>
                    </a:lnTo>
                    <a:lnTo>
                      <a:pt x="1509244" y="152321"/>
                    </a:lnTo>
                    <a:lnTo>
                      <a:pt x="1516860" y="159937"/>
                    </a:lnTo>
                    <a:lnTo>
                      <a:pt x="1519399" y="160571"/>
                    </a:lnTo>
                    <a:lnTo>
                      <a:pt x="1523207" y="159937"/>
                    </a:lnTo>
                    <a:lnTo>
                      <a:pt x="1530188" y="158033"/>
                    </a:lnTo>
                    <a:lnTo>
                      <a:pt x="1534631" y="155494"/>
                    </a:lnTo>
                    <a:lnTo>
                      <a:pt x="1540342" y="151051"/>
                    </a:lnTo>
                    <a:lnTo>
                      <a:pt x="1546055" y="145339"/>
                    </a:lnTo>
                    <a:lnTo>
                      <a:pt x="1549228" y="139627"/>
                    </a:lnTo>
                    <a:lnTo>
                      <a:pt x="1547324" y="140262"/>
                    </a:lnTo>
                    <a:lnTo>
                      <a:pt x="1546689" y="140262"/>
                    </a:lnTo>
                    <a:lnTo>
                      <a:pt x="1546055" y="138358"/>
                    </a:lnTo>
                    <a:lnTo>
                      <a:pt x="1549228" y="135819"/>
                    </a:lnTo>
                    <a:lnTo>
                      <a:pt x="1568268" y="128203"/>
                    </a:lnTo>
                    <a:lnTo>
                      <a:pt x="1567634" y="126299"/>
                    </a:lnTo>
                    <a:lnTo>
                      <a:pt x="1563826" y="126299"/>
                    </a:lnTo>
                    <a:lnTo>
                      <a:pt x="1558114" y="125030"/>
                    </a:lnTo>
                    <a:lnTo>
                      <a:pt x="1552401" y="123126"/>
                    </a:lnTo>
                    <a:lnTo>
                      <a:pt x="1549863" y="121222"/>
                    </a:lnTo>
                    <a:lnTo>
                      <a:pt x="1548594" y="119318"/>
                    </a:lnTo>
                    <a:lnTo>
                      <a:pt x="1540342" y="116779"/>
                    </a:lnTo>
                    <a:lnTo>
                      <a:pt x="1538439" y="115510"/>
                    </a:lnTo>
                    <a:lnTo>
                      <a:pt x="1536535" y="113606"/>
                    </a:lnTo>
                    <a:lnTo>
                      <a:pt x="1532727" y="108529"/>
                    </a:lnTo>
                    <a:lnTo>
                      <a:pt x="1536535" y="110432"/>
                    </a:lnTo>
                    <a:lnTo>
                      <a:pt x="1540978" y="112971"/>
                    </a:lnTo>
                    <a:lnTo>
                      <a:pt x="1544786" y="114241"/>
                    </a:lnTo>
                    <a:lnTo>
                      <a:pt x="1547959" y="112971"/>
                    </a:lnTo>
                    <a:lnTo>
                      <a:pt x="1552401" y="117414"/>
                    </a:lnTo>
                    <a:lnTo>
                      <a:pt x="1558748" y="119952"/>
                    </a:lnTo>
                    <a:lnTo>
                      <a:pt x="1581596" y="124395"/>
                    </a:lnTo>
                    <a:lnTo>
                      <a:pt x="1586674" y="124395"/>
                    </a:lnTo>
                    <a:lnTo>
                      <a:pt x="1591116" y="122491"/>
                    </a:lnTo>
                    <a:lnTo>
                      <a:pt x="1591116" y="121222"/>
                    </a:lnTo>
                    <a:lnTo>
                      <a:pt x="1586674" y="118683"/>
                    </a:lnTo>
                    <a:lnTo>
                      <a:pt x="1577788" y="110432"/>
                    </a:lnTo>
                    <a:lnTo>
                      <a:pt x="1575249" y="109163"/>
                    </a:lnTo>
                    <a:lnTo>
                      <a:pt x="1573346" y="108529"/>
                    </a:lnTo>
                    <a:lnTo>
                      <a:pt x="1570807" y="107259"/>
                    </a:lnTo>
                    <a:lnTo>
                      <a:pt x="1568903" y="105355"/>
                    </a:lnTo>
                    <a:lnTo>
                      <a:pt x="1567634" y="103451"/>
                    </a:lnTo>
                    <a:lnTo>
                      <a:pt x="1566999" y="100278"/>
                    </a:lnTo>
                    <a:lnTo>
                      <a:pt x="1568268" y="100278"/>
                    </a:lnTo>
                    <a:lnTo>
                      <a:pt x="1572076" y="102817"/>
                    </a:lnTo>
                    <a:lnTo>
                      <a:pt x="1579058" y="105990"/>
                    </a:lnTo>
                    <a:lnTo>
                      <a:pt x="1580961" y="106624"/>
                    </a:lnTo>
                    <a:lnTo>
                      <a:pt x="1582866" y="107894"/>
                    </a:lnTo>
                    <a:lnTo>
                      <a:pt x="1587308" y="112971"/>
                    </a:lnTo>
                    <a:lnTo>
                      <a:pt x="1594289" y="115510"/>
                    </a:lnTo>
                    <a:lnTo>
                      <a:pt x="1596828" y="116144"/>
                    </a:lnTo>
                    <a:lnTo>
                      <a:pt x="1598733" y="116144"/>
                    </a:lnTo>
                    <a:lnTo>
                      <a:pt x="1605079" y="114241"/>
                    </a:lnTo>
                    <a:lnTo>
                      <a:pt x="1604445" y="112971"/>
                    </a:lnTo>
                    <a:lnTo>
                      <a:pt x="1603175" y="113606"/>
                    </a:lnTo>
                    <a:lnTo>
                      <a:pt x="1602540" y="111702"/>
                    </a:lnTo>
                    <a:lnTo>
                      <a:pt x="1609522" y="109163"/>
                    </a:lnTo>
                    <a:lnTo>
                      <a:pt x="1611426" y="107894"/>
                    </a:lnTo>
                    <a:lnTo>
                      <a:pt x="1615234" y="104086"/>
                    </a:lnTo>
                    <a:lnTo>
                      <a:pt x="1615868" y="102182"/>
                    </a:lnTo>
                    <a:lnTo>
                      <a:pt x="1613329" y="102182"/>
                    </a:lnTo>
                    <a:lnTo>
                      <a:pt x="1610791" y="101547"/>
                    </a:lnTo>
                    <a:lnTo>
                      <a:pt x="1607618" y="96470"/>
                    </a:lnTo>
                    <a:lnTo>
                      <a:pt x="1602540" y="95200"/>
                    </a:lnTo>
                    <a:lnTo>
                      <a:pt x="1600002" y="92662"/>
                    </a:lnTo>
                    <a:lnTo>
                      <a:pt x="1595559" y="87584"/>
                    </a:lnTo>
                    <a:lnTo>
                      <a:pt x="1591751" y="85046"/>
                    </a:lnTo>
                    <a:lnTo>
                      <a:pt x="1587308" y="82507"/>
                    </a:lnTo>
                    <a:lnTo>
                      <a:pt x="1582231" y="80603"/>
                    </a:lnTo>
                    <a:lnTo>
                      <a:pt x="1577788" y="80603"/>
                    </a:lnTo>
                    <a:lnTo>
                      <a:pt x="1577154" y="79334"/>
                    </a:lnTo>
                    <a:lnTo>
                      <a:pt x="1577788" y="76160"/>
                    </a:lnTo>
                    <a:lnTo>
                      <a:pt x="1579058" y="72987"/>
                    </a:lnTo>
                    <a:lnTo>
                      <a:pt x="1580961" y="71083"/>
                    </a:lnTo>
                    <a:lnTo>
                      <a:pt x="1583500" y="71083"/>
                    </a:lnTo>
                    <a:lnTo>
                      <a:pt x="1584135" y="72987"/>
                    </a:lnTo>
                    <a:lnTo>
                      <a:pt x="1583500" y="74891"/>
                    </a:lnTo>
                    <a:lnTo>
                      <a:pt x="1581596" y="76160"/>
                    </a:lnTo>
                    <a:lnTo>
                      <a:pt x="1593020" y="76795"/>
                    </a:lnTo>
                    <a:lnTo>
                      <a:pt x="1596828" y="78064"/>
                    </a:lnTo>
                    <a:lnTo>
                      <a:pt x="1601906" y="80603"/>
                    </a:lnTo>
                    <a:lnTo>
                      <a:pt x="1606348" y="83776"/>
                    </a:lnTo>
                    <a:lnTo>
                      <a:pt x="1608253" y="84411"/>
                    </a:lnTo>
                    <a:lnTo>
                      <a:pt x="1612060" y="84411"/>
                    </a:lnTo>
                    <a:lnTo>
                      <a:pt x="1613965" y="85046"/>
                    </a:lnTo>
                    <a:lnTo>
                      <a:pt x="1620311" y="91392"/>
                    </a:lnTo>
                    <a:lnTo>
                      <a:pt x="1624754" y="93931"/>
                    </a:lnTo>
                    <a:lnTo>
                      <a:pt x="1629196" y="94566"/>
                    </a:lnTo>
                    <a:lnTo>
                      <a:pt x="1633639" y="93931"/>
                    </a:lnTo>
                    <a:lnTo>
                      <a:pt x="1648236" y="95200"/>
                    </a:lnTo>
                    <a:lnTo>
                      <a:pt x="1647602" y="93296"/>
                    </a:lnTo>
                    <a:lnTo>
                      <a:pt x="1644428" y="92662"/>
                    </a:lnTo>
                    <a:lnTo>
                      <a:pt x="1641255" y="91392"/>
                    </a:lnTo>
                    <a:lnTo>
                      <a:pt x="1634908" y="87584"/>
                    </a:lnTo>
                    <a:lnTo>
                      <a:pt x="1637447" y="85046"/>
                    </a:lnTo>
                    <a:lnTo>
                      <a:pt x="1636178" y="81238"/>
                    </a:lnTo>
                    <a:lnTo>
                      <a:pt x="1633639" y="76795"/>
                    </a:lnTo>
                    <a:lnTo>
                      <a:pt x="1629832" y="67910"/>
                    </a:lnTo>
                    <a:lnTo>
                      <a:pt x="1627293" y="66006"/>
                    </a:lnTo>
                    <a:lnTo>
                      <a:pt x="1624754" y="64736"/>
                    </a:lnTo>
                    <a:lnTo>
                      <a:pt x="1622215" y="61563"/>
                    </a:lnTo>
                    <a:lnTo>
                      <a:pt x="1626023" y="60928"/>
                    </a:lnTo>
                    <a:lnTo>
                      <a:pt x="1629196" y="62198"/>
                    </a:lnTo>
                    <a:lnTo>
                      <a:pt x="1635543" y="66006"/>
                    </a:lnTo>
                    <a:lnTo>
                      <a:pt x="1633639" y="71083"/>
                    </a:lnTo>
                    <a:lnTo>
                      <a:pt x="1634908" y="72987"/>
                    </a:lnTo>
                    <a:lnTo>
                      <a:pt x="1638082" y="73622"/>
                    </a:lnTo>
                    <a:lnTo>
                      <a:pt x="1641255" y="74891"/>
                    </a:lnTo>
                    <a:lnTo>
                      <a:pt x="1641890" y="76160"/>
                    </a:lnTo>
                    <a:lnTo>
                      <a:pt x="1642525" y="79968"/>
                    </a:lnTo>
                    <a:lnTo>
                      <a:pt x="1643159" y="81238"/>
                    </a:lnTo>
                    <a:lnTo>
                      <a:pt x="1644428" y="81872"/>
                    </a:lnTo>
                    <a:lnTo>
                      <a:pt x="1649506" y="84411"/>
                    </a:lnTo>
                    <a:lnTo>
                      <a:pt x="1652679" y="87584"/>
                    </a:lnTo>
                    <a:lnTo>
                      <a:pt x="1654583" y="90123"/>
                    </a:lnTo>
                    <a:lnTo>
                      <a:pt x="1655853" y="92662"/>
                    </a:lnTo>
                    <a:lnTo>
                      <a:pt x="1655853" y="94566"/>
                    </a:lnTo>
                    <a:lnTo>
                      <a:pt x="1655218" y="97104"/>
                    </a:lnTo>
                    <a:lnTo>
                      <a:pt x="1655218" y="99643"/>
                    </a:lnTo>
                    <a:lnTo>
                      <a:pt x="1656487" y="101547"/>
                    </a:lnTo>
                    <a:lnTo>
                      <a:pt x="1663469" y="107894"/>
                    </a:lnTo>
                    <a:lnTo>
                      <a:pt x="1667276" y="111067"/>
                    </a:lnTo>
                    <a:lnTo>
                      <a:pt x="1671085" y="111702"/>
                    </a:lnTo>
                    <a:lnTo>
                      <a:pt x="1674258" y="109163"/>
                    </a:lnTo>
                    <a:lnTo>
                      <a:pt x="1672354" y="105355"/>
                    </a:lnTo>
                    <a:lnTo>
                      <a:pt x="1668546" y="100278"/>
                    </a:lnTo>
                    <a:lnTo>
                      <a:pt x="1666007" y="95835"/>
                    </a:lnTo>
                    <a:lnTo>
                      <a:pt x="1664103" y="92027"/>
                    </a:lnTo>
                    <a:lnTo>
                      <a:pt x="1646967" y="66006"/>
                    </a:lnTo>
                    <a:lnTo>
                      <a:pt x="1645698" y="62832"/>
                    </a:lnTo>
                    <a:lnTo>
                      <a:pt x="1643159" y="59024"/>
                    </a:lnTo>
                    <a:lnTo>
                      <a:pt x="1634908" y="50774"/>
                    </a:lnTo>
                    <a:lnTo>
                      <a:pt x="1632370" y="47600"/>
                    </a:lnTo>
                    <a:lnTo>
                      <a:pt x="1631101" y="36176"/>
                    </a:lnTo>
                    <a:lnTo>
                      <a:pt x="1629196" y="29830"/>
                    </a:lnTo>
                    <a:lnTo>
                      <a:pt x="1626658" y="30464"/>
                    </a:lnTo>
                    <a:lnTo>
                      <a:pt x="1626023" y="35542"/>
                    </a:lnTo>
                    <a:lnTo>
                      <a:pt x="1625388" y="38715"/>
                    </a:lnTo>
                    <a:lnTo>
                      <a:pt x="1624754" y="38715"/>
                    </a:lnTo>
                    <a:lnTo>
                      <a:pt x="1625388" y="41254"/>
                    </a:lnTo>
                    <a:lnTo>
                      <a:pt x="1626658" y="43157"/>
                    </a:lnTo>
                    <a:lnTo>
                      <a:pt x="1628562" y="45062"/>
                    </a:lnTo>
                    <a:lnTo>
                      <a:pt x="1631101" y="46966"/>
                    </a:lnTo>
                    <a:lnTo>
                      <a:pt x="1626023" y="45062"/>
                    </a:lnTo>
                    <a:lnTo>
                      <a:pt x="1619676" y="39984"/>
                    </a:lnTo>
                    <a:lnTo>
                      <a:pt x="1615868" y="34907"/>
                    </a:lnTo>
                    <a:lnTo>
                      <a:pt x="1619042" y="32368"/>
                    </a:lnTo>
                    <a:lnTo>
                      <a:pt x="1613965" y="30464"/>
                    </a:lnTo>
                    <a:lnTo>
                      <a:pt x="1608887" y="27291"/>
                    </a:lnTo>
                    <a:lnTo>
                      <a:pt x="1604445" y="23483"/>
                    </a:lnTo>
                    <a:lnTo>
                      <a:pt x="1601906" y="19040"/>
                    </a:lnTo>
                    <a:lnTo>
                      <a:pt x="1601271" y="15232"/>
                    </a:lnTo>
                    <a:lnTo>
                      <a:pt x="1601271" y="10155"/>
                    </a:lnTo>
                    <a:lnTo>
                      <a:pt x="1600636" y="6981"/>
                    </a:lnTo>
                    <a:lnTo>
                      <a:pt x="1600002" y="6347"/>
                    </a:lnTo>
                    <a:lnTo>
                      <a:pt x="1594925" y="7616"/>
                    </a:lnTo>
                    <a:lnTo>
                      <a:pt x="1565729" y="13963"/>
                    </a:lnTo>
                    <a:lnTo>
                      <a:pt x="1531458" y="20944"/>
                    </a:lnTo>
                    <a:lnTo>
                      <a:pt x="1497185" y="27925"/>
                    </a:lnTo>
                    <a:lnTo>
                      <a:pt x="1462913" y="34907"/>
                    </a:lnTo>
                    <a:lnTo>
                      <a:pt x="1428006" y="41888"/>
                    </a:lnTo>
                    <a:lnTo>
                      <a:pt x="1393734" y="48870"/>
                    </a:lnTo>
                    <a:lnTo>
                      <a:pt x="1359462" y="55851"/>
                    </a:lnTo>
                    <a:lnTo>
                      <a:pt x="1325190" y="62832"/>
                    </a:lnTo>
                    <a:lnTo>
                      <a:pt x="1290283" y="69814"/>
                    </a:lnTo>
                    <a:lnTo>
                      <a:pt x="1256011" y="76795"/>
                    </a:lnTo>
                    <a:lnTo>
                      <a:pt x="1221739" y="83776"/>
                    </a:lnTo>
                    <a:lnTo>
                      <a:pt x="1186832" y="90758"/>
                    </a:lnTo>
                    <a:lnTo>
                      <a:pt x="1151925" y="97104"/>
                    </a:lnTo>
                    <a:lnTo>
                      <a:pt x="1117653" y="103451"/>
                    </a:lnTo>
                    <a:lnTo>
                      <a:pt x="1082746" y="109798"/>
                    </a:lnTo>
                    <a:lnTo>
                      <a:pt x="1048474" y="116144"/>
                    </a:lnTo>
                    <a:lnTo>
                      <a:pt x="1013567" y="122491"/>
                    </a:lnTo>
                    <a:lnTo>
                      <a:pt x="978660" y="128838"/>
                    </a:lnTo>
                    <a:lnTo>
                      <a:pt x="943753" y="135185"/>
                    </a:lnTo>
                    <a:lnTo>
                      <a:pt x="908846" y="141531"/>
                    </a:lnTo>
                    <a:lnTo>
                      <a:pt x="873940" y="147878"/>
                    </a:lnTo>
                    <a:lnTo>
                      <a:pt x="839033" y="154225"/>
                    </a:lnTo>
                    <a:lnTo>
                      <a:pt x="804126" y="159937"/>
                    </a:lnTo>
                    <a:lnTo>
                      <a:pt x="769219" y="165649"/>
                    </a:lnTo>
                    <a:lnTo>
                      <a:pt x="734312" y="171361"/>
                    </a:lnTo>
                    <a:lnTo>
                      <a:pt x="699405" y="177073"/>
                    </a:lnTo>
                    <a:lnTo>
                      <a:pt x="664499" y="182785"/>
                    </a:lnTo>
                    <a:lnTo>
                      <a:pt x="629592" y="188497"/>
                    </a:lnTo>
                    <a:lnTo>
                      <a:pt x="594685" y="194209"/>
                    </a:lnTo>
                    <a:lnTo>
                      <a:pt x="559778" y="199921"/>
                    </a:lnTo>
                    <a:lnTo>
                      <a:pt x="524871" y="204998"/>
                    </a:lnTo>
                    <a:lnTo>
                      <a:pt x="489965" y="210710"/>
                    </a:lnTo>
                    <a:lnTo>
                      <a:pt x="485522" y="211345"/>
                    </a:lnTo>
                    <a:lnTo>
                      <a:pt x="484253" y="211345"/>
                    </a:lnTo>
                    <a:lnTo>
                      <a:pt x="483618" y="210710"/>
                    </a:lnTo>
                    <a:lnTo>
                      <a:pt x="481714" y="208172"/>
                    </a:lnTo>
                    <a:lnTo>
                      <a:pt x="474733" y="225308"/>
                    </a:lnTo>
                    <a:lnTo>
                      <a:pt x="474098" y="230385"/>
                    </a:lnTo>
                    <a:lnTo>
                      <a:pt x="474733" y="231654"/>
                    </a:lnTo>
                    <a:lnTo>
                      <a:pt x="478541" y="236732"/>
                    </a:lnTo>
                    <a:lnTo>
                      <a:pt x="479175" y="239270"/>
                    </a:lnTo>
                    <a:lnTo>
                      <a:pt x="477271" y="248791"/>
                    </a:lnTo>
                    <a:lnTo>
                      <a:pt x="474098" y="260214"/>
                    </a:lnTo>
                    <a:lnTo>
                      <a:pt x="473463" y="262753"/>
                    </a:lnTo>
                    <a:lnTo>
                      <a:pt x="473463" y="264657"/>
                    </a:lnTo>
                    <a:lnTo>
                      <a:pt x="474098" y="265292"/>
                    </a:lnTo>
                    <a:lnTo>
                      <a:pt x="476637" y="269100"/>
                    </a:lnTo>
                    <a:lnTo>
                      <a:pt x="479810" y="272273"/>
                    </a:lnTo>
                    <a:lnTo>
                      <a:pt x="480444" y="273543"/>
                    </a:lnTo>
                    <a:lnTo>
                      <a:pt x="481080" y="274812"/>
                    </a:lnTo>
                    <a:lnTo>
                      <a:pt x="480444" y="275447"/>
                    </a:lnTo>
                    <a:lnTo>
                      <a:pt x="479810" y="276081"/>
                    </a:lnTo>
                    <a:lnTo>
                      <a:pt x="473463" y="276081"/>
                    </a:lnTo>
                    <a:lnTo>
                      <a:pt x="462040" y="274177"/>
                    </a:lnTo>
                    <a:lnTo>
                      <a:pt x="461404" y="274177"/>
                    </a:lnTo>
                    <a:lnTo>
                      <a:pt x="460770" y="274812"/>
                    </a:lnTo>
                    <a:lnTo>
                      <a:pt x="446807" y="287505"/>
                    </a:lnTo>
                    <a:lnTo>
                      <a:pt x="442364" y="292583"/>
                    </a:lnTo>
                    <a:lnTo>
                      <a:pt x="441730" y="293852"/>
                    </a:lnTo>
                    <a:lnTo>
                      <a:pt x="427767" y="335105"/>
                    </a:lnTo>
                    <a:lnTo>
                      <a:pt x="426498" y="337644"/>
                    </a:lnTo>
                    <a:lnTo>
                      <a:pt x="424594" y="339548"/>
                    </a:lnTo>
                    <a:lnTo>
                      <a:pt x="422690" y="340818"/>
                    </a:lnTo>
                    <a:lnTo>
                      <a:pt x="420151" y="343991"/>
                    </a:lnTo>
                    <a:lnTo>
                      <a:pt x="418247" y="345895"/>
                    </a:lnTo>
                    <a:lnTo>
                      <a:pt x="416343" y="346529"/>
                    </a:lnTo>
                    <a:lnTo>
                      <a:pt x="415074" y="347164"/>
                    </a:lnTo>
                    <a:lnTo>
                      <a:pt x="413170" y="347164"/>
                    </a:lnTo>
                    <a:lnTo>
                      <a:pt x="409996" y="346529"/>
                    </a:lnTo>
                    <a:lnTo>
                      <a:pt x="408727" y="345895"/>
                    </a:lnTo>
                    <a:lnTo>
                      <a:pt x="407457" y="345260"/>
                    </a:lnTo>
                    <a:lnTo>
                      <a:pt x="406188" y="344625"/>
                    </a:lnTo>
                    <a:lnTo>
                      <a:pt x="405554" y="343991"/>
                    </a:lnTo>
                    <a:lnTo>
                      <a:pt x="404919" y="343356"/>
                    </a:lnTo>
                    <a:lnTo>
                      <a:pt x="404284" y="342087"/>
                    </a:lnTo>
                    <a:lnTo>
                      <a:pt x="403650" y="340818"/>
                    </a:lnTo>
                    <a:lnTo>
                      <a:pt x="403015" y="339548"/>
                    </a:lnTo>
                    <a:lnTo>
                      <a:pt x="402381" y="338914"/>
                    </a:lnTo>
                    <a:lnTo>
                      <a:pt x="401746" y="338279"/>
                    </a:lnTo>
                    <a:lnTo>
                      <a:pt x="401111" y="337644"/>
                    </a:lnTo>
                    <a:lnTo>
                      <a:pt x="399842" y="337009"/>
                    </a:lnTo>
                    <a:lnTo>
                      <a:pt x="398573" y="337009"/>
                    </a:lnTo>
                    <a:lnTo>
                      <a:pt x="396034" y="337644"/>
                    </a:lnTo>
                    <a:lnTo>
                      <a:pt x="394764" y="337644"/>
                    </a:lnTo>
                    <a:lnTo>
                      <a:pt x="393495" y="337009"/>
                    </a:lnTo>
                    <a:lnTo>
                      <a:pt x="391591" y="335740"/>
                    </a:lnTo>
                    <a:lnTo>
                      <a:pt x="390322" y="335740"/>
                    </a:lnTo>
                    <a:lnTo>
                      <a:pt x="389687" y="335740"/>
                    </a:lnTo>
                    <a:lnTo>
                      <a:pt x="388417" y="336375"/>
                    </a:lnTo>
                    <a:lnTo>
                      <a:pt x="386514" y="337644"/>
                    </a:lnTo>
                    <a:lnTo>
                      <a:pt x="380802" y="343356"/>
                    </a:lnTo>
                    <a:lnTo>
                      <a:pt x="379533" y="343991"/>
                    </a:lnTo>
                    <a:lnTo>
                      <a:pt x="375090" y="344625"/>
                    </a:lnTo>
                    <a:lnTo>
                      <a:pt x="373186" y="345260"/>
                    </a:lnTo>
                    <a:lnTo>
                      <a:pt x="368743" y="348434"/>
                    </a:lnTo>
                    <a:lnTo>
                      <a:pt x="361762" y="351607"/>
                    </a:lnTo>
                    <a:lnTo>
                      <a:pt x="359857" y="352876"/>
                    </a:lnTo>
                    <a:lnTo>
                      <a:pt x="356684" y="355415"/>
                    </a:lnTo>
                    <a:lnTo>
                      <a:pt x="353511" y="358588"/>
                    </a:lnTo>
                    <a:lnTo>
                      <a:pt x="347799" y="366839"/>
                    </a:lnTo>
                    <a:lnTo>
                      <a:pt x="345895" y="370012"/>
                    </a:lnTo>
                    <a:lnTo>
                      <a:pt x="343991" y="376359"/>
                    </a:lnTo>
                    <a:lnTo>
                      <a:pt x="343356" y="378263"/>
                    </a:lnTo>
                    <a:lnTo>
                      <a:pt x="340183" y="383341"/>
                    </a:lnTo>
                    <a:lnTo>
                      <a:pt x="338914" y="385244"/>
                    </a:lnTo>
                    <a:lnTo>
                      <a:pt x="337644" y="386514"/>
                    </a:lnTo>
                    <a:lnTo>
                      <a:pt x="337009" y="387148"/>
                    </a:lnTo>
                    <a:lnTo>
                      <a:pt x="336375" y="387783"/>
                    </a:lnTo>
                    <a:lnTo>
                      <a:pt x="328124" y="394764"/>
                    </a:lnTo>
                    <a:lnTo>
                      <a:pt x="326220" y="396034"/>
                    </a:lnTo>
                    <a:lnTo>
                      <a:pt x="324950" y="396668"/>
                    </a:lnTo>
                    <a:lnTo>
                      <a:pt x="323681" y="396668"/>
                    </a:lnTo>
                    <a:lnTo>
                      <a:pt x="322412" y="396668"/>
                    </a:lnTo>
                    <a:lnTo>
                      <a:pt x="321143" y="396034"/>
                    </a:lnTo>
                    <a:lnTo>
                      <a:pt x="319874" y="395399"/>
                    </a:lnTo>
                    <a:lnTo>
                      <a:pt x="318604" y="394764"/>
                    </a:lnTo>
                    <a:lnTo>
                      <a:pt x="317969" y="394130"/>
                    </a:lnTo>
                    <a:lnTo>
                      <a:pt x="317335" y="393495"/>
                    </a:lnTo>
                    <a:lnTo>
                      <a:pt x="315430" y="390322"/>
                    </a:lnTo>
                    <a:lnTo>
                      <a:pt x="314796" y="389052"/>
                    </a:lnTo>
                    <a:lnTo>
                      <a:pt x="314796" y="387783"/>
                    </a:lnTo>
                    <a:lnTo>
                      <a:pt x="314796" y="385879"/>
                    </a:lnTo>
                    <a:lnTo>
                      <a:pt x="315430" y="382706"/>
                    </a:lnTo>
                    <a:lnTo>
                      <a:pt x="315430" y="381436"/>
                    </a:lnTo>
                    <a:lnTo>
                      <a:pt x="315430" y="380802"/>
                    </a:lnTo>
                    <a:lnTo>
                      <a:pt x="314796" y="380167"/>
                    </a:lnTo>
                    <a:lnTo>
                      <a:pt x="310988" y="375724"/>
                    </a:lnTo>
                    <a:lnTo>
                      <a:pt x="310354" y="375089"/>
                    </a:lnTo>
                    <a:lnTo>
                      <a:pt x="309084" y="375089"/>
                    </a:lnTo>
                    <a:lnTo>
                      <a:pt x="307180" y="375724"/>
                    </a:lnTo>
                    <a:lnTo>
                      <a:pt x="298295" y="382071"/>
                    </a:lnTo>
                    <a:lnTo>
                      <a:pt x="293852" y="384610"/>
                    </a:lnTo>
                    <a:lnTo>
                      <a:pt x="281159" y="394130"/>
                    </a:lnTo>
                    <a:lnTo>
                      <a:pt x="281159" y="394764"/>
                    </a:lnTo>
                    <a:lnTo>
                      <a:pt x="280524" y="395399"/>
                    </a:lnTo>
                    <a:lnTo>
                      <a:pt x="280524" y="396034"/>
                    </a:lnTo>
                    <a:lnTo>
                      <a:pt x="281159" y="399842"/>
                    </a:lnTo>
                    <a:lnTo>
                      <a:pt x="281159" y="401111"/>
                    </a:lnTo>
                    <a:lnTo>
                      <a:pt x="280524" y="402381"/>
                    </a:lnTo>
                    <a:lnTo>
                      <a:pt x="278620" y="405554"/>
                    </a:lnTo>
                    <a:lnTo>
                      <a:pt x="277986" y="408092"/>
                    </a:lnTo>
                    <a:lnTo>
                      <a:pt x="277986" y="409362"/>
                    </a:lnTo>
                    <a:lnTo>
                      <a:pt x="277350" y="411266"/>
                    </a:lnTo>
                    <a:lnTo>
                      <a:pt x="276081" y="411901"/>
                    </a:lnTo>
                    <a:lnTo>
                      <a:pt x="274812" y="412535"/>
                    </a:lnTo>
                    <a:lnTo>
                      <a:pt x="273542" y="412535"/>
                    </a:lnTo>
                    <a:lnTo>
                      <a:pt x="271004" y="411266"/>
                    </a:lnTo>
                    <a:lnTo>
                      <a:pt x="267830" y="409362"/>
                    </a:lnTo>
                    <a:lnTo>
                      <a:pt x="265292" y="408727"/>
                    </a:lnTo>
                    <a:lnTo>
                      <a:pt x="263388" y="408727"/>
                    </a:lnTo>
                    <a:lnTo>
                      <a:pt x="261484" y="409362"/>
                    </a:lnTo>
                    <a:lnTo>
                      <a:pt x="258310" y="410631"/>
                    </a:lnTo>
                    <a:lnTo>
                      <a:pt x="257041" y="411901"/>
                    </a:lnTo>
                    <a:lnTo>
                      <a:pt x="255772" y="413170"/>
                    </a:lnTo>
                    <a:lnTo>
                      <a:pt x="255137" y="414439"/>
                    </a:lnTo>
                    <a:lnTo>
                      <a:pt x="254502" y="415708"/>
                    </a:lnTo>
                    <a:lnTo>
                      <a:pt x="253868" y="416978"/>
                    </a:lnTo>
                    <a:lnTo>
                      <a:pt x="253868" y="418247"/>
                    </a:lnTo>
                    <a:lnTo>
                      <a:pt x="253868" y="419516"/>
                    </a:lnTo>
                    <a:lnTo>
                      <a:pt x="254502" y="420786"/>
                    </a:lnTo>
                    <a:lnTo>
                      <a:pt x="255137" y="422055"/>
                    </a:lnTo>
                    <a:lnTo>
                      <a:pt x="257676" y="425863"/>
                    </a:lnTo>
                    <a:lnTo>
                      <a:pt x="257676" y="427132"/>
                    </a:lnTo>
                    <a:lnTo>
                      <a:pt x="257041" y="428402"/>
                    </a:lnTo>
                    <a:lnTo>
                      <a:pt x="255137" y="431575"/>
                    </a:lnTo>
                    <a:lnTo>
                      <a:pt x="254502" y="432845"/>
                    </a:lnTo>
                    <a:lnTo>
                      <a:pt x="254502" y="435383"/>
                    </a:lnTo>
                    <a:lnTo>
                      <a:pt x="254502" y="436653"/>
                    </a:lnTo>
                    <a:lnTo>
                      <a:pt x="253868" y="439191"/>
                    </a:lnTo>
                    <a:lnTo>
                      <a:pt x="250060" y="447442"/>
                    </a:lnTo>
                    <a:lnTo>
                      <a:pt x="246252" y="454423"/>
                    </a:lnTo>
                    <a:lnTo>
                      <a:pt x="244982" y="455693"/>
                    </a:lnTo>
                    <a:lnTo>
                      <a:pt x="243713" y="456327"/>
                    </a:lnTo>
                    <a:lnTo>
                      <a:pt x="240540" y="455693"/>
                    </a:lnTo>
                    <a:lnTo>
                      <a:pt x="232289" y="456327"/>
                    </a:lnTo>
                    <a:lnTo>
                      <a:pt x="229750" y="455693"/>
                    </a:lnTo>
                    <a:lnTo>
                      <a:pt x="228481" y="456327"/>
                    </a:lnTo>
                    <a:lnTo>
                      <a:pt x="227846" y="456962"/>
                    </a:lnTo>
                    <a:lnTo>
                      <a:pt x="218326" y="463943"/>
                    </a:lnTo>
                    <a:lnTo>
                      <a:pt x="211345" y="467117"/>
                    </a:lnTo>
                    <a:lnTo>
                      <a:pt x="210075" y="467751"/>
                    </a:lnTo>
                    <a:lnTo>
                      <a:pt x="208806" y="468386"/>
                    </a:lnTo>
                    <a:lnTo>
                      <a:pt x="204999" y="474098"/>
                    </a:lnTo>
                    <a:lnTo>
                      <a:pt x="203094" y="475368"/>
                    </a:lnTo>
                    <a:lnTo>
                      <a:pt x="198017" y="477906"/>
                    </a:lnTo>
                    <a:lnTo>
                      <a:pt x="196748" y="478541"/>
                    </a:lnTo>
                    <a:lnTo>
                      <a:pt x="196113" y="479810"/>
                    </a:lnTo>
                    <a:lnTo>
                      <a:pt x="195479" y="481079"/>
                    </a:lnTo>
                    <a:lnTo>
                      <a:pt x="191670" y="486157"/>
                    </a:lnTo>
                    <a:lnTo>
                      <a:pt x="188497" y="492503"/>
                    </a:lnTo>
                    <a:lnTo>
                      <a:pt x="187227" y="493138"/>
                    </a:lnTo>
                    <a:lnTo>
                      <a:pt x="185958" y="493773"/>
                    </a:lnTo>
                    <a:lnTo>
                      <a:pt x="184689" y="493773"/>
                    </a:lnTo>
                    <a:lnTo>
                      <a:pt x="182785" y="493773"/>
                    </a:lnTo>
                    <a:lnTo>
                      <a:pt x="180881" y="494408"/>
                    </a:lnTo>
                    <a:lnTo>
                      <a:pt x="178976" y="495677"/>
                    </a:lnTo>
                    <a:lnTo>
                      <a:pt x="176438" y="498850"/>
                    </a:lnTo>
                    <a:lnTo>
                      <a:pt x="174534" y="501389"/>
                    </a:lnTo>
                    <a:lnTo>
                      <a:pt x="171995" y="503928"/>
                    </a:lnTo>
                    <a:lnTo>
                      <a:pt x="161841" y="510274"/>
                    </a:lnTo>
                    <a:lnTo>
                      <a:pt x="159936" y="511543"/>
                    </a:lnTo>
                    <a:lnTo>
                      <a:pt x="158667" y="512813"/>
                    </a:lnTo>
                    <a:lnTo>
                      <a:pt x="156763" y="515986"/>
                    </a:lnTo>
                    <a:lnTo>
                      <a:pt x="152955" y="521063"/>
                    </a:lnTo>
                    <a:lnTo>
                      <a:pt x="151686" y="522333"/>
                    </a:lnTo>
                    <a:lnTo>
                      <a:pt x="150416" y="522968"/>
                    </a:lnTo>
                    <a:lnTo>
                      <a:pt x="137723" y="527410"/>
                    </a:lnTo>
                    <a:lnTo>
                      <a:pt x="136454" y="527410"/>
                    </a:lnTo>
                    <a:lnTo>
                      <a:pt x="135185" y="527410"/>
                    </a:lnTo>
                    <a:lnTo>
                      <a:pt x="133915" y="526776"/>
                    </a:lnTo>
                    <a:lnTo>
                      <a:pt x="132646" y="526141"/>
                    </a:lnTo>
                    <a:lnTo>
                      <a:pt x="131376" y="525506"/>
                    </a:lnTo>
                    <a:lnTo>
                      <a:pt x="130107" y="525506"/>
                    </a:lnTo>
                    <a:lnTo>
                      <a:pt x="128203" y="525506"/>
                    </a:lnTo>
                    <a:lnTo>
                      <a:pt x="124395" y="527410"/>
                    </a:lnTo>
                    <a:lnTo>
                      <a:pt x="121856" y="528045"/>
                    </a:lnTo>
                    <a:lnTo>
                      <a:pt x="119953" y="528680"/>
                    </a:lnTo>
                    <a:lnTo>
                      <a:pt x="118683" y="528680"/>
                    </a:lnTo>
                    <a:lnTo>
                      <a:pt x="117414" y="528680"/>
                    </a:lnTo>
                    <a:lnTo>
                      <a:pt x="116145" y="529314"/>
                    </a:lnTo>
                    <a:lnTo>
                      <a:pt x="114875" y="529949"/>
                    </a:lnTo>
                    <a:lnTo>
                      <a:pt x="112971" y="531218"/>
                    </a:lnTo>
                    <a:lnTo>
                      <a:pt x="112336" y="531218"/>
                    </a:lnTo>
                    <a:lnTo>
                      <a:pt x="111702" y="531218"/>
                    </a:lnTo>
                    <a:lnTo>
                      <a:pt x="104720" y="531853"/>
                    </a:lnTo>
                    <a:lnTo>
                      <a:pt x="103451" y="531853"/>
                    </a:lnTo>
                    <a:lnTo>
                      <a:pt x="99643" y="533757"/>
                    </a:lnTo>
                    <a:lnTo>
                      <a:pt x="95835" y="535661"/>
                    </a:lnTo>
                    <a:lnTo>
                      <a:pt x="91393" y="539469"/>
                    </a:lnTo>
                    <a:lnTo>
                      <a:pt x="88854" y="542642"/>
                    </a:lnTo>
                    <a:lnTo>
                      <a:pt x="86949" y="543912"/>
                    </a:lnTo>
                    <a:lnTo>
                      <a:pt x="85680" y="544546"/>
                    </a:lnTo>
                    <a:lnTo>
                      <a:pt x="79334" y="547085"/>
                    </a:lnTo>
                    <a:lnTo>
                      <a:pt x="76160" y="548989"/>
                    </a:lnTo>
                    <a:lnTo>
                      <a:pt x="74256" y="550259"/>
                    </a:lnTo>
                    <a:lnTo>
                      <a:pt x="73622" y="551528"/>
                    </a:lnTo>
                    <a:lnTo>
                      <a:pt x="71083" y="558509"/>
                    </a:lnTo>
                    <a:lnTo>
                      <a:pt x="70448" y="559779"/>
                    </a:lnTo>
                    <a:lnTo>
                      <a:pt x="69179" y="561682"/>
                    </a:lnTo>
                    <a:lnTo>
                      <a:pt x="67909" y="562952"/>
                    </a:lnTo>
                    <a:lnTo>
                      <a:pt x="59659" y="566760"/>
                    </a:lnTo>
                    <a:lnTo>
                      <a:pt x="57755" y="568029"/>
                    </a:lnTo>
                    <a:lnTo>
                      <a:pt x="56486" y="569299"/>
                    </a:lnTo>
                    <a:lnTo>
                      <a:pt x="52678" y="575010"/>
                    </a:lnTo>
                    <a:lnTo>
                      <a:pt x="52043" y="576280"/>
                    </a:lnTo>
                    <a:lnTo>
                      <a:pt x="51408" y="576915"/>
                    </a:lnTo>
                    <a:lnTo>
                      <a:pt x="51408" y="577549"/>
                    </a:lnTo>
                    <a:lnTo>
                      <a:pt x="51408" y="578184"/>
                    </a:lnTo>
                    <a:lnTo>
                      <a:pt x="52678" y="581357"/>
                    </a:lnTo>
                    <a:lnTo>
                      <a:pt x="52678" y="582626"/>
                    </a:lnTo>
                    <a:lnTo>
                      <a:pt x="52678" y="583896"/>
                    </a:lnTo>
                    <a:lnTo>
                      <a:pt x="52678" y="585165"/>
                    </a:lnTo>
                    <a:lnTo>
                      <a:pt x="52043" y="586435"/>
                    </a:lnTo>
                    <a:lnTo>
                      <a:pt x="49505" y="592147"/>
                    </a:lnTo>
                    <a:lnTo>
                      <a:pt x="48869" y="593416"/>
                    </a:lnTo>
                    <a:lnTo>
                      <a:pt x="48235" y="595955"/>
                    </a:lnTo>
                    <a:lnTo>
                      <a:pt x="48235" y="597224"/>
                    </a:lnTo>
                    <a:lnTo>
                      <a:pt x="48869" y="605475"/>
                    </a:lnTo>
                    <a:lnTo>
                      <a:pt x="48235" y="608013"/>
                    </a:lnTo>
                    <a:lnTo>
                      <a:pt x="46966" y="610552"/>
                    </a:lnTo>
                    <a:lnTo>
                      <a:pt x="43792" y="614995"/>
                    </a:lnTo>
                    <a:lnTo>
                      <a:pt x="41888" y="616899"/>
                    </a:lnTo>
                    <a:lnTo>
                      <a:pt x="40619" y="618168"/>
                    </a:lnTo>
                    <a:lnTo>
                      <a:pt x="39984" y="618168"/>
                    </a:lnTo>
                    <a:lnTo>
                      <a:pt x="34907" y="618803"/>
                    </a:lnTo>
                    <a:lnTo>
                      <a:pt x="24118" y="621342"/>
                    </a:lnTo>
                    <a:lnTo>
                      <a:pt x="20944" y="621976"/>
                    </a:lnTo>
                    <a:lnTo>
                      <a:pt x="19675" y="621976"/>
                    </a:lnTo>
                    <a:lnTo>
                      <a:pt x="18406" y="621342"/>
                    </a:lnTo>
                    <a:lnTo>
                      <a:pt x="17136" y="620707"/>
                    </a:lnTo>
                    <a:lnTo>
                      <a:pt x="15232" y="619437"/>
                    </a:lnTo>
                    <a:lnTo>
                      <a:pt x="13962" y="619437"/>
                    </a:lnTo>
                    <a:lnTo>
                      <a:pt x="12059" y="619437"/>
                    </a:lnTo>
                    <a:lnTo>
                      <a:pt x="8886" y="620707"/>
                    </a:lnTo>
                    <a:lnTo>
                      <a:pt x="7616" y="621976"/>
                    </a:lnTo>
                    <a:lnTo>
                      <a:pt x="6347" y="623245"/>
                    </a:lnTo>
                    <a:lnTo>
                      <a:pt x="3173" y="627053"/>
                    </a:lnTo>
                    <a:lnTo>
                      <a:pt x="1269" y="630227"/>
                    </a:lnTo>
                    <a:lnTo>
                      <a:pt x="635" y="632766"/>
                    </a:lnTo>
                    <a:lnTo>
                      <a:pt x="0" y="634035"/>
                    </a:lnTo>
                    <a:lnTo>
                      <a:pt x="0" y="635939"/>
                    </a:lnTo>
                    <a:lnTo>
                      <a:pt x="635" y="644190"/>
                    </a:lnTo>
                    <a:lnTo>
                      <a:pt x="1269" y="653710"/>
                    </a:lnTo>
                    <a:lnTo>
                      <a:pt x="1904" y="667672"/>
                    </a:lnTo>
                    <a:lnTo>
                      <a:pt x="2539" y="679731"/>
                    </a:lnTo>
                    <a:lnTo>
                      <a:pt x="3173" y="691155"/>
                    </a:lnTo>
                    <a:lnTo>
                      <a:pt x="18406" y="688616"/>
                    </a:lnTo>
                    <a:lnTo>
                      <a:pt x="33638" y="686078"/>
                    </a:lnTo>
                    <a:lnTo>
                      <a:pt x="48869" y="683539"/>
                    </a:lnTo>
                    <a:lnTo>
                      <a:pt x="64101" y="681000"/>
                    </a:lnTo>
                    <a:lnTo>
                      <a:pt x="79334" y="678462"/>
                    </a:lnTo>
                    <a:lnTo>
                      <a:pt x="109798" y="673384"/>
                    </a:lnTo>
                    <a:lnTo>
                      <a:pt x="125030" y="670846"/>
                    </a:lnTo>
                    <a:lnTo>
                      <a:pt x="140262" y="668307"/>
                    </a:lnTo>
                    <a:lnTo>
                      <a:pt x="155494" y="665768"/>
                    </a:lnTo>
                    <a:lnTo>
                      <a:pt x="170726" y="663230"/>
                    </a:lnTo>
                    <a:lnTo>
                      <a:pt x="185958" y="660691"/>
                    </a:lnTo>
                    <a:lnTo>
                      <a:pt x="201190" y="658152"/>
                    </a:lnTo>
                    <a:lnTo>
                      <a:pt x="216422" y="655613"/>
                    </a:lnTo>
                    <a:lnTo>
                      <a:pt x="231654" y="653075"/>
                    </a:lnTo>
                    <a:lnTo>
                      <a:pt x="246887" y="650536"/>
                    </a:lnTo>
                    <a:lnTo>
                      <a:pt x="250694" y="649902"/>
                    </a:lnTo>
                    <a:lnTo>
                      <a:pt x="307180" y="620707"/>
                    </a:lnTo>
                    <a:lnTo>
                      <a:pt x="313527" y="618168"/>
                    </a:lnTo>
                    <a:lnTo>
                      <a:pt x="314796" y="620072"/>
                    </a:lnTo>
                    <a:lnTo>
                      <a:pt x="315430" y="620707"/>
                    </a:lnTo>
                    <a:lnTo>
                      <a:pt x="317335" y="621342"/>
                    </a:lnTo>
                    <a:lnTo>
                      <a:pt x="317969" y="620707"/>
                    </a:lnTo>
                    <a:lnTo>
                      <a:pt x="319874" y="619437"/>
                    </a:lnTo>
                    <a:lnTo>
                      <a:pt x="321777" y="617533"/>
                    </a:lnTo>
                    <a:lnTo>
                      <a:pt x="326220" y="614360"/>
                    </a:lnTo>
                    <a:lnTo>
                      <a:pt x="328124" y="612456"/>
                    </a:lnTo>
                    <a:lnTo>
                      <a:pt x="329394" y="610552"/>
                    </a:lnTo>
                    <a:lnTo>
                      <a:pt x="330028" y="608013"/>
                    </a:lnTo>
                    <a:lnTo>
                      <a:pt x="330663" y="606744"/>
                    </a:lnTo>
                    <a:lnTo>
                      <a:pt x="331932" y="605475"/>
                    </a:lnTo>
                    <a:lnTo>
                      <a:pt x="333836" y="604840"/>
                    </a:lnTo>
                    <a:lnTo>
                      <a:pt x="336375" y="604840"/>
                    </a:lnTo>
                    <a:lnTo>
                      <a:pt x="338279" y="604205"/>
                    </a:lnTo>
                    <a:lnTo>
                      <a:pt x="340183" y="602936"/>
                    </a:lnTo>
                    <a:lnTo>
                      <a:pt x="346529" y="598493"/>
                    </a:lnTo>
                    <a:lnTo>
                      <a:pt x="356684" y="593416"/>
                    </a:lnTo>
                    <a:lnTo>
                      <a:pt x="357954" y="592781"/>
                    </a:lnTo>
                    <a:lnTo>
                      <a:pt x="365569" y="591512"/>
                    </a:lnTo>
                    <a:lnTo>
                      <a:pt x="366839" y="590877"/>
                    </a:lnTo>
                    <a:lnTo>
                      <a:pt x="367474" y="590243"/>
                    </a:lnTo>
                    <a:lnTo>
                      <a:pt x="368108" y="588973"/>
                    </a:lnTo>
                    <a:lnTo>
                      <a:pt x="369377" y="587069"/>
                    </a:lnTo>
                    <a:lnTo>
                      <a:pt x="370647" y="586435"/>
                    </a:lnTo>
                    <a:lnTo>
                      <a:pt x="377628" y="585165"/>
                    </a:lnTo>
                    <a:lnTo>
                      <a:pt x="378897" y="584530"/>
                    </a:lnTo>
                    <a:lnTo>
                      <a:pt x="379533" y="583261"/>
                    </a:lnTo>
                    <a:lnTo>
                      <a:pt x="380167" y="579453"/>
                    </a:lnTo>
                    <a:lnTo>
                      <a:pt x="380802" y="578184"/>
                    </a:lnTo>
                    <a:lnTo>
                      <a:pt x="382071" y="576915"/>
                    </a:lnTo>
                    <a:lnTo>
                      <a:pt x="384610" y="574376"/>
                    </a:lnTo>
                    <a:lnTo>
                      <a:pt x="385879" y="573741"/>
                    </a:lnTo>
                    <a:lnTo>
                      <a:pt x="387148" y="573741"/>
                    </a:lnTo>
                    <a:lnTo>
                      <a:pt x="387783" y="574376"/>
                    </a:lnTo>
                    <a:lnTo>
                      <a:pt x="388417" y="575010"/>
                    </a:lnTo>
                    <a:lnTo>
                      <a:pt x="389687" y="576280"/>
                    </a:lnTo>
                    <a:lnTo>
                      <a:pt x="390322" y="576915"/>
                    </a:lnTo>
                    <a:lnTo>
                      <a:pt x="390956" y="577549"/>
                    </a:lnTo>
                    <a:lnTo>
                      <a:pt x="391591" y="577549"/>
                    </a:lnTo>
                    <a:lnTo>
                      <a:pt x="406823" y="573741"/>
                    </a:lnTo>
                    <a:lnTo>
                      <a:pt x="421421" y="572472"/>
                    </a:lnTo>
                    <a:lnTo>
                      <a:pt x="423324" y="571837"/>
                    </a:lnTo>
                    <a:lnTo>
                      <a:pt x="429036" y="571203"/>
                    </a:lnTo>
                    <a:lnTo>
                      <a:pt x="437922" y="570568"/>
                    </a:lnTo>
                    <a:lnTo>
                      <a:pt x="449346" y="569299"/>
                    </a:lnTo>
                    <a:lnTo>
                      <a:pt x="463309" y="568029"/>
                    </a:lnTo>
                    <a:lnTo>
                      <a:pt x="479175" y="566125"/>
                    </a:lnTo>
                    <a:lnTo>
                      <a:pt x="496311" y="564221"/>
                    </a:lnTo>
                    <a:lnTo>
                      <a:pt x="514717" y="562317"/>
                    </a:lnTo>
                    <a:lnTo>
                      <a:pt x="533122" y="559779"/>
                    </a:lnTo>
                    <a:lnTo>
                      <a:pt x="551528" y="557240"/>
                    </a:lnTo>
                    <a:lnTo>
                      <a:pt x="569934" y="555336"/>
                    </a:lnTo>
                    <a:lnTo>
                      <a:pt x="587704" y="553432"/>
                    </a:lnTo>
                    <a:lnTo>
                      <a:pt x="604205" y="551528"/>
                    </a:lnTo>
                    <a:lnTo>
                      <a:pt x="619437" y="549624"/>
                    </a:lnTo>
                    <a:lnTo>
                      <a:pt x="632131" y="548355"/>
                    </a:lnTo>
                    <a:lnTo>
                      <a:pt x="642920" y="547085"/>
                    </a:lnTo>
                    <a:lnTo>
                      <a:pt x="655614" y="545816"/>
                    </a:lnTo>
                    <a:lnTo>
                      <a:pt x="658152" y="545816"/>
                    </a:lnTo>
                    <a:lnTo>
                      <a:pt x="660056" y="546450"/>
                    </a:lnTo>
                    <a:lnTo>
                      <a:pt x="661325" y="547085"/>
                    </a:lnTo>
                    <a:lnTo>
                      <a:pt x="661961" y="547720"/>
                    </a:lnTo>
                    <a:lnTo>
                      <a:pt x="662595" y="548355"/>
                    </a:lnTo>
                    <a:lnTo>
                      <a:pt x="663230" y="548989"/>
                    </a:lnTo>
                    <a:lnTo>
                      <a:pt x="663864" y="550259"/>
                    </a:lnTo>
                    <a:lnTo>
                      <a:pt x="663864" y="551528"/>
                    </a:lnTo>
                    <a:lnTo>
                      <a:pt x="663864" y="552797"/>
                    </a:lnTo>
                    <a:lnTo>
                      <a:pt x="663230" y="554066"/>
                    </a:lnTo>
                    <a:lnTo>
                      <a:pt x="661961" y="559144"/>
                    </a:lnTo>
                    <a:lnTo>
                      <a:pt x="661961" y="560413"/>
                    </a:lnTo>
                    <a:lnTo>
                      <a:pt x="661961" y="561048"/>
                    </a:lnTo>
                    <a:lnTo>
                      <a:pt x="661961" y="562317"/>
                    </a:lnTo>
                    <a:lnTo>
                      <a:pt x="662595" y="562952"/>
                    </a:lnTo>
                    <a:lnTo>
                      <a:pt x="663230" y="564221"/>
                    </a:lnTo>
                    <a:lnTo>
                      <a:pt x="663864" y="565490"/>
                    </a:lnTo>
                    <a:lnTo>
                      <a:pt x="664499" y="566125"/>
                    </a:lnTo>
                    <a:lnTo>
                      <a:pt x="665768" y="566760"/>
                    </a:lnTo>
                    <a:lnTo>
                      <a:pt x="667037" y="566760"/>
                    </a:lnTo>
                    <a:lnTo>
                      <a:pt x="668307" y="566125"/>
                    </a:lnTo>
                    <a:lnTo>
                      <a:pt x="682904" y="551528"/>
                    </a:lnTo>
                    <a:lnTo>
                      <a:pt x="684174" y="550893"/>
                    </a:lnTo>
                    <a:lnTo>
                      <a:pt x="684809" y="550893"/>
                    </a:lnTo>
                    <a:lnTo>
                      <a:pt x="685443" y="550893"/>
                    </a:lnTo>
                    <a:lnTo>
                      <a:pt x="686078" y="551528"/>
                    </a:lnTo>
                    <a:lnTo>
                      <a:pt x="695598" y="559779"/>
                    </a:lnTo>
                    <a:lnTo>
                      <a:pt x="708925" y="572472"/>
                    </a:lnTo>
                    <a:lnTo>
                      <a:pt x="719715" y="582626"/>
                    </a:lnTo>
                    <a:lnTo>
                      <a:pt x="720984" y="583896"/>
                    </a:lnTo>
                    <a:lnTo>
                      <a:pt x="721619" y="585165"/>
                    </a:lnTo>
                    <a:lnTo>
                      <a:pt x="725428" y="610552"/>
                    </a:lnTo>
                    <a:lnTo>
                      <a:pt x="726062" y="612456"/>
                    </a:lnTo>
                    <a:lnTo>
                      <a:pt x="726697" y="613725"/>
                    </a:lnTo>
                    <a:lnTo>
                      <a:pt x="727966" y="614995"/>
                    </a:lnTo>
                    <a:lnTo>
                      <a:pt x="729870" y="614995"/>
                    </a:lnTo>
                    <a:lnTo>
                      <a:pt x="738121" y="613725"/>
                    </a:lnTo>
                    <a:lnTo>
                      <a:pt x="740659" y="613091"/>
                    </a:lnTo>
                    <a:lnTo>
                      <a:pt x="747006" y="612456"/>
                    </a:lnTo>
                    <a:lnTo>
                      <a:pt x="757161" y="611187"/>
                    </a:lnTo>
                    <a:lnTo>
                      <a:pt x="769854" y="609283"/>
                    </a:lnTo>
                    <a:lnTo>
                      <a:pt x="785086" y="606744"/>
                    </a:lnTo>
                    <a:lnTo>
                      <a:pt x="802222" y="604205"/>
                    </a:lnTo>
                    <a:lnTo>
                      <a:pt x="820628" y="601032"/>
                    </a:lnTo>
                    <a:lnTo>
                      <a:pt x="839668" y="597859"/>
                    </a:lnTo>
                    <a:lnTo>
                      <a:pt x="858708" y="594685"/>
                    </a:lnTo>
                    <a:lnTo>
                      <a:pt x="877113" y="592147"/>
                    </a:lnTo>
                    <a:lnTo>
                      <a:pt x="894249" y="589608"/>
                    </a:lnTo>
                    <a:lnTo>
                      <a:pt x="909482" y="587069"/>
                    </a:lnTo>
                    <a:lnTo>
                      <a:pt x="922175" y="585165"/>
                    </a:lnTo>
                    <a:lnTo>
                      <a:pt x="932330" y="583261"/>
                    </a:lnTo>
                    <a:lnTo>
                      <a:pt x="938676" y="581992"/>
                    </a:lnTo>
                    <a:lnTo>
                      <a:pt x="941215" y="581357"/>
                    </a:lnTo>
                    <a:lnTo>
                      <a:pt x="948831" y="580088"/>
                    </a:lnTo>
                    <a:lnTo>
                      <a:pt x="955178" y="580088"/>
                    </a:lnTo>
                    <a:lnTo>
                      <a:pt x="959620" y="580723"/>
                    </a:lnTo>
                    <a:lnTo>
                      <a:pt x="967236" y="585800"/>
                    </a:lnTo>
                    <a:lnTo>
                      <a:pt x="983103" y="597224"/>
                    </a:lnTo>
                    <a:lnTo>
                      <a:pt x="998970" y="608648"/>
                    </a:lnTo>
                    <a:lnTo>
                      <a:pt x="1014837" y="619437"/>
                    </a:lnTo>
                    <a:lnTo>
                      <a:pt x="1046570" y="641651"/>
                    </a:lnTo>
                    <a:lnTo>
                      <a:pt x="1078304" y="663864"/>
                    </a:lnTo>
                    <a:lnTo>
                      <a:pt x="1094170" y="674654"/>
                    </a:lnTo>
                    <a:lnTo>
                      <a:pt x="1110037" y="686078"/>
                    </a:lnTo>
                    <a:lnTo>
                      <a:pt x="1125904" y="697502"/>
                    </a:lnTo>
                    <a:lnTo>
                      <a:pt x="1141771" y="708291"/>
                    </a:lnTo>
                    <a:lnTo>
                      <a:pt x="1157637" y="719080"/>
                    </a:lnTo>
                    <a:lnTo>
                      <a:pt x="1173504" y="729870"/>
                    </a:lnTo>
                    <a:lnTo>
                      <a:pt x="1189371" y="740659"/>
                    </a:lnTo>
                    <a:lnTo>
                      <a:pt x="1205237" y="751449"/>
                    </a:lnTo>
                    <a:lnTo>
                      <a:pt x="1221104" y="762873"/>
                    </a:lnTo>
                    <a:lnTo>
                      <a:pt x="1226181" y="759699"/>
                    </a:lnTo>
                    <a:lnTo>
                      <a:pt x="1226816" y="760969"/>
                    </a:lnTo>
                    <a:lnTo>
                      <a:pt x="1226181" y="762238"/>
                    </a:lnTo>
                    <a:lnTo>
                      <a:pt x="1224912" y="765411"/>
                    </a:lnTo>
                    <a:lnTo>
                      <a:pt x="1241413" y="755257"/>
                    </a:lnTo>
                    <a:lnTo>
                      <a:pt x="1253472" y="749544"/>
                    </a:lnTo>
                    <a:lnTo>
                      <a:pt x="1257915" y="745737"/>
                    </a:lnTo>
                    <a:lnTo>
                      <a:pt x="1258550" y="738120"/>
                    </a:lnTo>
                    <a:lnTo>
                      <a:pt x="1259819" y="738120"/>
                    </a:lnTo>
                    <a:lnTo>
                      <a:pt x="1261723" y="742563"/>
                    </a:lnTo>
                    <a:lnTo>
                      <a:pt x="1261723" y="744467"/>
                    </a:lnTo>
                    <a:lnTo>
                      <a:pt x="1261088" y="746371"/>
                    </a:lnTo>
                    <a:lnTo>
                      <a:pt x="1268070" y="746371"/>
                    </a:lnTo>
                    <a:lnTo>
                      <a:pt x="1283937" y="739390"/>
                    </a:lnTo>
                    <a:lnTo>
                      <a:pt x="1289648" y="739390"/>
                    </a:lnTo>
                    <a:lnTo>
                      <a:pt x="1292187" y="740024"/>
                    </a:lnTo>
                    <a:lnTo>
                      <a:pt x="1303611" y="737486"/>
                    </a:lnTo>
                    <a:lnTo>
                      <a:pt x="1307419" y="736851"/>
                    </a:lnTo>
                    <a:lnTo>
                      <a:pt x="1327094" y="738755"/>
                    </a:lnTo>
                    <a:lnTo>
                      <a:pt x="1330902" y="738120"/>
                    </a:lnTo>
                    <a:lnTo>
                      <a:pt x="1333440" y="736217"/>
                    </a:lnTo>
                    <a:lnTo>
                      <a:pt x="1334710" y="733678"/>
                    </a:lnTo>
                    <a:lnTo>
                      <a:pt x="1339787" y="720350"/>
                    </a:lnTo>
                    <a:lnTo>
                      <a:pt x="1341691" y="710195"/>
                    </a:lnTo>
                    <a:lnTo>
                      <a:pt x="1341691" y="707022"/>
                    </a:lnTo>
                    <a:lnTo>
                      <a:pt x="1339787" y="698771"/>
                    </a:lnTo>
                    <a:lnTo>
                      <a:pt x="1339153" y="694329"/>
                    </a:lnTo>
                    <a:lnTo>
                      <a:pt x="1339787" y="690520"/>
                    </a:lnTo>
                    <a:lnTo>
                      <a:pt x="1336614" y="684808"/>
                    </a:lnTo>
                    <a:lnTo>
                      <a:pt x="1330902" y="667672"/>
                    </a:lnTo>
                    <a:lnTo>
                      <a:pt x="1329633" y="660691"/>
                    </a:lnTo>
                    <a:lnTo>
                      <a:pt x="1330902" y="660691"/>
                    </a:lnTo>
                    <a:lnTo>
                      <a:pt x="1335979" y="670846"/>
                    </a:lnTo>
                    <a:lnTo>
                      <a:pt x="1341691" y="679731"/>
                    </a:lnTo>
                    <a:lnTo>
                      <a:pt x="1341691" y="687347"/>
                    </a:lnTo>
                    <a:lnTo>
                      <a:pt x="1347404" y="706387"/>
                    </a:lnTo>
                    <a:lnTo>
                      <a:pt x="1346134" y="714003"/>
                    </a:lnTo>
                    <a:lnTo>
                      <a:pt x="1346134" y="715273"/>
                    </a:lnTo>
                    <a:lnTo>
                      <a:pt x="1347404" y="717176"/>
                    </a:lnTo>
                    <a:lnTo>
                      <a:pt x="1347404" y="719715"/>
                    </a:lnTo>
                    <a:lnTo>
                      <a:pt x="1346768" y="724793"/>
                    </a:lnTo>
                    <a:lnTo>
                      <a:pt x="1351846" y="716542"/>
                    </a:lnTo>
                    <a:lnTo>
                      <a:pt x="1353115" y="702579"/>
                    </a:lnTo>
                    <a:lnTo>
                      <a:pt x="1351211" y="674654"/>
                    </a:lnTo>
                    <a:lnTo>
                      <a:pt x="1351846" y="670211"/>
                    </a:lnTo>
                    <a:lnTo>
                      <a:pt x="1354385" y="660056"/>
                    </a:lnTo>
                    <a:lnTo>
                      <a:pt x="1355019" y="651806"/>
                    </a:lnTo>
                    <a:lnTo>
                      <a:pt x="1357558" y="647363"/>
                    </a:lnTo>
                    <a:lnTo>
                      <a:pt x="1362635" y="640382"/>
                    </a:lnTo>
                    <a:lnTo>
                      <a:pt x="1370252" y="621342"/>
                    </a:lnTo>
                    <a:lnTo>
                      <a:pt x="1379772" y="604205"/>
                    </a:lnTo>
                    <a:lnTo>
                      <a:pt x="1401985" y="576280"/>
                    </a:lnTo>
                    <a:lnTo>
                      <a:pt x="1416582" y="563586"/>
                    </a:lnTo>
                    <a:lnTo>
                      <a:pt x="1426102" y="558509"/>
                    </a:lnTo>
                    <a:lnTo>
                      <a:pt x="1429275" y="556605"/>
                    </a:lnTo>
                    <a:lnTo>
                      <a:pt x="1430545" y="555336"/>
                    </a:lnTo>
                    <a:lnTo>
                      <a:pt x="1429911" y="554701"/>
                    </a:lnTo>
                    <a:lnTo>
                      <a:pt x="1428641" y="554066"/>
                    </a:lnTo>
                    <a:lnTo>
                      <a:pt x="1428006" y="552162"/>
                    </a:lnTo>
                    <a:lnTo>
                      <a:pt x="1429911" y="548989"/>
                    </a:lnTo>
                    <a:lnTo>
                      <a:pt x="1427372" y="546450"/>
                    </a:lnTo>
                    <a:lnTo>
                      <a:pt x="1423564" y="545181"/>
                    </a:lnTo>
                    <a:lnTo>
                      <a:pt x="1419755" y="545181"/>
                    </a:lnTo>
                    <a:lnTo>
                      <a:pt x="1417852" y="544546"/>
                    </a:lnTo>
                    <a:lnTo>
                      <a:pt x="1415313" y="542642"/>
                    </a:lnTo>
                    <a:lnTo>
                      <a:pt x="1412774" y="540104"/>
                    </a:lnTo>
                    <a:lnTo>
                      <a:pt x="1411505" y="538200"/>
                    </a:lnTo>
                    <a:lnTo>
                      <a:pt x="1412140" y="535661"/>
                    </a:lnTo>
                    <a:lnTo>
                      <a:pt x="1414044" y="533757"/>
                    </a:lnTo>
                    <a:lnTo>
                      <a:pt x="1415947" y="533122"/>
                    </a:lnTo>
                    <a:lnTo>
                      <a:pt x="1416582" y="533757"/>
                    </a:lnTo>
                    <a:lnTo>
                      <a:pt x="1418486" y="533757"/>
                    </a:lnTo>
                    <a:lnTo>
                      <a:pt x="1421660" y="532488"/>
                    </a:lnTo>
                    <a:lnTo>
                      <a:pt x="1424198" y="528680"/>
                    </a:lnTo>
                    <a:lnTo>
                      <a:pt x="1423564" y="522333"/>
                    </a:lnTo>
                    <a:lnTo>
                      <a:pt x="1421660" y="519160"/>
                    </a:lnTo>
                    <a:lnTo>
                      <a:pt x="1419121" y="515986"/>
                    </a:lnTo>
                    <a:lnTo>
                      <a:pt x="1416582" y="514717"/>
                    </a:lnTo>
                    <a:lnTo>
                      <a:pt x="1414044" y="516621"/>
                    </a:lnTo>
                    <a:lnTo>
                      <a:pt x="1411505" y="512813"/>
                    </a:lnTo>
                    <a:lnTo>
                      <a:pt x="1407697" y="500119"/>
                    </a:lnTo>
                    <a:lnTo>
                      <a:pt x="1410235" y="502658"/>
                    </a:lnTo>
                    <a:lnTo>
                      <a:pt x="1412774" y="502658"/>
                    </a:lnTo>
                    <a:lnTo>
                      <a:pt x="1414678" y="502023"/>
                    </a:lnTo>
                    <a:lnTo>
                      <a:pt x="1416582" y="501389"/>
                    </a:lnTo>
                    <a:lnTo>
                      <a:pt x="1419755" y="502658"/>
                    </a:lnTo>
                    <a:lnTo>
                      <a:pt x="1421660" y="504562"/>
                    </a:lnTo>
                    <a:lnTo>
                      <a:pt x="1421025" y="505832"/>
                    </a:lnTo>
                    <a:lnTo>
                      <a:pt x="1417852" y="506466"/>
                    </a:lnTo>
                    <a:lnTo>
                      <a:pt x="1418486" y="507736"/>
                    </a:lnTo>
                    <a:lnTo>
                      <a:pt x="1422294" y="509639"/>
                    </a:lnTo>
                    <a:lnTo>
                      <a:pt x="1431814" y="517890"/>
                    </a:lnTo>
                    <a:lnTo>
                      <a:pt x="1433718" y="520429"/>
                    </a:lnTo>
                    <a:lnTo>
                      <a:pt x="1433084" y="525506"/>
                    </a:lnTo>
                    <a:lnTo>
                      <a:pt x="1425467" y="533757"/>
                    </a:lnTo>
                    <a:lnTo>
                      <a:pt x="1422929" y="538200"/>
                    </a:lnTo>
                    <a:lnTo>
                      <a:pt x="1430545" y="538200"/>
                    </a:lnTo>
                    <a:lnTo>
                      <a:pt x="1431814" y="538835"/>
                    </a:lnTo>
                    <a:lnTo>
                      <a:pt x="1432449" y="538835"/>
                    </a:lnTo>
                    <a:lnTo>
                      <a:pt x="1437526" y="542008"/>
                    </a:lnTo>
                    <a:lnTo>
                      <a:pt x="1441334" y="540104"/>
                    </a:lnTo>
                    <a:lnTo>
                      <a:pt x="1445777" y="535661"/>
                    </a:lnTo>
                    <a:lnTo>
                      <a:pt x="1448315" y="534392"/>
                    </a:lnTo>
                    <a:lnTo>
                      <a:pt x="1453393" y="529949"/>
                    </a:lnTo>
                    <a:lnTo>
                      <a:pt x="1461009" y="514082"/>
                    </a:lnTo>
                    <a:lnTo>
                      <a:pt x="1466721" y="509639"/>
                    </a:lnTo>
                    <a:lnTo>
                      <a:pt x="1467356" y="508370"/>
                    </a:lnTo>
                    <a:lnTo>
                      <a:pt x="1464817" y="504562"/>
                    </a:lnTo>
                    <a:lnTo>
                      <a:pt x="1464817" y="502658"/>
                    </a:lnTo>
                    <a:lnTo>
                      <a:pt x="1466721" y="502023"/>
                    </a:lnTo>
                    <a:lnTo>
                      <a:pt x="1467991" y="503293"/>
                    </a:lnTo>
                    <a:lnTo>
                      <a:pt x="1469260" y="504562"/>
                    </a:lnTo>
                    <a:lnTo>
                      <a:pt x="1470529" y="505197"/>
                    </a:lnTo>
                    <a:lnTo>
                      <a:pt x="1472433" y="503293"/>
                    </a:lnTo>
                    <a:lnTo>
                      <a:pt x="1473702" y="500119"/>
                    </a:lnTo>
                    <a:lnTo>
                      <a:pt x="1474337" y="496312"/>
                    </a:lnTo>
                    <a:lnTo>
                      <a:pt x="1473702" y="491869"/>
                    </a:lnTo>
                    <a:lnTo>
                      <a:pt x="1472433" y="491234"/>
                    </a:lnTo>
                    <a:lnTo>
                      <a:pt x="1469894" y="487426"/>
                    </a:lnTo>
                    <a:lnTo>
                      <a:pt x="1469260" y="483618"/>
                    </a:lnTo>
                    <a:lnTo>
                      <a:pt x="1473068" y="483618"/>
                    </a:lnTo>
                    <a:lnTo>
                      <a:pt x="1473068" y="484253"/>
                    </a:lnTo>
                    <a:lnTo>
                      <a:pt x="1475607" y="489330"/>
                    </a:lnTo>
                    <a:lnTo>
                      <a:pt x="1481319" y="495042"/>
                    </a:lnTo>
                    <a:lnTo>
                      <a:pt x="1478780" y="498216"/>
                    </a:lnTo>
                    <a:lnTo>
                      <a:pt x="1479414" y="500754"/>
                    </a:lnTo>
                    <a:lnTo>
                      <a:pt x="1481953" y="502023"/>
                    </a:lnTo>
                    <a:lnTo>
                      <a:pt x="1483858" y="500754"/>
                    </a:lnTo>
                    <a:lnTo>
                      <a:pt x="1485761" y="498850"/>
                    </a:lnTo>
                    <a:lnTo>
                      <a:pt x="1513052" y="484253"/>
                    </a:lnTo>
                    <a:lnTo>
                      <a:pt x="1518764" y="478541"/>
                    </a:lnTo>
                    <a:lnTo>
                      <a:pt x="1558748" y="473463"/>
                    </a:lnTo>
                    <a:lnTo>
                      <a:pt x="1556845" y="470925"/>
                    </a:lnTo>
                    <a:lnTo>
                      <a:pt x="1551132" y="465213"/>
                    </a:lnTo>
                    <a:lnTo>
                      <a:pt x="1549863" y="467117"/>
                    </a:lnTo>
                    <a:lnTo>
                      <a:pt x="1548594" y="468386"/>
                    </a:lnTo>
                    <a:lnTo>
                      <a:pt x="1546689" y="469655"/>
                    </a:lnTo>
                    <a:lnTo>
                      <a:pt x="1543516" y="470290"/>
                    </a:lnTo>
                    <a:lnTo>
                      <a:pt x="1545420" y="465213"/>
                    </a:lnTo>
                    <a:lnTo>
                      <a:pt x="1549228" y="460770"/>
                    </a:lnTo>
                    <a:lnTo>
                      <a:pt x="1553671" y="456962"/>
                    </a:lnTo>
                    <a:lnTo>
                      <a:pt x="1558114" y="455058"/>
                    </a:lnTo>
                    <a:lnTo>
                      <a:pt x="1561287" y="456962"/>
                    </a:lnTo>
                    <a:lnTo>
                      <a:pt x="1563191" y="462039"/>
                    </a:lnTo>
                    <a:lnTo>
                      <a:pt x="1565095" y="468386"/>
                    </a:lnTo>
                    <a:lnTo>
                      <a:pt x="1567634" y="472829"/>
                    </a:lnTo>
                    <a:lnTo>
                      <a:pt x="1573346" y="474733"/>
                    </a:lnTo>
                    <a:lnTo>
                      <a:pt x="1573980" y="469021"/>
                    </a:lnTo>
                    <a:lnTo>
                      <a:pt x="1570807" y="448076"/>
                    </a:lnTo>
                    <a:lnTo>
                      <a:pt x="1572711" y="448076"/>
                    </a:lnTo>
                    <a:lnTo>
                      <a:pt x="1576519" y="451885"/>
                    </a:lnTo>
                    <a:lnTo>
                      <a:pt x="1581596" y="455058"/>
                    </a:lnTo>
                    <a:lnTo>
                      <a:pt x="1579058" y="459501"/>
                    </a:lnTo>
                    <a:lnTo>
                      <a:pt x="1580961" y="463309"/>
                    </a:lnTo>
                    <a:lnTo>
                      <a:pt x="1585405" y="465848"/>
                    </a:lnTo>
                    <a:lnTo>
                      <a:pt x="1589847" y="466482"/>
                    </a:lnTo>
                    <a:lnTo>
                      <a:pt x="1594289" y="465848"/>
                    </a:lnTo>
                    <a:lnTo>
                      <a:pt x="1596194" y="464578"/>
                    </a:lnTo>
                    <a:lnTo>
                      <a:pt x="1597463" y="462674"/>
                    </a:lnTo>
                    <a:lnTo>
                      <a:pt x="1598098" y="460135"/>
                    </a:lnTo>
                    <a:lnTo>
                      <a:pt x="1597463" y="458231"/>
                    </a:lnTo>
                    <a:lnTo>
                      <a:pt x="1596828" y="456962"/>
                    </a:lnTo>
                    <a:lnTo>
                      <a:pt x="1596194" y="455693"/>
                    </a:lnTo>
                    <a:lnTo>
                      <a:pt x="1596828" y="453154"/>
                    </a:lnTo>
                    <a:lnTo>
                      <a:pt x="1598098" y="451885"/>
                    </a:lnTo>
                    <a:lnTo>
                      <a:pt x="1599367" y="450615"/>
                    </a:lnTo>
                    <a:lnTo>
                      <a:pt x="1600636" y="449346"/>
                    </a:lnTo>
                    <a:lnTo>
                      <a:pt x="1605714" y="439191"/>
                    </a:lnTo>
                    <a:lnTo>
                      <a:pt x="1608253" y="435383"/>
                    </a:lnTo>
                    <a:lnTo>
                      <a:pt x="1608887" y="433479"/>
                    </a:lnTo>
                    <a:lnTo>
                      <a:pt x="1609522" y="430941"/>
                    </a:lnTo>
                    <a:lnTo>
                      <a:pt x="1609522" y="428402"/>
                    </a:lnTo>
                    <a:lnTo>
                      <a:pt x="1608887" y="424594"/>
                    </a:lnTo>
                    <a:lnTo>
                      <a:pt x="1609522" y="422690"/>
                    </a:lnTo>
                    <a:lnTo>
                      <a:pt x="1610791" y="422690"/>
                    </a:lnTo>
                    <a:lnTo>
                      <a:pt x="1611426" y="423959"/>
                    </a:lnTo>
                    <a:lnTo>
                      <a:pt x="1612695" y="425863"/>
                    </a:lnTo>
                    <a:lnTo>
                      <a:pt x="1613329" y="427132"/>
                    </a:lnTo>
                    <a:lnTo>
                      <a:pt x="1620311" y="422055"/>
                    </a:lnTo>
                    <a:lnTo>
                      <a:pt x="1621580" y="420151"/>
                    </a:lnTo>
                    <a:lnTo>
                      <a:pt x="1622850" y="415708"/>
                    </a:lnTo>
                    <a:lnTo>
                      <a:pt x="1622215" y="413805"/>
                    </a:lnTo>
                    <a:lnTo>
                      <a:pt x="1620946" y="412535"/>
                    </a:lnTo>
                    <a:lnTo>
                      <a:pt x="1619676" y="409996"/>
                    </a:lnTo>
                    <a:lnTo>
                      <a:pt x="1620311" y="406188"/>
                    </a:lnTo>
                    <a:lnTo>
                      <a:pt x="1622215" y="405554"/>
                    </a:lnTo>
                    <a:lnTo>
                      <a:pt x="1624754" y="406188"/>
                    </a:lnTo>
                    <a:lnTo>
                      <a:pt x="1627927" y="405554"/>
                    </a:lnTo>
                    <a:lnTo>
                      <a:pt x="1629832" y="403650"/>
                    </a:lnTo>
                    <a:lnTo>
                      <a:pt x="1631735" y="399207"/>
                    </a:lnTo>
                    <a:lnTo>
                      <a:pt x="1633005" y="397303"/>
                    </a:lnTo>
                    <a:lnTo>
                      <a:pt x="1632370" y="395399"/>
                    </a:lnTo>
                    <a:lnTo>
                      <a:pt x="1627293" y="393495"/>
                    </a:lnTo>
                    <a:lnTo>
                      <a:pt x="1623485" y="389687"/>
                    </a:lnTo>
                    <a:lnTo>
                      <a:pt x="1619676" y="386514"/>
                    </a:lnTo>
                    <a:lnTo>
                      <a:pt x="1613329" y="385879"/>
                    </a:lnTo>
                    <a:lnTo>
                      <a:pt x="1615868" y="389052"/>
                    </a:lnTo>
                    <a:lnTo>
                      <a:pt x="1620311" y="393495"/>
                    </a:lnTo>
                    <a:lnTo>
                      <a:pt x="1621580" y="397303"/>
                    </a:lnTo>
                    <a:lnTo>
                      <a:pt x="1619676" y="398572"/>
                    </a:lnTo>
                    <a:lnTo>
                      <a:pt x="1615234" y="399842"/>
                    </a:lnTo>
                    <a:lnTo>
                      <a:pt x="1611426" y="402381"/>
                    </a:lnTo>
                    <a:lnTo>
                      <a:pt x="1610156" y="406823"/>
                    </a:lnTo>
                    <a:lnTo>
                      <a:pt x="1608253" y="406823"/>
                    </a:lnTo>
                    <a:lnTo>
                      <a:pt x="1600002" y="411266"/>
                    </a:lnTo>
                    <a:lnTo>
                      <a:pt x="1596828" y="411901"/>
                    </a:lnTo>
                    <a:lnTo>
                      <a:pt x="1595559" y="411266"/>
                    </a:lnTo>
                    <a:lnTo>
                      <a:pt x="1594289" y="410631"/>
                    </a:lnTo>
                    <a:lnTo>
                      <a:pt x="1593655" y="409362"/>
                    </a:lnTo>
                    <a:lnTo>
                      <a:pt x="1593020" y="407458"/>
                    </a:lnTo>
                    <a:lnTo>
                      <a:pt x="1593655" y="404919"/>
                    </a:lnTo>
                    <a:lnTo>
                      <a:pt x="1594925" y="404285"/>
                    </a:lnTo>
                    <a:lnTo>
                      <a:pt x="1596194" y="404285"/>
                    </a:lnTo>
                    <a:lnTo>
                      <a:pt x="1600636" y="400476"/>
                    </a:lnTo>
                    <a:lnTo>
                      <a:pt x="1601271" y="398572"/>
                    </a:lnTo>
                    <a:lnTo>
                      <a:pt x="1599367" y="396668"/>
                    </a:lnTo>
                    <a:lnTo>
                      <a:pt x="1594925" y="392226"/>
                    </a:lnTo>
                    <a:lnTo>
                      <a:pt x="1594925" y="389687"/>
                    </a:lnTo>
                    <a:lnTo>
                      <a:pt x="1594925" y="385879"/>
                    </a:lnTo>
                    <a:lnTo>
                      <a:pt x="1594289" y="383341"/>
                    </a:lnTo>
                    <a:lnTo>
                      <a:pt x="1593655" y="382706"/>
                    </a:lnTo>
                    <a:lnTo>
                      <a:pt x="1591116" y="380167"/>
                    </a:lnTo>
                    <a:lnTo>
                      <a:pt x="1590482" y="378898"/>
                    </a:lnTo>
                    <a:lnTo>
                      <a:pt x="1589213" y="378898"/>
                    </a:lnTo>
                    <a:lnTo>
                      <a:pt x="1587308" y="382706"/>
                    </a:lnTo>
                    <a:lnTo>
                      <a:pt x="1586039" y="387783"/>
                    </a:lnTo>
                    <a:lnTo>
                      <a:pt x="1585405" y="391591"/>
                    </a:lnTo>
                    <a:lnTo>
                      <a:pt x="1586039" y="394130"/>
                    </a:lnTo>
                    <a:lnTo>
                      <a:pt x="1586674" y="397303"/>
                    </a:lnTo>
                    <a:lnTo>
                      <a:pt x="1587308" y="401111"/>
                    </a:lnTo>
                    <a:lnTo>
                      <a:pt x="1586674" y="404919"/>
                    </a:lnTo>
                    <a:lnTo>
                      <a:pt x="1582866" y="401111"/>
                    </a:lnTo>
                    <a:lnTo>
                      <a:pt x="1579692" y="399842"/>
                    </a:lnTo>
                    <a:lnTo>
                      <a:pt x="1576519" y="399842"/>
                    </a:lnTo>
                    <a:lnTo>
                      <a:pt x="1573346" y="400476"/>
                    </a:lnTo>
                    <a:lnTo>
                      <a:pt x="1569538" y="403015"/>
                    </a:lnTo>
                    <a:lnTo>
                      <a:pt x="1570807" y="406188"/>
                    </a:lnTo>
                    <a:lnTo>
                      <a:pt x="1576519" y="411901"/>
                    </a:lnTo>
                    <a:lnTo>
                      <a:pt x="1578423" y="416343"/>
                    </a:lnTo>
                    <a:lnTo>
                      <a:pt x="1574615" y="415708"/>
                    </a:lnTo>
                    <a:lnTo>
                      <a:pt x="1569538" y="413170"/>
                    </a:lnTo>
                    <a:lnTo>
                      <a:pt x="1565729" y="411901"/>
                    </a:lnTo>
                    <a:lnTo>
                      <a:pt x="1565095" y="411266"/>
                    </a:lnTo>
                    <a:lnTo>
                      <a:pt x="1563826" y="409362"/>
                    </a:lnTo>
                    <a:lnTo>
                      <a:pt x="1561287" y="407458"/>
                    </a:lnTo>
                    <a:lnTo>
                      <a:pt x="1558748" y="406188"/>
                    </a:lnTo>
                    <a:lnTo>
                      <a:pt x="1556209" y="406823"/>
                    </a:lnTo>
                    <a:lnTo>
                      <a:pt x="1554306" y="408092"/>
                    </a:lnTo>
                    <a:lnTo>
                      <a:pt x="1551132" y="411901"/>
                    </a:lnTo>
                    <a:lnTo>
                      <a:pt x="1548594" y="415708"/>
                    </a:lnTo>
                    <a:lnTo>
                      <a:pt x="1546055" y="420151"/>
                    </a:lnTo>
                    <a:lnTo>
                      <a:pt x="1542881" y="423959"/>
                    </a:lnTo>
                    <a:lnTo>
                      <a:pt x="1537804" y="427132"/>
                    </a:lnTo>
                    <a:lnTo>
                      <a:pt x="1536535" y="429671"/>
                    </a:lnTo>
                    <a:lnTo>
                      <a:pt x="1535266" y="430306"/>
                    </a:lnTo>
                    <a:lnTo>
                      <a:pt x="1533996" y="429671"/>
                    </a:lnTo>
                    <a:lnTo>
                      <a:pt x="1532727" y="429036"/>
                    </a:lnTo>
                    <a:lnTo>
                      <a:pt x="1531458" y="427767"/>
                    </a:lnTo>
                    <a:lnTo>
                      <a:pt x="1523207" y="423959"/>
                    </a:lnTo>
                    <a:lnTo>
                      <a:pt x="1513052" y="422690"/>
                    </a:lnTo>
                    <a:lnTo>
                      <a:pt x="1503532" y="423325"/>
                    </a:lnTo>
                    <a:lnTo>
                      <a:pt x="1494647" y="421421"/>
                    </a:lnTo>
                    <a:lnTo>
                      <a:pt x="1485127" y="413170"/>
                    </a:lnTo>
                    <a:lnTo>
                      <a:pt x="1478145" y="403650"/>
                    </a:lnTo>
                    <a:lnTo>
                      <a:pt x="1473702" y="399842"/>
                    </a:lnTo>
                    <a:lnTo>
                      <a:pt x="1469260" y="398572"/>
                    </a:lnTo>
                    <a:lnTo>
                      <a:pt x="1468625" y="396034"/>
                    </a:lnTo>
                    <a:lnTo>
                      <a:pt x="1457201" y="383975"/>
                    </a:lnTo>
                    <a:lnTo>
                      <a:pt x="1465452" y="385879"/>
                    </a:lnTo>
                    <a:lnTo>
                      <a:pt x="1477511" y="397303"/>
                    </a:lnTo>
                    <a:lnTo>
                      <a:pt x="1485761" y="399207"/>
                    </a:lnTo>
                    <a:lnTo>
                      <a:pt x="1488934" y="399842"/>
                    </a:lnTo>
                    <a:lnTo>
                      <a:pt x="1500359" y="408092"/>
                    </a:lnTo>
                    <a:lnTo>
                      <a:pt x="1506705" y="411266"/>
                    </a:lnTo>
                    <a:lnTo>
                      <a:pt x="1514321" y="413805"/>
                    </a:lnTo>
                    <a:lnTo>
                      <a:pt x="1520668" y="413805"/>
                    </a:lnTo>
                    <a:lnTo>
                      <a:pt x="1529553" y="411266"/>
                    </a:lnTo>
                    <a:lnTo>
                      <a:pt x="1536535" y="406823"/>
                    </a:lnTo>
                    <a:lnTo>
                      <a:pt x="1539073" y="400476"/>
                    </a:lnTo>
                    <a:lnTo>
                      <a:pt x="1542881" y="396034"/>
                    </a:lnTo>
                    <a:lnTo>
                      <a:pt x="1550498" y="389052"/>
                    </a:lnTo>
                    <a:lnTo>
                      <a:pt x="1556209" y="382071"/>
                    </a:lnTo>
                    <a:lnTo>
                      <a:pt x="1554306" y="378263"/>
                    </a:lnTo>
                    <a:lnTo>
                      <a:pt x="1560018" y="374455"/>
                    </a:lnTo>
                    <a:lnTo>
                      <a:pt x="1563191" y="368743"/>
                    </a:lnTo>
                    <a:lnTo>
                      <a:pt x="1563191" y="362396"/>
                    </a:lnTo>
                    <a:lnTo>
                      <a:pt x="1558114" y="356049"/>
                    </a:lnTo>
                    <a:lnTo>
                      <a:pt x="1555575" y="358588"/>
                    </a:lnTo>
                    <a:lnTo>
                      <a:pt x="1556209" y="359858"/>
                    </a:lnTo>
                    <a:lnTo>
                      <a:pt x="1557479" y="360492"/>
                    </a:lnTo>
                    <a:lnTo>
                      <a:pt x="1558748" y="361127"/>
                    </a:lnTo>
                    <a:lnTo>
                      <a:pt x="1560018" y="361762"/>
                    </a:lnTo>
                    <a:lnTo>
                      <a:pt x="1557479" y="364300"/>
                    </a:lnTo>
                    <a:lnTo>
                      <a:pt x="1554940" y="364300"/>
                    </a:lnTo>
                    <a:lnTo>
                      <a:pt x="1552401" y="363031"/>
                    </a:lnTo>
                    <a:lnTo>
                      <a:pt x="1549863" y="362396"/>
                    </a:lnTo>
                    <a:lnTo>
                      <a:pt x="1541612" y="363666"/>
                    </a:lnTo>
                    <a:lnTo>
                      <a:pt x="1539073" y="363031"/>
                    </a:lnTo>
                    <a:lnTo>
                      <a:pt x="1540978" y="359858"/>
                    </a:lnTo>
                    <a:lnTo>
                      <a:pt x="1543516" y="357319"/>
                    </a:lnTo>
                    <a:lnTo>
                      <a:pt x="1546689" y="356049"/>
                    </a:lnTo>
                    <a:lnTo>
                      <a:pt x="1549863" y="355415"/>
                    </a:lnTo>
                    <a:lnTo>
                      <a:pt x="1551132" y="354145"/>
                    </a:lnTo>
                    <a:lnTo>
                      <a:pt x="1552401" y="351607"/>
                    </a:lnTo>
                    <a:lnTo>
                      <a:pt x="1554306" y="349068"/>
                    </a:lnTo>
                    <a:lnTo>
                      <a:pt x="1557479" y="347799"/>
                    </a:lnTo>
                    <a:lnTo>
                      <a:pt x="1563826" y="349068"/>
                    </a:lnTo>
                    <a:lnTo>
                      <a:pt x="1566365" y="349068"/>
                    </a:lnTo>
                    <a:lnTo>
                      <a:pt x="1566999" y="346529"/>
                    </a:lnTo>
                    <a:lnTo>
                      <a:pt x="1565729" y="344625"/>
                    </a:lnTo>
                    <a:lnTo>
                      <a:pt x="1563191" y="343356"/>
                    </a:lnTo>
                    <a:lnTo>
                      <a:pt x="1558114" y="342087"/>
                    </a:lnTo>
                    <a:lnTo>
                      <a:pt x="1557479" y="340818"/>
                    </a:lnTo>
                    <a:lnTo>
                      <a:pt x="1568268" y="340818"/>
                    </a:lnTo>
                    <a:lnTo>
                      <a:pt x="1572711" y="340183"/>
                    </a:lnTo>
                    <a:lnTo>
                      <a:pt x="1573980" y="336375"/>
                    </a:lnTo>
                    <a:lnTo>
                      <a:pt x="1573980" y="333836"/>
                    </a:lnTo>
                    <a:lnTo>
                      <a:pt x="1575249" y="329394"/>
                    </a:lnTo>
                    <a:lnTo>
                      <a:pt x="1574615" y="327489"/>
                    </a:lnTo>
                    <a:lnTo>
                      <a:pt x="1570807" y="324951"/>
                    </a:lnTo>
                    <a:lnTo>
                      <a:pt x="1568903" y="323047"/>
                    </a:lnTo>
                    <a:lnTo>
                      <a:pt x="1567634" y="320508"/>
                    </a:lnTo>
                    <a:lnTo>
                      <a:pt x="1562556" y="321143"/>
                    </a:lnTo>
                    <a:lnTo>
                      <a:pt x="1542881" y="318604"/>
                    </a:lnTo>
                    <a:lnTo>
                      <a:pt x="1525746" y="317969"/>
                    </a:lnTo>
                    <a:lnTo>
                      <a:pt x="1511782" y="313527"/>
                    </a:lnTo>
                    <a:lnTo>
                      <a:pt x="1499089" y="312892"/>
                    </a:lnTo>
                    <a:lnTo>
                      <a:pt x="1495281" y="311623"/>
                    </a:lnTo>
                    <a:lnTo>
                      <a:pt x="1488300" y="307815"/>
                    </a:lnTo>
                    <a:lnTo>
                      <a:pt x="1478780" y="304641"/>
                    </a:lnTo>
                    <a:lnTo>
                      <a:pt x="1469894" y="304007"/>
                    </a:lnTo>
                    <a:lnTo>
                      <a:pt x="1464817" y="309084"/>
                    </a:lnTo>
                    <a:lnTo>
                      <a:pt x="1461644" y="302103"/>
                    </a:lnTo>
                    <a:lnTo>
                      <a:pt x="1459105" y="299564"/>
                    </a:lnTo>
                    <a:lnTo>
                      <a:pt x="1454662" y="298929"/>
                    </a:lnTo>
                    <a:lnTo>
                      <a:pt x="1452124" y="298295"/>
                    </a:lnTo>
                    <a:lnTo>
                      <a:pt x="1449585" y="295756"/>
                    </a:lnTo>
                    <a:lnTo>
                      <a:pt x="1444508" y="288775"/>
                    </a:lnTo>
                    <a:lnTo>
                      <a:pt x="1453393" y="293852"/>
                    </a:lnTo>
                    <a:lnTo>
                      <a:pt x="1457835" y="295756"/>
                    </a:lnTo>
                    <a:lnTo>
                      <a:pt x="1467356" y="296391"/>
                    </a:lnTo>
                    <a:lnTo>
                      <a:pt x="1478145" y="300199"/>
                    </a:lnTo>
                    <a:lnTo>
                      <a:pt x="1483858" y="300833"/>
                    </a:lnTo>
                    <a:lnTo>
                      <a:pt x="1494647" y="300199"/>
                    </a:lnTo>
                    <a:lnTo>
                      <a:pt x="1499089" y="301468"/>
                    </a:lnTo>
                    <a:lnTo>
                      <a:pt x="1504167" y="304641"/>
                    </a:lnTo>
                    <a:lnTo>
                      <a:pt x="1509244" y="305911"/>
                    </a:lnTo>
                    <a:lnTo>
                      <a:pt x="1519399" y="300833"/>
                    </a:lnTo>
                    <a:lnTo>
                      <a:pt x="1525746" y="300833"/>
                    </a:lnTo>
                    <a:lnTo>
                      <a:pt x="1526380" y="298929"/>
                    </a:lnTo>
                    <a:lnTo>
                      <a:pt x="1527649" y="297660"/>
                    </a:lnTo>
                    <a:lnTo>
                      <a:pt x="1528919" y="297025"/>
                    </a:lnTo>
                    <a:lnTo>
                      <a:pt x="1530822" y="296391"/>
                    </a:lnTo>
                    <a:lnTo>
                      <a:pt x="1531458" y="302103"/>
                    </a:lnTo>
                    <a:lnTo>
                      <a:pt x="1536535" y="304641"/>
                    </a:lnTo>
                    <a:lnTo>
                      <a:pt x="1542881" y="304641"/>
                    </a:lnTo>
                    <a:lnTo>
                      <a:pt x="1546689" y="301468"/>
                    </a:lnTo>
                    <a:lnTo>
                      <a:pt x="1545420" y="299564"/>
                    </a:lnTo>
                    <a:lnTo>
                      <a:pt x="1544151" y="298295"/>
                    </a:lnTo>
                    <a:lnTo>
                      <a:pt x="1542247" y="297660"/>
                    </a:lnTo>
                    <a:lnTo>
                      <a:pt x="1539708" y="297025"/>
                    </a:lnTo>
                    <a:lnTo>
                      <a:pt x="1540342" y="295756"/>
                    </a:lnTo>
                    <a:lnTo>
                      <a:pt x="1540342" y="295121"/>
                    </a:lnTo>
                    <a:lnTo>
                      <a:pt x="1540978" y="294487"/>
                    </a:lnTo>
                    <a:lnTo>
                      <a:pt x="1542247" y="293852"/>
                    </a:lnTo>
                    <a:lnTo>
                      <a:pt x="1541612" y="292583"/>
                    </a:lnTo>
                    <a:lnTo>
                      <a:pt x="1540342" y="291948"/>
                    </a:lnTo>
                    <a:lnTo>
                      <a:pt x="1539073" y="291313"/>
                    </a:lnTo>
                    <a:lnTo>
                      <a:pt x="1535266" y="288775"/>
                    </a:lnTo>
                    <a:lnTo>
                      <a:pt x="1535900" y="287505"/>
                    </a:lnTo>
                    <a:lnTo>
                      <a:pt x="1536535" y="281793"/>
                    </a:lnTo>
                    <a:lnTo>
                      <a:pt x="1534631" y="279889"/>
                    </a:lnTo>
                    <a:lnTo>
                      <a:pt x="1532727" y="277985"/>
                    </a:lnTo>
                    <a:lnTo>
                      <a:pt x="1530188" y="276716"/>
                    </a:lnTo>
                    <a:lnTo>
                      <a:pt x="1527015" y="276716"/>
                    </a:lnTo>
                    <a:lnTo>
                      <a:pt x="1533996" y="269735"/>
                    </a:lnTo>
                    <a:lnTo>
                      <a:pt x="1537804" y="267196"/>
                    </a:lnTo>
                    <a:lnTo>
                      <a:pt x="1543516" y="266561"/>
                    </a:lnTo>
                    <a:lnTo>
                      <a:pt x="1553036" y="267196"/>
                    </a:lnTo>
                    <a:lnTo>
                      <a:pt x="1557479" y="266561"/>
                    </a:lnTo>
                    <a:lnTo>
                      <a:pt x="1562556" y="264657"/>
                    </a:lnTo>
                    <a:lnTo>
                      <a:pt x="1561287" y="271638"/>
                    </a:lnTo>
                    <a:lnTo>
                      <a:pt x="1558114" y="274177"/>
                    </a:lnTo>
                    <a:lnTo>
                      <a:pt x="1547959" y="274812"/>
                    </a:lnTo>
                    <a:lnTo>
                      <a:pt x="1542881" y="277351"/>
                    </a:lnTo>
                    <a:lnTo>
                      <a:pt x="1542881" y="280524"/>
                    </a:lnTo>
                    <a:lnTo>
                      <a:pt x="1545420" y="283063"/>
                    </a:lnTo>
                    <a:lnTo>
                      <a:pt x="1549863" y="284967"/>
                    </a:lnTo>
                    <a:lnTo>
                      <a:pt x="1550498" y="286236"/>
                    </a:lnTo>
                    <a:lnTo>
                      <a:pt x="1547959" y="289409"/>
                    </a:lnTo>
                    <a:lnTo>
                      <a:pt x="1551132" y="291313"/>
                    </a:lnTo>
                    <a:lnTo>
                      <a:pt x="1560018" y="293217"/>
                    </a:lnTo>
                    <a:lnTo>
                      <a:pt x="1559383" y="294487"/>
                    </a:lnTo>
                    <a:lnTo>
                      <a:pt x="1558748" y="295756"/>
                    </a:lnTo>
                    <a:lnTo>
                      <a:pt x="1558114" y="296391"/>
                    </a:lnTo>
                    <a:lnTo>
                      <a:pt x="1556209" y="297025"/>
                    </a:lnTo>
                    <a:lnTo>
                      <a:pt x="1559383" y="300833"/>
                    </a:lnTo>
                    <a:lnTo>
                      <a:pt x="1562556" y="302737"/>
                    </a:lnTo>
                    <a:lnTo>
                      <a:pt x="1570807" y="304641"/>
                    </a:lnTo>
                    <a:lnTo>
                      <a:pt x="1569538" y="302737"/>
                    </a:lnTo>
                    <a:lnTo>
                      <a:pt x="1568268" y="301468"/>
                    </a:lnTo>
                    <a:lnTo>
                      <a:pt x="1566999" y="300833"/>
                    </a:lnTo>
                    <a:lnTo>
                      <a:pt x="1565729" y="300199"/>
                    </a:lnTo>
                    <a:lnTo>
                      <a:pt x="1566365" y="297660"/>
                    </a:lnTo>
                    <a:lnTo>
                      <a:pt x="1568268" y="296391"/>
                    </a:lnTo>
                    <a:lnTo>
                      <a:pt x="1570807" y="296391"/>
                    </a:lnTo>
                    <a:lnTo>
                      <a:pt x="1573346" y="297025"/>
                    </a:lnTo>
                    <a:lnTo>
                      <a:pt x="1575885" y="287505"/>
                    </a:lnTo>
                    <a:lnTo>
                      <a:pt x="1573346" y="283063"/>
                    </a:lnTo>
                    <a:lnTo>
                      <a:pt x="1575249" y="280524"/>
                    </a:lnTo>
                    <a:lnTo>
                      <a:pt x="1579058" y="281158"/>
                    </a:lnTo>
                    <a:lnTo>
                      <a:pt x="1581596" y="284967"/>
                    </a:lnTo>
                    <a:lnTo>
                      <a:pt x="1583500" y="292583"/>
                    </a:lnTo>
                    <a:lnTo>
                      <a:pt x="1585405" y="296391"/>
                    </a:lnTo>
                    <a:lnTo>
                      <a:pt x="1587943" y="297660"/>
                    </a:lnTo>
                    <a:lnTo>
                      <a:pt x="1588578" y="299564"/>
                    </a:lnTo>
                    <a:lnTo>
                      <a:pt x="1580327" y="301468"/>
                    </a:lnTo>
                    <a:lnTo>
                      <a:pt x="1581596" y="304007"/>
                    </a:lnTo>
                    <a:lnTo>
                      <a:pt x="1582866" y="304007"/>
                    </a:lnTo>
                    <a:lnTo>
                      <a:pt x="1584135" y="303372"/>
                    </a:lnTo>
                    <a:lnTo>
                      <a:pt x="1586039" y="303372"/>
                    </a:lnTo>
                    <a:lnTo>
                      <a:pt x="1589213" y="305276"/>
                    </a:lnTo>
                    <a:lnTo>
                      <a:pt x="1591116" y="307815"/>
                    </a:lnTo>
                    <a:lnTo>
                      <a:pt x="1593655" y="305276"/>
                    </a:lnTo>
                    <a:lnTo>
                      <a:pt x="1593655" y="301468"/>
                    </a:lnTo>
                    <a:lnTo>
                      <a:pt x="1592386" y="298295"/>
                    </a:lnTo>
                    <a:lnTo>
                      <a:pt x="1590482" y="297025"/>
                    </a:lnTo>
                    <a:lnTo>
                      <a:pt x="1589847" y="295121"/>
                    </a:lnTo>
                    <a:lnTo>
                      <a:pt x="1589213" y="291948"/>
                    </a:lnTo>
                    <a:lnTo>
                      <a:pt x="1590482" y="289409"/>
                    </a:lnTo>
                    <a:lnTo>
                      <a:pt x="1595559" y="290679"/>
                    </a:lnTo>
                    <a:lnTo>
                      <a:pt x="1598098" y="293217"/>
                    </a:lnTo>
                    <a:lnTo>
                      <a:pt x="1601906" y="298929"/>
                    </a:lnTo>
                    <a:lnTo>
                      <a:pt x="1608887" y="301468"/>
                    </a:lnTo>
                    <a:lnTo>
                      <a:pt x="1611426" y="301468"/>
                    </a:lnTo>
                    <a:lnTo>
                      <a:pt x="1612060" y="298929"/>
                    </a:lnTo>
                    <a:lnTo>
                      <a:pt x="1612060" y="296391"/>
                    </a:lnTo>
                    <a:lnTo>
                      <a:pt x="1613329" y="295121"/>
                    </a:lnTo>
                    <a:lnTo>
                      <a:pt x="1614599" y="295121"/>
                    </a:lnTo>
                    <a:lnTo>
                      <a:pt x="1617773" y="298929"/>
                    </a:lnTo>
                    <a:lnTo>
                      <a:pt x="1621580" y="299564"/>
                    </a:lnTo>
                    <a:lnTo>
                      <a:pt x="1635543" y="297025"/>
                    </a:lnTo>
                    <a:lnTo>
                      <a:pt x="1636813" y="295756"/>
                    </a:lnTo>
                    <a:lnTo>
                      <a:pt x="1638716" y="291948"/>
                    </a:lnTo>
                    <a:lnTo>
                      <a:pt x="1640621" y="289409"/>
                    </a:lnTo>
                    <a:lnTo>
                      <a:pt x="1647602" y="285601"/>
                    </a:lnTo>
                    <a:lnTo>
                      <a:pt x="1650775" y="284967"/>
                    </a:lnTo>
                    <a:lnTo>
                      <a:pt x="1650141" y="283697"/>
                    </a:lnTo>
                    <a:lnTo>
                      <a:pt x="1646967" y="280524"/>
                    </a:lnTo>
                    <a:lnTo>
                      <a:pt x="1646967" y="274812"/>
                    </a:lnTo>
                    <a:lnTo>
                      <a:pt x="1649506" y="271004"/>
                    </a:lnTo>
                    <a:lnTo>
                      <a:pt x="1653948" y="272908"/>
                    </a:lnTo>
                    <a:lnTo>
                      <a:pt x="1652679" y="274812"/>
                    </a:lnTo>
                    <a:lnTo>
                      <a:pt x="1655218" y="276081"/>
                    </a:lnTo>
                    <a:lnTo>
                      <a:pt x="1656487" y="275447"/>
                    </a:lnTo>
                    <a:lnTo>
                      <a:pt x="1657122" y="273543"/>
                    </a:lnTo>
                    <a:lnTo>
                      <a:pt x="1656487" y="269735"/>
                    </a:lnTo>
                    <a:lnTo>
                      <a:pt x="1657122" y="267196"/>
                    </a:lnTo>
                    <a:lnTo>
                      <a:pt x="1659026" y="265292"/>
                    </a:lnTo>
                    <a:lnTo>
                      <a:pt x="1659661" y="262753"/>
                    </a:lnTo>
                    <a:lnTo>
                      <a:pt x="1657122" y="259580"/>
                    </a:lnTo>
                    <a:lnTo>
                      <a:pt x="1661565" y="257041"/>
                    </a:lnTo>
                    <a:lnTo>
                      <a:pt x="1662834" y="255772"/>
                    </a:lnTo>
                    <a:lnTo>
                      <a:pt x="1663469" y="253868"/>
                    </a:lnTo>
                    <a:lnTo>
                      <a:pt x="1663469" y="252598"/>
                    </a:lnTo>
                    <a:lnTo>
                      <a:pt x="1662834" y="251329"/>
                    </a:lnTo>
                    <a:lnTo>
                      <a:pt x="1662199" y="250060"/>
                    </a:lnTo>
                    <a:lnTo>
                      <a:pt x="1661565" y="248791"/>
                    </a:lnTo>
                    <a:lnTo>
                      <a:pt x="1661565" y="247521"/>
                    </a:lnTo>
                    <a:lnTo>
                      <a:pt x="1665373" y="245617"/>
                    </a:lnTo>
                    <a:lnTo>
                      <a:pt x="1666642" y="244982"/>
                    </a:lnTo>
                    <a:lnTo>
                      <a:pt x="1675527" y="230385"/>
                    </a:lnTo>
                    <a:lnTo>
                      <a:pt x="1675527" y="227846"/>
                    </a:lnTo>
                    <a:lnTo>
                      <a:pt x="1674258" y="224038"/>
                    </a:lnTo>
                    <a:lnTo>
                      <a:pt x="1673623" y="219596"/>
                    </a:lnTo>
                    <a:lnTo>
                      <a:pt x="1674258" y="215788"/>
                    </a:lnTo>
                    <a:lnTo>
                      <a:pt x="1678066" y="229116"/>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38" name="Google Shape;438;p51"/>
              <p:cNvSpPr/>
              <p:nvPr/>
            </p:nvSpPr>
            <p:spPr>
              <a:xfrm>
                <a:off x="4774009" y="1974387"/>
                <a:ext cx="985342" cy="1031560"/>
              </a:xfrm>
              <a:custGeom>
                <a:avLst/>
                <a:gdLst/>
                <a:ahLst/>
                <a:cxnLst/>
                <a:rect l="l" t="t" r="r" b="b"/>
                <a:pathLst>
                  <a:path w="1353114" h="1416582" extrusionOk="0">
                    <a:moveTo>
                      <a:pt x="1351211" y="256406"/>
                    </a:moveTo>
                    <a:lnTo>
                      <a:pt x="1339787" y="255137"/>
                    </a:lnTo>
                    <a:lnTo>
                      <a:pt x="1335979" y="255137"/>
                    </a:lnTo>
                    <a:lnTo>
                      <a:pt x="1329633" y="257041"/>
                    </a:lnTo>
                    <a:lnTo>
                      <a:pt x="1327728" y="256406"/>
                    </a:lnTo>
                    <a:lnTo>
                      <a:pt x="1323920" y="255137"/>
                    </a:lnTo>
                    <a:lnTo>
                      <a:pt x="1320747" y="254502"/>
                    </a:lnTo>
                    <a:lnTo>
                      <a:pt x="1317574" y="255137"/>
                    </a:lnTo>
                    <a:lnTo>
                      <a:pt x="1313766" y="256406"/>
                    </a:lnTo>
                    <a:lnTo>
                      <a:pt x="1296629" y="264023"/>
                    </a:lnTo>
                    <a:lnTo>
                      <a:pt x="1294091" y="264023"/>
                    </a:lnTo>
                    <a:lnTo>
                      <a:pt x="1282667" y="259580"/>
                    </a:lnTo>
                    <a:lnTo>
                      <a:pt x="1280128" y="257676"/>
                    </a:lnTo>
                    <a:lnTo>
                      <a:pt x="1277589" y="255772"/>
                    </a:lnTo>
                    <a:lnTo>
                      <a:pt x="1266800" y="241809"/>
                    </a:lnTo>
                    <a:lnTo>
                      <a:pt x="1264261" y="239905"/>
                    </a:lnTo>
                    <a:lnTo>
                      <a:pt x="1256011" y="237366"/>
                    </a:lnTo>
                    <a:lnTo>
                      <a:pt x="1245856" y="238001"/>
                    </a:lnTo>
                    <a:lnTo>
                      <a:pt x="1195082" y="248790"/>
                    </a:lnTo>
                    <a:lnTo>
                      <a:pt x="1193813" y="248156"/>
                    </a:lnTo>
                    <a:lnTo>
                      <a:pt x="1192544" y="247521"/>
                    </a:lnTo>
                    <a:lnTo>
                      <a:pt x="1191274" y="247521"/>
                    </a:lnTo>
                    <a:lnTo>
                      <a:pt x="1189371" y="248156"/>
                    </a:lnTo>
                    <a:lnTo>
                      <a:pt x="1184293" y="250694"/>
                    </a:lnTo>
                    <a:lnTo>
                      <a:pt x="1182389" y="251329"/>
                    </a:lnTo>
                    <a:lnTo>
                      <a:pt x="1178581" y="250060"/>
                    </a:lnTo>
                    <a:lnTo>
                      <a:pt x="1176677" y="248156"/>
                    </a:lnTo>
                    <a:lnTo>
                      <a:pt x="1174139" y="246886"/>
                    </a:lnTo>
                    <a:lnTo>
                      <a:pt x="1169695" y="247521"/>
                    </a:lnTo>
                    <a:lnTo>
                      <a:pt x="1154464" y="253233"/>
                    </a:lnTo>
                    <a:lnTo>
                      <a:pt x="1145578" y="253868"/>
                    </a:lnTo>
                    <a:lnTo>
                      <a:pt x="1139232" y="250694"/>
                    </a:lnTo>
                    <a:lnTo>
                      <a:pt x="1137327" y="246886"/>
                    </a:lnTo>
                    <a:lnTo>
                      <a:pt x="1135424" y="239905"/>
                    </a:lnTo>
                    <a:lnTo>
                      <a:pt x="1133520" y="236732"/>
                    </a:lnTo>
                    <a:lnTo>
                      <a:pt x="1131615" y="235462"/>
                    </a:lnTo>
                    <a:lnTo>
                      <a:pt x="1129712" y="234828"/>
                    </a:lnTo>
                    <a:lnTo>
                      <a:pt x="1127807" y="233558"/>
                    </a:lnTo>
                    <a:lnTo>
                      <a:pt x="1126538" y="230385"/>
                    </a:lnTo>
                    <a:lnTo>
                      <a:pt x="1126538" y="228481"/>
                    </a:lnTo>
                    <a:lnTo>
                      <a:pt x="1127807" y="225308"/>
                    </a:lnTo>
                    <a:lnTo>
                      <a:pt x="1127173" y="223404"/>
                    </a:lnTo>
                    <a:lnTo>
                      <a:pt x="1121461" y="220230"/>
                    </a:lnTo>
                    <a:lnTo>
                      <a:pt x="1112575" y="222769"/>
                    </a:lnTo>
                    <a:lnTo>
                      <a:pt x="1098613" y="231654"/>
                    </a:lnTo>
                    <a:lnTo>
                      <a:pt x="1095439" y="234193"/>
                    </a:lnTo>
                    <a:lnTo>
                      <a:pt x="1087824" y="238001"/>
                    </a:lnTo>
                    <a:lnTo>
                      <a:pt x="1065610" y="255137"/>
                    </a:lnTo>
                    <a:lnTo>
                      <a:pt x="1059898" y="261484"/>
                    </a:lnTo>
                    <a:lnTo>
                      <a:pt x="1053551" y="265926"/>
                    </a:lnTo>
                    <a:lnTo>
                      <a:pt x="1038319" y="269100"/>
                    </a:lnTo>
                    <a:lnTo>
                      <a:pt x="1027530" y="274812"/>
                    </a:lnTo>
                    <a:lnTo>
                      <a:pt x="1024357" y="274177"/>
                    </a:lnTo>
                    <a:lnTo>
                      <a:pt x="1021183" y="272273"/>
                    </a:lnTo>
                    <a:lnTo>
                      <a:pt x="1016740" y="271639"/>
                    </a:lnTo>
                    <a:lnTo>
                      <a:pt x="1001508" y="274177"/>
                    </a:lnTo>
                    <a:lnTo>
                      <a:pt x="999604" y="273543"/>
                    </a:lnTo>
                    <a:lnTo>
                      <a:pt x="999604" y="271639"/>
                    </a:lnTo>
                    <a:lnTo>
                      <a:pt x="1000239" y="269100"/>
                    </a:lnTo>
                    <a:lnTo>
                      <a:pt x="999604" y="266561"/>
                    </a:lnTo>
                    <a:lnTo>
                      <a:pt x="998335" y="264657"/>
                    </a:lnTo>
                    <a:lnTo>
                      <a:pt x="997066" y="264657"/>
                    </a:lnTo>
                    <a:lnTo>
                      <a:pt x="993258" y="265292"/>
                    </a:lnTo>
                    <a:lnTo>
                      <a:pt x="979930" y="264023"/>
                    </a:lnTo>
                    <a:lnTo>
                      <a:pt x="975487" y="260849"/>
                    </a:lnTo>
                    <a:lnTo>
                      <a:pt x="978660" y="254502"/>
                    </a:lnTo>
                    <a:lnTo>
                      <a:pt x="972313" y="247521"/>
                    </a:lnTo>
                    <a:lnTo>
                      <a:pt x="969140" y="245617"/>
                    </a:lnTo>
                    <a:lnTo>
                      <a:pt x="965332" y="243713"/>
                    </a:lnTo>
                    <a:lnTo>
                      <a:pt x="950100" y="243078"/>
                    </a:lnTo>
                    <a:lnTo>
                      <a:pt x="931060" y="236732"/>
                    </a:lnTo>
                    <a:lnTo>
                      <a:pt x="927886" y="234828"/>
                    </a:lnTo>
                    <a:lnTo>
                      <a:pt x="924713" y="232289"/>
                    </a:lnTo>
                    <a:lnTo>
                      <a:pt x="921540" y="229116"/>
                    </a:lnTo>
                    <a:lnTo>
                      <a:pt x="919001" y="223404"/>
                    </a:lnTo>
                    <a:lnTo>
                      <a:pt x="917097" y="217057"/>
                    </a:lnTo>
                    <a:lnTo>
                      <a:pt x="914559" y="212614"/>
                    </a:lnTo>
                    <a:lnTo>
                      <a:pt x="909481" y="210076"/>
                    </a:lnTo>
                    <a:lnTo>
                      <a:pt x="894249" y="210076"/>
                    </a:lnTo>
                    <a:lnTo>
                      <a:pt x="876478" y="213884"/>
                    </a:lnTo>
                    <a:lnTo>
                      <a:pt x="872671" y="216422"/>
                    </a:lnTo>
                    <a:lnTo>
                      <a:pt x="868863" y="221500"/>
                    </a:lnTo>
                    <a:lnTo>
                      <a:pt x="869497" y="225942"/>
                    </a:lnTo>
                    <a:lnTo>
                      <a:pt x="871401" y="231020"/>
                    </a:lnTo>
                    <a:lnTo>
                      <a:pt x="872036" y="235462"/>
                    </a:lnTo>
                    <a:lnTo>
                      <a:pt x="870132" y="238001"/>
                    </a:lnTo>
                    <a:lnTo>
                      <a:pt x="866324" y="241174"/>
                    </a:lnTo>
                    <a:lnTo>
                      <a:pt x="861881" y="242444"/>
                    </a:lnTo>
                    <a:lnTo>
                      <a:pt x="858707" y="243078"/>
                    </a:lnTo>
                    <a:lnTo>
                      <a:pt x="856169" y="241174"/>
                    </a:lnTo>
                    <a:lnTo>
                      <a:pt x="849187" y="229750"/>
                    </a:lnTo>
                    <a:lnTo>
                      <a:pt x="842841" y="222769"/>
                    </a:lnTo>
                    <a:lnTo>
                      <a:pt x="840937" y="218961"/>
                    </a:lnTo>
                    <a:lnTo>
                      <a:pt x="839667" y="213249"/>
                    </a:lnTo>
                    <a:lnTo>
                      <a:pt x="839033" y="203729"/>
                    </a:lnTo>
                    <a:lnTo>
                      <a:pt x="837764" y="199921"/>
                    </a:lnTo>
                    <a:lnTo>
                      <a:pt x="833956" y="194844"/>
                    </a:lnTo>
                    <a:lnTo>
                      <a:pt x="827609" y="192305"/>
                    </a:lnTo>
                    <a:lnTo>
                      <a:pt x="819993" y="192305"/>
                    </a:lnTo>
                    <a:lnTo>
                      <a:pt x="804760" y="195478"/>
                    </a:lnTo>
                    <a:lnTo>
                      <a:pt x="801587" y="194844"/>
                    </a:lnTo>
                    <a:lnTo>
                      <a:pt x="796510" y="194209"/>
                    </a:lnTo>
                    <a:lnTo>
                      <a:pt x="793971" y="191036"/>
                    </a:lnTo>
                    <a:lnTo>
                      <a:pt x="795240" y="185323"/>
                    </a:lnTo>
                    <a:lnTo>
                      <a:pt x="798414" y="183419"/>
                    </a:lnTo>
                    <a:lnTo>
                      <a:pt x="806030" y="181515"/>
                    </a:lnTo>
                    <a:lnTo>
                      <a:pt x="809204" y="179611"/>
                    </a:lnTo>
                    <a:lnTo>
                      <a:pt x="808569" y="175803"/>
                    </a:lnTo>
                    <a:lnTo>
                      <a:pt x="804760" y="171995"/>
                    </a:lnTo>
                    <a:lnTo>
                      <a:pt x="791433" y="170091"/>
                    </a:lnTo>
                    <a:lnTo>
                      <a:pt x="762872" y="164379"/>
                    </a:lnTo>
                    <a:lnTo>
                      <a:pt x="750179" y="158033"/>
                    </a:lnTo>
                    <a:lnTo>
                      <a:pt x="745737" y="156763"/>
                    </a:lnTo>
                    <a:lnTo>
                      <a:pt x="719080" y="156763"/>
                    </a:lnTo>
                    <a:lnTo>
                      <a:pt x="696867" y="156763"/>
                    </a:lnTo>
                    <a:lnTo>
                      <a:pt x="674653" y="161841"/>
                    </a:lnTo>
                    <a:lnTo>
                      <a:pt x="669576" y="164379"/>
                    </a:lnTo>
                    <a:lnTo>
                      <a:pt x="663230" y="166283"/>
                    </a:lnTo>
                    <a:lnTo>
                      <a:pt x="663230" y="168822"/>
                    </a:lnTo>
                    <a:lnTo>
                      <a:pt x="663864" y="172630"/>
                    </a:lnTo>
                    <a:lnTo>
                      <a:pt x="662595" y="175803"/>
                    </a:lnTo>
                    <a:lnTo>
                      <a:pt x="657517" y="180246"/>
                    </a:lnTo>
                    <a:lnTo>
                      <a:pt x="644190" y="181515"/>
                    </a:lnTo>
                    <a:lnTo>
                      <a:pt x="638477" y="184689"/>
                    </a:lnTo>
                    <a:lnTo>
                      <a:pt x="635304" y="184054"/>
                    </a:lnTo>
                    <a:lnTo>
                      <a:pt x="611186" y="188497"/>
                    </a:lnTo>
                    <a:lnTo>
                      <a:pt x="607378" y="187862"/>
                    </a:lnTo>
                    <a:lnTo>
                      <a:pt x="601666" y="182785"/>
                    </a:lnTo>
                    <a:lnTo>
                      <a:pt x="595955" y="165649"/>
                    </a:lnTo>
                    <a:lnTo>
                      <a:pt x="588973" y="161841"/>
                    </a:lnTo>
                    <a:lnTo>
                      <a:pt x="561048" y="161206"/>
                    </a:lnTo>
                    <a:lnTo>
                      <a:pt x="526141" y="161206"/>
                    </a:lnTo>
                    <a:lnTo>
                      <a:pt x="522968" y="159937"/>
                    </a:lnTo>
                    <a:lnTo>
                      <a:pt x="522333" y="158667"/>
                    </a:lnTo>
                    <a:lnTo>
                      <a:pt x="521698" y="154225"/>
                    </a:lnTo>
                    <a:lnTo>
                      <a:pt x="521063" y="152321"/>
                    </a:lnTo>
                    <a:lnTo>
                      <a:pt x="519794" y="150417"/>
                    </a:lnTo>
                    <a:lnTo>
                      <a:pt x="517890" y="149147"/>
                    </a:lnTo>
                    <a:lnTo>
                      <a:pt x="516621" y="148513"/>
                    </a:lnTo>
                    <a:lnTo>
                      <a:pt x="514717" y="147243"/>
                    </a:lnTo>
                    <a:lnTo>
                      <a:pt x="511543" y="147243"/>
                    </a:lnTo>
                    <a:lnTo>
                      <a:pt x="482349" y="151686"/>
                    </a:lnTo>
                    <a:lnTo>
                      <a:pt x="475368" y="151686"/>
                    </a:lnTo>
                    <a:lnTo>
                      <a:pt x="462039" y="146609"/>
                    </a:lnTo>
                    <a:lnTo>
                      <a:pt x="444903" y="135185"/>
                    </a:lnTo>
                    <a:lnTo>
                      <a:pt x="442364" y="132646"/>
                    </a:lnTo>
                    <a:lnTo>
                      <a:pt x="440461" y="128838"/>
                    </a:lnTo>
                    <a:lnTo>
                      <a:pt x="439825" y="125030"/>
                    </a:lnTo>
                    <a:lnTo>
                      <a:pt x="439825" y="120587"/>
                    </a:lnTo>
                    <a:lnTo>
                      <a:pt x="439825" y="115510"/>
                    </a:lnTo>
                    <a:lnTo>
                      <a:pt x="439825" y="115510"/>
                    </a:lnTo>
                    <a:lnTo>
                      <a:pt x="439191" y="103451"/>
                    </a:lnTo>
                    <a:lnTo>
                      <a:pt x="430941" y="77430"/>
                    </a:lnTo>
                    <a:lnTo>
                      <a:pt x="422690" y="53947"/>
                    </a:lnTo>
                    <a:lnTo>
                      <a:pt x="420785" y="49504"/>
                    </a:lnTo>
                    <a:lnTo>
                      <a:pt x="419516" y="44427"/>
                    </a:lnTo>
                    <a:lnTo>
                      <a:pt x="419516" y="34272"/>
                    </a:lnTo>
                    <a:lnTo>
                      <a:pt x="418882" y="29829"/>
                    </a:lnTo>
                    <a:lnTo>
                      <a:pt x="416978" y="24752"/>
                    </a:lnTo>
                    <a:lnTo>
                      <a:pt x="415074" y="15232"/>
                    </a:lnTo>
                    <a:lnTo>
                      <a:pt x="412535" y="11424"/>
                    </a:lnTo>
                    <a:lnTo>
                      <a:pt x="409996" y="9520"/>
                    </a:lnTo>
                    <a:lnTo>
                      <a:pt x="397303" y="3173"/>
                    </a:lnTo>
                    <a:lnTo>
                      <a:pt x="387148" y="1269"/>
                    </a:lnTo>
                    <a:lnTo>
                      <a:pt x="366204" y="3173"/>
                    </a:lnTo>
                    <a:lnTo>
                      <a:pt x="356049" y="0"/>
                    </a:lnTo>
                    <a:lnTo>
                      <a:pt x="357318" y="13328"/>
                    </a:lnTo>
                    <a:lnTo>
                      <a:pt x="357954" y="34272"/>
                    </a:lnTo>
                    <a:lnTo>
                      <a:pt x="359223" y="60928"/>
                    </a:lnTo>
                    <a:lnTo>
                      <a:pt x="360492" y="83776"/>
                    </a:lnTo>
                    <a:lnTo>
                      <a:pt x="359857" y="86315"/>
                    </a:lnTo>
                    <a:lnTo>
                      <a:pt x="358588" y="88219"/>
                    </a:lnTo>
                    <a:lnTo>
                      <a:pt x="357318" y="88854"/>
                    </a:lnTo>
                    <a:lnTo>
                      <a:pt x="319238" y="90123"/>
                    </a:lnTo>
                    <a:lnTo>
                      <a:pt x="280524" y="92027"/>
                    </a:lnTo>
                    <a:lnTo>
                      <a:pt x="242443" y="93296"/>
                    </a:lnTo>
                    <a:lnTo>
                      <a:pt x="204363" y="94566"/>
                    </a:lnTo>
                    <a:lnTo>
                      <a:pt x="165649" y="95835"/>
                    </a:lnTo>
                    <a:lnTo>
                      <a:pt x="127568" y="97104"/>
                    </a:lnTo>
                    <a:lnTo>
                      <a:pt x="88854" y="98374"/>
                    </a:lnTo>
                    <a:lnTo>
                      <a:pt x="50774" y="99643"/>
                    </a:lnTo>
                    <a:lnTo>
                      <a:pt x="12693" y="100278"/>
                    </a:lnTo>
                    <a:lnTo>
                      <a:pt x="0" y="100912"/>
                    </a:lnTo>
                    <a:lnTo>
                      <a:pt x="0" y="100912"/>
                    </a:lnTo>
                    <a:lnTo>
                      <a:pt x="0" y="106624"/>
                    </a:lnTo>
                    <a:lnTo>
                      <a:pt x="1269" y="110432"/>
                    </a:lnTo>
                    <a:lnTo>
                      <a:pt x="3173" y="114240"/>
                    </a:lnTo>
                    <a:lnTo>
                      <a:pt x="3808" y="117414"/>
                    </a:lnTo>
                    <a:lnTo>
                      <a:pt x="5077" y="121857"/>
                    </a:lnTo>
                    <a:lnTo>
                      <a:pt x="5712" y="124395"/>
                    </a:lnTo>
                    <a:lnTo>
                      <a:pt x="6981" y="126299"/>
                    </a:lnTo>
                    <a:lnTo>
                      <a:pt x="8250" y="128203"/>
                    </a:lnTo>
                    <a:lnTo>
                      <a:pt x="9520" y="136454"/>
                    </a:lnTo>
                    <a:lnTo>
                      <a:pt x="15232" y="149147"/>
                    </a:lnTo>
                    <a:lnTo>
                      <a:pt x="16501" y="158033"/>
                    </a:lnTo>
                    <a:lnTo>
                      <a:pt x="18406" y="161841"/>
                    </a:lnTo>
                    <a:lnTo>
                      <a:pt x="22213" y="170091"/>
                    </a:lnTo>
                    <a:lnTo>
                      <a:pt x="24117" y="181515"/>
                    </a:lnTo>
                    <a:lnTo>
                      <a:pt x="20944" y="190401"/>
                    </a:lnTo>
                    <a:lnTo>
                      <a:pt x="16501" y="199286"/>
                    </a:lnTo>
                    <a:lnTo>
                      <a:pt x="15232" y="209441"/>
                    </a:lnTo>
                    <a:lnTo>
                      <a:pt x="19675" y="222769"/>
                    </a:lnTo>
                    <a:lnTo>
                      <a:pt x="20944" y="230385"/>
                    </a:lnTo>
                    <a:lnTo>
                      <a:pt x="21579" y="234193"/>
                    </a:lnTo>
                    <a:lnTo>
                      <a:pt x="21579" y="236732"/>
                    </a:lnTo>
                    <a:lnTo>
                      <a:pt x="20944" y="239270"/>
                    </a:lnTo>
                    <a:lnTo>
                      <a:pt x="19040" y="243713"/>
                    </a:lnTo>
                    <a:lnTo>
                      <a:pt x="18406" y="246252"/>
                    </a:lnTo>
                    <a:lnTo>
                      <a:pt x="21579" y="262118"/>
                    </a:lnTo>
                    <a:lnTo>
                      <a:pt x="22848" y="265292"/>
                    </a:lnTo>
                    <a:lnTo>
                      <a:pt x="24117" y="269100"/>
                    </a:lnTo>
                    <a:lnTo>
                      <a:pt x="21579" y="285601"/>
                    </a:lnTo>
                    <a:lnTo>
                      <a:pt x="22213" y="295121"/>
                    </a:lnTo>
                    <a:lnTo>
                      <a:pt x="23482" y="304007"/>
                    </a:lnTo>
                    <a:lnTo>
                      <a:pt x="26656" y="312257"/>
                    </a:lnTo>
                    <a:lnTo>
                      <a:pt x="34907" y="330028"/>
                    </a:lnTo>
                    <a:lnTo>
                      <a:pt x="37446" y="338913"/>
                    </a:lnTo>
                    <a:lnTo>
                      <a:pt x="39984" y="346530"/>
                    </a:lnTo>
                    <a:lnTo>
                      <a:pt x="46330" y="353511"/>
                    </a:lnTo>
                    <a:lnTo>
                      <a:pt x="43792" y="359223"/>
                    </a:lnTo>
                    <a:lnTo>
                      <a:pt x="45061" y="364300"/>
                    </a:lnTo>
                    <a:lnTo>
                      <a:pt x="49504" y="375724"/>
                    </a:lnTo>
                    <a:lnTo>
                      <a:pt x="49504" y="377628"/>
                    </a:lnTo>
                    <a:lnTo>
                      <a:pt x="48869" y="378898"/>
                    </a:lnTo>
                    <a:lnTo>
                      <a:pt x="48869" y="380167"/>
                    </a:lnTo>
                    <a:lnTo>
                      <a:pt x="49504" y="380802"/>
                    </a:lnTo>
                    <a:lnTo>
                      <a:pt x="50139" y="380802"/>
                    </a:lnTo>
                    <a:lnTo>
                      <a:pt x="50774" y="380802"/>
                    </a:lnTo>
                    <a:lnTo>
                      <a:pt x="51408" y="381436"/>
                    </a:lnTo>
                    <a:lnTo>
                      <a:pt x="51408" y="382706"/>
                    </a:lnTo>
                    <a:lnTo>
                      <a:pt x="55850" y="387148"/>
                    </a:lnTo>
                    <a:lnTo>
                      <a:pt x="57120" y="390322"/>
                    </a:lnTo>
                    <a:lnTo>
                      <a:pt x="59659" y="398572"/>
                    </a:lnTo>
                    <a:lnTo>
                      <a:pt x="62197" y="403650"/>
                    </a:lnTo>
                    <a:lnTo>
                      <a:pt x="64736" y="406823"/>
                    </a:lnTo>
                    <a:lnTo>
                      <a:pt x="66640" y="410631"/>
                    </a:lnTo>
                    <a:lnTo>
                      <a:pt x="67909" y="419517"/>
                    </a:lnTo>
                    <a:lnTo>
                      <a:pt x="70448" y="425863"/>
                    </a:lnTo>
                    <a:lnTo>
                      <a:pt x="73622" y="427767"/>
                    </a:lnTo>
                    <a:lnTo>
                      <a:pt x="74256" y="429037"/>
                    </a:lnTo>
                    <a:lnTo>
                      <a:pt x="74256" y="430941"/>
                    </a:lnTo>
                    <a:lnTo>
                      <a:pt x="73622" y="432210"/>
                    </a:lnTo>
                    <a:lnTo>
                      <a:pt x="72987" y="433479"/>
                    </a:lnTo>
                    <a:lnTo>
                      <a:pt x="72987" y="434114"/>
                    </a:lnTo>
                    <a:lnTo>
                      <a:pt x="73622" y="439826"/>
                    </a:lnTo>
                    <a:lnTo>
                      <a:pt x="72987" y="444269"/>
                    </a:lnTo>
                    <a:lnTo>
                      <a:pt x="73622" y="448711"/>
                    </a:lnTo>
                    <a:lnTo>
                      <a:pt x="75526" y="452519"/>
                    </a:lnTo>
                    <a:lnTo>
                      <a:pt x="75526" y="456327"/>
                    </a:lnTo>
                    <a:lnTo>
                      <a:pt x="72987" y="468386"/>
                    </a:lnTo>
                    <a:lnTo>
                      <a:pt x="72987" y="473463"/>
                    </a:lnTo>
                    <a:lnTo>
                      <a:pt x="74256" y="474733"/>
                    </a:lnTo>
                    <a:lnTo>
                      <a:pt x="75526" y="476002"/>
                    </a:lnTo>
                    <a:lnTo>
                      <a:pt x="77429" y="477906"/>
                    </a:lnTo>
                    <a:lnTo>
                      <a:pt x="78064" y="480445"/>
                    </a:lnTo>
                    <a:lnTo>
                      <a:pt x="77429" y="510909"/>
                    </a:lnTo>
                    <a:lnTo>
                      <a:pt x="78064" y="516621"/>
                    </a:lnTo>
                    <a:lnTo>
                      <a:pt x="81237" y="528045"/>
                    </a:lnTo>
                    <a:lnTo>
                      <a:pt x="81873" y="533122"/>
                    </a:lnTo>
                    <a:lnTo>
                      <a:pt x="81873" y="535026"/>
                    </a:lnTo>
                    <a:lnTo>
                      <a:pt x="81237" y="536930"/>
                    </a:lnTo>
                    <a:lnTo>
                      <a:pt x="80603" y="539469"/>
                    </a:lnTo>
                    <a:lnTo>
                      <a:pt x="81237" y="542008"/>
                    </a:lnTo>
                    <a:lnTo>
                      <a:pt x="83776" y="552162"/>
                    </a:lnTo>
                    <a:lnTo>
                      <a:pt x="84411" y="556605"/>
                    </a:lnTo>
                    <a:lnTo>
                      <a:pt x="83142" y="572472"/>
                    </a:lnTo>
                    <a:lnTo>
                      <a:pt x="83776" y="575645"/>
                    </a:lnTo>
                    <a:lnTo>
                      <a:pt x="84411" y="577549"/>
                    </a:lnTo>
                    <a:lnTo>
                      <a:pt x="86949" y="581357"/>
                    </a:lnTo>
                    <a:lnTo>
                      <a:pt x="87584" y="584531"/>
                    </a:lnTo>
                    <a:lnTo>
                      <a:pt x="87584" y="586435"/>
                    </a:lnTo>
                    <a:lnTo>
                      <a:pt x="86949" y="586435"/>
                    </a:lnTo>
                    <a:lnTo>
                      <a:pt x="88219" y="587069"/>
                    </a:lnTo>
                    <a:lnTo>
                      <a:pt x="90123" y="587069"/>
                    </a:lnTo>
                    <a:lnTo>
                      <a:pt x="92027" y="588339"/>
                    </a:lnTo>
                    <a:lnTo>
                      <a:pt x="93931" y="588973"/>
                    </a:lnTo>
                    <a:lnTo>
                      <a:pt x="95200" y="589608"/>
                    </a:lnTo>
                    <a:lnTo>
                      <a:pt x="95835" y="591512"/>
                    </a:lnTo>
                    <a:lnTo>
                      <a:pt x="95835" y="592781"/>
                    </a:lnTo>
                    <a:lnTo>
                      <a:pt x="95200" y="593416"/>
                    </a:lnTo>
                    <a:lnTo>
                      <a:pt x="94566" y="597224"/>
                    </a:lnTo>
                    <a:lnTo>
                      <a:pt x="92027" y="601032"/>
                    </a:lnTo>
                    <a:lnTo>
                      <a:pt x="91393" y="603571"/>
                    </a:lnTo>
                    <a:lnTo>
                      <a:pt x="92027" y="611187"/>
                    </a:lnTo>
                    <a:lnTo>
                      <a:pt x="92027" y="613725"/>
                    </a:lnTo>
                    <a:lnTo>
                      <a:pt x="91393" y="615629"/>
                    </a:lnTo>
                    <a:lnTo>
                      <a:pt x="89488" y="619437"/>
                    </a:lnTo>
                    <a:lnTo>
                      <a:pt x="89488" y="621976"/>
                    </a:lnTo>
                    <a:lnTo>
                      <a:pt x="90123" y="625784"/>
                    </a:lnTo>
                    <a:lnTo>
                      <a:pt x="92662" y="634035"/>
                    </a:lnTo>
                    <a:lnTo>
                      <a:pt x="93296" y="639747"/>
                    </a:lnTo>
                    <a:lnTo>
                      <a:pt x="93296" y="644824"/>
                    </a:lnTo>
                    <a:lnTo>
                      <a:pt x="91393" y="653075"/>
                    </a:lnTo>
                    <a:lnTo>
                      <a:pt x="92027" y="658152"/>
                    </a:lnTo>
                    <a:lnTo>
                      <a:pt x="93296" y="661960"/>
                    </a:lnTo>
                    <a:lnTo>
                      <a:pt x="99643" y="668942"/>
                    </a:lnTo>
                    <a:lnTo>
                      <a:pt x="100913" y="673384"/>
                    </a:lnTo>
                    <a:lnTo>
                      <a:pt x="102182" y="682270"/>
                    </a:lnTo>
                    <a:lnTo>
                      <a:pt x="102816" y="687347"/>
                    </a:lnTo>
                    <a:lnTo>
                      <a:pt x="101547" y="692424"/>
                    </a:lnTo>
                    <a:lnTo>
                      <a:pt x="102816" y="694328"/>
                    </a:lnTo>
                    <a:lnTo>
                      <a:pt x="105355" y="697502"/>
                    </a:lnTo>
                    <a:lnTo>
                      <a:pt x="106624" y="698771"/>
                    </a:lnTo>
                    <a:lnTo>
                      <a:pt x="107259" y="700675"/>
                    </a:lnTo>
                    <a:lnTo>
                      <a:pt x="107259" y="703214"/>
                    </a:lnTo>
                    <a:lnTo>
                      <a:pt x="107259" y="705118"/>
                    </a:lnTo>
                    <a:lnTo>
                      <a:pt x="108528" y="708291"/>
                    </a:lnTo>
                    <a:lnTo>
                      <a:pt x="119317" y="723523"/>
                    </a:lnTo>
                    <a:lnTo>
                      <a:pt x="125664" y="729870"/>
                    </a:lnTo>
                    <a:lnTo>
                      <a:pt x="128837" y="733678"/>
                    </a:lnTo>
                    <a:lnTo>
                      <a:pt x="130107" y="738755"/>
                    </a:lnTo>
                    <a:lnTo>
                      <a:pt x="130107" y="754622"/>
                    </a:lnTo>
                    <a:lnTo>
                      <a:pt x="130742" y="759065"/>
                    </a:lnTo>
                    <a:lnTo>
                      <a:pt x="131376" y="761603"/>
                    </a:lnTo>
                    <a:lnTo>
                      <a:pt x="132011" y="764142"/>
                    </a:lnTo>
                    <a:lnTo>
                      <a:pt x="136454" y="770489"/>
                    </a:lnTo>
                    <a:lnTo>
                      <a:pt x="136454" y="771758"/>
                    </a:lnTo>
                    <a:lnTo>
                      <a:pt x="135819" y="773662"/>
                    </a:lnTo>
                    <a:lnTo>
                      <a:pt x="135819" y="776201"/>
                    </a:lnTo>
                    <a:lnTo>
                      <a:pt x="137088" y="777470"/>
                    </a:lnTo>
                    <a:lnTo>
                      <a:pt x="138357" y="786990"/>
                    </a:lnTo>
                    <a:lnTo>
                      <a:pt x="138357" y="789529"/>
                    </a:lnTo>
                    <a:lnTo>
                      <a:pt x="137723" y="796510"/>
                    </a:lnTo>
                    <a:lnTo>
                      <a:pt x="135184" y="801588"/>
                    </a:lnTo>
                    <a:lnTo>
                      <a:pt x="135819" y="807934"/>
                    </a:lnTo>
                    <a:lnTo>
                      <a:pt x="139627" y="825705"/>
                    </a:lnTo>
                    <a:lnTo>
                      <a:pt x="138993" y="828244"/>
                    </a:lnTo>
                    <a:lnTo>
                      <a:pt x="137723" y="828878"/>
                    </a:lnTo>
                    <a:lnTo>
                      <a:pt x="137723" y="830148"/>
                    </a:lnTo>
                    <a:lnTo>
                      <a:pt x="137088" y="831417"/>
                    </a:lnTo>
                    <a:lnTo>
                      <a:pt x="135819" y="846014"/>
                    </a:lnTo>
                    <a:lnTo>
                      <a:pt x="134550" y="850457"/>
                    </a:lnTo>
                    <a:lnTo>
                      <a:pt x="131376" y="856804"/>
                    </a:lnTo>
                    <a:lnTo>
                      <a:pt x="126299" y="868863"/>
                    </a:lnTo>
                    <a:lnTo>
                      <a:pt x="125664" y="870132"/>
                    </a:lnTo>
                    <a:lnTo>
                      <a:pt x="124395" y="872036"/>
                    </a:lnTo>
                    <a:lnTo>
                      <a:pt x="122491" y="873940"/>
                    </a:lnTo>
                    <a:lnTo>
                      <a:pt x="118048" y="877748"/>
                    </a:lnTo>
                    <a:lnTo>
                      <a:pt x="104720" y="885364"/>
                    </a:lnTo>
                    <a:lnTo>
                      <a:pt x="102816" y="886633"/>
                    </a:lnTo>
                    <a:lnTo>
                      <a:pt x="99008" y="891076"/>
                    </a:lnTo>
                    <a:lnTo>
                      <a:pt x="92027" y="896153"/>
                    </a:lnTo>
                    <a:lnTo>
                      <a:pt x="90757" y="897423"/>
                    </a:lnTo>
                    <a:lnTo>
                      <a:pt x="89488" y="898692"/>
                    </a:lnTo>
                    <a:lnTo>
                      <a:pt x="86949" y="904404"/>
                    </a:lnTo>
                    <a:lnTo>
                      <a:pt x="86315" y="909481"/>
                    </a:lnTo>
                    <a:lnTo>
                      <a:pt x="91393" y="915193"/>
                    </a:lnTo>
                    <a:lnTo>
                      <a:pt x="100913" y="924713"/>
                    </a:lnTo>
                    <a:lnTo>
                      <a:pt x="104720" y="930425"/>
                    </a:lnTo>
                    <a:lnTo>
                      <a:pt x="111702" y="944388"/>
                    </a:lnTo>
                    <a:lnTo>
                      <a:pt x="116144" y="952004"/>
                    </a:lnTo>
                    <a:lnTo>
                      <a:pt x="119953" y="954543"/>
                    </a:lnTo>
                    <a:lnTo>
                      <a:pt x="134550" y="955812"/>
                    </a:lnTo>
                    <a:lnTo>
                      <a:pt x="142166" y="957716"/>
                    </a:lnTo>
                    <a:lnTo>
                      <a:pt x="147243" y="961524"/>
                    </a:lnTo>
                    <a:lnTo>
                      <a:pt x="149782" y="963428"/>
                    </a:lnTo>
                    <a:lnTo>
                      <a:pt x="154224" y="966602"/>
                    </a:lnTo>
                    <a:lnTo>
                      <a:pt x="155494" y="968506"/>
                    </a:lnTo>
                    <a:lnTo>
                      <a:pt x="161206" y="977391"/>
                    </a:lnTo>
                    <a:lnTo>
                      <a:pt x="162475" y="979930"/>
                    </a:lnTo>
                    <a:lnTo>
                      <a:pt x="163110" y="980564"/>
                    </a:lnTo>
                    <a:lnTo>
                      <a:pt x="163110" y="980564"/>
                    </a:lnTo>
                    <a:lnTo>
                      <a:pt x="163744" y="990084"/>
                    </a:lnTo>
                    <a:lnTo>
                      <a:pt x="165014" y="1042762"/>
                    </a:lnTo>
                    <a:lnTo>
                      <a:pt x="166918" y="1096074"/>
                    </a:lnTo>
                    <a:lnTo>
                      <a:pt x="168822" y="1149386"/>
                    </a:lnTo>
                    <a:lnTo>
                      <a:pt x="170726" y="1202699"/>
                    </a:lnTo>
                    <a:lnTo>
                      <a:pt x="171995" y="1256646"/>
                    </a:lnTo>
                    <a:lnTo>
                      <a:pt x="173900" y="1309958"/>
                    </a:lnTo>
                    <a:lnTo>
                      <a:pt x="175169" y="1363270"/>
                    </a:lnTo>
                    <a:lnTo>
                      <a:pt x="177073" y="1416582"/>
                    </a:lnTo>
                    <a:lnTo>
                      <a:pt x="238001" y="1414678"/>
                    </a:lnTo>
                    <a:lnTo>
                      <a:pt x="298295" y="1412774"/>
                    </a:lnTo>
                    <a:lnTo>
                      <a:pt x="358588" y="1410235"/>
                    </a:lnTo>
                    <a:lnTo>
                      <a:pt x="419516" y="1407697"/>
                    </a:lnTo>
                    <a:lnTo>
                      <a:pt x="479810" y="1405158"/>
                    </a:lnTo>
                    <a:lnTo>
                      <a:pt x="540738" y="1401985"/>
                    </a:lnTo>
                    <a:lnTo>
                      <a:pt x="601032" y="1398812"/>
                    </a:lnTo>
                    <a:lnTo>
                      <a:pt x="661960" y="1395638"/>
                    </a:lnTo>
                    <a:lnTo>
                      <a:pt x="722253" y="1391830"/>
                    </a:lnTo>
                    <a:lnTo>
                      <a:pt x="782547" y="1388657"/>
                    </a:lnTo>
                    <a:lnTo>
                      <a:pt x="843476" y="1384849"/>
                    </a:lnTo>
                    <a:lnTo>
                      <a:pt x="903769" y="1380406"/>
                    </a:lnTo>
                    <a:lnTo>
                      <a:pt x="964063" y="1376598"/>
                    </a:lnTo>
                    <a:lnTo>
                      <a:pt x="1024357" y="1372155"/>
                    </a:lnTo>
                    <a:lnTo>
                      <a:pt x="1084650" y="1367713"/>
                    </a:lnTo>
                    <a:lnTo>
                      <a:pt x="1145578" y="1362635"/>
                    </a:lnTo>
                    <a:lnTo>
                      <a:pt x="1146213" y="1356923"/>
                    </a:lnTo>
                    <a:lnTo>
                      <a:pt x="1146213" y="1353750"/>
                    </a:lnTo>
                    <a:lnTo>
                      <a:pt x="1145578" y="1350577"/>
                    </a:lnTo>
                    <a:lnTo>
                      <a:pt x="1143674" y="1344230"/>
                    </a:lnTo>
                    <a:lnTo>
                      <a:pt x="1143674" y="1341057"/>
                    </a:lnTo>
                    <a:lnTo>
                      <a:pt x="1143674" y="1333440"/>
                    </a:lnTo>
                    <a:lnTo>
                      <a:pt x="1143674" y="1330902"/>
                    </a:lnTo>
                    <a:lnTo>
                      <a:pt x="1141771" y="1324555"/>
                    </a:lnTo>
                    <a:lnTo>
                      <a:pt x="1141135" y="1322651"/>
                    </a:lnTo>
                    <a:lnTo>
                      <a:pt x="1142405" y="1309323"/>
                    </a:lnTo>
                    <a:lnTo>
                      <a:pt x="1142405" y="1304246"/>
                    </a:lnTo>
                    <a:lnTo>
                      <a:pt x="1141135" y="1299803"/>
                    </a:lnTo>
                    <a:lnTo>
                      <a:pt x="1140501" y="1297264"/>
                    </a:lnTo>
                    <a:lnTo>
                      <a:pt x="1139232" y="1295995"/>
                    </a:lnTo>
                    <a:lnTo>
                      <a:pt x="1136058" y="1292822"/>
                    </a:lnTo>
                    <a:lnTo>
                      <a:pt x="1135424" y="1291552"/>
                    </a:lnTo>
                    <a:lnTo>
                      <a:pt x="1134154" y="1289648"/>
                    </a:lnTo>
                    <a:lnTo>
                      <a:pt x="1133520" y="1287744"/>
                    </a:lnTo>
                    <a:lnTo>
                      <a:pt x="1133520" y="1285206"/>
                    </a:lnTo>
                    <a:lnTo>
                      <a:pt x="1133520" y="1278224"/>
                    </a:lnTo>
                    <a:lnTo>
                      <a:pt x="1132885" y="1272512"/>
                    </a:lnTo>
                    <a:lnTo>
                      <a:pt x="1131615" y="1266800"/>
                    </a:lnTo>
                    <a:lnTo>
                      <a:pt x="1130346" y="1264262"/>
                    </a:lnTo>
                    <a:lnTo>
                      <a:pt x="1129077" y="1261723"/>
                    </a:lnTo>
                    <a:lnTo>
                      <a:pt x="1127173" y="1259819"/>
                    </a:lnTo>
                    <a:lnTo>
                      <a:pt x="1124634" y="1258550"/>
                    </a:lnTo>
                    <a:lnTo>
                      <a:pt x="1116384" y="1256646"/>
                    </a:lnTo>
                    <a:lnTo>
                      <a:pt x="1114479" y="1253472"/>
                    </a:lnTo>
                    <a:lnTo>
                      <a:pt x="1110037" y="1248395"/>
                    </a:lnTo>
                    <a:lnTo>
                      <a:pt x="1108767" y="1245221"/>
                    </a:lnTo>
                    <a:lnTo>
                      <a:pt x="1108133" y="1243318"/>
                    </a:lnTo>
                    <a:lnTo>
                      <a:pt x="1107498" y="1242048"/>
                    </a:lnTo>
                    <a:lnTo>
                      <a:pt x="1106228" y="1240779"/>
                    </a:lnTo>
                    <a:lnTo>
                      <a:pt x="1104959" y="1239509"/>
                    </a:lnTo>
                    <a:lnTo>
                      <a:pt x="1103055" y="1238240"/>
                    </a:lnTo>
                    <a:lnTo>
                      <a:pt x="1096074" y="1238240"/>
                    </a:lnTo>
                    <a:lnTo>
                      <a:pt x="1094170" y="1238240"/>
                    </a:lnTo>
                    <a:lnTo>
                      <a:pt x="1092901" y="1237605"/>
                    </a:lnTo>
                    <a:lnTo>
                      <a:pt x="1082111" y="1229989"/>
                    </a:lnTo>
                    <a:lnTo>
                      <a:pt x="1080842" y="1229989"/>
                    </a:lnTo>
                    <a:lnTo>
                      <a:pt x="1063071" y="1231259"/>
                    </a:lnTo>
                    <a:lnTo>
                      <a:pt x="1060533" y="1230624"/>
                    </a:lnTo>
                    <a:lnTo>
                      <a:pt x="1058628" y="1229355"/>
                    </a:lnTo>
                    <a:lnTo>
                      <a:pt x="1035780" y="1212853"/>
                    </a:lnTo>
                    <a:lnTo>
                      <a:pt x="1028165" y="1210315"/>
                    </a:lnTo>
                    <a:lnTo>
                      <a:pt x="1024357" y="1205872"/>
                    </a:lnTo>
                    <a:lnTo>
                      <a:pt x="1008490" y="1181120"/>
                    </a:lnTo>
                    <a:lnTo>
                      <a:pt x="1000873" y="1169696"/>
                    </a:lnTo>
                    <a:lnTo>
                      <a:pt x="971044" y="1147482"/>
                    </a:lnTo>
                    <a:lnTo>
                      <a:pt x="960890" y="1144309"/>
                    </a:lnTo>
                    <a:lnTo>
                      <a:pt x="939311" y="1142405"/>
                    </a:lnTo>
                    <a:lnTo>
                      <a:pt x="936137" y="1141770"/>
                    </a:lnTo>
                    <a:lnTo>
                      <a:pt x="934233" y="1139866"/>
                    </a:lnTo>
                    <a:lnTo>
                      <a:pt x="932964" y="1137328"/>
                    </a:lnTo>
                    <a:lnTo>
                      <a:pt x="927252" y="1127173"/>
                    </a:lnTo>
                    <a:lnTo>
                      <a:pt x="921540" y="1120826"/>
                    </a:lnTo>
                    <a:lnTo>
                      <a:pt x="914559" y="1116384"/>
                    </a:lnTo>
                    <a:lnTo>
                      <a:pt x="908212" y="1114480"/>
                    </a:lnTo>
                    <a:lnTo>
                      <a:pt x="879652" y="1111941"/>
                    </a:lnTo>
                    <a:lnTo>
                      <a:pt x="870766" y="1108133"/>
                    </a:lnTo>
                    <a:lnTo>
                      <a:pt x="870132" y="1106864"/>
                    </a:lnTo>
                    <a:lnTo>
                      <a:pt x="869497" y="1104325"/>
                    </a:lnTo>
                    <a:lnTo>
                      <a:pt x="867593" y="1102421"/>
                    </a:lnTo>
                    <a:lnTo>
                      <a:pt x="864420" y="1100517"/>
                    </a:lnTo>
                    <a:lnTo>
                      <a:pt x="851092" y="1088458"/>
                    </a:lnTo>
                    <a:lnTo>
                      <a:pt x="839033" y="1082746"/>
                    </a:lnTo>
                    <a:lnTo>
                      <a:pt x="833956" y="1078938"/>
                    </a:lnTo>
                    <a:lnTo>
                      <a:pt x="840303" y="1063071"/>
                    </a:lnTo>
                    <a:lnTo>
                      <a:pt x="840937" y="1056725"/>
                    </a:lnTo>
                    <a:lnTo>
                      <a:pt x="840937" y="1053551"/>
                    </a:lnTo>
                    <a:lnTo>
                      <a:pt x="839033" y="1045935"/>
                    </a:lnTo>
                    <a:lnTo>
                      <a:pt x="839667" y="1043397"/>
                    </a:lnTo>
                    <a:lnTo>
                      <a:pt x="842206" y="1038954"/>
                    </a:lnTo>
                    <a:lnTo>
                      <a:pt x="842206" y="1037050"/>
                    </a:lnTo>
                    <a:lnTo>
                      <a:pt x="840937" y="1026895"/>
                    </a:lnTo>
                    <a:lnTo>
                      <a:pt x="838398" y="1016740"/>
                    </a:lnTo>
                    <a:lnTo>
                      <a:pt x="833321" y="1006586"/>
                    </a:lnTo>
                    <a:lnTo>
                      <a:pt x="832052" y="1000874"/>
                    </a:lnTo>
                    <a:lnTo>
                      <a:pt x="834590" y="998335"/>
                    </a:lnTo>
                    <a:lnTo>
                      <a:pt x="837764" y="997066"/>
                    </a:lnTo>
                    <a:lnTo>
                      <a:pt x="840303" y="993258"/>
                    </a:lnTo>
                    <a:lnTo>
                      <a:pt x="840937" y="988815"/>
                    </a:lnTo>
                    <a:lnTo>
                      <a:pt x="840303" y="983103"/>
                    </a:lnTo>
                    <a:lnTo>
                      <a:pt x="836494" y="975487"/>
                    </a:lnTo>
                    <a:lnTo>
                      <a:pt x="835859" y="974218"/>
                    </a:lnTo>
                    <a:lnTo>
                      <a:pt x="835859" y="971679"/>
                    </a:lnTo>
                    <a:lnTo>
                      <a:pt x="836494" y="965967"/>
                    </a:lnTo>
                    <a:lnTo>
                      <a:pt x="836494" y="955177"/>
                    </a:lnTo>
                    <a:lnTo>
                      <a:pt x="836494" y="950735"/>
                    </a:lnTo>
                    <a:lnTo>
                      <a:pt x="837764" y="946927"/>
                    </a:lnTo>
                    <a:lnTo>
                      <a:pt x="840303" y="943753"/>
                    </a:lnTo>
                    <a:lnTo>
                      <a:pt x="842841" y="941215"/>
                    </a:lnTo>
                    <a:lnTo>
                      <a:pt x="845379" y="938676"/>
                    </a:lnTo>
                    <a:lnTo>
                      <a:pt x="846014" y="933599"/>
                    </a:lnTo>
                    <a:lnTo>
                      <a:pt x="846649" y="928521"/>
                    </a:lnTo>
                    <a:lnTo>
                      <a:pt x="851092" y="919636"/>
                    </a:lnTo>
                    <a:lnTo>
                      <a:pt x="851726" y="915193"/>
                    </a:lnTo>
                    <a:lnTo>
                      <a:pt x="850457" y="910751"/>
                    </a:lnTo>
                    <a:lnTo>
                      <a:pt x="847918" y="906943"/>
                    </a:lnTo>
                    <a:lnTo>
                      <a:pt x="844110" y="903769"/>
                    </a:lnTo>
                    <a:lnTo>
                      <a:pt x="840937" y="900596"/>
                    </a:lnTo>
                    <a:lnTo>
                      <a:pt x="839033" y="896788"/>
                    </a:lnTo>
                    <a:lnTo>
                      <a:pt x="835859" y="887903"/>
                    </a:lnTo>
                    <a:lnTo>
                      <a:pt x="833956" y="884095"/>
                    </a:lnTo>
                    <a:lnTo>
                      <a:pt x="826974" y="882191"/>
                    </a:lnTo>
                    <a:lnTo>
                      <a:pt x="817454" y="882825"/>
                    </a:lnTo>
                    <a:lnTo>
                      <a:pt x="809838" y="881556"/>
                    </a:lnTo>
                    <a:lnTo>
                      <a:pt x="805396" y="873305"/>
                    </a:lnTo>
                    <a:lnTo>
                      <a:pt x="805396" y="854900"/>
                    </a:lnTo>
                    <a:lnTo>
                      <a:pt x="806030" y="851092"/>
                    </a:lnTo>
                    <a:lnTo>
                      <a:pt x="807299" y="847918"/>
                    </a:lnTo>
                    <a:lnTo>
                      <a:pt x="822531" y="832686"/>
                    </a:lnTo>
                    <a:lnTo>
                      <a:pt x="826974" y="825070"/>
                    </a:lnTo>
                    <a:lnTo>
                      <a:pt x="825705" y="818724"/>
                    </a:lnTo>
                    <a:lnTo>
                      <a:pt x="832052" y="804761"/>
                    </a:lnTo>
                    <a:lnTo>
                      <a:pt x="836494" y="798414"/>
                    </a:lnTo>
                    <a:lnTo>
                      <a:pt x="842206" y="795876"/>
                    </a:lnTo>
                    <a:lnTo>
                      <a:pt x="845379" y="794606"/>
                    </a:lnTo>
                    <a:lnTo>
                      <a:pt x="854899" y="788259"/>
                    </a:lnTo>
                    <a:lnTo>
                      <a:pt x="859343" y="786990"/>
                    </a:lnTo>
                    <a:lnTo>
                      <a:pt x="860612" y="786355"/>
                    </a:lnTo>
                    <a:lnTo>
                      <a:pt x="861881" y="785086"/>
                    </a:lnTo>
                    <a:lnTo>
                      <a:pt x="863150" y="781913"/>
                    </a:lnTo>
                    <a:lnTo>
                      <a:pt x="863785" y="781278"/>
                    </a:lnTo>
                    <a:lnTo>
                      <a:pt x="864420" y="780643"/>
                    </a:lnTo>
                    <a:lnTo>
                      <a:pt x="865054" y="779374"/>
                    </a:lnTo>
                    <a:lnTo>
                      <a:pt x="866324" y="778105"/>
                    </a:lnTo>
                    <a:lnTo>
                      <a:pt x="868227" y="777470"/>
                    </a:lnTo>
                    <a:lnTo>
                      <a:pt x="875844" y="776835"/>
                    </a:lnTo>
                    <a:lnTo>
                      <a:pt x="878383" y="775566"/>
                    </a:lnTo>
                    <a:lnTo>
                      <a:pt x="881556" y="768585"/>
                    </a:lnTo>
                    <a:lnTo>
                      <a:pt x="884729" y="766681"/>
                    </a:lnTo>
                    <a:lnTo>
                      <a:pt x="887267" y="766681"/>
                    </a:lnTo>
                    <a:lnTo>
                      <a:pt x="892345" y="767315"/>
                    </a:lnTo>
                    <a:lnTo>
                      <a:pt x="896153" y="767315"/>
                    </a:lnTo>
                    <a:lnTo>
                      <a:pt x="898057" y="764777"/>
                    </a:lnTo>
                    <a:lnTo>
                      <a:pt x="898692" y="761603"/>
                    </a:lnTo>
                    <a:lnTo>
                      <a:pt x="899961" y="757795"/>
                    </a:lnTo>
                    <a:lnTo>
                      <a:pt x="902500" y="755257"/>
                    </a:lnTo>
                    <a:lnTo>
                      <a:pt x="904404" y="753353"/>
                    </a:lnTo>
                    <a:lnTo>
                      <a:pt x="908212" y="752718"/>
                    </a:lnTo>
                    <a:lnTo>
                      <a:pt x="907577" y="744467"/>
                    </a:lnTo>
                    <a:lnTo>
                      <a:pt x="907577" y="741294"/>
                    </a:lnTo>
                    <a:lnTo>
                      <a:pt x="906308" y="726062"/>
                    </a:lnTo>
                    <a:lnTo>
                      <a:pt x="905039" y="710830"/>
                    </a:lnTo>
                    <a:lnTo>
                      <a:pt x="904404" y="695598"/>
                    </a:lnTo>
                    <a:lnTo>
                      <a:pt x="903134" y="680366"/>
                    </a:lnTo>
                    <a:lnTo>
                      <a:pt x="901865" y="665134"/>
                    </a:lnTo>
                    <a:lnTo>
                      <a:pt x="901231" y="649902"/>
                    </a:lnTo>
                    <a:lnTo>
                      <a:pt x="899961" y="634669"/>
                    </a:lnTo>
                    <a:lnTo>
                      <a:pt x="899326" y="619437"/>
                    </a:lnTo>
                    <a:lnTo>
                      <a:pt x="898692" y="614360"/>
                    </a:lnTo>
                    <a:lnTo>
                      <a:pt x="899326" y="613725"/>
                    </a:lnTo>
                    <a:lnTo>
                      <a:pt x="899961" y="613725"/>
                    </a:lnTo>
                    <a:lnTo>
                      <a:pt x="902500" y="614360"/>
                    </a:lnTo>
                    <a:lnTo>
                      <a:pt x="905673" y="614360"/>
                    </a:lnTo>
                    <a:lnTo>
                      <a:pt x="908846" y="613725"/>
                    </a:lnTo>
                    <a:lnTo>
                      <a:pt x="911385" y="613091"/>
                    </a:lnTo>
                    <a:lnTo>
                      <a:pt x="912020" y="612456"/>
                    </a:lnTo>
                    <a:lnTo>
                      <a:pt x="912654" y="611821"/>
                    </a:lnTo>
                    <a:lnTo>
                      <a:pt x="913290" y="611187"/>
                    </a:lnTo>
                    <a:lnTo>
                      <a:pt x="913290" y="609917"/>
                    </a:lnTo>
                    <a:lnTo>
                      <a:pt x="913924" y="603571"/>
                    </a:lnTo>
                    <a:lnTo>
                      <a:pt x="913924" y="602301"/>
                    </a:lnTo>
                    <a:lnTo>
                      <a:pt x="914559" y="601032"/>
                    </a:lnTo>
                    <a:lnTo>
                      <a:pt x="915193" y="599763"/>
                    </a:lnTo>
                    <a:lnTo>
                      <a:pt x="916463" y="599128"/>
                    </a:lnTo>
                    <a:lnTo>
                      <a:pt x="917097" y="598493"/>
                    </a:lnTo>
                    <a:lnTo>
                      <a:pt x="920271" y="597859"/>
                    </a:lnTo>
                    <a:lnTo>
                      <a:pt x="920905" y="597224"/>
                    </a:lnTo>
                    <a:lnTo>
                      <a:pt x="921540" y="595955"/>
                    </a:lnTo>
                    <a:lnTo>
                      <a:pt x="922810" y="592147"/>
                    </a:lnTo>
                    <a:lnTo>
                      <a:pt x="924079" y="589608"/>
                    </a:lnTo>
                    <a:lnTo>
                      <a:pt x="926617" y="587069"/>
                    </a:lnTo>
                    <a:lnTo>
                      <a:pt x="929156" y="586435"/>
                    </a:lnTo>
                    <a:lnTo>
                      <a:pt x="928521" y="585165"/>
                    </a:lnTo>
                    <a:lnTo>
                      <a:pt x="931694" y="577549"/>
                    </a:lnTo>
                    <a:lnTo>
                      <a:pt x="939311" y="569298"/>
                    </a:lnTo>
                    <a:lnTo>
                      <a:pt x="954543" y="558509"/>
                    </a:lnTo>
                    <a:lnTo>
                      <a:pt x="964698" y="548989"/>
                    </a:lnTo>
                    <a:lnTo>
                      <a:pt x="971044" y="546450"/>
                    </a:lnTo>
                    <a:lnTo>
                      <a:pt x="981833" y="538834"/>
                    </a:lnTo>
                    <a:lnTo>
                      <a:pt x="990719" y="527410"/>
                    </a:lnTo>
                    <a:lnTo>
                      <a:pt x="996431" y="524872"/>
                    </a:lnTo>
                    <a:lnTo>
                      <a:pt x="1005951" y="516621"/>
                    </a:lnTo>
                    <a:lnTo>
                      <a:pt x="1006586" y="515352"/>
                    </a:lnTo>
                    <a:lnTo>
                      <a:pt x="1008490" y="511544"/>
                    </a:lnTo>
                    <a:lnTo>
                      <a:pt x="1009124" y="510274"/>
                    </a:lnTo>
                    <a:lnTo>
                      <a:pt x="1011028" y="509005"/>
                    </a:lnTo>
                    <a:lnTo>
                      <a:pt x="1013567" y="507736"/>
                    </a:lnTo>
                    <a:lnTo>
                      <a:pt x="1015471" y="506466"/>
                    </a:lnTo>
                    <a:lnTo>
                      <a:pt x="1016106" y="503928"/>
                    </a:lnTo>
                    <a:lnTo>
                      <a:pt x="1018010" y="500754"/>
                    </a:lnTo>
                    <a:lnTo>
                      <a:pt x="1030068" y="493773"/>
                    </a:lnTo>
                    <a:lnTo>
                      <a:pt x="1111306" y="398572"/>
                    </a:lnTo>
                    <a:lnTo>
                      <a:pt x="1122095" y="392860"/>
                    </a:lnTo>
                    <a:lnTo>
                      <a:pt x="1148117" y="365570"/>
                    </a:lnTo>
                    <a:lnTo>
                      <a:pt x="1191909" y="339548"/>
                    </a:lnTo>
                    <a:lnTo>
                      <a:pt x="1215392" y="330028"/>
                    </a:lnTo>
                    <a:lnTo>
                      <a:pt x="1224278" y="328124"/>
                    </a:lnTo>
                    <a:lnTo>
                      <a:pt x="1226816" y="326855"/>
                    </a:lnTo>
                    <a:lnTo>
                      <a:pt x="1233798" y="322412"/>
                    </a:lnTo>
                    <a:lnTo>
                      <a:pt x="1268704" y="308449"/>
                    </a:lnTo>
                    <a:lnTo>
                      <a:pt x="1326459" y="274812"/>
                    </a:lnTo>
                    <a:lnTo>
                      <a:pt x="1329633" y="272273"/>
                    </a:lnTo>
                    <a:lnTo>
                      <a:pt x="1334709" y="265292"/>
                    </a:lnTo>
                    <a:lnTo>
                      <a:pt x="1339153" y="262753"/>
                    </a:lnTo>
                    <a:lnTo>
                      <a:pt x="1341691" y="258310"/>
                    </a:lnTo>
                    <a:lnTo>
                      <a:pt x="1343595" y="257041"/>
                    </a:lnTo>
                    <a:lnTo>
                      <a:pt x="1349307" y="258310"/>
                    </a:lnTo>
                    <a:lnTo>
                      <a:pt x="1351846" y="258310"/>
                    </a:lnTo>
                    <a:lnTo>
                      <a:pt x="1353115" y="256406"/>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39" name="Google Shape;439;p51"/>
              <p:cNvSpPr/>
              <p:nvPr/>
            </p:nvSpPr>
            <p:spPr>
              <a:xfrm>
                <a:off x="5672464" y="2113038"/>
                <a:ext cx="1141556" cy="1102734"/>
              </a:xfrm>
              <a:custGeom>
                <a:avLst/>
                <a:gdLst/>
                <a:ahLst/>
                <a:cxnLst/>
                <a:rect l="l" t="t" r="r" b="b"/>
                <a:pathLst>
                  <a:path w="1567633" h="1514321" extrusionOk="0">
                    <a:moveTo>
                      <a:pt x="1188735" y="422690"/>
                    </a:moveTo>
                    <a:lnTo>
                      <a:pt x="1190005" y="423325"/>
                    </a:lnTo>
                    <a:lnTo>
                      <a:pt x="1190640" y="423325"/>
                    </a:lnTo>
                    <a:lnTo>
                      <a:pt x="1191274" y="420151"/>
                    </a:lnTo>
                    <a:lnTo>
                      <a:pt x="1193179" y="420786"/>
                    </a:lnTo>
                    <a:lnTo>
                      <a:pt x="1195717" y="422690"/>
                    </a:lnTo>
                    <a:lnTo>
                      <a:pt x="1196986" y="423959"/>
                    </a:lnTo>
                    <a:lnTo>
                      <a:pt x="1198256" y="425229"/>
                    </a:lnTo>
                    <a:lnTo>
                      <a:pt x="1203333" y="427767"/>
                    </a:lnTo>
                    <a:lnTo>
                      <a:pt x="1204602" y="430306"/>
                    </a:lnTo>
                    <a:lnTo>
                      <a:pt x="1204602" y="430941"/>
                    </a:lnTo>
                    <a:lnTo>
                      <a:pt x="1205872" y="430306"/>
                    </a:lnTo>
                    <a:lnTo>
                      <a:pt x="1207776" y="429037"/>
                    </a:lnTo>
                    <a:lnTo>
                      <a:pt x="1208410" y="428402"/>
                    </a:lnTo>
                    <a:lnTo>
                      <a:pt x="1215392" y="427767"/>
                    </a:lnTo>
                    <a:lnTo>
                      <a:pt x="1217296" y="428402"/>
                    </a:lnTo>
                    <a:lnTo>
                      <a:pt x="1219834" y="429671"/>
                    </a:lnTo>
                    <a:lnTo>
                      <a:pt x="1222373" y="430306"/>
                    </a:lnTo>
                    <a:lnTo>
                      <a:pt x="1223642" y="429671"/>
                    </a:lnTo>
                    <a:lnTo>
                      <a:pt x="1227450" y="425229"/>
                    </a:lnTo>
                    <a:lnTo>
                      <a:pt x="1231259" y="424594"/>
                    </a:lnTo>
                    <a:lnTo>
                      <a:pt x="1239509" y="427767"/>
                    </a:lnTo>
                    <a:lnTo>
                      <a:pt x="1243952" y="428402"/>
                    </a:lnTo>
                    <a:lnTo>
                      <a:pt x="1249029" y="428402"/>
                    </a:lnTo>
                    <a:lnTo>
                      <a:pt x="1254107" y="427133"/>
                    </a:lnTo>
                    <a:lnTo>
                      <a:pt x="1257280" y="424594"/>
                    </a:lnTo>
                    <a:lnTo>
                      <a:pt x="1259819" y="416343"/>
                    </a:lnTo>
                    <a:lnTo>
                      <a:pt x="1259819" y="416343"/>
                    </a:lnTo>
                    <a:lnTo>
                      <a:pt x="1261722" y="410631"/>
                    </a:lnTo>
                    <a:lnTo>
                      <a:pt x="1261722" y="408092"/>
                    </a:lnTo>
                    <a:lnTo>
                      <a:pt x="1257915" y="405554"/>
                    </a:lnTo>
                    <a:lnTo>
                      <a:pt x="1253472" y="405554"/>
                    </a:lnTo>
                    <a:lnTo>
                      <a:pt x="1249029" y="404284"/>
                    </a:lnTo>
                    <a:lnTo>
                      <a:pt x="1246490" y="397938"/>
                    </a:lnTo>
                    <a:lnTo>
                      <a:pt x="1244587" y="393495"/>
                    </a:lnTo>
                    <a:lnTo>
                      <a:pt x="1240779" y="390322"/>
                    </a:lnTo>
                    <a:lnTo>
                      <a:pt x="1232528" y="387148"/>
                    </a:lnTo>
                    <a:lnTo>
                      <a:pt x="1221103" y="388418"/>
                    </a:lnTo>
                    <a:lnTo>
                      <a:pt x="1216027" y="390322"/>
                    </a:lnTo>
                    <a:lnTo>
                      <a:pt x="1216661" y="394130"/>
                    </a:lnTo>
                    <a:lnTo>
                      <a:pt x="1219200" y="395399"/>
                    </a:lnTo>
                    <a:lnTo>
                      <a:pt x="1221739" y="395399"/>
                    </a:lnTo>
                    <a:lnTo>
                      <a:pt x="1224277" y="396034"/>
                    </a:lnTo>
                    <a:lnTo>
                      <a:pt x="1224277" y="397938"/>
                    </a:lnTo>
                    <a:lnTo>
                      <a:pt x="1224277" y="397938"/>
                    </a:lnTo>
                    <a:lnTo>
                      <a:pt x="1224912" y="399842"/>
                    </a:lnTo>
                    <a:lnTo>
                      <a:pt x="1224277" y="402380"/>
                    </a:lnTo>
                    <a:lnTo>
                      <a:pt x="1222373" y="403650"/>
                    </a:lnTo>
                    <a:lnTo>
                      <a:pt x="1218565" y="406188"/>
                    </a:lnTo>
                    <a:lnTo>
                      <a:pt x="1214757" y="409362"/>
                    </a:lnTo>
                    <a:lnTo>
                      <a:pt x="1212853" y="409997"/>
                    </a:lnTo>
                    <a:lnTo>
                      <a:pt x="1210314" y="410631"/>
                    </a:lnTo>
                    <a:lnTo>
                      <a:pt x="1209045" y="411901"/>
                    </a:lnTo>
                    <a:lnTo>
                      <a:pt x="1207141" y="416978"/>
                    </a:lnTo>
                    <a:lnTo>
                      <a:pt x="1205237" y="418247"/>
                    </a:lnTo>
                    <a:lnTo>
                      <a:pt x="1201429" y="416343"/>
                    </a:lnTo>
                    <a:lnTo>
                      <a:pt x="1196986" y="413804"/>
                    </a:lnTo>
                    <a:lnTo>
                      <a:pt x="1193179" y="413170"/>
                    </a:lnTo>
                    <a:lnTo>
                      <a:pt x="1190640" y="418247"/>
                    </a:lnTo>
                    <a:lnTo>
                      <a:pt x="1190640" y="422055"/>
                    </a:lnTo>
                    <a:lnTo>
                      <a:pt x="1188735" y="422690"/>
                    </a:lnTo>
                    <a:close/>
                    <a:moveTo>
                      <a:pt x="1127173" y="346530"/>
                    </a:moveTo>
                    <a:lnTo>
                      <a:pt x="1122730" y="347164"/>
                    </a:lnTo>
                    <a:lnTo>
                      <a:pt x="1121461" y="349703"/>
                    </a:lnTo>
                    <a:lnTo>
                      <a:pt x="1121461" y="352876"/>
                    </a:lnTo>
                    <a:lnTo>
                      <a:pt x="1120826" y="357319"/>
                    </a:lnTo>
                    <a:lnTo>
                      <a:pt x="1124634" y="361127"/>
                    </a:lnTo>
                    <a:lnTo>
                      <a:pt x="1128442" y="366204"/>
                    </a:lnTo>
                    <a:lnTo>
                      <a:pt x="1132885" y="368743"/>
                    </a:lnTo>
                    <a:lnTo>
                      <a:pt x="1137327" y="365570"/>
                    </a:lnTo>
                    <a:lnTo>
                      <a:pt x="1137327" y="360492"/>
                    </a:lnTo>
                    <a:lnTo>
                      <a:pt x="1134154" y="354146"/>
                    </a:lnTo>
                    <a:lnTo>
                      <a:pt x="1129712" y="349068"/>
                    </a:lnTo>
                    <a:lnTo>
                      <a:pt x="1127173" y="346530"/>
                    </a:lnTo>
                    <a:close/>
                    <a:moveTo>
                      <a:pt x="1460374" y="1313766"/>
                    </a:moveTo>
                    <a:lnTo>
                      <a:pt x="1459104" y="1315670"/>
                    </a:lnTo>
                    <a:lnTo>
                      <a:pt x="1458470" y="1329633"/>
                    </a:lnTo>
                    <a:lnTo>
                      <a:pt x="1459104" y="1337249"/>
                    </a:lnTo>
                    <a:lnTo>
                      <a:pt x="1461643" y="1339153"/>
                    </a:lnTo>
                    <a:lnTo>
                      <a:pt x="1463548" y="1335345"/>
                    </a:lnTo>
                    <a:lnTo>
                      <a:pt x="1462913" y="1328363"/>
                    </a:lnTo>
                    <a:lnTo>
                      <a:pt x="1460374" y="1313766"/>
                    </a:lnTo>
                    <a:close/>
                    <a:moveTo>
                      <a:pt x="1106228" y="316065"/>
                    </a:moveTo>
                    <a:lnTo>
                      <a:pt x="1108133" y="318604"/>
                    </a:lnTo>
                    <a:lnTo>
                      <a:pt x="1108767" y="321777"/>
                    </a:lnTo>
                    <a:lnTo>
                      <a:pt x="1111941" y="330663"/>
                    </a:lnTo>
                    <a:lnTo>
                      <a:pt x="1113210" y="333201"/>
                    </a:lnTo>
                    <a:lnTo>
                      <a:pt x="1116383" y="335740"/>
                    </a:lnTo>
                    <a:lnTo>
                      <a:pt x="1120192" y="337010"/>
                    </a:lnTo>
                    <a:lnTo>
                      <a:pt x="1122730" y="339548"/>
                    </a:lnTo>
                    <a:lnTo>
                      <a:pt x="1122095" y="342722"/>
                    </a:lnTo>
                    <a:lnTo>
                      <a:pt x="1122095" y="342722"/>
                    </a:lnTo>
                    <a:lnTo>
                      <a:pt x="1122095" y="343356"/>
                    </a:lnTo>
                    <a:lnTo>
                      <a:pt x="1126538" y="343356"/>
                    </a:lnTo>
                    <a:lnTo>
                      <a:pt x="1129076" y="343991"/>
                    </a:lnTo>
                    <a:lnTo>
                      <a:pt x="1132885" y="345895"/>
                    </a:lnTo>
                    <a:lnTo>
                      <a:pt x="1133520" y="343991"/>
                    </a:lnTo>
                    <a:lnTo>
                      <a:pt x="1133520" y="342087"/>
                    </a:lnTo>
                    <a:lnTo>
                      <a:pt x="1133520" y="342087"/>
                    </a:lnTo>
                    <a:lnTo>
                      <a:pt x="1133520" y="341452"/>
                    </a:lnTo>
                    <a:lnTo>
                      <a:pt x="1132885" y="340183"/>
                    </a:lnTo>
                    <a:lnTo>
                      <a:pt x="1130981" y="338914"/>
                    </a:lnTo>
                    <a:lnTo>
                      <a:pt x="1121461" y="327489"/>
                    </a:lnTo>
                    <a:lnTo>
                      <a:pt x="1120192" y="325585"/>
                    </a:lnTo>
                    <a:lnTo>
                      <a:pt x="1119556" y="323047"/>
                    </a:lnTo>
                    <a:lnTo>
                      <a:pt x="1118922" y="317969"/>
                    </a:lnTo>
                    <a:lnTo>
                      <a:pt x="1119556" y="315431"/>
                    </a:lnTo>
                    <a:lnTo>
                      <a:pt x="1122730" y="305911"/>
                    </a:lnTo>
                    <a:lnTo>
                      <a:pt x="1124634" y="302103"/>
                    </a:lnTo>
                    <a:lnTo>
                      <a:pt x="1125269" y="301468"/>
                    </a:lnTo>
                    <a:lnTo>
                      <a:pt x="1125269" y="300833"/>
                    </a:lnTo>
                    <a:lnTo>
                      <a:pt x="1125903" y="300199"/>
                    </a:lnTo>
                    <a:lnTo>
                      <a:pt x="1122095" y="298929"/>
                    </a:lnTo>
                    <a:lnTo>
                      <a:pt x="1115114" y="298929"/>
                    </a:lnTo>
                    <a:lnTo>
                      <a:pt x="1111941" y="297025"/>
                    </a:lnTo>
                    <a:lnTo>
                      <a:pt x="1110672" y="297660"/>
                    </a:lnTo>
                    <a:lnTo>
                      <a:pt x="1103690" y="305911"/>
                    </a:lnTo>
                    <a:lnTo>
                      <a:pt x="1101152" y="309084"/>
                    </a:lnTo>
                    <a:lnTo>
                      <a:pt x="1099247" y="314161"/>
                    </a:lnTo>
                    <a:lnTo>
                      <a:pt x="1101152" y="315431"/>
                    </a:lnTo>
                    <a:lnTo>
                      <a:pt x="1106228" y="316065"/>
                    </a:lnTo>
                    <a:close/>
                    <a:moveTo>
                      <a:pt x="801587" y="478541"/>
                    </a:moveTo>
                    <a:lnTo>
                      <a:pt x="813646" y="481079"/>
                    </a:lnTo>
                    <a:lnTo>
                      <a:pt x="825070" y="486157"/>
                    </a:lnTo>
                    <a:lnTo>
                      <a:pt x="823801" y="480445"/>
                    </a:lnTo>
                    <a:lnTo>
                      <a:pt x="824435" y="476637"/>
                    </a:lnTo>
                    <a:lnTo>
                      <a:pt x="827608" y="474098"/>
                    </a:lnTo>
                    <a:lnTo>
                      <a:pt x="846014" y="469021"/>
                    </a:lnTo>
                    <a:lnTo>
                      <a:pt x="869497" y="466482"/>
                    </a:lnTo>
                    <a:lnTo>
                      <a:pt x="872035" y="464578"/>
                    </a:lnTo>
                    <a:lnTo>
                      <a:pt x="873940" y="460770"/>
                    </a:lnTo>
                    <a:lnTo>
                      <a:pt x="876478" y="452519"/>
                    </a:lnTo>
                    <a:lnTo>
                      <a:pt x="885998" y="436653"/>
                    </a:lnTo>
                    <a:lnTo>
                      <a:pt x="889172" y="434114"/>
                    </a:lnTo>
                    <a:lnTo>
                      <a:pt x="903769" y="433479"/>
                    </a:lnTo>
                    <a:lnTo>
                      <a:pt x="908846" y="429671"/>
                    </a:lnTo>
                    <a:lnTo>
                      <a:pt x="910751" y="429037"/>
                    </a:lnTo>
                    <a:lnTo>
                      <a:pt x="912654" y="429671"/>
                    </a:lnTo>
                    <a:lnTo>
                      <a:pt x="915193" y="431575"/>
                    </a:lnTo>
                    <a:lnTo>
                      <a:pt x="917732" y="432845"/>
                    </a:lnTo>
                    <a:lnTo>
                      <a:pt x="919635" y="432210"/>
                    </a:lnTo>
                    <a:lnTo>
                      <a:pt x="922809" y="429037"/>
                    </a:lnTo>
                    <a:lnTo>
                      <a:pt x="926617" y="429671"/>
                    </a:lnTo>
                    <a:lnTo>
                      <a:pt x="934233" y="434114"/>
                    </a:lnTo>
                    <a:lnTo>
                      <a:pt x="938041" y="434749"/>
                    </a:lnTo>
                    <a:lnTo>
                      <a:pt x="950100" y="433479"/>
                    </a:lnTo>
                    <a:lnTo>
                      <a:pt x="954542" y="434114"/>
                    </a:lnTo>
                    <a:lnTo>
                      <a:pt x="964698" y="438557"/>
                    </a:lnTo>
                    <a:lnTo>
                      <a:pt x="982468" y="441095"/>
                    </a:lnTo>
                    <a:lnTo>
                      <a:pt x="985641" y="442999"/>
                    </a:lnTo>
                    <a:lnTo>
                      <a:pt x="993258" y="449346"/>
                    </a:lnTo>
                    <a:lnTo>
                      <a:pt x="995796" y="450615"/>
                    </a:lnTo>
                    <a:lnTo>
                      <a:pt x="997700" y="451885"/>
                    </a:lnTo>
                    <a:lnTo>
                      <a:pt x="1002778" y="458231"/>
                    </a:lnTo>
                    <a:lnTo>
                      <a:pt x="1004681" y="459501"/>
                    </a:lnTo>
                    <a:lnTo>
                      <a:pt x="1008489" y="459501"/>
                    </a:lnTo>
                    <a:lnTo>
                      <a:pt x="1012932" y="460135"/>
                    </a:lnTo>
                    <a:lnTo>
                      <a:pt x="1016740" y="462674"/>
                    </a:lnTo>
                    <a:lnTo>
                      <a:pt x="1018644" y="466482"/>
                    </a:lnTo>
                    <a:lnTo>
                      <a:pt x="1022452" y="470290"/>
                    </a:lnTo>
                    <a:lnTo>
                      <a:pt x="1030703" y="473463"/>
                    </a:lnTo>
                    <a:lnTo>
                      <a:pt x="1038954" y="473463"/>
                    </a:lnTo>
                    <a:lnTo>
                      <a:pt x="1043396" y="468386"/>
                    </a:lnTo>
                    <a:lnTo>
                      <a:pt x="1040223" y="467117"/>
                    </a:lnTo>
                    <a:lnTo>
                      <a:pt x="1038319" y="462674"/>
                    </a:lnTo>
                    <a:lnTo>
                      <a:pt x="1038319" y="457597"/>
                    </a:lnTo>
                    <a:lnTo>
                      <a:pt x="1040858" y="453789"/>
                    </a:lnTo>
                    <a:lnTo>
                      <a:pt x="1038319" y="452519"/>
                    </a:lnTo>
                    <a:lnTo>
                      <a:pt x="1037049" y="449981"/>
                    </a:lnTo>
                    <a:lnTo>
                      <a:pt x="1037049" y="447442"/>
                    </a:lnTo>
                    <a:lnTo>
                      <a:pt x="1038319" y="444269"/>
                    </a:lnTo>
                    <a:lnTo>
                      <a:pt x="1040858" y="441730"/>
                    </a:lnTo>
                    <a:lnTo>
                      <a:pt x="1042761" y="441095"/>
                    </a:lnTo>
                    <a:lnTo>
                      <a:pt x="1044031" y="439826"/>
                    </a:lnTo>
                    <a:lnTo>
                      <a:pt x="1044031" y="427133"/>
                    </a:lnTo>
                    <a:lnTo>
                      <a:pt x="1047205" y="423325"/>
                    </a:lnTo>
                    <a:lnTo>
                      <a:pt x="1052282" y="423325"/>
                    </a:lnTo>
                    <a:lnTo>
                      <a:pt x="1058628" y="425863"/>
                    </a:lnTo>
                    <a:lnTo>
                      <a:pt x="1061802" y="423325"/>
                    </a:lnTo>
                    <a:lnTo>
                      <a:pt x="1065609" y="423959"/>
                    </a:lnTo>
                    <a:lnTo>
                      <a:pt x="1068783" y="427133"/>
                    </a:lnTo>
                    <a:lnTo>
                      <a:pt x="1070687" y="431575"/>
                    </a:lnTo>
                    <a:lnTo>
                      <a:pt x="1071322" y="434749"/>
                    </a:lnTo>
                    <a:lnTo>
                      <a:pt x="1071956" y="436018"/>
                    </a:lnTo>
                    <a:lnTo>
                      <a:pt x="1073860" y="435383"/>
                    </a:lnTo>
                    <a:lnTo>
                      <a:pt x="1074495" y="434749"/>
                    </a:lnTo>
                    <a:lnTo>
                      <a:pt x="1077034" y="432210"/>
                    </a:lnTo>
                    <a:lnTo>
                      <a:pt x="1078303" y="431575"/>
                    </a:lnTo>
                    <a:lnTo>
                      <a:pt x="1084015" y="435383"/>
                    </a:lnTo>
                    <a:lnTo>
                      <a:pt x="1084650" y="430306"/>
                    </a:lnTo>
                    <a:lnTo>
                      <a:pt x="1085285" y="428402"/>
                    </a:lnTo>
                    <a:lnTo>
                      <a:pt x="1095439" y="428402"/>
                    </a:lnTo>
                    <a:lnTo>
                      <a:pt x="1100516" y="430941"/>
                    </a:lnTo>
                    <a:lnTo>
                      <a:pt x="1103690" y="431575"/>
                    </a:lnTo>
                    <a:lnTo>
                      <a:pt x="1103690" y="430941"/>
                    </a:lnTo>
                    <a:lnTo>
                      <a:pt x="1104959" y="429671"/>
                    </a:lnTo>
                    <a:lnTo>
                      <a:pt x="1106228" y="428402"/>
                    </a:lnTo>
                    <a:lnTo>
                      <a:pt x="1107498" y="427767"/>
                    </a:lnTo>
                    <a:lnTo>
                      <a:pt x="1110036" y="427767"/>
                    </a:lnTo>
                    <a:lnTo>
                      <a:pt x="1113845" y="429671"/>
                    </a:lnTo>
                    <a:lnTo>
                      <a:pt x="1115748" y="429671"/>
                    </a:lnTo>
                    <a:lnTo>
                      <a:pt x="1127173" y="427767"/>
                    </a:lnTo>
                    <a:lnTo>
                      <a:pt x="1164618" y="429671"/>
                    </a:lnTo>
                    <a:lnTo>
                      <a:pt x="1165888" y="430306"/>
                    </a:lnTo>
                    <a:lnTo>
                      <a:pt x="1167792" y="430306"/>
                    </a:lnTo>
                    <a:lnTo>
                      <a:pt x="1169061" y="429037"/>
                    </a:lnTo>
                    <a:lnTo>
                      <a:pt x="1170330" y="427767"/>
                    </a:lnTo>
                    <a:lnTo>
                      <a:pt x="1172234" y="427133"/>
                    </a:lnTo>
                    <a:lnTo>
                      <a:pt x="1181754" y="424594"/>
                    </a:lnTo>
                    <a:lnTo>
                      <a:pt x="1184293" y="425229"/>
                    </a:lnTo>
                    <a:lnTo>
                      <a:pt x="1184293" y="422690"/>
                    </a:lnTo>
                    <a:lnTo>
                      <a:pt x="1184293" y="420151"/>
                    </a:lnTo>
                    <a:lnTo>
                      <a:pt x="1185562" y="415074"/>
                    </a:lnTo>
                    <a:lnTo>
                      <a:pt x="1182389" y="414439"/>
                    </a:lnTo>
                    <a:lnTo>
                      <a:pt x="1179850" y="413170"/>
                    </a:lnTo>
                    <a:lnTo>
                      <a:pt x="1177312" y="411266"/>
                    </a:lnTo>
                    <a:lnTo>
                      <a:pt x="1174773" y="409997"/>
                    </a:lnTo>
                    <a:lnTo>
                      <a:pt x="1170965" y="409362"/>
                    </a:lnTo>
                    <a:lnTo>
                      <a:pt x="1167792" y="409362"/>
                    </a:lnTo>
                    <a:lnTo>
                      <a:pt x="1165253" y="408727"/>
                    </a:lnTo>
                    <a:lnTo>
                      <a:pt x="1162080" y="406188"/>
                    </a:lnTo>
                    <a:lnTo>
                      <a:pt x="1154463" y="399207"/>
                    </a:lnTo>
                    <a:lnTo>
                      <a:pt x="1153194" y="397303"/>
                    </a:lnTo>
                    <a:lnTo>
                      <a:pt x="1152560" y="393495"/>
                    </a:lnTo>
                    <a:lnTo>
                      <a:pt x="1153194" y="390956"/>
                    </a:lnTo>
                    <a:lnTo>
                      <a:pt x="1154463" y="388418"/>
                    </a:lnTo>
                    <a:lnTo>
                      <a:pt x="1155733" y="385244"/>
                    </a:lnTo>
                    <a:lnTo>
                      <a:pt x="1153194" y="385879"/>
                    </a:lnTo>
                    <a:lnTo>
                      <a:pt x="1150655" y="385244"/>
                    </a:lnTo>
                    <a:lnTo>
                      <a:pt x="1146213" y="383340"/>
                    </a:lnTo>
                    <a:lnTo>
                      <a:pt x="1144943" y="383340"/>
                    </a:lnTo>
                    <a:lnTo>
                      <a:pt x="1142405" y="383975"/>
                    </a:lnTo>
                    <a:lnTo>
                      <a:pt x="1141135" y="383975"/>
                    </a:lnTo>
                    <a:lnTo>
                      <a:pt x="1140501" y="383340"/>
                    </a:lnTo>
                    <a:lnTo>
                      <a:pt x="1137962" y="379532"/>
                    </a:lnTo>
                    <a:lnTo>
                      <a:pt x="1134789" y="378898"/>
                    </a:lnTo>
                    <a:lnTo>
                      <a:pt x="1129076" y="378898"/>
                    </a:lnTo>
                    <a:lnTo>
                      <a:pt x="1123999" y="379532"/>
                    </a:lnTo>
                    <a:lnTo>
                      <a:pt x="1122095" y="382071"/>
                    </a:lnTo>
                    <a:lnTo>
                      <a:pt x="1120192" y="383975"/>
                    </a:lnTo>
                    <a:lnTo>
                      <a:pt x="1115748" y="380167"/>
                    </a:lnTo>
                    <a:lnTo>
                      <a:pt x="1111941" y="375724"/>
                    </a:lnTo>
                    <a:lnTo>
                      <a:pt x="1111941" y="373186"/>
                    </a:lnTo>
                    <a:lnTo>
                      <a:pt x="1115748" y="371282"/>
                    </a:lnTo>
                    <a:lnTo>
                      <a:pt x="1120826" y="365570"/>
                    </a:lnTo>
                    <a:lnTo>
                      <a:pt x="1125269" y="364935"/>
                    </a:lnTo>
                    <a:lnTo>
                      <a:pt x="1122730" y="361127"/>
                    </a:lnTo>
                    <a:lnTo>
                      <a:pt x="1117653" y="355415"/>
                    </a:lnTo>
                    <a:lnTo>
                      <a:pt x="1115748" y="350972"/>
                    </a:lnTo>
                    <a:lnTo>
                      <a:pt x="1113210" y="342087"/>
                    </a:lnTo>
                    <a:lnTo>
                      <a:pt x="1111941" y="337644"/>
                    </a:lnTo>
                    <a:lnTo>
                      <a:pt x="1110672" y="335740"/>
                    </a:lnTo>
                    <a:lnTo>
                      <a:pt x="1103055" y="324316"/>
                    </a:lnTo>
                    <a:lnTo>
                      <a:pt x="1099882" y="317969"/>
                    </a:lnTo>
                    <a:lnTo>
                      <a:pt x="1091632" y="310353"/>
                    </a:lnTo>
                    <a:lnTo>
                      <a:pt x="1088458" y="307815"/>
                    </a:lnTo>
                    <a:lnTo>
                      <a:pt x="1084015" y="306545"/>
                    </a:lnTo>
                    <a:lnTo>
                      <a:pt x="1079573" y="306545"/>
                    </a:lnTo>
                    <a:lnTo>
                      <a:pt x="1075765" y="307815"/>
                    </a:lnTo>
                    <a:lnTo>
                      <a:pt x="1073226" y="310353"/>
                    </a:lnTo>
                    <a:lnTo>
                      <a:pt x="1068148" y="320508"/>
                    </a:lnTo>
                    <a:lnTo>
                      <a:pt x="1063706" y="325585"/>
                    </a:lnTo>
                    <a:lnTo>
                      <a:pt x="1057359" y="330663"/>
                    </a:lnTo>
                    <a:lnTo>
                      <a:pt x="1050378" y="333201"/>
                    </a:lnTo>
                    <a:lnTo>
                      <a:pt x="1044031" y="330663"/>
                    </a:lnTo>
                    <a:lnTo>
                      <a:pt x="1044666" y="325585"/>
                    </a:lnTo>
                    <a:lnTo>
                      <a:pt x="1039588" y="319873"/>
                    </a:lnTo>
                    <a:lnTo>
                      <a:pt x="1031972" y="316700"/>
                    </a:lnTo>
                    <a:lnTo>
                      <a:pt x="1026260" y="319239"/>
                    </a:lnTo>
                    <a:lnTo>
                      <a:pt x="1022452" y="324316"/>
                    </a:lnTo>
                    <a:lnTo>
                      <a:pt x="1016740" y="328124"/>
                    </a:lnTo>
                    <a:lnTo>
                      <a:pt x="1010393" y="330663"/>
                    </a:lnTo>
                    <a:lnTo>
                      <a:pt x="1004681" y="331932"/>
                    </a:lnTo>
                    <a:lnTo>
                      <a:pt x="1001508" y="331932"/>
                    </a:lnTo>
                    <a:lnTo>
                      <a:pt x="993258" y="328124"/>
                    </a:lnTo>
                    <a:lnTo>
                      <a:pt x="986276" y="327489"/>
                    </a:lnTo>
                    <a:lnTo>
                      <a:pt x="985007" y="326855"/>
                    </a:lnTo>
                    <a:lnTo>
                      <a:pt x="981833" y="323681"/>
                    </a:lnTo>
                    <a:lnTo>
                      <a:pt x="979929" y="323047"/>
                    </a:lnTo>
                    <a:lnTo>
                      <a:pt x="977391" y="323681"/>
                    </a:lnTo>
                    <a:lnTo>
                      <a:pt x="972313" y="327489"/>
                    </a:lnTo>
                    <a:lnTo>
                      <a:pt x="969774" y="328124"/>
                    </a:lnTo>
                    <a:lnTo>
                      <a:pt x="965967" y="327489"/>
                    </a:lnTo>
                    <a:lnTo>
                      <a:pt x="963428" y="325585"/>
                    </a:lnTo>
                    <a:lnTo>
                      <a:pt x="961524" y="323047"/>
                    </a:lnTo>
                    <a:lnTo>
                      <a:pt x="959620" y="319873"/>
                    </a:lnTo>
                    <a:lnTo>
                      <a:pt x="963428" y="313527"/>
                    </a:lnTo>
                    <a:lnTo>
                      <a:pt x="964698" y="309084"/>
                    </a:lnTo>
                    <a:lnTo>
                      <a:pt x="960889" y="301468"/>
                    </a:lnTo>
                    <a:lnTo>
                      <a:pt x="960254" y="272908"/>
                    </a:lnTo>
                    <a:lnTo>
                      <a:pt x="960889" y="269100"/>
                    </a:lnTo>
                    <a:lnTo>
                      <a:pt x="963428" y="265927"/>
                    </a:lnTo>
                    <a:lnTo>
                      <a:pt x="965967" y="263388"/>
                    </a:lnTo>
                    <a:lnTo>
                      <a:pt x="968505" y="260849"/>
                    </a:lnTo>
                    <a:lnTo>
                      <a:pt x="969140" y="256406"/>
                    </a:lnTo>
                    <a:lnTo>
                      <a:pt x="965332" y="257676"/>
                    </a:lnTo>
                    <a:lnTo>
                      <a:pt x="958351" y="260849"/>
                    </a:lnTo>
                    <a:lnTo>
                      <a:pt x="954542" y="262119"/>
                    </a:lnTo>
                    <a:lnTo>
                      <a:pt x="939311" y="262119"/>
                    </a:lnTo>
                    <a:lnTo>
                      <a:pt x="925982" y="265292"/>
                    </a:lnTo>
                    <a:lnTo>
                      <a:pt x="910115" y="272273"/>
                    </a:lnTo>
                    <a:lnTo>
                      <a:pt x="879652" y="291948"/>
                    </a:lnTo>
                    <a:lnTo>
                      <a:pt x="871401" y="294487"/>
                    </a:lnTo>
                    <a:lnTo>
                      <a:pt x="810473" y="296391"/>
                    </a:lnTo>
                    <a:lnTo>
                      <a:pt x="805395" y="298295"/>
                    </a:lnTo>
                    <a:lnTo>
                      <a:pt x="804126" y="297025"/>
                    </a:lnTo>
                    <a:lnTo>
                      <a:pt x="799684" y="300833"/>
                    </a:lnTo>
                    <a:lnTo>
                      <a:pt x="771123" y="310353"/>
                    </a:lnTo>
                    <a:lnTo>
                      <a:pt x="766046" y="310353"/>
                    </a:lnTo>
                    <a:lnTo>
                      <a:pt x="760968" y="307815"/>
                    </a:lnTo>
                    <a:lnTo>
                      <a:pt x="738755" y="327489"/>
                    </a:lnTo>
                    <a:lnTo>
                      <a:pt x="719715" y="338914"/>
                    </a:lnTo>
                    <a:lnTo>
                      <a:pt x="713368" y="345260"/>
                    </a:lnTo>
                    <a:lnTo>
                      <a:pt x="707021" y="347164"/>
                    </a:lnTo>
                    <a:lnTo>
                      <a:pt x="704483" y="348434"/>
                    </a:lnTo>
                    <a:lnTo>
                      <a:pt x="697501" y="356050"/>
                    </a:lnTo>
                    <a:lnTo>
                      <a:pt x="695598" y="358588"/>
                    </a:lnTo>
                    <a:lnTo>
                      <a:pt x="688616" y="371916"/>
                    </a:lnTo>
                    <a:lnTo>
                      <a:pt x="683539" y="377628"/>
                    </a:lnTo>
                    <a:lnTo>
                      <a:pt x="677827" y="380167"/>
                    </a:lnTo>
                    <a:lnTo>
                      <a:pt x="677827" y="378898"/>
                    </a:lnTo>
                    <a:lnTo>
                      <a:pt x="677827" y="376359"/>
                    </a:lnTo>
                    <a:lnTo>
                      <a:pt x="677827" y="375090"/>
                    </a:lnTo>
                    <a:lnTo>
                      <a:pt x="672750" y="375724"/>
                    </a:lnTo>
                    <a:lnTo>
                      <a:pt x="668941" y="375090"/>
                    </a:lnTo>
                    <a:lnTo>
                      <a:pt x="665133" y="373186"/>
                    </a:lnTo>
                    <a:lnTo>
                      <a:pt x="661325" y="369378"/>
                    </a:lnTo>
                    <a:lnTo>
                      <a:pt x="656883" y="366839"/>
                    </a:lnTo>
                    <a:lnTo>
                      <a:pt x="653074" y="368743"/>
                    </a:lnTo>
                    <a:lnTo>
                      <a:pt x="648632" y="375090"/>
                    </a:lnTo>
                    <a:lnTo>
                      <a:pt x="645459" y="377628"/>
                    </a:lnTo>
                    <a:lnTo>
                      <a:pt x="641016" y="379532"/>
                    </a:lnTo>
                    <a:lnTo>
                      <a:pt x="636573" y="379532"/>
                    </a:lnTo>
                    <a:lnTo>
                      <a:pt x="634034" y="376359"/>
                    </a:lnTo>
                    <a:lnTo>
                      <a:pt x="632765" y="374455"/>
                    </a:lnTo>
                    <a:lnTo>
                      <a:pt x="630861" y="374455"/>
                    </a:lnTo>
                    <a:lnTo>
                      <a:pt x="628323" y="375090"/>
                    </a:lnTo>
                    <a:lnTo>
                      <a:pt x="626418" y="374455"/>
                    </a:lnTo>
                    <a:lnTo>
                      <a:pt x="620072" y="367474"/>
                    </a:lnTo>
                    <a:lnTo>
                      <a:pt x="618803" y="364935"/>
                    </a:lnTo>
                    <a:lnTo>
                      <a:pt x="618167" y="363666"/>
                    </a:lnTo>
                    <a:lnTo>
                      <a:pt x="617533" y="362396"/>
                    </a:lnTo>
                    <a:lnTo>
                      <a:pt x="614994" y="361127"/>
                    </a:lnTo>
                    <a:lnTo>
                      <a:pt x="612456" y="360492"/>
                    </a:lnTo>
                    <a:lnTo>
                      <a:pt x="609917" y="360492"/>
                    </a:lnTo>
                    <a:lnTo>
                      <a:pt x="607378" y="361127"/>
                    </a:lnTo>
                    <a:lnTo>
                      <a:pt x="605474" y="363031"/>
                    </a:lnTo>
                    <a:lnTo>
                      <a:pt x="604205" y="364300"/>
                    </a:lnTo>
                    <a:lnTo>
                      <a:pt x="601666" y="364935"/>
                    </a:lnTo>
                    <a:lnTo>
                      <a:pt x="596589" y="364935"/>
                    </a:lnTo>
                    <a:lnTo>
                      <a:pt x="595954" y="366204"/>
                    </a:lnTo>
                    <a:lnTo>
                      <a:pt x="593416" y="370647"/>
                    </a:lnTo>
                    <a:lnTo>
                      <a:pt x="592146" y="372551"/>
                    </a:lnTo>
                    <a:lnTo>
                      <a:pt x="587704" y="373186"/>
                    </a:lnTo>
                    <a:lnTo>
                      <a:pt x="579453" y="372551"/>
                    </a:lnTo>
                    <a:lnTo>
                      <a:pt x="571837" y="376994"/>
                    </a:lnTo>
                    <a:lnTo>
                      <a:pt x="549624" y="376359"/>
                    </a:lnTo>
                    <a:lnTo>
                      <a:pt x="544546" y="374455"/>
                    </a:lnTo>
                    <a:lnTo>
                      <a:pt x="541373" y="370012"/>
                    </a:lnTo>
                    <a:lnTo>
                      <a:pt x="538834" y="357954"/>
                    </a:lnTo>
                    <a:lnTo>
                      <a:pt x="538199" y="356050"/>
                    </a:lnTo>
                    <a:lnTo>
                      <a:pt x="536296" y="355415"/>
                    </a:lnTo>
                    <a:lnTo>
                      <a:pt x="526140" y="352242"/>
                    </a:lnTo>
                    <a:lnTo>
                      <a:pt x="524237" y="350338"/>
                    </a:lnTo>
                    <a:lnTo>
                      <a:pt x="524237" y="346530"/>
                    </a:lnTo>
                    <a:lnTo>
                      <a:pt x="521063" y="344626"/>
                    </a:lnTo>
                    <a:lnTo>
                      <a:pt x="517256" y="341452"/>
                    </a:lnTo>
                    <a:lnTo>
                      <a:pt x="514082" y="337644"/>
                    </a:lnTo>
                    <a:lnTo>
                      <a:pt x="512178" y="333836"/>
                    </a:lnTo>
                    <a:lnTo>
                      <a:pt x="510274" y="331932"/>
                    </a:lnTo>
                    <a:lnTo>
                      <a:pt x="501389" y="324316"/>
                    </a:lnTo>
                    <a:lnTo>
                      <a:pt x="498850" y="321143"/>
                    </a:lnTo>
                    <a:lnTo>
                      <a:pt x="495042" y="310988"/>
                    </a:lnTo>
                    <a:lnTo>
                      <a:pt x="491869" y="306545"/>
                    </a:lnTo>
                    <a:lnTo>
                      <a:pt x="488060" y="307815"/>
                    </a:lnTo>
                    <a:lnTo>
                      <a:pt x="486157" y="309084"/>
                    </a:lnTo>
                    <a:lnTo>
                      <a:pt x="484887" y="307180"/>
                    </a:lnTo>
                    <a:lnTo>
                      <a:pt x="482349" y="302103"/>
                    </a:lnTo>
                    <a:lnTo>
                      <a:pt x="481079" y="302103"/>
                    </a:lnTo>
                    <a:lnTo>
                      <a:pt x="476637" y="304007"/>
                    </a:lnTo>
                    <a:lnTo>
                      <a:pt x="474732" y="304007"/>
                    </a:lnTo>
                    <a:lnTo>
                      <a:pt x="472829" y="302737"/>
                    </a:lnTo>
                    <a:lnTo>
                      <a:pt x="470290" y="298295"/>
                    </a:lnTo>
                    <a:lnTo>
                      <a:pt x="468386" y="296391"/>
                    </a:lnTo>
                    <a:lnTo>
                      <a:pt x="466482" y="295756"/>
                    </a:lnTo>
                    <a:lnTo>
                      <a:pt x="464578" y="296391"/>
                    </a:lnTo>
                    <a:lnTo>
                      <a:pt x="462673" y="296391"/>
                    </a:lnTo>
                    <a:lnTo>
                      <a:pt x="462039" y="294487"/>
                    </a:lnTo>
                    <a:lnTo>
                      <a:pt x="459500" y="292583"/>
                    </a:lnTo>
                    <a:lnTo>
                      <a:pt x="439825" y="290044"/>
                    </a:lnTo>
                    <a:lnTo>
                      <a:pt x="410631" y="290679"/>
                    </a:lnTo>
                    <a:lnTo>
                      <a:pt x="401111" y="292583"/>
                    </a:lnTo>
                    <a:lnTo>
                      <a:pt x="387148" y="297660"/>
                    </a:lnTo>
                    <a:lnTo>
                      <a:pt x="384610" y="300833"/>
                    </a:lnTo>
                    <a:lnTo>
                      <a:pt x="383340" y="305911"/>
                    </a:lnTo>
                    <a:lnTo>
                      <a:pt x="380166" y="311623"/>
                    </a:lnTo>
                    <a:lnTo>
                      <a:pt x="375724" y="316065"/>
                    </a:lnTo>
                    <a:lnTo>
                      <a:pt x="371916" y="317969"/>
                    </a:lnTo>
                    <a:lnTo>
                      <a:pt x="371916" y="316700"/>
                    </a:lnTo>
                    <a:lnTo>
                      <a:pt x="375090" y="311623"/>
                    </a:lnTo>
                    <a:lnTo>
                      <a:pt x="377628" y="304641"/>
                    </a:lnTo>
                    <a:lnTo>
                      <a:pt x="380802" y="298295"/>
                    </a:lnTo>
                    <a:lnTo>
                      <a:pt x="390322" y="292583"/>
                    </a:lnTo>
                    <a:lnTo>
                      <a:pt x="394764" y="287505"/>
                    </a:lnTo>
                    <a:lnTo>
                      <a:pt x="396033" y="283063"/>
                    </a:lnTo>
                    <a:lnTo>
                      <a:pt x="390956" y="283063"/>
                    </a:lnTo>
                    <a:lnTo>
                      <a:pt x="388417" y="284332"/>
                    </a:lnTo>
                    <a:lnTo>
                      <a:pt x="380802" y="290679"/>
                    </a:lnTo>
                    <a:lnTo>
                      <a:pt x="373820" y="298929"/>
                    </a:lnTo>
                    <a:lnTo>
                      <a:pt x="368743" y="301468"/>
                    </a:lnTo>
                    <a:lnTo>
                      <a:pt x="364300" y="307815"/>
                    </a:lnTo>
                    <a:lnTo>
                      <a:pt x="361762" y="309084"/>
                    </a:lnTo>
                    <a:lnTo>
                      <a:pt x="356049" y="310353"/>
                    </a:lnTo>
                    <a:lnTo>
                      <a:pt x="354145" y="312257"/>
                    </a:lnTo>
                    <a:lnTo>
                      <a:pt x="356684" y="314796"/>
                    </a:lnTo>
                    <a:lnTo>
                      <a:pt x="348433" y="328759"/>
                    </a:lnTo>
                    <a:lnTo>
                      <a:pt x="342722" y="335740"/>
                    </a:lnTo>
                    <a:lnTo>
                      <a:pt x="340183" y="334471"/>
                    </a:lnTo>
                    <a:lnTo>
                      <a:pt x="340817" y="333201"/>
                    </a:lnTo>
                    <a:lnTo>
                      <a:pt x="342086" y="331932"/>
                    </a:lnTo>
                    <a:lnTo>
                      <a:pt x="343991" y="331297"/>
                    </a:lnTo>
                    <a:lnTo>
                      <a:pt x="345260" y="330028"/>
                    </a:lnTo>
                    <a:lnTo>
                      <a:pt x="345260" y="328759"/>
                    </a:lnTo>
                    <a:lnTo>
                      <a:pt x="344625" y="327489"/>
                    </a:lnTo>
                    <a:lnTo>
                      <a:pt x="340183" y="321143"/>
                    </a:lnTo>
                    <a:lnTo>
                      <a:pt x="339548" y="318604"/>
                    </a:lnTo>
                    <a:lnTo>
                      <a:pt x="340183" y="316065"/>
                    </a:lnTo>
                    <a:lnTo>
                      <a:pt x="340817" y="313527"/>
                    </a:lnTo>
                    <a:lnTo>
                      <a:pt x="340817" y="310988"/>
                    </a:lnTo>
                    <a:lnTo>
                      <a:pt x="340183" y="309084"/>
                    </a:lnTo>
                    <a:lnTo>
                      <a:pt x="338913" y="307180"/>
                    </a:lnTo>
                    <a:lnTo>
                      <a:pt x="340817" y="302737"/>
                    </a:lnTo>
                    <a:lnTo>
                      <a:pt x="342086" y="297025"/>
                    </a:lnTo>
                    <a:lnTo>
                      <a:pt x="342722" y="291313"/>
                    </a:lnTo>
                    <a:lnTo>
                      <a:pt x="342722" y="287505"/>
                    </a:lnTo>
                    <a:lnTo>
                      <a:pt x="341452" y="283063"/>
                    </a:lnTo>
                    <a:lnTo>
                      <a:pt x="338278" y="278620"/>
                    </a:lnTo>
                    <a:lnTo>
                      <a:pt x="334471" y="275447"/>
                    </a:lnTo>
                    <a:lnTo>
                      <a:pt x="331297" y="272908"/>
                    </a:lnTo>
                    <a:lnTo>
                      <a:pt x="330028" y="272908"/>
                    </a:lnTo>
                    <a:lnTo>
                      <a:pt x="329393" y="274177"/>
                    </a:lnTo>
                    <a:lnTo>
                      <a:pt x="328124" y="274812"/>
                    </a:lnTo>
                    <a:lnTo>
                      <a:pt x="326855" y="273543"/>
                    </a:lnTo>
                    <a:lnTo>
                      <a:pt x="326855" y="272273"/>
                    </a:lnTo>
                    <a:lnTo>
                      <a:pt x="327489" y="269735"/>
                    </a:lnTo>
                    <a:lnTo>
                      <a:pt x="328124" y="263388"/>
                    </a:lnTo>
                    <a:lnTo>
                      <a:pt x="328124" y="260214"/>
                    </a:lnTo>
                    <a:lnTo>
                      <a:pt x="326855" y="257676"/>
                    </a:lnTo>
                    <a:lnTo>
                      <a:pt x="322412" y="255137"/>
                    </a:lnTo>
                    <a:lnTo>
                      <a:pt x="312892" y="255137"/>
                    </a:lnTo>
                    <a:lnTo>
                      <a:pt x="308449" y="254502"/>
                    </a:lnTo>
                    <a:lnTo>
                      <a:pt x="304006" y="251329"/>
                    </a:lnTo>
                    <a:lnTo>
                      <a:pt x="303372" y="247521"/>
                    </a:lnTo>
                    <a:lnTo>
                      <a:pt x="304006" y="242444"/>
                    </a:lnTo>
                    <a:lnTo>
                      <a:pt x="304006" y="236097"/>
                    </a:lnTo>
                    <a:lnTo>
                      <a:pt x="301468" y="231020"/>
                    </a:lnTo>
                    <a:lnTo>
                      <a:pt x="297659" y="231020"/>
                    </a:lnTo>
                    <a:lnTo>
                      <a:pt x="293217" y="233558"/>
                    </a:lnTo>
                    <a:lnTo>
                      <a:pt x="265926" y="260214"/>
                    </a:lnTo>
                    <a:lnTo>
                      <a:pt x="260849" y="262753"/>
                    </a:lnTo>
                    <a:lnTo>
                      <a:pt x="259579" y="263388"/>
                    </a:lnTo>
                    <a:lnTo>
                      <a:pt x="257041" y="270369"/>
                    </a:lnTo>
                    <a:lnTo>
                      <a:pt x="256406" y="271639"/>
                    </a:lnTo>
                    <a:lnTo>
                      <a:pt x="255771" y="274177"/>
                    </a:lnTo>
                    <a:lnTo>
                      <a:pt x="250694" y="284332"/>
                    </a:lnTo>
                    <a:lnTo>
                      <a:pt x="248156" y="287505"/>
                    </a:lnTo>
                    <a:lnTo>
                      <a:pt x="246251" y="288140"/>
                    </a:lnTo>
                    <a:lnTo>
                      <a:pt x="240539" y="289409"/>
                    </a:lnTo>
                    <a:lnTo>
                      <a:pt x="233558" y="293217"/>
                    </a:lnTo>
                    <a:lnTo>
                      <a:pt x="231654" y="293852"/>
                    </a:lnTo>
                    <a:lnTo>
                      <a:pt x="222769" y="292583"/>
                    </a:lnTo>
                    <a:lnTo>
                      <a:pt x="218961" y="293217"/>
                    </a:lnTo>
                    <a:lnTo>
                      <a:pt x="215152" y="297025"/>
                    </a:lnTo>
                    <a:lnTo>
                      <a:pt x="203729" y="311623"/>
                    </a:lnTo>
                    <a:lnTo>
                      <a:pt x="190401" y="323047"/>
                    </a:lnTo>
                    <a:lnTo>
                      <a:pt x="175169" y="331297"/>
                    </a:lnTo>
                    <a:lnTo>
                      <a:pt x="105355" y="345895"/>
                    </a:lnTo>
                    <a:lnTo>
                      <a:pt x="98374" y="350338"/>
                    </a:lnTo>
                    <a:lnTo>
                      <a:pt x="68544" y="381436"/>
                    </a:lnTo>
                    <a:lnTo>
                      <a:pt x="61563" y="385879"/>
                    </a:lnTo>
                    <a:lnTo>
                      <a:pt x="30464" y="398572"/>
                    </a:lnTo>
                    <a:lnTo>
                      <a:pt x="21578" y="404919"/>
                    </a:lnTo>
                    <a:lnTo>
                      <a:pt x="19040" y="405554"/>
                    </a:lnTo>
                    <a:lnTo>
                      <a:pt x="13328" y="406188"/>
                    </a:lnTo>
                    <a:lnTo>
                      <a:pt x="8885" y="408092"/>
                    </a:lnTo>
                    <a:lnTo>
                      <a:pt x="4442" y="410631"/>
                    </a:lnTo>
                    <a:lnTo>
                      <a:pt x="635" y="413170"/>
                    </a:lnTo>
                    <a:lnTo>
                      <a:pt x="0" y="414439"/>
                    </a:lnTo>
                    <a:lnTo>
                      <a:pt x="1269" y="418882"/>
                    </a:lnTo>
                    <a:lnTo>
                      <a:pt x="1904" y="421421"/>
                    </a:lnTo>
                    <a:lnTo>
                      <a:pt x="2538" y="422055"/>
                    </a:lnTo>
                    <a:lnTo>
                      <a:pt x="3808" y="422690"/>
                    </a:lnTo>
                    <a:lnTo>
                      <a:pt x="5711" y="422690"/>
                    </a:lnTo>
                    <a:lnTo>
                      <a:pt x="6981" y="422690"/>
                    </a:lnTo>
                    <a:lnTo>
                      <a:pt x="8250" y="422055"/>
                    </a:lnTo>
                    <a:lnTo>
                      <a:pt x="11424" y="419517"/>
                    </a:lnTo>
                    <a:lnTo>
                      <a:pt x="12693" y="419517"/>
                    </a:lnTo>
                    <a:lnTo>
                      <a:pt x="13962" y="420151"/>
                    </a:lnTo>
                    <a:lnTo>
                      <a:pt x="16501" y="423325"/>
                    </a:lnTo>
                    <a:lnTo>
                      <a:pt x="17770" y="423959"/>
                    </a:lnTo>
                    <a:lnTo>
                      <a:pt x="20944" y="424594"/>
                    </a:lnTo>
                    <a:lnTo>
                      <a:pt x="22848" y="425229"/>
                    </a:lnTo>
                    <a:lnTo>
                      <a:pt x="24751" y="426498"/>
                    </a:lnTo>
                    <a:lnTo>
                      <a:pt x="26021" y="427133"/>
                    </a:lnTo>
                    <a:lnTo>
                      <a:pt x="28560" y="427767"/>
                    </a:lnTo>
                    <a:lnTo>
                      <a:pt x="30464" y="427767"/>
                    </a:lnTo>
                    <a:lnTo>
                      <a:pt x="32368" y="428402"/>
                    </a:lnTo>
                    <a:lnTo>
                      <a:pt x="34272" y="429037"/>
                    </a:lnTo>
                    <a:lnTo>
                      <a:pt x="36810" y="431575"/>
                    </a:lnTo>
                    <a:lnTo>
                      <a:pt x="39349" y="434114"/>
                    </a:lnTo>
                    <a:lnTo>
                      <a:pt x="41888" y="437922"/>
                    </a:lnTo>
                    <a:lnTo>
                      <a:pt x="45696" y="444269"/>
                    </a:lnTo>
                    <a:lnTo>
                      <a:pt x="51408" y="454423"/>
                    </a:lnTo>
                    <a:lnTo>
                      <a:pt x="55216" y="460770"/>
                    </a:lnTo>
                    <a:lnTo>
                      <a:pt x="57120" y="465213"/>
                    </a:lnTo>
                    <a:lnTo>
                      <a:pt x="57755" y="466482"/>
                    </a:lnTo>
                    <a:lnTo>
                      <a:pt x="58389" y="467117"/>
                    </a:lnTo>
                    <a:lnTo>
                      <a:pt x="63467" y="467751"/>
                    </a:lnTo>
                    <a:lnTo>
                      <a:pt x="65370" y="468386"/>
                    </a:lnTo>
                    <a:lnTo>
                      <a:pt x="70448" y="469021"/>
                    </a:lnTo>
                    <a:lnTo>
                      <a:pt x="78698" y="470290"/>
                    </a:lnTo>
                    <a:lnTo>
                      <a:pt x="89488" y="472194"/>
                    </a:lnTo>
                    <a:lnTo>
                      <a:pt x="102182" y="474733"/>
                    </a:lnTo>
                    <a:lnTo>
                      <a:pt x="116779" y="477271"/>
                    </a:lnTo>
                    <a:lnTo>
                      <a:pt x="132645" y="479810"/>
                    </a:lnTo>
                    <a:lnTo>
                      <a:pt x="148512" y="482349"/>
                    </a:lnTo>
                    <a:lnTo>
                      <a:pt x="164379" y="484888"/>
                    </a:lnTo>
                    <a:lnTo>
                      <a:pt x="180246" y="487426"/>
                    </a:lnTo>
                    <a:lnTo>
                      <a:pt x="194843" y="489965"/>
                    </a:lnTo>
                    <a:lnTo>
                      <a:pt x="207537" y="491869"/>
                    </a:lnTo>
                    <a:lnTo>
                      <a:pt x="218961" y="493773"/>
                    </a:lnTo>
                    <a:lnTo>
                      <a:pt x="227211" y="495042"/>
                    </a:lnTo>
                    <a:lnTo>
                      <a:pt x="232289" y="495677"/>
                    </a:lnTo>
                    <a:lnTo>
                      <a:pt x="234192" y="495677"/>
                    </a:lnTo>
                    <a:lnTo>
                      <a:pt x="240539" y="496946"/>
                    </a:lnTo>
                    <a:lnTo>
                      <a:pt x="244348" y="498216"/>
                    </a:lnTo>
                    <a:lnTo>
                      <a:pt x="255771" y="502658"/>
                    </a:lnTo>
                    <a:lnTo>
                      <a:pt x="267196" y="507101"/>
                    </a:lnTo>
                    <a:lnTo>
                      <a:pt x="278619" y="511544"/>
                    </a:lnTo>
                    <a:lnTo>
                      <a:pt x="290044" y="515986"/>
                    </a:lnTo>
                    <a:lnTo>
                      <a:pt x="294486" y="517890"/>
                    </a:lnTo>
                    <a:lnTo>
                      <a:pt x="297025" y="517890"/>
                    </a:lnTo>
                    <a:lnTo>
                      <a:pt x="298295" y="517890"/>
                    </a:lnTo>
                    <a:lnTo>
                      <a:pt x="300833" y="517256"/>
                    </a:lnTo>
                    <a:lnTo>
                      <a:pt x="302103" y="517256"/>
                    </a:lnTo>
                    <a:lnTo>
                      <a:pt x="303372" y="517890"/>
                    </a:lnTo>
                    <a:lnTo>
                      <a:pt x="304641" y="519160"/>
                    </a:lnTo>
                    <a:lnTo>
                      <a:pt x="306545" y="519160"/>
                    </a:lnTo>
                    <a:lnTo>
                      <a:pt x="307815" y="519160"/>
                    </a:lnTo>
                    <a:lnTo>
                      <a:pt x="311623" y="517256"/>
                    </a:lnTo>
                    <a:lnTo>
                      <a:pt x="312892" y="517256"/>
                    </a:lnTo>
                    <a:lnTo>
                      <a:pt x="314796" y="517256"/>
                    </a:lnTo>
                    <a:lnTo>
                      <a:pt x="316699" y="517890"/>
                    </a:lnTo>
                    <a:lnTo>
                      <a:pt x="319873" y="519160"/>
                    </a:lnTo>
                    <a:lnTo>
                      <a:pt x="323681" y="519794"/>
                    </a:lnTo>
                    <a:lnTo>
                      <a:pt x="330028" y="522333"/>
                    </a:lnTo>
                    <a:lnTo>
                      <a:pt x="331932" y="522333"/>
                    </a:lnTo>
                    <a:lnTo>
                      <a:pt x="333201" y="521698"/>
                    </a:lnTo>
                    <a:lnTo>
                      <a:pt x="337009" y="518525"/>
                    </a:lnTo>
                    <a:lnTo>
                      <a:pt x="338278" y="517890"/>
                    </a:lnTo>
                    <a:lnTo>
                      <a:pt x="339548" y="517890"/>
                    </a:lnTo>
                    <a:lnTo>
                      <a:pt x="340817" y="517890"/>
                    </a:lnTo>
                    <a:lnTo>
                      <a:pt x="342086" y="517890"/>
                    </a:lnTo>
                    <a:lnTo>
                      <a:pt x="343356" y="517256"/>
                    </a:lnTo>
                    <a:lnTo>
                      <a:pt x="345260" y="515986"/>
                    </a:lnTo>
                    <a:lnTo>
                      <a:pt x="346529" y="515352"/>
                    </a:lnTo>
                    <a:lnTo>
                      <a:pt x="347798" y="514717"/>
                    </a:lnTo>
                    <a:lnTo>
                      <a:pt x="349068" y="514717"/>
                    </a:lnTo>
                    <a:lnTo>
                      <a:pt x="350972" y="515352"/>
                    </a:lnTo>
                    <a:lnTo>
                      <a:pt x="352876" y="515986"/>
                    </a:lnTo>
                    <a:lnTo>
                      <a:pt x="356049" y="517890"/>
                    </a:lnTo>
                    <a:lnTo>
                      <a:pt x="357953" y="518525"/>
                    </a:lnTo>
                    <a:lnTo>
                      <a:pt x="359223" y="518525"/>
                    </a:lnTo>
                    <a:lnTo>
                      <a:pt x="360492" y="517890"/>
                    </a:lnTo>
                    <a:lnTo>
                      <a:pt x="361762" y="517890"/>
                    </a:lnTo>
                    <a:lnTo>
                      <a:pt x="363031" y="518525"/>
                    </a:lnTo>
                    <a:lnTo>
                      <a:pt x="369377" y="521064"/>
                    </a:lnTo>
                    <a:lnTo>
                      <a:pt x="371282" y="521064"/>
                    </a:lnTo>
                    <a:lnTo>
                      <a:pt x="373185" y="521064"/>
                    </a:lnTo>
                    <a:lnTo>
                      <a:pt x="376993" y="519794"/>
                    </a:lnTo>
                    <a:lnTo>
                      <a:pt x="378897" y="519794"/>
                    </a:lnTo>
                    <a:lnTo>
                      <a:pt x="380802" y="520429"/>
                    </a:lnTo>
                    <a:lnTo>
                      <a:pt x="385879" y="523602"/>
                    </a:lnTo>
                    <a:lnTo>
                      <a:pt x="387148" y="523602"/>
                    </a:lnTo>
                    <a:lnTo>
                      <a:pt x="390322" y="523602"/>
                    </a:lnTo>
                    <a:lnTo>
                      <a:pt x="396668" y="522968"/>
                    </a:lnTo>
                    <a:lnTo>
                      <a:pt x="397937" y="522968"/>
                    </a:lnTo>
                    <a:lnTo>
                      <a:pt x="399206" y="523602"/>
                    </a:lnTo>
                    <a:lnTo>
                      <a:pt x="402380" y="524872"/>
                    </a:lnTo>
                    <a:lnTo>
                      <a:pt x="405553" y="525506"/>
                    </a:lnTo>
                    <a:lnTo>
                      <a:pt x="406823" y="525506"/>
                    </a:lnTo>
                    <a:lnTo>
                      <a:pt x="408092" y="525506"/>
                    </a:lnTo>
                    <a:lnTo>
                      <a:pt x="410631" y="524872"/>
                    </a:lnTo>
                    <a:lnTo>
                      <a:pt x="411900" y="524872"/>
                    </a:lnTo>
                    <a:lnTo>
                      <a:pt x="413170" y="525506"/>
                    </a:lnTo>
                    <a:lnTo>
                      <a:pt x="418247" y="528680"/>
                    </a:lnTo>
                    <a:lnTo>
                      <a:pt x="419516" y="529314"/>
                    </a:lnTo>
                    <a:lnTo>
                      <a:pt x="422690" y="529949"/>
                    </a:lnTo>
                    <a:lnTo>
                      <a:pt x="424593" y="530584"/>
                    </a:lnTo>
                    <a:lnTo>
                      <a:pt x="426498" y="531853"/>
                    </a:lnTo>
                    <a:lnTo>
                      <a:pt x="432210" y="540738"/>
                    </a:lnTo>
                    <a:lnTo>
                      <a:pt x="432844" y="542642"/>
                    </a:lnTo>
                    <a:lnTo>
                      <a:pt x="432844" y="545181"/>
                    </a:lnTo>
                    <a:lnTo>
                      <a:pt x="432210" y="546450"/>
                    </a:lnTo>
                    <a:lnTo>
                      <a:pt x="431575" y="547720"/>
                    </a:lnTo>
                    <a:lnTo>
                      <a:pt x="427767" y="552797"/>
                    </a:lnTo>
                    <a:lnTo>
                      <a:pt x="427132" y="554066"/>
                    </a:lnTo>
                    <a:lnTo>
                      <a:pt x="426498" y="555336"/>
                    </a:lnTo>
                    <a:lnTo>
                      <a:pt x="426498" y="557240"/>
                    </a:lnTo>
                    <a:lnTo>
                      <a:pt x="427132" y="559144"/>
                    </a:lnTo>
                    <a:lnTo>
                      <a:pt x="429036" y="561048"/>
                    </a:lnTo>
                    <a:lnTo>
                      <a:pt x="430305" y="562317"/>
                    </a:lnTo>
                    <a:lnTo>
                      <a:pt x="432844" y="563587"/>
                    </a:lnTo>
                    <a:lnTo>
                      <a:pt x="436018" y="564221"/>
                    </a:lnTo>
                    <a:lnTo>
                      <a:pt x="439191" y="564856"/>
                    </a:lnTo>
                    <a:lnTo>
                      <a:pt x="440460" y="564856"/>
                    </a:lnTo>
                    <a:lnTo>
                      <a:pt x="443633" y="564221"/>
                    </a:lnTo>
                    <a:lnTo>
                      <a:pt x="447442" y="562317"/>
                    </a:lnTo>
                    <a:lnTo>
                      <a:pt x="448076" y="562317"/>
                    </a:lnTo>
                    <a:lnTo>
                      <a:pt x="448711" y="562317"/>
                    </a:lnTo>
                    <a:lnTo>
                      <a:pt x="449346" y="562952"/>
                    </a:lnTo>
                    <a:lnTo>
                      <a:pt x="451884" y="565491"/>
                    </a:lnTo>
                    <a:lnTo>
                      <a:pt x="452519" y="566125"/>
                    </a:lnTo>
                    <a:lnTo>
                      <a:pt x="453789" y="566760"/>
                    </a:lnTo>
                    <a:lnTo>
                      <a:pt x="455058" y="567395"/>
                    </a:lnTo>
                    <a:lnTo>
                      <a:pt x="458231" y="568029"/>
                    </a:lnTo>
                    <a:lnTo>
                      <a:pt x="466482" y="568029"/>
                    </a:lnTo>
                    <a:lnTo>
                      <a:pt x="467751" y="568029"/>
                    </a:lnTo>
                    <a:lnTo>
                      <a:pt x="469020" y="568664"/>
                    </a:lnTo>
                    <a:lnTo>
                      <a:pt x="470290" y="569298"/>
                    </a:lnTo>
                    <a:lnTo>
                      <a:pt x="470924" y="569933"/>
                    </a:lnTo>
                    <a:lnTo>
                      <a:pt x="473463" y="572472"/>
                    </a:lnTo>
                    <a:lnTo>
                      <a:pt x="474098" y="573107"/>
                    </a:lnTo>
                    <a:lnTo>
                      <a:pt x="478540" y="575645"/>
                    </a:lnTo>
                    <a:lnTo>
                      <a:pt x="480444" y="576915"/>
                    </a:lnTo>
                    <a:lnTo>
                      <a:pt x="482983" y="579453"/>
                    </a:lnTo>
                    <a:lnTo>
                      <a:pt x="485522" y="581992"/>
                    </a:lnTo>
                    <a:lnTo>
                      <a:pt x="486791" y="583261"/>
                    </a:lnTo>
                    <a:lnTo>
                      <a:pt x="487426" y="583896"/>
                    </a:lnTo>
                    <a:lnTo>
                      <a:pt x="487426" y="584531"/>
                    </a:lnTo>
                    <a:lnTo>
                      <a:pt x="486791" y="585800"/>
                    </a:lnTo>
                    <a:lnTo>
                      <a:pt x="486157" y="586435"/>
                    </a:lnTo>
                    <a:lnTo>
                      <a:pt x="484252" y="588339"/>
                    </a:lnTo>
                    <a:lnTo>
                      <a:pt x="484252" y="589608"/>
                    </a:lnTo>
                    <a:lnTo>
                      <a:pt x="484252" y="591512"/>
                    </a:lnTo>
                    <a:lnTo>
                      <a:pt x="486157" y="594051"/>
                    </a:lnTo>
                    <a:lnTo>
                      <a:pt x="489965" y="598493"/>
                    </a:lnTo>
                    <a:lnTo>
                      <a:pt x="490599" y="599763"/>
                    </a:lnTo>
                    <a:lnTo>
                      <a:pt x="491234" y="601667"/>
                    </a:lnTo>
                    <a:lnTo>
                      <a:pt x="491869" y="604840"/>
                    </a:lnTo>
                    <a:lnTo>
                      <a:pt x="491869" y="606744"/>
                    </a:lnTo>
                    <a:lnTo>
                      <a:pt x="491234" y="608013"/>
                    </a:lnTo>
                    <a:lnTo>
                      <a:pt x="490599" y="608648"/>
                    </a:lnTo>
                    <a:lnTo>
                      <a:pt x="489965" y="609283"/>
                    </a:lnTo>
                    <a:lnTo>
                      <a:pt x="488695" y="609917"/>
                    </a:lnTo>
                    <a:lnTo>
                      <a:pt x="488060" y="611187"/>
                    </a:lnTo>
                    <a:lnTo>
                      <a:pt x="488060" y="613725"/>
                    </a:lnTo>
                    <a:lnTo>
                      <a:pt x="490599" y="618168"/>
                    </a:lnTo>
                    <a:lnTo>
                      <a:pt x="493138" y="625149"/>
                    </a:lnTo>
                    <a:lnTo>
                      <a:pt x="493138" y="627053"/>
                    </a:lnTo>
                    <a:lnTo>
                      <a:pt x="493138" y="627688"/>
                    </a:lnTo>
                    <a:lnTo>
                      <a:pt x="493138" y="628957"/>
                    </a:lnTo>
                    <a:lnTo>
                      <a:pt x="492503" y="631496"/>
                    </a:lnTo>
                    <a:lnTo>
                      <a:pt x="491234" y="634035"/>
                    </a:lnTo>
                    <a:lnTo>
                      <a:pt x="490599" y="635304"/>
                    </a:lnTo>
                    <a:lnTo>
                      <a:pt x="489965" y="636573"/>
                    </a:lnTo>
                    <a:lnTo>
                      <a:pt x="484252" y="641651"/>
                    </a:lnTo>
                    <a:lnTo>
                      <a:pt x="483618" y="642920"/>
                    </a:lnTo>
                    <a:lnTo>
                      <a:pt x="482983" y="644190"/>
                    </a:lnTo>
                    <a:lnTo>
                      <a:pt x="482983" y="646094"/>
                    </a:lnTo>
                    <a:lnTo>
                      <a:pt x="483618" y="649267"/>
                    </a:lnTo>
                    <a:lnTo>
                      <a:pt x="483618" y="651171"/>
                    </a:lnTo>
                    <a:lnTo>
                      <a:pt x="483618" y="653075"/>
                    </a:lnTo>
                    <a:lnTo>
                      <a:pt x="482349" y="658152"/>
                    </a:lnTo>
                    <a:lnTo>
                      <a:pt x="482349" y="659422"/>
                    </a:lnTo>
                    <a:lnTo>
                      <a:pt x="482983" y="660691"/>
                    </a:lnTo>
                    <a:lnTo>
                      <a:pt x="484252" y="661960"/>
                    </a:lnTo>
                    <a:lnTo>
                      <a:pt x="487426" y="663230"/>
                    </a:lnTo>
                    <a:lnTo>
                      <a:pt x="489330" y="663230"/>
                    </a:lnTo>
                    <a:lnTo>
                      <a:pt x="490599" y="662595"/>
                    </a:lnTo>
                    <a:lnTo>
                      <a:pt x="492503" y="661326"/>
                    </a:lnTo>
                    <a:lnTo>
                      <a:pt x="493772" y="660691"/>
                    </a:lnTo>
                    <a:lnTo>
                      <a:pt x="495042" y="660691"/>
                    </a:lnTo>
                    <a:lnTo>
                      <a:pt x="499485" y="661326"/>
                    </a:lnTo>
                    <a:lnTo>
                      <a:pt x="500754" y="661326"/>
                    </a:lnTo>
                    <a:lnTo>
                      <a:pt x="502023" y="661326"/>
                    </a:lnTo>
                    <a:lnTo>
                      <a:pt x="503292" y="660691"/>
                    </a:lnTo>
                    <a:lnTo>
                      <a:pt x="515986" y="652440"/>
                    </a:lnTo>
                    <a:lnTo>
                      <a:pt x="517256" y="651806"/>
                    </a:lnTo>
                    <a:lnTo>
                      <a:pt x="518525" y="651806"/>
                    </a:lnTo>
                    <a:lnTo>
                      <a:pt x="519794" y="652440"/>
                    </a:lnTo>
                    <a:lnTo>
                      <a:pt x="521063" y="653710"/>
                    </a:lnTo>
                    <a:lnTo>
                      <a:pt x="522967" y="655614"/>
                    </a:lnTo>
                    <a:lnTo>
                      <a:pt x="524237" y="657518"/>
                    </a:lnTo>
                    <a:lnTo>
                      <a:pt x="524871" y="658787"/>
                    </a:lnTo>
                    <a:lnTo>
                      <a:pt x="524871" y="660056"/>
                    </a:lnTo>
                    <a:lnTo>
                      <a:pt x="524237" y="661326"/>
                    </a:lnTo>
                    <a:lnTo>
                      <a:pt x="521698" y="664499"/>
                    </a:lnTo>
                    <a:lnTo>
                      <a:pt x="520429" y="667038"/>
                    </a:lnTo>
                    <a:lnTo>
                      <a:pt x="516620" y="677192"/>
                    </a:lnTo>
                    <a:lnTo>
                      <a:pt x="514082" y="687347"/>
                    </a:lnTo>
                    <a:lnTo>
                      <a:pt x="513447" y="690520"/>
                    </a:lnTo>
                    <a:lnTo>
                      <a:pt x="513447" y="698136"/>
                    </a:lnTo>
                    <a:lnTo>
                      <a:pt x="514082" y="700040"/>
                    </a:lnTo>
                    <a:lnTo>
                      <a:pt x="515351" y="701944"/>
                    </a:lnTo>
                    <a:lnTo>
                      <a:pt x="518525" y="705118"/>
                    </a:lnTo>
                    <a:lnTo>
                      <a:pt x="522967" y="708926"/>
                    </a:lnTo>
                    <a:lnTo>
                      <a:pt x="525506" y="711464"/>
                    </a:lnTo>
                    <a:lnTo>
                      <a:pt x="526776" y="712734"/>
                    </a:lnTo>
                    <a:lnTo>
                      <a:pt x="527410" y="714003"/>
                    </a:lnTo>
                    <a:lnTo>
                      <a:pt x="530584" y="715907"/>
                    </a:lnTo>
                    <a:lnTo>
                      <a:pt x="540738" y="718446"/>
                    </a:lnTo>
                    <a:lnTo>
                      <a:pt x="540738" y="717811"/>
                    </a:lnTo>
                    <a:lnTo>
                      <a:pt x="538199" y="707656"/>
                    </a:lnTo>
                    <a:lnTo>
                      <a:pt x="538199" y="702579"/>
                    </a:lnTo>
                    <a:lnTo>
                      <a:pt x="545816" y="697502"/>
                    </a:lnTo>
                    <a:lnTo>
                      <a:pt x="578818" y="637208"/>
                    </a:lnTo>
                    <a:lnTo>
                      <a:pt x="579453" y="634669"/>
                    </a:lnTo>
                    <a:lnTo>
                      <a:pt x="580087" y="628957"/>
                    </a:lnTo>
                    <a:lnTo>
                      <a:pt x="580723" y="626419"/>
                    </a:lnTo>
                    <a:lnTo>
                      <a:pt x="583896" y="622611"/>
                    </a:lnTo>
                    <a:lnTo>
                      <a:pt x="585165" y="620072"/>
                    </a:lnTo>
                    <a:lnTo>
                      <a:pt x="587069" y="608013"/>
                    </a:lnTo>
                    <a:lnTo>
                      <a:pt x="588338" y="604205"/>
                    </a:lnTo>
                    <a:lnTo>
                      <a:pt x="593416" y="594051"/>
                    </a:lnTo>
                    <a:lnTo>
                      <a:pt x="597224" y="589608"/>
                    </a:lnTo>
                    <a:lnTo>
                      <a:pt x="602301" y="574376"/>
                    </a:lnTo>
                    <a:lnTo>
                      <a:pt x="605474" y="571203"/>
                    </a:lnTo>
                    <a:lnTo>
                      <a:pt x="613091" y="568029"/>
                    </a:lnTo>
                    <a:lnTo>
                      <a:pt x="615629" y="565491"/>
                    </a:lnTo>
                    <a:lnTo>
                      <a:pt x="617533" y="557240"/>
                    </a:lnTo>
                    <a:lnTo>
                      <a:pt x="618167" y="556605"/>
                    </a:lnTo>
                    <a:lnTo>
                      <a:pt x="618167" y="545816"/>
                    </a:lnTo>
                    <a:lnTo>
                      <a:pt x="619437" y="535661"/>
                    </a:lnTo>
                    <a:lnTo>
                      <a:pt x="621341" y="530584"/>
                    </a:lnTo>
                    <a:lnTo>
                      <a:pt x="623880" y="528045"/>
                    </a:lnTo>
                    <a:lnTo>
                      <a:pt x="625149" y="524872"/>
                    </a:lnTo>
                    <a:lnTo>
                      <a:pt x="627053" y="512178"/>
                    </a:lnTo>
                    <a:lnTo>
                      <a:pt x="628957" y="508370"/>
                    </a:lnTo>
                    <a:lnTo>
                      <a:pt x="632131" y="507736"/>
                    </a:lnTo>
                    <a:lnTo>
                      <a:pt x="633400" y="510274"/>
                    </a:lnTo>
                    <a:lnTo>
                      <a:pt x="633400" y="513448"/>
                    </a:lnTo>
                    <a:lnTo>
                      <a:pt x="633400" y="515986"/>
                    </a:lnTo>
                    <a:lnTo>
                      <a:pt x="632131" y="519794"/>
                    </a:lnTo>
                    <a:lnTo>
                      <a:pt x="628957" y="525506"/>
                    </a:lnTo>
                    <a:lnTo>
                      <a:pt x="628323" y="528045"/>
                    </a:lnTo>
                    <a:lnTo>
                      <a:pt x="628957" y="532488"/>
                    </a:lnTo>
                    <a:lnTo>
                      <a:pt x="630861" y="535661"/>
                    </a:lnTo>
                    <a:lnTo>
                      <a:pt x="632765" y="538200"/>
                    </a:lnTo>
                    <a:lnTo>
                      <a:pt x="634034" y="540738"/>
                    </a:lnTo>
                    <a:lnTo>
                      <a:pt x="634669" y="544546"/>
                    </a:lnTo>
                    <a:lnTo>
                      <a:pt x="634669" y="555970"/>
                    </a:lnTo>
                    <a:lnTo>
                      <a:pt x="635939" y="559778"/>
                    </a:lnTo>
                    <a:lnTo>
                      <a:pt x="637843" y="562317"/>
                    </a:lnTo>
                    <a:lnTo>
                      <a:pt x="639746" y="562952"/>
                    </a:lnTo>
                    <a:lnTo>
                      <a:pt x="640381" y="560413"/>
                    </a:lnTo>
                    <a:lnTo>
                      <a:pt x="641651" y="558509"/>
                    </a:lnTo>
                    <a:lnTo>
                      <a:pt x="648632" y="555336"/>
                    </a:lnTo>
                    <a:lnTo>
                      <a:pt x="653074" y="554066"/>
                    </a:lnTo>
                    <a:lnTo>
                      <a:pt x="656248" y="552797"/>
                    </a:lnTo>
                    <a:lnTo>
                      <a:pt x="658786" y="550893"/>
                    </a:lnTo>
                    <a:lnTo>
                      <a:pt x="659421" y="548354"/>
                    </a:lnTo>
                    <a:lnTo>
                      <a:pt x="660056" y="544546"/>
                    </a:lnTo>
                    <a:lnTo>
                      <a:pt x="663864" y="536930"/>
                    </a:lnTo>
                    <a:lnTo>
                      <a:pt x="663230" y="533122"/>
                    </a:lnTo>
                    <a:lnTo>
                      <a:pt x="665133" y="531218"/>
                    </a:lnTo>
                    <a:lnTo>
                      <a:pt x="666403" y="529314"/>
                    </a:lnTo>
                    <a:lnTo>
                      <a:pt x="667672" y="526776"/>
                    </a:lnTo>
                    <a:lnTo>
                      <a:pt x="668306" y="523602"/>
                    </a:lnTo>
                    <a:lnTo>
                      <a:pt x="665768" y="518525"/>
                    </a:lnTo>
                    <a:lnTo>
                      <a:pt x="667672" y="515986"/>
                    </a:lnTo>
                    <a:lnTo>
                      <a:pt x="671480" y="514717"/>
                    </a:lnTo>
                    <a:lnTo>
                      <a:pt x="674653" y="514082"/>
                    </a:lnTo>
                    <a:lnTo>
                      <a:pt x="681634" y="517890"/>
                    </a:lnTo>
                    <a:lnTo>
                      <a:pt x="686078" y="519160"/>
                    </a:lnTo>
                    <a:lnTo>
                      <a:pt x="689885" y="516621"/>
                    </a:lnTo>
                    <a:lnTo>
                      <a:pt x="691790" y="512813"/>
                    </a:lnTo>
                    <a:lnTo>
                      <a:pt x="694328" y="510274"/>
                    </a:lnTo>
                    <a:lnTo>
                      <a:pt x="696867" y="507736"/>
                    </a:lnTo>
                    <a:lnTo>
                      <a:pt x="700040" y="505832"/>
                    </a:lnTo>
                    <a:lnTo>
                      <a:pt x="703848" y="504562"/>
                    </a:lnTo>
                    <a:lnTo>
                      <a:pt x="706387" y="504562"/>
                    </a:lnTo>
                    <a:lnTo>
                      <a:pt x="708291" y="506466"/>
                    </a:lnTo>
                    <a:lnTo>
                      <a:pt x="710830" y="509640"/>
                    </a:lnTo>
                    <a:lnTo>
                      <a:pt x="707021" y="526141"/>
                    </a:lnTo>
                    <a:lnTo>
                      <a:pt x="707656" y="528680"/>
                    </a:lnTo>
                    <a:lnTo>
                      <a:pt x="708291" y="529314"/>
                    </a:lnTo>
                    <a:lnTo>
                      <a:pt x="708925" y="530584"/>
                    </a:lnTo>
                    <a:lnTo>
                      <a:pt x="708925" y="531853"/>
                    </a:lnTo>
                    <a:lnTo>
                      <a:pt x="708291" y="532488"/>
                    </a:lnTo>
                    <a:lnTo>
                      <a:pt x="707021" y="532488"/>
                    </a:lnTo>
                    <a:lnTo>
                      <a:pt x="704483" y="531853"/>
                    </a:lnTo>
                    <a:lnTo>
                      <a:pt x="703213" y="531853"/>
                    </a:lnTo>
                    <a:lnTo>
                      <a:pt x="698771" y="532488"/>
                    </a:lnTo>
                    <a:lnTo>
                      <a:pt x="696867" y="533122"/>
                    </a:lnTo>
                    <a:lnTo>
                      <a:pt x="696867" y="533757"/>
                    </a:lnTo>
                    <a:lnTo>
                      <a:pt x="696867" y="535026"/>
                    </a:lnTo>
                    <a:lnTo>
                      <a:pt x="696232" y="537565"/>
                    </a:lnTo>
                    <a:lnTo>
                      <a:pt x="695598" y="540738"/>
                    </a:lnTo>
                    <a:lnTo>
                      <a:pt x="695598" y="542008"/>
                    </a:lnTo>
                    <a:lnTo>
                      <a:pt x="694963" y="542642"/>
                    </a:lnTo>
                    <a:lnTo>
                      <a:pt x="694328" y="542642"/>
                    </a:lnTo>
                    <a:lnTo>
                      <a:pt x="693059" y="543277"/>
                    </a:lnTo>
                    <a:lnTo>
                      <a:pt x="692424" y="543912"/>
                    </a:lnTo>
                    <a:lnTo>
                      <a:pt x="691154" y="550893"/>
                    </a:lnTo>
                    <a:lnTo>
                      <a:pt x="690520" y="553432"/>
                    </a:lnTo>
                    <a:lnTo>
                      <a:pt x="685443" y="559144"/>
                    </a:lnTo>
                    <a:lnTo>
                      <a:pt x="684808" y="561682"/>
                    </a:lnTo>
                    <a:lnTo>
                      <a:pt x="687347" y="565491"/>
                    </a:lnTo>
                    <a:lnTo>
                      <a:pt x="689885" y="568029"/>
                    </a:lnTo>
                    <a:lnTo>
                      <a:pt x="695598" y="571203"/>
                    </a:lnTo>
                    <a:lnTo>
                      <a:pt x="698771" y="573741"/>
                    </a:lnTo>
                    <a:lnTo>
                      <a:pt x="700674" y="575011"/>
                    </a:lnTo>
                    <a:lnTo>
                      <a:pt x="702579" y="575645"/>
                    </a:lnTo>
                    <a:lnTo>
                      <a:pt x="704483" y="574376"/>
                    </a:lnTo>
                    <a:lnTo>
                      <a:pt x="703848" y="571837"/>
                    </a:lnTo>
                    <a:lnTo>
                      <a:pt x="703213" y="569298"/>
                    </a:lnTo>
                    <a:lnTo>
                      <a:pt x="702579" y="568029"/>
                    </a:lnTo>
                    <a:lnTo>
                      <a:pt x="701944" y="566760"/>
                    </a:lnTo>
                    <a:lnTo>
                      <a:pt x="700674" y="564856"/>
                    </a:lnTo>
                    <a:lnTo>
                      <a:pt x="700040" y="563587"/>
                    </a:lnTo>
                    <a:lnTo>
                      <a:pt x="700674" y="561682"/>
                    </a:lnTo>
                    <a:lnTo>
                      <a:pt x="701944" y="561048"/>
                    </a:lnTo>
                    <a:lnTo>
                      <a:pt x="703213" y="561048"/>
                    </a:lnTo>
                    <a:lnTo>
                      <a:pt x="703848" y="560413"/>
                    </a:lnTo>
                    <a:lnTo>
                      <a:pt x="706387" y="551528"/>
                    </a:lnTo>
                    <a:lnTo>
                      <a:pt x="708925" y="547720"/>
                    </a:lnTo>
                    <a:lnTo>
                      <a:pt x="714638" y="545181"/>
                    </a:lnTo>
                    <a:lnTo>
                      <a:pt x="715272" y="543277"/>
                    </a:lnTo>
                    <a:lnTo>
                      <a:pt x="715272" y="540738"/>
                    </a:lnTo>
                    <a:lnTo>
                      <a:pt x="714638" y="538200"/>
                    </a:lnTo>
                    <a:lnTo>
                      <a:pt x="715272" y="536296"/>
                    </a:lnTo>
                    <a:lnTo>
                      <a:pt x="717177" y="535661"/>
                    </a:lnTo>
                    <a:lnTo>
                      <a:pt x="721619" y="535026"/>
                    </a:lnTo>
                    <a:lnTo>
                      <a:pt x="728600" y="530584"/>
                    </a:lnTo>
                    <a:lnTo>
                      <a:pt x="729235" y="529314"/>
                    </a:lnTo>
                    <a:lnTo>
                      <a:pt x="730504" y="526776"/>
                    </a:lnTo>
                    <a:lnTo>
                      <a:pt x="731773" y="525506"/>
                    </a:lnTo>
                    <a:lnTo>
                      <a:pt x="734312" y="524237"/>
                    </a:lnTo>
                    <a:lnTo>
                      <a:pt x="741293" y="522968"/>
                    </a:lnTo>
                    <a:lnTo>
                      <a:pt x="743832" y="521064"/>
                    </a:lnTo>
                    <a:lnTo>
                      <a:pt x="745101" y="519160"/>
                    </a:lnTo>
                    <a:lnTo>
                      <a:pt x="743832" y="517890"/>
                    </a:lnTo>
                    <a:lnTo>
                      <a:pt x="747006" y="503928"/>
                    </a:lnTo>
                    <a:lnTo>
                      <a:pt x="751448" y="492504"/>
                    </a:lnTo>
                    <a:lnTo>
                      <a:pt x="759065" y="484888"/>
                    </a:lnTo>
                    <a:lnTo>
                      <a:pt x="789528" y="476637"/>
                    </a:lnTo>
                    <a:lnTo>
                      <a:pt x="801587" y="478541"/>
                    </a:lnTo>
                    <a:close/>
                    <a:moveTo>
                      <a:pt x="668306" y="361762"/>
                    </a:moveTo>
                    <a:lnTo>
                      <a:pt x="668941" y="363666"/>
                    </a:lnTo>
                    <a:lnTo>
                      <a:pt x="670211" y="364935"/>
                    </a:lnTo>
                    <a:lnTo>
                      <a:pt x="671480" y="367474"/>
                    </a:lnTo>
                    <a:lnTo>
                      <a:pt x="672750" y="370647"/>
                    </a:lnTo>
                    <a:lnTo>
                      <a:pt x="672750" y="372551"/>
                    </a:lnTo>
                    <a:lnTo>
                      <a:pt x="673384" y="373186"/>
                    </a:lnTo>
                    <a:lnTo>
                      <a:pt x="675288" y="373820"/>
                    </a:lnTo>
                    <a:lnTo>
                      <a:pt x="676558" y="373820"/>
                    </a:lnTo>
                    <a:lnTo>
                      <a:pt x="676558" y="371282"/>
                    </a:lnTo>
                    <a:lnTo>
                      <a:pt x="677192" y="370647"/>
                    </a:lnTo>
                    <a:lnTo>
                      <a:pt x="678461" y="371282"/>
                    </a:lnTo>
                    <a:lnTo>
                      <a:pt x="679096" y="371916"/>
                    </a:lnTo>
                    <a:lnTo>
                      <a:pt x="679731" y="373186"/>
                    </a:lnTo>
                    <a:lnTo>
                      <a:pt x="679731" y="373820"/>
                    </a:lnTo>
                    <a:lnTo>
                      <a:pt x="683539" y="373820"/>
                    </a:lnTo>
                    <a:lnTo>
                      <a:pt x="686078" y="372551"/>
                    </a:lnTo>
                    <a:lnTo>
                      <a:pt x="686712" y="369378"/>
                    </a:lnTo>
                    <a:lnTo>
                      <a:pt x="685443" y="366839"/>
                    </a:lnTo>
                    <a:lnTo>
                      <a:pt x="682904" y="366839"/>
                    </a:lnTo>
                    <a:lnTo>
                      <a:pt x="680365" y="367474"/>
                    </a:lnTo>
                    <a:lnTo>
                      <a:pt x="678461" y="366839"/>
                    </a:lnTo>
                    <a:lnTo>
                      <a:pt x="678461" y="364935"/>
                    </a:lnTo>
                    <a:lnTo>
                      <a:pt x="679096" y="362396"/>
                    </a:lnTo>
                    <a:lnTo>
                      <a:pt x="681634" y="357954"/>
                    </a:lnTo>
                    <a:lnTo>
                      <a:pt x="679096" y="353511"/>
                    </a:lnTo>
                    <a:lnTo>
                      <a:pt x="677827" y="351607"/>
                    </a:lnTo>
                    <a:lnTo>
                      <a:pt x="675923" y="350338"/>
                    </a:lnTo>
                    <a:lnTo>
                      <a:pt x="671480" y="349703"/>
                    </a:lnTo>
                    <a:lnTo>
                      <a:pt x="668306" y="350972"/>
                    </a:lnTo>
                    <a:lnTo>
                      <a:pt x="667037" y="354146"/>
                    </a:lnTo>
                    <a:lnTo>
                      <a:pt x="667037" y="359223"/>
                    </a:lnTo>
                    <a:lnTo>
                      <a:pt x="668306" y="361762"/>
                    </a:lnTo>
                    <a:close/>
                    <a:moveTo>
                      <a:pt x="309718" y="229116"/>
                    </a:moveTo>
                    <a:lnTo>
                      <a:pt x="308449" y="232924"/>
                    </a:lnTo>
                    <a:lnTo>
                      <a:pt x="308449" y="238636"/>
                    </a:lnTo>
                    <a:lnTo>
                      <a:pt x="309084" y="249425"/>
                    </a:lnTo>
                    <a:lnTo>
                      <a:pt x="311623" y="251964"/>
                    </a:lnTo>
                    <a:lnTo>
                      <a:pt x="327489" y="251329"/>
                    </a:lnTo>
                    <a:lnTo>
                      <a:pt x="329393" y="252598"/>
                    </a:lnTo>
                    <a:lnTo>
                      <a:pt x="333201" y="256406"/>
                    </a:lnTo>
                    <a:lnTo>
                      <a:pt x="334471" y="257041"/>
                    </a:lnTo>
                    <a:lnTo>
                      <a:pt x="342086" y="254502"/>
                    </a:lnTo>
                    <a:lnTo>
                      <a:pt x="343991" y="251964"/>
                    </a:lnTo>
                    <a:lnTo>
                      <a:pt x="343356" y="247521"/>
                    </a:lnTo>
                    <a:lnTo>
                      <a:pt x="340817" y="244982"/>
                    </a:lnTo>
                    <a:lnTo>
                      <a:pt x="336375" y="248790"/>
                    </a:lnTo>
                    <a:lnTo>
                      <a:pt x="337644" y="244982"/>
                    </a:lnTo>
                    <a:lnTo>
                      <a:pt x="340183" y="240540"/>
                    </a:lnTo>
                    <a:lnTo>
                      <a:pt x="343356" y="236732"/>
                    </a:lnTo>
                    <a:lnTo>
                      <a:pt x="345895" y="234828"/>
                    </a:lnTo>
                    <a:lnTo>
                      <a:pt x="345260" y="238636"/>
                    </a:lnTo>
                    <a:lnTo>
                      <a:pt x="345260" y="246886"/>
                    </a:lnTo>
                    <a:lnTo>
                      <a:pt x="344625" y="250694"/>
                    </a:lnTo>
                    <a:lnTo>
                      <a:pt x="343356" y="255137"/>
                    </a:lnTo>
                    <a:lnTo>
                      <a:pt x="342086" y="257676"/>
                    </a:lnTo>
                    <a:lnTo>
                      <a:pt x="337009" y="261484"/>
                    </a:lnTo>
                    <a:lnTo>
                      <a:pt x="334471" y="264657"/>
                    </a:lnTo>
                    <a:lnTo>
                      <a:pt x="333836" y="267196"/>
                    </a:lnTo>
                    <a:lnTo>
                      <a:pt x="334471" y="269735"/>
                    </a:lnTo>
                    <a:lnTo>
                      <a:pt x="345895" y="283697"/>
                    </a:lnTo>
                    <a:lnTo>
                      <a:pt x="348433" y="281793"/>
                    </a:lnTo>
                    <a:lnTo>
                      <a:pt x="350337" y="278620"/>
                    </a:lnTo>
                    <a:lnTo>
                      <a:pt x="353511" y="271639"/>
                    </a:lnTo>
                    <a:lnTo>
                      <a:pt x="357953" y="258310"/>
                    </a:lnTo>
                    <a:lnTo>
                      <a:pt x="359223" y="255772"/>
                    </a:lnTo>
                    <a:lnTo>
                      <a:pt x="365569" y="251964"/>
                    </a:lnTo>
                    <a:lnTo>
                      <a:pt x="366838" y="248790"/>
                    </a:lnTo>
                    <a:lnTo>
                      <a:pt x="367473" y="244982"/>
                    </a:lnTo>
                    <a:lnTo>
                      <a:pt x="370012" y="243078"/>
                    </a:lnTo>
                    <a:lnTo>
                      <a:pt x="373185" y="242444"/>
                    </a:lnTo>
                    <a:lnTo>
                      <a:pt x="376993" y="241809"/>
                    </a:lnTo>
                    <a:lnTo>
                      <a:pt x="376993" y="239905"/>
                    </a:lnTo>
                    <a:lnTo>
                      <a:pt x="374455" y="237366"/>
                    </a:lnTo>
                    <a:lnTo>
                      <a:pt x="374455" y="232924"/>
                    </a:lnTo>
                    <a:lnTo>
                      <a:pt x="376359" y="228481"/>
                    </a:lnTo>
                    <a:lnTo>
                      <a:pt x="378897" y="225308"/>
                    </a:lnTo>
                    <a:lnTo>
                      <a:pt x="381436" y="224673"/>
                    </a:lnTo>
                    <a:lnTo>
                      <a:pt x="383975" y="224673"/>
                    </a:lnTo>
                    <a:lnTo>
                      <a:pt x="386513" y="224038"/>
                    </a:lnTo>
                    <a:lnTo>
                      <a:pt x="388417" y="222134"/>
                    </a:lnTo>
                    <a:lnTo>
                      <a:pt x="394764" y="213249"/>
                    </a:lnTo>
                    <a:lnTo>
                      <a:pt x="396668" y="211980"/>
                    </a:lnTo>
                    <a:lnTo>
                      <a:pt x="401111" y="210076"/>
                    </a:lnTo>
                    <a:lnTo>
                      <a:pt x="403015" y="208806"/>
                    </a:lnTo>
                    <a:lnTo>
                      <a:pt x="405553" y="203094"/>
                    </a:lnTo>
                    <a:lnTo>
                      <a:pt x="406823" y="201825"/>
                    </a:lnTo>
                    <a:lnTo>
                      <a:pt x="410631" y="200556"/>
                    </a:lnTo>
                    <a:lnTo>
                      <a:pt x="414439" y="198017"/>
                    </a:lnTo>
                    <a:lnTo>
                      <a:pt x="424593" y="188497"/>
                    </a:lnTo>
                    <a:lnTo>
                      <a:pt x="421420" y="185958"/>
                    </a:lnTo>
                    <a:lnTo>
                      <a:pt x="415073" y="184054"/>
                    </a:lnTo>
                    <a:lnTo>
                      <a:pt x="409362" y="183419"/>
                    </a:lnTo>
                    <a:lnTo>
                      <a:pt x="411265" y="180246"/>
                    </a:lnTo>
                    <a:lnTo>
                      <a:pt x="415073" y="178977"/>
                    </a:lnTo>
                    <a:lnTo>
                      <a:pt x="422690" y="178342"/>
                    </a:lnTo>
                    <a:lnTo>
                      <a:pt x="432210" y="174534"/>
                    </a:lnTo>
                    <a:lnTo>
                      <a:pt x="436018" y="173899"/>
                    </a:lnTo>
                    <a:lnTo>
                      <a:pt x="439825" y="173899"/>
                    </a:lnTo>
                    <a:lnTo>
                      <a:pt x="447442" y="175169"/>
                    </a:lnTo>
                    <a:lnTo>
                      <a:pt x="451250" y="175169"/>
                    </a:lnTo>
                    <a:lnTo>
                      <a:pt x="455058" y="173899"/>
                    </a:lnTo>
                    <a:lnTo>
                      <a:pt x="460770" y="169457"/>
                    </a:lnTo>
                    <a:lnTo>
                      <a:pt x="464578" y="168822"/>
                    </a:lnTo>
                    <a:lnTo>
                      <a:pt x="464578" y="166918"/>
                    </a:lnTo>
                    <a:lnTo>
                      <a:pt x="462039" y="165014"/>
                    </a:lnTo>
                    <a:lnTo>
                      <a:pt x="458231" y="159937"/>
                    </a:lnTo>
                    <a:lnTo>
                      <a:pt x="455058" y="157398"/>
                    </a:lnTo>
                    <a:lnTo>
                      <a:pt x="448076" y="154859"/>
                    </a:lnTo>
                    <a:lnTo>
                      <a:pt x="444269" y="154225"/>
                    </a:lnTo>
                    <a:lnTo>
                      <a:pt x="403015" y="158667"/>
                    </a:lnTo>
                    <a:lnTo>
                      <a:pt x="388417" y="162475"/>
                    </a:lnTo>
                    <a:lnTo>
                      <a:pt x="376359" y="168822"/>
                    </a:lnTo>
                    <a:lnTo>
                      <a:pt x="373820" y="170726"/>
                    </a:lnTo>
                    <a:lnTo>
                      <a:pt x="371282" y="173899"/>
                    </a:lnTo>
                    <a:lnTo>
                      <a:pt x="369377" y="175169"/>
                    </a:lnTo>
                    <a:lnTo>
                      <a:pt x="367473" y="174534"/>
                    </a:lnTo>
                    <a:lnTo>
                      <a:pt x="364935" y="173899"/>
                    </a:lnTo>
                    <a:lnTo>
                      <a:pt x="363031" y="173899"/>
                    </a:lnTo>
                    <a:lnTo>
                      <a:pt x="361762" y="174534"/>
                    </a:lnTo>
                    <a:lnTo>
                      <a:pt x="357318" y="178977"/>
                    </a:lnTo>
                    <a:lnTo>
                      <a:pt x="343356" y="187227"/>
                    </a:lnTo>
                    <a:lnTo>
                      <a:pt x="338278" y="191670"/>
                    </a:lnTo>
                    <a:lnTo>
                      <a:pt x="323681" y="214518"/>
                    </a:lnTo>
                    <a:lnTo>
                      <a:pt x="321143" y="217692"/>
                    </a:lnTo>
                    <a:lnTo>
                      <a:pt x="314161" y="222769"/>
                    </a:lnTo>
                    <a:lnTo>
                      <a:pt x="309718" y="229116"/>
                    </a:lnTo>
                    <a:close/>
                    <a:moveTo>
                      <a:pt x="190401" y="81238"/>
                    </a:moveTo>
                    <a:lnTo>
                      <a:pt x="196112" y="78064"/>
                    </a:lnTo>
                    <a:lnTo>
                      <a:pt x="196112" y="79968"/>
                    </a:lnTo>
                    <a:lnTo>
                      <a:pt x="189766" y="83776"/>
                    </a:lnTo>
                    <a:lnTo>
                      <a:pt x="188497" y="85680"/>
                    </a:lnTo>
                    <a:lnTo>
                      <a:pt x="186592" y="91392"/>
                    </a:lnTo>
                    <a:lnTo>
                      <a:pt x="187227" y="93296"/>
                    </a:lnTo>
                    <a:lnTo>
                      <a:pt x="187862" y="93296"/>
                    </a:lnTo>
                    <a:lnTo>
                      <a:pt x="188497" y="92662"/>
                    </a:lnTo>
                    <a:lnTo>
                      <a:pt x="189131" y="93296"/>
                    </a:lnTo>
                    <a:lnTo>
                      <a:pt x="192939" y="97104"/>
                    </a:lnTo>
                    <a:lnTo>
                      <a:pt x="196748" y="97739"/>
                    </a:lnTo>
                    <a:lnTo>
                      <a:pt x="200555" y="97104"/>
                    </a:lnTo>
                    <a:lnTo>
                      <a:pt x="229116" y="81238"/>
                    </a:lnTo>
                    <a:lnTo>
                      <a:pt x="238636" y="78699"/>
                    </a:lnTo>
                    <a:lnTo>
                      <a:pt x="238636" y="77430"/>
                    </a:lnTo>
                    <a:lnTo>
                      <a:pt x="223403" y="78064"/>
                    </a:lnTo>
                    <a:lnTo>
                      <a:pt x="225308" y="74891"/>
                    </a:lnTo>
                    <a:lnTo>
                      <a:pt x="231654" y="70448"/>
                    </a:lnTo>
                    <a:lnTo>
                      <a:pt x="232289" y="68544"/>
                    </a:lnTo>
                    <a:lnTo>
                      <a:pt x="276081" y="46331"/>
                    </a:lnTo>
                    <a:lnTo>
                      <a:pt x="284331" y="39984"/>
                    </a:lnTo>
                    <a:lnTo>
                      <a:pt x="290678" y="33003"/>
                    </a:lnTo>
                    <a:lnTo>
                      <a:pt x="291313" y="31733"/>
                    </a:lnTo>
                    <a:lnTo>
                      <a:pt x="290678" y="29829"/>
                    </a:lnTo>
                    <a:lnTo>
                      <a:pt x="289409" y="25387"/>
                    </a:lnTo>
                    <a:lnTo>
                      <a:pt x="289409" y="24117"/>
                    </a:lnTo>
                    <a:lnTo>
                      <a:pt x="293217" y="19040"/>
                    </a:lnTo>
                    <a:lnTo>
                      <a:pt x="305276" y="10789"/>
                    </a:lnTo>
                    <a:lnTo>
                      <a:pt x="309718" y="6347"/>
                    </a:lnTo>
                    <a:lnTo>
                      <a:pt x="311623" y="3808"/>
                    </a:lnTo>
                    <a:lnTo>
                      <a:pt x="312257" y="2539"/>
                    </a:lnTo>
                    <a:lnTo>
                      <a:pt x="312892" y="1269"/>
                    </a:lnTo>
                    <a:lnTo>
                      <a:pt x="310988" y="3808"/>
                    </a:lnTo>
                    <a:lnTo>
                      <a:pt x="308449" y="5077"/>
                    </a:lnTo>
                    <a:lnTo>
                      <a:pt x="303372" y="6981"/>
                    </a:lnTo>
                    <a:lnTo>
                      <a:pt x="304006" y="5077"/>
                    </a:lnTo>
                    <a:lnTo>
                      <a:pt x="305276" y="3173"/>
                    </a:lnTo>
                    <a:lnTo>
                      <a:pt x="309084" y="0"/>
                    </a:lnTo>
                    <a:lnTo>
                      <a:pt x="296390" y="8251"/>
                    </a:lnTo>
                    <a:lnTo>
                      <a:pt x="293217" y="11424"/>
                    </a:lnTo>
                    <a:lnTo>
                      <a:pt x="290044" y="10789"/>
                    </a:lnTo>
                    <a:lnTo>
                      <a:pt x="284331" y="13963"/>
                    </a:lnTo>
                    <a:lnTo>
                      <a:pt x="281793" y="13328"/>
                    </a:lnTo>
                    <a:lnTo>
                      <a:pt x="269735" y="24752"/>
                    </a:lnTo>
                    <a:lnTo>
                      <a:pt x="269099" y="21579"/>
                    </a:lnTo>
                    <a:lnTo>
                      <a:pt x="264022" y="27291"/>
                    </a:lnTo>
                    <a:lnTo>
                      <a:pt x="256406" y="33638"/>
                    </a:lnTo>
                    <a:lnTo>
                      <a:pt x="248790" y="38080"/>
                    </a:lnTo>
                    <a:lnTo>
                      <a:pt x="244348" y="38715"/>
                    </a:lnTo>
                    <a:lnTo>
                      <a:pt x="241174" y="41888"/>
                    </a:lnTo>
                    <a:lnTo>
                      <a:pt x="237366" y="45062"/>
                    </a:lnTo>
                    <a:lnTo>
                      <a:pt x="232923" y="46966"/>
                    </a:lnTo>
                    <a:lnTo>
                      <a:pt x="229116" y="46966"/>
                    </a:lnTo>
                    <a:lnTo>
                      <a:pt x="223403" y="51408"/>
                    </a:lnTo>
                    <a:lnTo>
                      <a:pt x="199921" y="66006"/>
                    </a:lnTo>
                    <a:lnTo>
                      <a:pt x="184689" y="78699"/>
                    </a:lnTo>
                    <a:lnTo>
                      <a:pt x="186592" y="81238"/>
                    </a:lnTo>
                    <a:lnTo>
                      <a:pt x="190401" y="81238"/>
                    </a:lnTo>
                    <a:close/>
                    <a:moveTo>
                      <a:pt x="819993" y="700675"/>
                    </a:moveTo>
                    <a:lnTo>
                      <a:pt x="818724" y="700040"/>
                    </a:lnTo>
                    <a:lnTo>
                      <a:pt x="816819" y="698771"/>
                    </a:lnTo>
                    <a:lnTo>
                      <a:pt x="813646" y="700040"/>
                    </a:lnTo>
                    <a:lnTo>
                      <a:pt x="811107" y="703848"/>
                    </a:lnTo>
                    <a:lnTo>
                      <a:pt x="810473" y="707656"/>
                    </a:lnTo>
                    <a:lnTo>
                      <a:pt x="811742" y="710830"/>
                    </a:lnTo>
                    <a:lnTo>
                      <a:pt x="816185" y="712734"/>
                    </a:lnTo>
                    <a:lnTo>
                      <a:pt x="819358" y="709560"/>
                    </a:lnTo>
                    <a:lnTo>
                      <a:pt x="821262" y="704483"/>
                    </a:lnTo>
                    <a:lnTo>
                      <a:pt x="823801" y="700675"/>
                    </a:lnTo>
                    <a:lnTo>
                      <a:pt x="821897" y="700675"/>
                    </a:lnTo>
                    <a:lnTo>
                      <a:pt x="819993" y="700675"/>
                    </a:lnTo>
                    <a:close/>
                    <a:moveTo>
                      <a:pt x="835859" y="693059"/>
                    </a:moveTo>
                    <a:lnTo>
                      <a:pt x="840937" y="689251"/>
                    </a:lnTo>
                    <a:lnTo>
                      <a:pt x="838398" y="687347"/>
                    </a:lnTo>
                    <a:lnTo>
                      <a:pt x="838398" y="684174"/>
                    </a:lnTo>
                    <a:lnTo>
                      <a:pt x="839667" y="681000"/>
                    </a:lnTo>
                    <a:lnTo>
                      <a:pt x="839667" y="677827"/>
                    </a:lnTo>
                    <a:lnTo>
                      <a:pt x="837764" y="675288"/>
                    </a:lnTo>
                    <a:lnTo>
                      <a:pt x="835225" y="674019"/>
                    </a:lnTo>
                    <a:lnTo>
                      <a:pt x="832052" y="672750"/>
                    </a:lnTo>
                    <a:lnTo>
                      <a:pt x="829513" y="670846"/>
                    </a:lnTo>
                    <a:lnTo>
                      <a:pt x="826974" y="671480"/>
                    </a:lnTo>
                    <a:lnTo>
                      <a:pt x="825070" y="673384"/>
                    </a:lnTo>
                    <a:lnTo>
                      <a:pt x="823166" y="678462"/>
                    </a:lnTo>
                    <a:lnTo>
                      <a:pt x="830782" y="689886"/>
                    </a:lnTo>
                    <a:lnTo>
                      <a:pt x="835859" y="693059"/>
                    </a:lnTo>
                    <a:close/>
                    <a:moveTo>
                      <a:pt x="1097978" y="432210"/>
                    </a:moveTo>
                    <a:lnTo>
                      <a:pt x="1092901" y="430941"/>
                    </a:lnTo>
                    <a:lnTo>
                      <a:pt x="1090996" y="433479"/>
                    </a:lnTo>
                    <a:lnTo>
                      <a:pt x="1089727" y="434114"/>
                    </a:lnTo>
                    <a:lnTo>
                      <a:pt x="1089727" y="436018"/>
                    </a:lnTo>
                    <a:lnTo>
                      <a:pt x="1090996" y="436018"/>
                    </a:lnTo>
                    <a:lnTo>
                      <a:pt x="1091632" y="436653"/>
                    </a:lnTo>
                    <a:lnTo>
                      <a:pt x="1092266" y="437287"/>
                    </a:lnTo>
                    <a:lnTo>
                      <a:pt x="1093535" y="437922"/>
                    </a:lnTo>
                    <a:lnTo>
                      <a:pt x="1090996" y="439826"/>
                    </a:lnTo>
                    <a:lnTo>
                      <a:pt x="1095439" y="441095"/>
                    </a:lnTo>
                    <a:lnTo>
                      <a:pt x="1099247" y="441730"/>
                    </a:lnTo>
                    <a:lnTo>
                      <a:pt x="1106863" y="441095"/>
                    </a:lnTo>
                    <a:lnTo>
                      <a:pt x="1105594" y="438557"/>
                    </a:lnTo>
                    <a:lnTo>
                      <a:pt x="1103690" y="436653"/>
                    </a:lnTo>
                    <a:lnTo>
                      <a:pt x="1101152" y="436018"/>
                    </a:lnTo>
                    <a:lnTo>
                      <a:pt x="1098613" y="436653"/>
                    </a:lnTo>
                    <a:lnTo>
                      <a:pt x="1099247" y="433479"/>
                    </a:lnTo>
                    <a:lnTo>
                      <a:pt x="1097978" y="432210"/>
                    </a:lnTo>
                    <a:close/>
                    <a:moveTo>
                      <a:pt x="847918" y="596589"/>
                    </a:moveTo>
                    <a:lnTo>
                      <a:pt x="847284" y="595955"/>
                    </a:lnTo>
                    <a:lnTo>
                      <a:pt x="846648" y="595955"/>
                    </a:lnTo>
                    <a:lnTo>
                      <a:pt x="846014" y="597224"/>
                    </a:lnTo>
                    <a:lnTo>
                      <a:pt x="855534" y="608648"/>
                    </a:lnTo>
                    <a:lnTo>
                      <a:pt x="857438" y="609917"/>
                    </a:lnTo>
                    <a:lnTo>
                      <a:pt x="858073" y="605475"/>
                    </a:lnTo>
                    <a:lnTo>
                      <a:pt x="856168" y="601667"/>
                    </a:lnTo>
                    <a:lnTo>
                      <a:pt x="852995" y="598493"/>
                    </a:lnTo>
                    <a:lnTo>
                      <a:pt x="847918" y="596589"/>
                    </a:lnTo>
                    <a:close/>
                    <a:moveTo>
                      <a:pt x="1564460" y="1110037"/>
                    </a:moveTo>
                    <a:lnTo>
                      <a:pt x="1566364" y="1101786"/>
                    </a:lnTo>
                    <a:lnTo>
                      <a:pt x="1564460" y="1093536"/>
                    </a:lnTo>
                    <a:lnTo>
                      <a:pt x="1562556" y="1092266"/>
                    </a:lnTo>
                    <a:lnTo>
                      <a:pt x="1560652" y="1088458"/>
                    </a:lnTo>
                    <a:lnTo>
                      <a:pt x="1553670" y="1078303"/>
                    </a:lnTo>
                    <a:lnTo>
                      <a:pt x="1551132" y="1076399"/>
                    </a:lnTo>
                    <a:lnTo>
                      <a:pt x="1549228" y="1073861"/>
                    </a:lnTo>
                    <a:lnTo>
                      <a:pt x="1533361" y="1033242"/>
                    </a:lnTo>
                    <a:lnTo>
                      <a:pt x="1523207" y="991988"/>
                    </a:lnTo>
                    <a:lnTo>
                      <a:pt x="1514321" y="974218"/>
                    </a:lnTo>
                    <a:lnTo>
                      <a:pt x="1492742" y="907577"/>
                    </a:lnTo>
                    <a:lnTo>
                      <a:pt x="1483857" y="894884"/>
                    </a:lnTo>
                    <a:lnTo>
                      <a:pt x="1482588" y="891711"/>
                    </a:lnTo>
                    <a:lnTo>
                      <a:pt x="1481318" y="886633"/>
                    </a:lnTo>
                    <a:lnTo>
                      <a:pt x="1478780" y="882825"/>
                    </a:lnTo>
                    <a:lnTo>
                      <a:pt x="1466721" y="870132"/>
                    </a:lnTo>
                    <a:lnTo>
                      <a:pt x="1459740" y="865054"/>
                    </a:lnTo>
                    <a:lnTo>
                      <a:pt x="1452123" y="861246"/>
                    </a:lnTo>
                    <a:lnTo>
                      <a:pt x="1429910" y="853630"/>
                    </a:lnTo>
                    <a:lnTo>
                      <a:pt x="1425467" y="853630"/>
                    </a:lnTo>
                    <a:lnTo>
                      <a:pt x="1421660" y="854900"/>
                    </a:lnTo>
                    <a:lnTo>
                      <a:pt x="1412774" y="859342"/>
                    </a:lnTo>
                    <a:lnTo>
                      <a:pt x="1410235" y="861246"/>
                    </a:lnTo>
                    <a:lnTo>
                      <a:pt x="1404523" y="869497"/>
                    </a:lnTo>
                    <a:lnTo>
                      <a:pt x="1401350" y="872036"/>
                    </a:lnTo>
                    <a:lnTo>
                      <a:pt x="1395638" y="873940"/>
                    </a:lnTo>
                    <a:lnTo>
                      <a:pt x="1393099" y="875209"/>
                    </a:lnTo>
                    <a:lnTo>
                      <a:pt x="1389291" y="879017"/>
                    </a:lnTo>
                    <a:lnTo>
                      <a:pt x="1386753" y="880287"/>
                    </a:lnTo>
                    <a:lnTo>
                      <a:pt x="1373424" y="882825"/>
                    </a:lnTo>
                    <a:lnTo>
                      <a:pt x="1371521" y="883460"/>
                    </a:lnTo>
                    <a:lnTo>
                      <a:pt x="1370251" y="884729"/>
                    </a:lnTo>
                    <a:lnTo>
                      <a:pt x="1368982" y="886633"/>
                    </a:lnTo>
                    <a:lnTo>
                      <a:pt x="1364539" y="894884"/>
                    </a:lnTo>
                    <a:lnTo>
                      <a:pt x="1363904" y="896788"/>
                    </a:lnTo>
                    <a:lnTo>
                      <a:pt x="1361366" y="899327"/>
                    </a:lnTo>
                    <a:lnTo>
                      <a:pt x="1345499" y="903769"/>
                    </a:lnTo>
                    <a:lnTo>
                      <a:pt x="1349307" y="904404"/>
                    </a:lnTo>
                    <a:lnTo>
                      <a:pt x="1353115" y="903769"/>
                    </a:lnTo>
                    <a:lnTo>
                      <a:pt x="1356288" y="903769"/>
                    </a:lnTo>
                    <a:lnTo>
                      <a:pt x="1358827" y="906308"/>
                    </a:lnTo>
                    <a:lnTo>
                      <a:pt x="1353750" y="913924"/>
                    </a:lnTo>
                    <a:lnTo>
                      <a:pt x="1351211" y="919001"/>
                    </a:lnTo>
                    <a:lnTo>
                      <a:pt x="1350576" y="923444"/>
                    </a:lnTo>
                    <a:lnTo>
                      <a:pt x="1349942" y="929156"/>
                    </a:lnTo>
                    <a:lnTo>
                      <a:pt x="1342960" y="942484"/>
                    </a:lnTo>
                    <a:lnTo>
                      <a:pt x="1340422" y="953908"/>
                    </a:lnTo>
                    <a:lnTo>
                      <a:pt x="1337883" y="958986"/>
                    </a:lnTo>
                    <a:lnTo>
                      <a:pt x="1334075" y="958986"/>
                    </a:lnTo>
                    <a:lnTo>
                      <a:pt x="1332806" y="957082"/>
                    </a:lnTo>
                    <a:lnTo>
                      <a:pt x="1331536" y="954543"/>
                    </a:lnTo>
                    <a:lnTo>
                      <a:pt x="1330267" y="953273"/>
                    </a:lnTo>
                    <a:lnTo>
                      <a:pt x="1328363" y="955178"/>
                    </a:lnTo>
                    <a:lnTo>
                      <a:pt x="1318843" y="975487"/>
                    </a:lnTo>
                    <a:lnTo>
                      <a:pt x="1313131" y="983103"/>
                    </a:lnTo>
                    <a:lnTo>
                      <a:pt x="1306784" y="988180"/>
                    </a:lnTo>
                    <a:lnTo>
                      <a:pt x="1299168" y="988180"/>
                    </a:lnTo>
                    <a:lnTo>
                      <a:pt x="1290917" y="984372"/>
                    </a:lnTo>
                    <a:lnTo>
                      <a:pt x="1281397" y="983103"/>
                    </a:lnTo>
                    <a:lnTo>
                      <a:pt x="1276955" y="980564"/>
                    </a:lnTo>
                    <a:lnTo>
                      <a:pt x="1267435" y="978026"/>
                    </a:lnTo>
                    <a:lnTo>
                      <a:pt x="1262992" y="976122"/>
                    </a:lnTo>
                    <a:lnTo>
                      <a:pt x="1258549" y="972314"/>
                    </a:lnTo>
                    <a:lnTo>
                      <a:pt x="1254107" y="966602"/>
                    </a:lnTo>
                    <a:lnTo>
                      <a:pt x="1251568" y="959620"/>
                    </a:lnTo>
                    <a:lnTo>
                      <a:pt x="1253472" y="953273"/>
                    </a:lnTo>
                    <a:lnTo>
                      <a:pt x="1253472" y="950735"/>
                    </a:lnTo>
                    <a:lnTo>
                      <a:pt x="1251568" y="942484"/>
                    </a:lnTo>
                    <a:lnTo>
                      <a:pt x="1251568" y="938676"/>
                    </a:lnTo>
                    <a:lnTo>
                      <a:pt x="1253472" y="935503"/>
                    </a:lnTo>
                    <a:lnTo>
                      <a:pt x="1255376" y="932964"/>
                    </a:lnTo>
                    <a:lnTo>
                      <a:pt x="1255376" y="930425"/>
                    </a:lnTo>
                    <a:lnTo>
                      <a:pt x="1251568" y="927887"/>
                    </a:lnTo>
                    <a:lnTo>
                      <a:pt x="1255376" y="908212"/>
                    </a:lnTo>
                    <a:lnTo>
                      <a:pt x="1259184" y="899961"/>
                    </a:lnTo>
                    <a:lnTo>
                      <a:pt x="1266166" y="895519"/>
                    </a:lnTo>
                    <a:lnTo>
                      <a:pt x="1268704" y="895519"/>
                    </a:lnTo>
                    <a:lnTo>
                      <a:pt x="1273147" y="896153"/>
                    </a:lnTo>
                    <a:lnTo>
                      <a:pt x="1275686" y="896153"/>
                    </a:lnTo>
                    <a:lnTo>
                      <a:pt x="1277589" y="895519"/>
                    </a:lnTo>
                    <a:lnTo>
                      <a:pt x="1280763" y="892980"/>
                    </a:lnTo>
                    <a:lnTo>
                      <a:pt x="1282667" y="892345"/>
                    </a:lnTo>
                    <a:lnTo>
                      <a:pt x="1284570" y="892345"/>
                    </a:lnTo>
                    <a:lnTo>
                      <a:pt x="1288379" y="892980"/>
                    </a:lnTo>
                    <a:lnTo>
                      <a:pt x="1290917" y="892980"/>
                    </a:lnTo>
                    <a:lnTo>
                      <a:pt x="1291552" y="891711"/>
                    </a:lnTo>
                    <a:lnTo>
                      <a:pt x="1292187" y="885364"/>
                    </a:lnTo>
                    <a:lnTo>
                      <a:pt x="1292821" y="882825"/>
                    </a:lnTo>
                    <a:lnTo>
                      <a:pt x="1295995" y="880287"/>
                    </a:lnTo>
                    <a:lnTo>
                      <a:pt x="1304880" y="878383"/>
                    </a:lnTo>
                    <a:lnTo>
                      <a:pt x="1308054" y="875844"/>
                    </a:lnTo>
                    <a:lnTo>
                      <a:pt x="1308054" y="873305"/>
                    </a:lnTo>
                    <a:lnTo>
                      <a:pt x="1307419" y="870132"/>
                    </a:lnTo>
                    <a:lnTo>
                      <a:pt x="1307419" y="867593"/>
                    </a:lnTo>
                    <a:lnTo>
                      <a:pt x="1309323" y="866324"/>
                    </a:lnTo>
                    <a:lnTo>
                      <a:pt x="1310592" y="865054"/>
                    </a:lnTo>
                    <a:lnTo>
                      <a:pt x="1310592" y="861881"/>
                    </a:lnTo>
                    <a:lnTo>
                      <a:pt x="1308688" y="844745"/>
                    </a:lnTo>
                    <a:lnTo>
                      <a:pt x="1309323" y="833956"/>
                    </a:lnTo>
                    <a:lnTo>
                      <a:pt x="1311861" y="825070"/>
                    </a:lnTo>
                    <a:lnTo>
                      <a:pt x="1318208" y="819358"/>
                    </a:lnTo>
                    <a:lnTo>
                      <a:pt x="1320113" y="818724"/>
                    </a:lnTo>
                    <a:lnTo>
                      <a:pt x="1325824" y="818089"/>
                    </a:lnTo>
                    <a:lnTo>
                      <a:pt x="1325189" y="819358"/>
                    </a:lnTo>
                    <a:lnTo>
                      <a:pt x="1324555" y="823166"/>
                    </a:lnTo>
                    <a:lnTo>
                      <a:pt x="1323920" y="824436"/>
                    </a:lnTo>
                    <a:lnTo>
                      <a:pt x="1326459" y="821897"/>
                    </a:lnTo>
                    <a:lnTo>
                      <a:pt x="1333440" y="810473"/>
                    </a:lnTo>
                    <a:lnTo>
                      <a:pt x="1334709" y="807300"/>
                    </a:lnTo>
                    <a:lnTo>
                      <a:pt x="1335344" y="806665"/>
                    </a:lnTo>
                    <a:lnTo>
                      <a:pt x="1340422" y="806030"/>
                    </a:lnTo>
                    <a:lnTo>
                      <a:pt x="1342326" y="805396"/>
                    </a:lnTo>
                    <a:lnTo>
                      <a:pt x="1344864" y="800953"/>
                    </a:lnTo>
                    <a:lnTo>
                      <a:pt x="1345499" y="799049"/>
                    </a:lnTo>
                    <a:lnTo>
                      <a:pt x="1346134" y="795876"/>
                    </a:lnTo>
                    <a:lnTo>
                      <a:pt x="1346134" y="785721"/>
                    </a:lnTo>
                    <a:lnTo>
                      <a:pt x="1339153" y="733678"/>
                    </a:lnTo>
                    <a:lnTo>
                      <a:pt x="1339153" y="728601"/>
                    </a:lnTo>
                    <a:lnTo>
                      <a:pt x="1341691" y="719081"/>
                    </a:lnTo>
                    <a:lnTo>
                      <a:pt x="1341691" y="714003"/>
                    </a:lnTo>
                    <a:lnTo>
                      <a:pt x="1340422" y="708926"/>
                    </a:lnTo>
                    <a:lnTo>
                      <a:pt x="1337248" y="699406"/>
                    </a:lnTo>
                    <a:lnTo>
                      <a:pt x="1334709" y="687982"/>
                    </a:lnTo>
                    <a:lnTo>
                      <a:pt x="1332806" y="683539"/>
                    </a:lnTo>
                    <a:lnTo>
                      <a:pt x="1330902" y="679731"/>
                    </a:lnTo>
                    <a:lnTo>
                      <a:pt x="1328363" y="675923"/>
                    </a:lnTo>
                    <a:lnTo>
                      <a:pt x="1327728" y="674654"/>
                    </a:lnTo>
                    <a:lnTo>
                      <a:pt x="1327094" y="672115"/>
                    </a:lnTo>
                    <a:lnTo>
                      <a:pt x="1326459" y="670846"/>
                    </a:lnTo>
                    <a:lnTo>
                      <a:pt x="1325189" y="670211"/>
                    </a:lnTo>
                    <a:lnTo>
                      <a:pt x="1322016" y="668942"/>
                    </a:lnTo>
                    <a:lnTo>
                      <a:pt x="1318208" y="665768"/>
                    </a:lnTo>
                    <a:lnTo>
                      <a:pt x="1312496" y="663230"/>
                    </a:lnTo>
                    <a:lnTo>
                      <a:pt x="1309957" y="661326"/>
                    </a:lnTo>
                    <a:lnTo>
                      <a:pt x="1307419" y="659422"/>
                    </a:lnTo>
                    <a:lnTo>
                      <a:pt x="1306149" y="658152"/>
                    </a:lnTo>
                    <a:lnTo>
                      <a:pt x="1305515" y="655614"/>
                    </a:lnTo>
                    <a:lnTo>
                      <a:pt x="1304880" y="651171"/>
                    </a:lnTo>
                    <a:lnTo>
                      <a:pt x="1303610" y="649902"/>
                    </a:lnTo>
                    <a:lnTo>
                      <a:pt x="1302341" y="649267"/>
                    </a:lnTo>
                    <a:lnTo>
                      <a:pt x="1301072" y="648632"/>
                    </a:lnTo>
                    <a:lnTo>
                      <a:pt x="1300437" y="647998"/>
                    </a:lnTo>
                    <a:lnTo>
                      <a:pt x="1300437" y="645459"/>
                    </a:lnTo>
                    <a:lnTo>
                      <a:pt x="1301072" y="644190"/>
                    </a:lnTo>
                    <a:lnTo>
                      <a:pt x="1301707" y="643555"/>
                    </a:lnTo>
                    <a:lnTo>
                      <a:pt x="1301707" y="641651"/>
                    </a:lnTo>
                    <a:lnTo>
                      <a:pt x="1301072" y="635304"/>
                    </a:lnTo>
                    <a:lnTo>
                      <a:pt x="1301707" y="630862"/>
                    </a:lnTo>
                    <a:lnTo>
                      <a:pt x="1304880" y="627688"/>
                    </a:lnTo>
                    <a:lnTo>
                      <a:pt x="1311227" y="625784"/>
                    </a:lnTo>
                    <a:lnTo>
                      <a:pt x="1313131" y="626419"/>
                    </a:lnTo>
                    <a:lnTo>
                      <a:pt x="1317574" y="630862"/>
                    </a:lnTo>
                    <a:lnTo>
                      <a:pt x="1320113" y="632765"/>
                    </a:lnTo>
                    <a:lnTo>
                      <a:pt x="1323286" y="633400"/>
                    </a:lnTo>
                    <a:lnTo>
                      <a:pt x="1326459" y="633400"/>
                    </a:lnTo>
                    <a:lnTo>
                      <a:pt x="1332806" y="632765"/>
                    </a:lnTo>
                    <a:lnTo>
                      <a:pt x="1330267" y="628957"/>
                    </a:lnTo>
                    <a:lnTo>
                      <a:pt x="1323286" y="626419"/>
                    </a:lnTo>
                    <a:lnTo>
                      <a:pt x="1320747" y="621341"/>
                    </a:lnTo>
                    <a:lnTo>
                      <a:pt x="1321382" y="621341"/>
                    </a:lnTo>
                    <a:lnTo>
                      <a:pt x="1322651" y="621341"/>
                    </a:lnTo>
                    <a:lnTo>
                      <a:pt x="1323920" y="620707"/>
                    </a:lnTo>
                    <a:lnTo>
                      <a:pt x="1324555" y="619437"/>
                    </a:lnTo>
                    <a:lnTo>
                      <a:pt x="1323920" y="617533"/>
                    </a:lnTo>
                    <a:lnTo>
                      <a:pt x="1323286" y="616899"/>
                    </a:lnTo>
                    <a:lnTo>
                      <a:pt x="1322651" y="616264"/>
                    </a:lnTo>
                    <a:lnTo>
                      <a:pt x="1322016" y="615629"/>
                    </a:lnTo>
                    <a:lnTo>
                      <a:pt x="1321382" y="613091"/>
                    </a:lnTo>
                    <a:lnTo>
                      <a:pt x="1318843" y="606744"/>
                    </a:lnTo>
                    <a:lnTo>
                      <a:pt x="1317574" y="604840"/>
                    </a:lnTo>
                    <a:lnTo>
                      <a:pt x="1315669" y="604205"/>
                    </a:lnTo>
                    <a:lnTo>
                      <a:pt x="1313131" y="604205"/>
                    </a:lnTo>
                    <a:lnTo>
                      <a:pt x="1310592" y="603571"/>
                    </a:lnTo>
                    <a:lnTo>
                      <a:pt x="1309323" y="601667"/>
                    </a:lnTo>
                    <a:lnTo>
                      <a:pt x="1302976" y="594685"/>
                    </a:lnTo>
                    <a:lnTo>
                      <a:pt x="1298534" y="588339"/>
                    </a:lnTo>
                    <a:lnTo>
                      <a:pt x="1297899" y="585800"/>
                    </a:lnTo>
                    <a:lnTo>
                      <a:pt x="1297899" y="583261"/>
                    </a:lnTo>
                    <a:lnTo>
                      <a:pt x="1298534" y="581357"/>
                    </a:lnTo>
                    <a:lnTo>
                      <a:pt x="1301707" y="577549"/>
                    </a:lnTo>
                    <a:lnTo>
                      <a:pt x="1293456" y="570568"/>
                    </a:lnTo>
                    <a:lnTo>
                      <a:pt x="1285206" y="565491"/>
                    </a:lnTo>
                    <a:lnTo>
                      <a:pt x="1276320" y="561682"/>
                    </a:lnTo>
                    <a:lnTo>
                      <a:pt x="1268069" y="561048"/>
                    </a:lnTo>
                    <a:lnTo>
                      <a:pt x="1261722" y="562317"/>
                    </a:lnTo>
                    <a:lnTo>
                      <a:pt x="1259184" y="562317"/>
                    </a:lnTo>
                    <a:lnTo>
                      <a:pt x="1251568" y="560413"/>
                    </a:lnTo>
                    <a:lnTo>
                      <a:pt x="1249029" y="560413"/>
                    </a:lnTo>
                    <a:lnTo>
                      <a:pt x="1245856" y="559778"/>
                    </a:lnTo>
                    <a:lnTo>
                      <a:pt x="1240144" y="554066"/>
                    </a:lnTo>
                    <a:lnTo>
                      <a:pt x="1236336" y="552162"/>
                    </a:lnTo>
                    <a:lnTo>
                      <a:pt x="1234432" y="552162"/>
                    </a:lnTo>
                    <a:lnTo>
                      <a:pt x="1227450" y="553432"/>
                    </a:lnTo>
                    <a:lnTo>
                      <a:pt x="1224912" y="553432"/>
                    </a:lnTo>
                    <a:lnTo>
                      <a:pt x="1219834" y="552162"/>
                    </a:lnTo>
                    <a:lnTo>
                      <a:pt x="1212853" y="551528"/>
                    </a:lnTo>
                    <a:lnTo>
                      <a:pt x="1209045" y="548989"/>
                    </a:lnTo>
                    <a:lnTo>
                      <a:pt x="1202063" y="542642"/>
                    </a:lnTo>
                    <a:lnTo>
                      <a:pt x="1193179" y="539469"/>
                    </a:lnTo>
                    <a:lnTo>
                      <a:pt x="1165253" y="542642"/>
                    </a:lnTo>
                    <a:lnTo>
                      <a:pt x="1161445" y="541373"/>
                    </a:lnTo>
                    <a:lnTo>
                      <a:pt x="1158272" y="538200"/>
                    </a:lnTo>
                    <a:lnTo>
                      <a:pt x="1155733" y="533757"/>
                    </a:lnTo>
                    <a:lnTo>
                      <a:pt x="1154463" y="529949"/>
                    </a:lnTo>
                    <a:lnTo>
                      <a:pt x="1153194" y="526141"/>
                    </a:lnTo>
                    <a:lnTo>
                      <a:pt x="1150655" y="522333"/>
                    </a:lnTo>
                    <a:lnTo>
                      <a:pt x="1144309" y="516621"/>
                    </a:lnTo>
                    <a:lnTo>
                      <a:pt x="1137962" y="512813"/>
                    </a:lnTo>
                    <a:lnTo>
                      <a:pt x="1129076" y="509640"/>
                    </a:lnTo>
                    <a:lnTo>
                      <a:pt x="1119556" y="507736"/>
                    </a:lnTo>
                    <a:lnTo>
                      <a:pt x="1111306" y="508370"/>
                    </a:lnTo>
                    <a:lnTo>
                      <a:pt x="1094170" y="512178"/>
                    </a:lnTo>
                    <a:lnTo>
                      <a:pt x="1086554" y="510274"/>
                    </a:lnTo>
                    <a:lnTo>
                      <a:pt x="1071322" y="500754"/>
                    </a:lnTo>
                    <a:lnTo>
                      <a:pt x="1045935" y="492504"/>
                    </a:lnTo>
                    <a:lnTo>
                      <a:pt x="1039588" y="488061"/>
                    </a:lnTo>
                    <a:lnTo>
                      <a:pt x="1036415" y="487426"/>
                    </a:lnTo>
                    <a:lnTo>
                      <a:pt x="1033241" y="489330"/>
                    </a:lnTo>
                    <a:lnTo>
                      <a:pt x="1031338" y="491869"/>
                    </a:lnTo>
                    <a:lnTo>
                      <a:pt x="1030703" y="494408"/>
                    </a:lnTo>
                    <a:lnTo>
                      <a:pt x="1028799" y="496946"/>
                    </a:lnTo>
                    <a:lnTo>
                      <a:pt x="1025626" y="498850"/>
                    </a:lnTo>
                    <a:lnTo>
                      <a:pt x="1001508" y="501389"/>
                    </a:lnTo>
                    <a:lnTo>
                      <a:pt x="994527" y="500120"/>
                    </a:lnTo>
                    <a:lnTo>
                      <a:pt x="994527" y="502024"/>
                    </a:lnTo>
                    <a:lnTo>
                      <a:pt x="997066" y="503928"/>
                    </a:lnTo>
                    <a:lnTo>
                      <a:pt x="1004047" y="509640"/>
                    </a:lnTo>
                    <a:lnTo>
                      <a:pt x="1004681" y="510909"/>
                    </a:lnTo>
                    <a:lnTo>
                      <a:pt x="1002778" y="512813"/>
                    </a:lnTo>
                    <a:lnTo>
                      <a:pt x="997066" y="524237"/>
                    </a:lnTo>
                    <a:lnTo>
                      <a:pt x="987546" y="533122"/>
                    </a:lnTo>
                    <a:lnTo>
                      <a:pt x="983102" y="538200"/>
                    </a:lnTo>
                    <a:lnTo>
                      <a:pt x="980564" y="545816"/>
                    </a:lnTo>
                    <a:lnTo>
                      <a:pt x="980564" y="554701"/>
                    </a:lnTo>
                    <a:lnTo>
                      <a:pt x="983102" y="562952"/>
                    </a:lnTo>
                    <a:lnTo>
                      <a:pt x="986911" y="570568"/>
                    </a:lnTo>
                    <a:lnTo>
                      <a:pt x="991353" y="575645"/>
                    </a:lnTo>
                    <a:lnTo>
                      <a:pt x="997700" y="580723"/>
                    </a:lnTo>
                    <a:lnTo>
                      <a:pt x="1000873" y="581992"/>
                    </a:lnTo>
                    <a:lnTo>
                      <a:pt x="1018009" y="581992"/>
                    </a:lnTo>
                    <a:lnTo>
                      <a:pt x="1021818" y="583261"/>
                    </a:lnTo>
                    <a:lnTo>
                      <a:pt x="1018009" y="590243"/>
                    </a:lnTo>
                    <a:lnTo>
                      <a:pt x="1009759" y="594685"/>
                    </a:lnTo>
                    <a:lnTo>
                      <a:pt x="999604" y="597224"/>
                    </a:lnTo>
                    <a:lnTo>
                      <a:pt x="983738" y="598493"/>
                    </a:lnTo>
                    <a:lnTo>
                      <a:pt x="976121" y="601032"/>
                    </a:lnTo>
                    <a:lnTo>
                      <a:pt x="949465" y="619437"/>
                    </a:lnTo>
                    <a:lnTo>
                      <a:pt x="944388" y="625784"/>
                    </a:lnTo>
                    <a:lnTo>
                      <a:pt x="941214" y="633400"/>
                    </a:lnTo>
                    <a:lnTo>
                      <a:pt x="941214" y="642920"/>
                    </a:lnTo>
                    <a:lnTo>
                      <a:pt x="948831" y="672750"/>
                    </a:lnTo>
                    <a:lnTo>
                      <a:pt x="949465" y="694963"/>
                    </a:lnTo>
                    <a:lnTo>
                      <a:pt x="946292" y="714638"/>
                    </a:lnTo>
                    <a:lnTo>
                      <a:pt x="940580" y="733043"/>
                    </a:lnTo>
                    <a:lnTo>
                      <a:pt x="931060" y="754622"/>
                    </a:lnTo>
                    <a:lnTo>
                      <a:pt x="929791" y="756526"/>
                    </a:lnTo>
                    <a:lnTo>
                      <a:pt x="927252" y="757161"/>
                    </a:lnTo>
                    <a:lnTo>
                      <a:pt x="925348" y="756526"/>
                    </a:lnTo>
                    <a:lnTo>
                      <a:pt x="924713" y="754622"/>
                    </a:lnTo>
                    <a:lnTo>
                      <a:pt x="924713" y="752083"/>
                    </a:lnTo>
                    <a:lnTo>
                      <a:pt x="926617" y="747641"/>
                    </a:lnTo>
                    <a:lnTo>
                      <a:pt x="926617" y="745102"/>
                    </a:lnTo>
                    <a:lnTo>
                      <a:pt x="925982" y="740025"/>
                    </a:lnTo>
                    <a:lnTo>
                      <a:pt x="926617" y="738121"/>
                    </a:lnTo>
                    <a:lnTo>
                      <a:pt x="930425" y="733043"/>
                    </a:lnTo>
                    <a:lnTo>
                      <a:pt x="932329" y="727966"/>
                    </a:lnTo>
                    <a:lnTo>
                      <a:pt x="932964" y="722889"/>
                    </a:lnTo>
                    <a:lnTo>
                      <a:pt x="932964" y="717176"/>
                    </a:lnTo>
                    <a:lnTo>
                      <a:pt x="932329" y="711464"/>
                    </a:lnTo>
                    <a:lnTo>
                      <a:pt x="932329" y="708926"/>
                    </a:lnTo>
                    <a:lnTo>
                      <a:pt x="933599" y="705752"/>
                    </a:lnTo>
                    <a:lnTo>
                      <a:pt x="933599" y="703214"/>
                    </a:lnTo>
                    <a:lnTo>
                      <a:pt x="932329" y="700040"/>
                    </a:lnTo>
                    <a:lnTo>
                      <a:pt x="929791" y="698771"/>
                    </a:lnTo>
                    <a:lnTo>
                      <a:pt x="927252" y="698771"/>
                    </a:lnTo>
                    <a:lnTo>
                      <a:pt x="925348" y="700040"/>
                    </a:lnTo>
                    <a:lnTo>
                      <a:pt x="924713" y="702579"/>
                    </a:lnTo>
                    <a:lnTo>
                      <a:pt x="924079" y="706387"/>
                    </a:lnTo>
                    <a:lnTo>
                      <a:pt x="924079" y="712734"/>
                    </a:lnTo>
                    <a:lnTo>
                      <a:pt x="923444" y="715907"/>
                    </a:lnTo>
                    <a:lnTo>
                      <a:pt x="922174" y="718446"/>
                    </a:lnTo>
                    <a:lnTo>
                      <a:pt x="919001" y="722889"/>
                    </a:lnTo>
                    <a:lnTo>
                      <a:pt x="920271" y="722889"/>
                    </a:lnTo>
                    <a:lnTo>
                      <a:pt x="924079" y="724158"/>
                    </a:lnTo>
                    <a:lnTo>
                      <a:pt x="922809" y="726697"/>
                    </a:lnTo>
                    <a:lnTo>
                      <a:pt x="919001" y="730505"/>
                    </a:lnTo>
                    <a:lnTo>
                      <a:pt x="918366" y="732409"/>
                    </a:lnTo>
                    <a:lnTo>
                      <a:pt x="918366" y="739390"/>
                    </a:lnTo>
                    <a:lnTo>
                      <a:pt x="917732" y="743198"/>
                    </a:lnTo>
                    <a:lnTo>
                      <a:pt x="915828" y="747006"/>
                    </a:lnTo>
                    <a:lnTo>
                      <a:pt x="915828" y="750814"/>
                    </a:lnTo>
                    <a:lnTo>
                      <a:pt x="915193" y="753353"/>
                    </a:lnTo>
                    <a:lnTo>
                      <a:pt x="911385" y="751449"/>
                    </a:lnTo>
                    <a:lnTo>
                      <a:pt x="909481" y="749545"/>
                    </a:lnTo>
                    <a:lnTo>
                      <a:pt x="905673" y="743198"/>
                    </a:lnTo>
                    <a:lnTo>
                      <a:pt x="903769" y="738121"/>
                    </a:lnTo>
                    <a:lnTo>
                      <a:pt x="905673" y="730505"/>
                    </a:lnTo>
                    <a:lnTo>
                      <a:pt x="910751" y="714003"/>
                    </a:lnTo>
                    <a:lnTo>
                      <a:pt x="911385" y="710195"/>
                    </a:lnTo>
                    <a:lnTo>
                      <a:pt x="910751" y="707022"/>
                    </a:lnTo>
                    <a:lnTo>
                      <a:pt x="908846" y="704483"/>
                    </a:lnTo>
                    <a:lnTo>
                      <a:pt x="907577" y="703848"/>
                    </a:lnTo>
                    <a:lnTo>
                      <a:pt x="903134" y="706387"/>
                    </a:lnTo>
                    <a:lnTo>
                      <a:pt x="903769" y="701944"/>
                    </a:lnTo>
                    <a:lnTo>
                      <a:pt x="905673" y="696232"/>
                    </a:lnTo>
                    <a:lnTo>
                      <a:pt x="908212" y="691155"/>
                    </a:lnTo>
                    <a:lnTo>
                      <a:pt x="911385" y="688616"/>
                    </a:lnTo>
                    <a:lnTo>
                      <a:pt x="912654" y="686078"/>
                    </a:lnTo>
                    <a:lnTo>
                      <a:pt x="910751" y="681635"/>
                    </a:lnTo>
                    <a:lnTo>
                      <a:pt x="906308" y="674019"/>
                    </a:lnTo>
                    <a:lnTo>
                      <a:pt x="905673" y="667038"/>
                    </a:lnTo>
                    <a:lnTo>
                      <a:pt x="908212" y="663864"/>
                    </a:lnTo>
                    <a:lnTo>
                      <a:pt x="911385" y="662595"/>
                    </a:lnTo>
                    <a:lnTo>
                      <a:pt x="912654" y="660056"/>
                    </a:lnTo>
                    <a:lnTo>
                      <a:pt x="913289" y="656248"/>
                    </a:lnTo>
                    <a:lnTo>
                      <a:pt x="915193" y="651806"/>
                    </a:lnTo>
                    <a:lnTo>
                      <a:pt x="915193" y="648632"/>
                    </a:lnTo>
                    <a:lnTo>
                      <a:pt x="910751" y="648632"/>
                    </a:lnTo>
                    <a:lnTo>
                      <a:pt x="906308" y="653710"/>
                    </a:lnTo>
                    <a:lnTo>
                      <a:pt x="903769" y="654344"/>
                    </a:lnTo>
                    <a:lnTo>
                      <a:pt x="901231" y="654344"/>
                    </a:lnTo>
                    <a:lnTo>
                      <a:pt x="899326" y="654979"/>
                    </a:lnTo>
                    <a:lnTo>
                      <a:pt x="897422" y="657518"/>
                    </a:lnTo>
                    <a:lnTo>
                      <a:pt x="890441" y="675923"/>
                    </a:lnTo>
                    <a:lnTo>
                      <a:pt x="887902" y="679731"/>
                    </a:lnTo>
                    <a:lnTo>
                      <a:pt x="880921" y="687982"/>
                    </a:lnTo>
                    <a:lnTo>
                      <a:pt x="879652" y="690520"/>
                    </a:lnTo>
                    <a:lnTo>
                      <a:pt x="879017" y="694963"/>
                    </a:lnTo>
                    <a:lnTo>
                      <a:pt x="872035" y="715272"/>
                    </a:lnTo>
                    <a:lnTo>
                      <a:pt x="870132" y="718446"/>
                    </a:lnTo>
                    <a:lnTo>
                      <a:pt x="867593" y="719715"/>
                    </a:lnTo>
                    <a:lnTo>
                      <a:pt x="864420" y="719081"/>
                    </a:lnTo>
                    <a:lnTo>
                      <a:pt x="858073" y="715272"/>
                    </a:lnTo>
                    <a:lnTo>
                      <a:pt x="855534" y="714638"/>
                    </a:lnTo>
                    <a:lnTo>
                      <a:pt x="854265" y="714638"/>
                    </a:lnTo>
                    <a:lnTo>
                      <a:pt x="851726" y="714003"/>
                    </a:lnTo>
                    <a:lnTo>
                      <a:pt x="850457" y="714003"/>
                    </a:lnTo>
                    <a:lnTo>
                      <a:pt x="848553" y="714638"/>
                    </a:lnTo>
                    <a:lnTo>
                      <a:pt x="847918" y="715907"/>
                    </a:lnTo>
                    <a:lnTo>
                      <a:pt x="847918" y="717176"/>
                    </a:lnTo>
                    <a:lnTo>
                      <a:pt x="847284" y="719081"/>
                    </a:lnTo>
                    <a:lnTo>
                      <a:pt x="842206" y="729870"/>
                    </a:lnTo>
                    <a:lnTo>
                      <a:pt x="840302" y="732409"/>
                    </a:lnTo>
                    <a:lnTo>
                      <a:pt x="839033" y="732409"/>
                    </a:lnTo>
                    <a:lnTo>
                      <a:pt x="837764" y="731774"/>
                    </a:lnTo>
                    <a:lnTo>
                      <a:pt x="836494" y="731139"/>
                    </a:lnTo>
                    <a:lnTo>
                      <a:pt x="835859" y="731139"/>
                    </a:lnTo>
                    <a:lnTo>
                      <a:pt x="830147" y="731774"/>
                    </a:lnTo>
                    <a:lnTo>
                      <a:pt x="826974" y="733678"/>
                    </a:lnTo>
                    <a:lnTo>
                      <a:pt x="826339" y="736851"/>
                    </a:lnTo>
                    <a:lnTo>
                      <a:pt x="828244" y="744467"/>
                    </a:lnTo>
                    <a:lnTo>
                      <a:pt x="828244" y="766046"/>
                    </a:lnTo>
                    <a:lnTo>
                      <a:pt x="830147" y="769854"/>
                    </a:lnTo>
                    <a:lnTo>
                      <a:pt x="828878" y="773027"/>
                    </a:lnTo>
                    <a:lnTo>
                      <a:pt x="826974" y="774931"/>
                    </a:lnTo>
                    <a:lnTo>
                      <a:pt x="824435" y="775566"/>
                    </a:lnTo>
                    <a:lnTo>
                      <a:pt x="821262" y="776201"/>
                    </a:lnTo>
                    <a:lnTo>
                      <a:pt x="819358" y="776201"/>
                    </a:lnTo>
                    <a:lnTo>
                      <a:pt x="816185" y="774931"/>
                    </a:lnTo>
                    <a:lnTo>
                      <a:pt x="814915" y="774931"/>
                    </a:lnTo>
                    <a:lnTo>
                      <a:pt x="813646" y="775566"/>
                    </a:lnTo>
                    <a:lnTo>
                      <a:pt x="811107" y="778105"/>
                    </a:lnTo>
                    <a:lnTo>
                      <a:pt x="804760" y="781278"/>
                    </a:lnTo>
                    <a:lnTo>
                      <a:pt x="800318" y="786356"/>
                    </a:lnTo>
                    <a:lnTo>
                      <a:pt x="798414" y="792702"/>
                    </a:lnTo>
                    <a:lnTo>
                      <a:pt x="801587" y="799684"/>
                    </a:lnTo>
                    <a:lnTo>
                      <a:pt x="805395" y="804761"/>
                    </a:lnTo>
                    <a:lnTo>
                      <a:pt x="807934" y="810473"/>
                    </a:lnTo>
                    <a:lnTo>
                      <a:pt x="808568" y="816185"/>
                    </a:lnTo>
                    <a:lnTo>
                      <a:pt x="807299" y="832686"/>
                    </a:lnTo>
                    <a:lnTo>
                      <a:pt x="806665" y="835225"/>
                    </a:lnTo>
                    <a:lnTo>
                      <a:pt x="806030" y="838398"/>
                    </a:lnTo>
                    <a:lnTo>
                      <a:pt x="806665" y="846014"/>
                    </a:lnTo>
                    <a:lnTo>
                      <a:pt x="806030" y="849188"/>
                    </a:lnTo>
                    <a:lnTo>
                      <a:pt x="809838" y="856804"/>
                    </a:lnTo>
                    <a:lnTo>
                      <a:pt x="808568" y="867593"/>
                    </a:lnTo>
                    <a:lnTo>
                      <a:pt x="805395" y="877748"/>
                    </a:lnTo>
                    <a:lnTo>
                      <a:pt x="799048" y="892980"/>
                    </a:lnTo>
                    <a:lnTo>
                      <a:pt x="793337" y="912655"/>
                    </a:lnTo>
                    <a:lnTo>
                      <a:pt x="788894" y="922175"/>
                    </a:lnTo>
                    <a:lnTo>
                      <a:pt x="776200" y="935503"/>
                    </a:lnTo>
                    <a:lnTo>
                      <a:pt x="771758" y="943119"/>
                    </a:lnTo>
                    <a:lnTo>
                      <a:pt x="772392" y="952639"/>
                    </a:lnTo>
                    <a:lnTo>
                      <a:pt x="774931" y="956447"/>
                    </a:lnTo>
                    <a:lnTo>
                      <a:pt x="781278" y="963428"/>
                    </a:lnTo>
                    <a:lnTo>
                      <a:pt x="783817" y="968506"/>
                    </a:lnTo>
                    <a:lnTo>
                      <a:pt x="786355" y="970410"/>
                    </a:lnTo>
                    <a:lnTo>
                      <a:pt x="787625" y="972314"/>
                    </a:lnTo>
                    <a:lnTo>
                      <a:pt x="786990" y="978026"/>
                    </a:lnTo>
                    <a:lnTo>
                      <a:pt x="787625" y="980564"/>
                    </a:lnTo>
                    <a:lnTo>
                      <a:pt x="789528" y="984372"/>
                    </a:lnTo>
                    <a:lnTo>
                      <a:pt x="795240" y="1004682"/>
                    </a:lnTo>
                    <a:lnTo>
                      <a:pt x="795240" y="1013567"/>
                    </a:lnTo>
                    <a:lnTo>
                      <a:pt x="791433" y="1022453"/>
                    </a:lnTo>
                    <a:lnTo>
                      <a:pt x="783182" y="1036415"/>
                    </a:lnTo>
                    <a:lnTo>
                      <a:pt x="780643" y="1044666"/>
                    </a:lnTo>
                    <a:lnTo>
                      <a:pt x="781278" y="1054186"/>
                    </a:lnTo>
                    <a:lnTo>
                      <a:pt x="783182" y="1059263"/>
                    </a:lnTo>
                    <a:lnTo>
                      <a:pt x="788259" y="1067514"/>
                    </a:lnTo>
                    <a:lnTo>
                      <a:pt x="790798" y="1074495"/>
                    </a:lnTo>
                    <a:lnTo>
                      <a:pt x="826974" y="1139232"/>
                    </a:lnTo>
                    <a:lnTo>
                      <a:pt x="830782" y="1142405"/>
                    </a:lnTo>
                    <a:lnTo>
                      <a:pt x="832686" y="1139232"/>
                    </a:lnTo>
                    <a:lnTo>
                      <a:pt x="844745" y="1133520"/>
                    </a:lnTo>
                    <a:lnTo>
                      <a:pt x="844110" y="1137328"/>
                    </a:lnTo>
                    <a:lnTo>
                      <a:pt x="841572" y="1141136"/>
                    </a:lnTo>
                    <a:lnTo>
                      <a:pt x="838398" y="1144309"/>
                    </a:lnTo>
                    <a:lnTo>
                      <a:pt x="835225" y="1145578"/>
                    </a:lnTo>
                    <a:lnTo>
                      <a:pt x="832686" y="1147482"/>
                    </a:lnTo>
                    <a:lnTo>
                      <a:pt x="833955" y="1151290"/>
                    </a:lnTo>
                    <a:lnTo>
                      <a:pt x="846648" y="1175408"/>
                    </a:lnTo>
                    <a:lnTo>
                      <a:pt x="849187" y="1184928"/>
                    </a:lnTo>
                    <a:lnTo>
                      <a:pt x="851726" y="1190640"/>
                    </a:lnTo>
                    <a:lnTo>
                      <a:pt x="854899" y="1195717"/>
                    </a:lnTo>
                    <a:lnTo>
                      <a:pt x="857438" y="1198256"/>
                    </a:lnTo>
                    <a:lnTo>
                      <a:pt x="857438" y="1199525"/>
                    </a:lnTo>
                    <a:lnTo>
                      <a:pt x="857438" y="1200160"/>
                    </a:lnTo>
                    <a:lnTo>
                      <a:pt x="857438" y="1200160"/>
                    </a:lnTo>
                    <a:lnTo>
                      <a:pt x="858073" y="1200160"/>
                    </a:lnTo>
                    <a:lnTo>
                      <a:pt x="857438" y="1200160"/>
                    </a:lnTo>
                    <a:lnTo>
                      <a:pt x="856804" y="1200160"/>
                    </a:lnTo>
                    <a:lnTo>
                      <a:pt x="856804" y="1200795"/>
                    </a:lnTo>
                    <a:lnTo>
                      <a:pt x="856804" y="1201429"/>
                    </a:lnTo>
                    <a:lnTo>
                      <a:pt x="859977" y="1207141"/>
                    </a:lnTo>
                    <a:lnTo>
                      <a:pt x="868227" y="1268704"/>
                    </a:lnTo>
                    <a:lnTo>
                      <a:pt x="865689" y="1327728"/>
                    </a:lnTo>
                    <a:lnTo>
                      <a:pt x="862515" y="1346769"/>
                    </a:lnTo>
                    <a:lnTo>
                      <a:pt x="852361" y="1382945"/>
                    </a:lnTo>
                    <a:lnTo>
                      <a:pt x="834590" y="1415947"/>
                    </a:lnTo>
                    <a:lnTo>
                      <a:pt x="819358" y="1464817"/>
                    </a:lnTo>
                    <a:lnTo>
                      <a:pt x="811107" y="1481953"/>
                    </a:lnTo>
                    <a:lnTo>
                      <a:pt x="800318" y="1495916"/>
                    </a:lnTo>
                    <a:lnTo>
                      <a:pt x="789528" y="1503532"/>
                    </a:lnTo>
                    <a:lnTo>
                      <a:pt x="788259" y="1506705"/>
                    </a:lnTo>
                    <a:lnTo>
                      <a:pt x="786355" y="1509244"/>
                    </a:lnTo>
                    <a:lnTo>
                      <a:pt x="778739" y="1514321"/>
                    </a:lnTo>
                    <a:lnTo>
                      <a:pt x="784451" y="1513687"/>
                    </a:lnTo>
                    <a:lnTo>
                      <a:pt x="799048" y="1511783"/>
                    </a:lnTo>
                    <a:lnTo>
                      <a:pt x="813646" y="1509879"/>
                    </a:lnTo>
                    <a:lnTo>
                      <a:pt x="828244" y="1507975"/>
                    </a:lnTo>
                    <a:lnTo>
                      <a:pt x="842841" y="1506071"/>
                    </a:lnTo>
                    <a:lnTo>
                      <a:pt x="857438" y="1504167"/>
                    </a:lnTo>
                    <a:lnTo>
                      <a:pt x="886633" y="1500359"/>
                    </a:lnTo>
                    <a:lnTo>
                      <a:pt x="901231" y="1498455"/>
                    </a:lnTo>
                    <a:lnTo>
                      <a:pt x="915828" y="1496551"/>
                    </a:lnTo>
                    <a:lnTo>
                      <a:pt x="930425" y="1494647"/>
                    </a:lnTo>
                    <a:lnTo>
                      <a:pt x="945022" y="1492743"/>
                    </a:lnTo>
                    <a:lnTo>
                      <a:pt x="974218" y="1488934"/>
                    </a:lnTo>
                    <a:lnTo>
                      <a:pt x="988815" y="1487031"/>
                    </a:lnTo>
                    <a:lnTo>
                      <a:pt x="1003412" y="1485127"/>
                    </a:lnTo>
                    <a:lnTo>
                      <a:pt x="1018009" y="1483222"/>
                    </a:lnTo>
                    <a:lnTo>
                      <a:pt x="1032607" y="1481319"/>
                    </a:lnTo>
                    <a:lnTo>
                      <a:pt x="1047205" y="1479414"/>
                    </a:lnTo>
                    <a:lnTo>
                      <a:pt x="1061802" y="1477511"/>
                    </a:lnTo>
                    <a:lnTo>
                      <a:pt x="1076399" y="1475607"/>
                    </a:lnTo>
                    <a:lnTo>
                      <a:pt x="1090996" y="1473702"/>
                    </a:lnTo>
                    <a:lnTo>
                      <a:pt x="1105594" y="1471799"/>
                    </a:lnTo>
                    <a:lnTo>
                      <a:pt x="1120192" y="1469894"/>
                    </a:lnTo>
                    <a:lnTo>
                      <a:pt x="1134789" y="1467990"/>
                    </a:lnTo>
                    <a:lnTo>
                      <a:pt x="1149386" y="1466087"/>
                    </a:lnTo>
                    <a:lnTo>
                      <a:pt x="1163983" y="1464182"/>
                    </a:lnTo>
                    <a:lnTo>
                      <a:pt x="1165888" y="1478145"/>
                    </a:lnTo>
                    <a:lnTo>
                      <a:pt x="1181754" y="1475607"/>
                    </a:lnTo>
                    <a:lnTo>
                      <a:pt x="1197621" y="1473068"/>
                    </a:lnTo>
                    <a:lnTo>
                      <a:pt x="1213488" y="1470529"/>
                    </a:lnTo>
                    <a:lnTo>
                      <a:pt x="1229354" y="1467990"/>
                    </a:lnTo>
                    <a:lnTo>
                      <a:pt x="1245221" y="1465452"/>
                    </a:lnTo>
                    <a:lnTo>
                      <a:pt x="1261088" y="1462913"/>
                    </a:lnTo>
                    <a:lnTo>
                      <a:pt x="1276955" y="1460374"/>
                    </a:lnTo>
                    <a:lnTo>
                      <a:pt x="1292821" y="1457201"/>
                    </a:lnTo>
                    <a:lnTo>
                      <a:pt x="1308688" y="1454662"/>
                    </a:lnTo>
                    <a:lnTo>
                      <a:pt x="1324555" y="1452124"/>
                    </a:lnTo>
                    <a:lnTo>
                      <a:pt x="1340422" y="1448950"/>
                    </a:lnTo>
                    <a:lnTo>
                      <a:pt x="1356288" y="1446412"/>
                    </a:lnTo>
                    <a:lnTo>
                      <a:pt x="1372155" y="1443238"/>
                    </a:lnTo>
                    <a:lnTo>
                      <a:pt x="1388022" y="1440700"/>
                    </a:lnTo>
                    <a:lnTo>
                      <a:pt x="1403889" y="1437526"/>
                    </a:lnTo>
                    <a:lnTo>
                      <a:pt x="1419121" y="1434353"/>
                    </a:lnTo>
                    <a:lnTo>
                      <a:pt x="1418486" y="1432449"/>
                    </a:lnTo>
                    <a:lnTo>
                      <a:pt x="1419121" y="1429276"/>
                    </a:lnTo>
                    <a:lnTo>
                      <a:pt x="1420390" y="1426737"/>
                    </a:lnTo>
                    <a:lnTo>
                      <a:pt x="1422929" y="1426102"/>
                    </a:lnTo>
                    <a:lnTo>
                      <a:pt x="1424833" y="1427372"/>
                    </a:lnTo>
                    <a:lnTo>
                      <a:pt x="1426102" y="1427372"/>
                    </a:lnTo>
                    <a:lnTo>
                      <a:pt x="1425467" y="1421025"/>
                    </a:lnTo>
                    <a:lnTo>
                      <a:pt x="1425467" y="1415947"/>
                    </a:lnTo>
                    <a:lnTo>
                      <a:pt x="1426102" y="1411505"/>
                    </a:lnTo>
                    <a:lnTo>
                      <a:pt x="1431814" y="1398177"/>
                    </a:lnTo>
                    <a:lnTo>
                      <a:pt x="1434353" y="1394369"/>
                    </a:lnTo>
                    <a:lnTo>
                      <a:pt x="1438161" y="1394369"/>
                    </a:lnTo>
                    <a:lnTo>
                      <a:pt x="1438795" y="1387387"/>
                    </a:lnTo>
                    <a:lnTo>
                      <a:pt x="1441334" y="1382310"/>
                    </a:lnTo>
                    <a:lnTo>
                      <a:pt x="1445142" y="1379771"/>
                    </a:lnTo>
                    <a:lnTo>
                      <a:pt x="1450220" y="1381041"/>
                    </a:lnTo>
                    <a:lnTo>
                      <a:pt x="1450854" y="1377867"/>
                    </a:lnTo>
                    <a:lnTo>
                      <a:pt x="1450854" y="1374694"/>
                    </a:lnTo>
                    <a:lnTo>
                      <a:pt x="1449584" y="1371521"/>
                    </a:lnTo>
                    <a:lnTo>
                      <a:pt x="1447046" y="1368982"/>
                    </a:lnTo>
                    <a:lnTo>
                      <a:pt x="1452758" y="1367713"/>
                    </a:lnTo>
                    <a:lnTo>
                      <a:pt x="1455297" y="1365174"/>
                    </a:lnTo>
                    <a:lnTo>
                      <a:pt x="1457835" y="1353750"/>
                    </a:lnTo>
                    <a:lnTo>
                      <a:pt x="1459104" y="1355654"/>
                    </a:lnTo>
                    <a:lnTo>
                      <a:pt x="1460374" y="1356923"/>
                    </a:lnTo>
                    <a:lnTo>
                      <a:pt x="1462913" y="1358827"/>
                    </a:lnTo>
                    <a:lnTo>
                      <a:pt x="1461643" y="1356923"/>
                    </a:lnTo>
                    <a:lnTo>
                      <a:pt x="1461009" y="1355654"/>
                    </a:lnTo>
                    <a:lnTo>
                      <a:pt x="1460374" y="1351846"/>
                    </a:lnTo>
                    <a:lnTo>
                      <a:pt x="1459740" y="1350577"/>
                    </a:lnTo>
                    <a:lnTo>
                      <a:pt x="1457835" y="1348038"/>
                    </a:lnTo>
                    <a:lnTo>
                      <a:pt x="1457201" y="1347403"/>
                    </a:lnTo>
                    <a:lnTo>
                      <a:pt x="1457201" y="1343595"/>
                    </a:lnTo>
                    <a:lnTo>
                      <a:pt x="1457835" y="1341057"/>
                    </a:lnTo>
                    <a:lnTo>
                      <a:pt x="1458470" y="1339153"/>
                    </a:lnTo>
                    <a:lnTo>
                      <a:pt x="1457201" y="1336614"/>
                    </a:lnTo>
                    <a:lnTo>
                      <a:pt x="1457835" y="1335345"/>
                    </a:lnTo>
                    <a:lnTo>
                      <a:pt x="1459104" y="1331537"/>
                    </a:lnTo>
                    <a:lnTo>
                      <a:pt x="1461009" y="1304880"/>
                    </a:lnTo>
                    <a:lnTo>
                      <a:pt x="1463548" y="1295995"/>
                    </a:lnTo>
                    <a:lnTo>
                      <a:pt x="1470529" y="1284571"/>
                    </a:lnTo>
                    <a:lnTo>
                      <a:pt x="1473702" y="1279494"/>
                    </a:lnTo>
                    <a:lnTo>
                      <a:pt x="1476876" y="1275686"/>
                    </a:lnTo>
                    <a:lnTo>
                      <a:pt x="1488300" y="1269339"/>
                    </a:lnTo>
                    <a:lnTo>
                      <a:pt x="1494011" y="1267435"/>
                    </a:lnTo>
                    <a:lnTo>
                      <a:pt x="1495281" y="1266800"/>
                    </a:lnTo>
                    <a:lnTo>
                      <a:pt x="1497820" y="1264262"/>
                    </a:lnTo>
                    <a:lnTo>
                      <a:pt x="1500358" y="1260453"/>
                    </a:lnTo>
                    <a:lnTo>
                      <a:pt x="1502897" y="1256011"/>
                    </a:lnTo>
                    <a:lnTo>
                      <a:pt x="1503531" y="1252203"/>
                    </a:lnTo>
                    <a:lnTo>
                      <a:pt x="1503531" y="1249030"/>
                    </a:lnTo>
                    <a:lnTo>
                      <a:pt x="1504801" y="1243952"/>
                    </a:lnTo>
                    <a:lnTo>
                      <a:pt x="1504801" y="1240779"/>
                    </a:lnTo>
                    <a:lnTo>
                      <a:pt x="1504167" y="1238240"/>
                    </a:lnTo>
                    <a:lnTo>
                      <a:pt x="1501628" y="1235067"/>
                    </a:lnTo>
                    <a:lnTo>
                      <a:pt x="1500993" y="1232528"/>
                    </a:lnTo>
                    <a:lnTo>
                      <a:pt x="1500358" y="1228086"/>
                    </a:lnTo>
                    <a:lnTo>
                      <a:pt x="1500993" y="1222373"/>
                    </a:lnTo>
                    <a:lnTo>
                      <a:pt x="1502262" y="1217296"/>
                    </a:lnTo>
                    <a:lnTo>
                      <a:pt x="1504167" y="1214757"/>
                    </a:lnTo>
                    <a:lnTo>
                      <a:pt x="1511782" y="1210315"/>
                    </a:lnTo>
                    <a:lnTo>
                      <a:pt x="1514321" y="1209680"/>
                    </a:lnTo>
                    <a:lnTo>
                      <a:pt x="1516225" y="1209045"/>
                    </a:lnTo>
                    <a:lnTo>
                      <a:pt x="1517495" y="1207776"/>
                    </a:lnTo>
                    <a:lnTo>
                      <a:pt x="1518129" y="1204603"/>
                    </a:lnTo>
                    <a:lnTo>
                      <a:pt x="1513051" y="1202699"/>
                    </a:lnTo>
                    <a:lnTo>
                      <a:pt x="1509244" y="1198256"/>
                    </a:lnTo>
                    <a:lnTo>
                      <a:pt x="1508609" y="1193179"/>
                    </a:lnTo>
                    <a:lnTo>
                      <a:pt x="1512417" y="1190640"/>
                    </a:lnTo>
                    <a:lnTo>
                      <a:pt x="1516860" y="1188736"/>
                    </a:lnTo>
                    <a:lnTo>
                      <a:pt x="1520033" y="1185563"/>
                    </a:lnTo>
                    <a:lnTo>
                      <a:pt x="1523207" y="1181755"/>
                    </a:lnTo>
                    <a:lnTo>
                      <a:pt x="1527015" y="1177946"/>
                    </a:lnTo>
                    <a:lnTo>
                      <a:pt x="1529553" y="1179216"/>
                    </a:lnTo>
                    <a:lnTo>
                      <a:pt x="1537804" y="1181755"/>
                    </a:lnTo>
                    <a:lnTo>
                      <a:pt x="1541612" y="1181120"/>
                    </a:lnTo>
                    <a:lnTo>
                      <a:pt x="1542247" y="1184293"/>
                    </a:lnTo>
                    <a:lnTo>
                      <a:pt x="1541612" y="1188101"/>
                    </a:lnTo>
                    <a:lnTo>
                      <a:pt x="1540977" y="1191909"/>
                    </a:lnTo>
                    <a:lnTo>
                      <a:pt x="1542247" y="1193179"/>
                    </a:lnTo>
                    <a:lnTo>
                      <a:pt x="1544150" y="1194448"/>
                    </a:lnTo>
                    <a:lnTo>
                      <a:pt x="1545420" y="1196987"/>
                    </a:lnTo>
                    <a:lnTo>
                      <a:pt x="1544150" y="1201429"/>
                    </a:lnTo>
                    <a:lnTo>
                      <a:pt x="1548594" y="1205237"/>
                    </a:lnTo>
                    <a:lnTo>
                      <a:pt x="1549863" y="1205872"/>
                    </a:lnTo>
                    <a:lnTo>
                      <a:pt x="1544785" y="1209680"/>
                    </a:lnTo>
                    <a:lnTo>
                      <a:pt x="1543516" y="1211584"/>
                    </a:lnTo>
                    <a:lnTo>
                      <a:pt x="1543516" y="1212219"/>
                    </a:lnTo>
                    <a:lnTo>
                      <a:pt x="1549863" y="1210315"/>
                    </a:lnTo>
                    <a:lnTo>
                      <a:pt x="1555575" y="1206507"/>
                    </a:lnTo>
                    <a:lnTo>
                      <a:pt x="1560017" y="1200795"/>
                    </a:lnTo>
                    <a:lnTo>
                      <a:pt x="1563190" y="1193179"/>
                    </a:lnTo>
                    <a:lnTo>
                      <a:pt x="1565095" y="1186197"/>
                    </a:lnTo>
                    <a:lnTo>
                      <a:pt x="1567634" y="1167792"/>
                    </a:lnTo>
                    <a:lnTo>
                      <a:pt x="1566998" y="1157637"/>
                    </a:lnTo>
                    <a:lnTo>
                      <a:pt x="1567634" y="1153194"/>
                    </a:lnTo>
                    <a:lnTo>
                      <a:pt x="1566998" y="1150656"/>
                    </a:lnTo>
                    <a:lnTo>
                      <a:pt x="1566364" y="1148752"/>
                    </a:lnTo>
                    <a:lnTo>
                      <a:pt x="1563825" y="1144309"/>
                    </a:lnTo>
                    <a:lnTo>
                      <a:pt x="1563825" y="1140501"/>
                    </a:lnTo>
                    <a:lnTo>
                      <a:pt x="1565095" y="1132885"/>
                    </a:lnTo>
                    <a:lnTo>
                      <a:pt x="1565095" y="1127808"/>
                    </a:lnTo>
                    <a:lnTo>
                      <a:pt x="1565729" y="1118922"/>
                    </a:lnTo>
                    <a:lnTo>
                      <a:pt x="1564460" y="1110037"/>
                    </a:lnTo>
                    <a:close/>
                    <a:moveTo>
                      <a:pt x="913289" y="506466"/>
                    </a:moveTo>
                    <a:lnTo>
                      <a:pt x="913924" y="505197"/>
                    </a:lnTo>
                    <a:lnTo>
                      <a:pt x="913924" y="503928"/>
                    </a:lnTo>
                    <a:lnTo>
                      <a:pt x="913289" y="502024"/>
                    </a:lnTo>
                    <a:lnTo>
                      <a:pt x="912020" y="502024"/>
                    </a:lnTo>
                    <a:lnTo>
                      <a:pt x="910751" y="502658"/>
                    </a:lnTo>
                    <a:lnTo>
                      <a:pt x="909481" y="502658"/>
                    </a:lnTo>
                    <a:lnTo>
                      <a:pt x="906308" y="500754"/>
                    </a:lnTo>
                    <a:lnTo>
                      <a:pt x="902500" y="498850"/>
                    </a:lnTo>
                    <a:lnTo>
                      <a:pt x="901865" y="498850"/>
                    </a:lnTo>
                    <a:lnTo>
                      <a:pt x="901231" y="498850"/>
                    </a:lnTo>
                    <a:lnTo>
                      <a:pt x="900595" y="498850"/>
                    </a:lnTo>
                    <a:lnTo>
                      <a:pt x="899961" y="498216"/>
                    </a:lnTo>
                    <a:lnTo>
                      <a:pt x="899961" y="503293"/>
                    </a:lnTo>
                    <a:lnTo>
                      <a:pt x="902500" y="506466"/>
                    </a:lnTo>
                    <a:lnTo>
                      <a:pt x="906308" y="508370"/>
                    </a:lnTo>
                    <a:lnTo>
                      <a:pt x="910115" y="508370"/>
                    </a:lnTo>
                    <a:lnTo>
                      <a:pt x="910751" y="507736"/>
                    </a:lnTo>
                    <a:lnTo>
                      <a:pt x="913289" y="506466"/>
                    </a:lnTo>
                    <a:close/>
                    <a:moveTo>
                      <a:pt x="1077668" y="477906"/>
                    </a:moveTo>
                    <a:lnTo>
                      <a:pt x="1072591" y="478541"/>
                    </a:lnTo>
                    <a:lnTo>
                      <a:pt x="1068783" y="481714"/>
                    </a:lnTo>
                    <a:lnTo>
                      <a:pt x="1071322" y="484253"/>
                    </a:lnTo>
                    <a:lnTo>
                      <a:pt x="1080842" y="489965"/>
                    </a:lnTo>
                    <a:lnTo>
                      <a:pt x="1087823" y="495677"/>
                    </a:lnTo>
                    <a:lnTo>
                      <a:pt x="1090362" y="496946"/>
                    </a:lnTo>
                    <a:lnTo>
                      <a:pt x="1093535" y="497581"/>
                    </a:lnTo>
                    <a:lnTo>
                      <a:pt x="1097343" y="497581"/>
                    </a:lnTo>
                    <a:lnTo>
                      <a:pt x="1101152" y="496946"/>
                    </a:lnTo>
                    <a:lnTo>
                      <a:pt x="1103690" y="495677"/>
                    </a:lnTo>
                    <a:lnTo>
                      <a:pt x="1105594" y="493138"/>
                    </a:lnTo>
                    <a:lnTo>
                      <a:pt x="1108133" y="486157"/>
                    </a:lnTo>
                    <a:lnTo>
                      <a:pt x="1109402" y="483618"/>
                    </a:lnTo>
                    <a:lnTo>
                      <a:pt x="1103690" y="482983"/>
                    </a:lnTo>
                    <a:lnTo>
                      <a:pt x="1101152" y="481714"/>
                    </a:lnTo>
                    <a:lnTo>
                      <a:pt x="1099882" y="478541"/>
                    </a:lnTo>
                    <a:lnTo>
                      <a:pt x="1096708" y="476002"/>
                    </a:lnTo>
                    <a:lnTo>
                      <a:pt x="1096074" y="477271"/>
                    </a:lnTo>
                    <a:lnTo>
                      <a:pt x="1096074" y="480445"/>
                    </a:lnTo>
                    <a:lnTo>
                      <a:pt x="1095439" y="482983"/>
                    </a:lnTo>
                    <a:lnTo>
                      <a:pt x="1093535" y="482983"/>
                    </a:lnTo>
                    <a:lnTo>
                      <a:pt x="1089093" y="481079"/>
                    </a:lnTo>
                    <a:lnTo>
                      <a:pt x="1077668" y="477906"/>
                    </a:lnTo>
                    <a:close/>
                    <a:moveTo>
                      <a:pt x="894884" y="523602"/>
                    </a:moveTo>
                    <a:lnTo>
                      <a:pt x="894249" y="526776"/>
                    </a:lnTo>
                    <a:lnTo>
                      <a:pt x="892980" y="529314"/>
                    </a:lnTo>
                    <a:lnTo>
                      <a:pt x="891711" y="531853"/>
                    </a:lnTo>
                    <a:lnTo>
                      <a:pt x="891075" y="534392"/>
                    </a:lnTo>
                    <a:lnTo>
                      <a:pt x="890441" y="545181"/>
                    </a:lnTo>
                    <a:lnTo>
                      <a:pt x="888537" y="550258"/>
                    </a:lnTo>
                    <a:lnTo>
                      <a:pt x="887902" y="554066"/>
                    </a:lnTo>
                    <a:lnTo>
                      <a:pt x="892345" y="557875"/>
                    </a:lnTo>
                    <a:lnTo>
                      <a:pt x="898057" y="558509"/>
                    </a:lnTo>
                    <a:lnTo>
                      <a:pt x="904404" y="555970"/>
                    </a:lnTo>
                    <a:lnTo>
                      <a:pt x="909481" y="551528"/>
                    </a:lnTo>
                    <a:lnTo>
                      <a:pt x="912020" y="545816"/>
                    </a:lnTo>
                    <a:lnTo>
                      <a:pt x="911385" y="542008"/>
                    </a:lnTo>
                    <a:lnTo>
                      <a:pt x="908846" y="535661"/>
                    </a:lnTo>
                    <a:lnTo>
                      <a:pt x="908212" y="531853"/>
                    </a:lnTo>
                    <a:lnTo>
                      <a:pt x="908212" y="529314"/>
                    </a:lnTo>
                    <a:lnTo>
                      <a:pt x="908212" y="526776"/>
                    </a:lnTo>
                    <a:lnTo>
                      <a:pt x="908212" y="524237"/>
                    </a:lnTo>
                    <a:lnTo>
                      <a:pt x="906942" y="521698"/>
                    </a:lnTo>
                    <a:lnTo>
                      <a:pt x="905673" y="519794"/>
                    </a:lnTo>
                    <a:lnTo>
                      <a:pt x="905673" y="517890"/>
                    </a:lnTo>
                    <a:lnTo>
                      <a:pt x="906308" y="515986"/>
                    </a:lnTo>
                    <a:lnTo>
                      <a:pt x="908212" y="514082"/>
                    </a:lnTo>
                    <a:lnTo>
                      <a:pt x="905039" y="513448"/>
                    </a:lnTo>
                    <a:lnTo>
                      <a:pt x="898692" y="513448"/>
                    </a:lnTo>
                    <a:lnTo>
                      <a:pt x="895518" y="512813"/>
                    </a:lnTo>
                    <a:lnTo>
                      <a:pt x="896153" y="517256"/>
                    </a:lnTo>
                    <a:lnTo>
                      <a:pt x="896153" y="520429"/>
                    </a:lnTo>
                    <a:lnTo>
                      <a:pt x="894884" y="523602"/>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40" name="Google Shape;440;p51"/>
              <p:cNvSpPr/>
              <p:nvPr/>
            </p:nvSpPr>
            <p:spPr>
              <a:xfrm>
                <a:off x="8220399" y="1747925"/>
                <a:ext cx="549518" cy="817113"/>
              </a:xfrm>
              <a:custGeom>
                <a:avLst/>
                <a:gdLst/>
                <a:ahLst/>
                <a:cxnLst/>
                <a:rect l="l" t="t" r="r" b="b"/>
                <a:pathLst>
                  <a:path w="754622" h="1122095" extrusionOk="0">
                    <a:moveTo>
                      <a:pt x="484888" y="781913"/>
                    </a:moveTo>
                    <a:lnTo>
                      <a:pt x="476637" y="783182"/>
                    </a:lnTo>
                    <a:lnTo>
                      <a:pt x="472829" y="783182"/>
                    </a:lnTo>
                    <a:lnTo>
                      <a:pt x="465213" y="780643"/>
                    </a:lnTo>
                    <a:lnTo>
                      <a:pt x="462040" y="781278"/>
                    </a:lnTo>
                    <a:lnTo>
                      <a:pt x="462040" y="786355"/>
                    </a:lnTo>
                    <a:lnTo>
                      <a:pt x="466482" y="786355"/>
                    </a:lnTo>
                    <a:lnTo>
                      <a:pt x="470290" y="787625"/>
                    </a:lnTo>
                    <a:lnTo>
                      <a:pt x="472829" y="790163"/>
                    </a:lnTo>
                    <a:lnTo>
                      <a:pt x="472194" y="794606"/>
                    </a:lnTo>
                    <a:lnTo>
                      <a:pt x="479175" y="795875"/>
                    </a:lnTo>
                    <a:lnTo>
                      <a:pt x="482983" y="795875"/>
                    </a:lnTo>
                    <a:lnTo>
                      <a:pt x="484253" y="793972"/>
                    </a:lnTo>
                    <a:lnTo>
                      <a:pt x="484888" y="791433"/>
                    </a:lnTo>
                    <a:lnTo>
                      <a:pt x="487426" y="789529"/>
                    </a:lnTo>
                    <a:lnTo>
                      <a:pt x="488695" y="786990"/>
                    </a:lnTo>
                    <a:lnTo>
                      <a:pt x="487426" y="781913"/>
                    </a:lnTo>
                    <a:lnTo>
                      <a:pt x="484888" y="781913"/>
                    </a:lnTo>
                    <a:close/>
                    <a:moveTo>
                      <a:pt x="502659" y="751449"/>
                    </a:moveTo>
                    <a:lnTo>
                      <a:pt x="500754" y="750814"/>
                    </a:lnTo>
                    <a:lnTo>
                      <a:pt x="498850" y="748910"/>
                    </a:lnTo>
                    <a:lnTo>
                      <a:pt x="500754" y="747641"/>
                    </a:lnTo>
                    <a:lnTo>
                      <a:pt x="504562" y="745102"/>
                    </a:lnTo>
                    <a:lnTo>
                      <a:pt x="506467" y="743198"/>
                    </a:lnTo>
                    <a:lnTo>
                      <a:pt x="504562" y="740659"/>
                    </a:lnTo>
                    <a:lnTo>
                      <a:pt x="503293" y="737486"/>
                    </a:lnTo>
                    <a:lnTo>
                      <a:pt x="501389" y="734947"/>
                    </a:lnTo>
                    <a:lnTo>
                      <a:pt x="497581" y="733678"/>
                    </a:lnTo>
                    <a:lnTo>
                      <a:pt x="492503" y="732409"/>
                    </a:lnTo>
                    <a:lnTo>
                      <a:pt x="490600" y="733043"/>
                    </a:lnTo>
                    <a:lnTo>
                      <a:pt x="489330" y="735582"/>
                    </a:lnTo>
                    <a:lnTo>
                      <a:pt x="488695" y="738121"/>
                    </a:lnTo>
                    <a:lnTo>
                      <a:pt x="489330" y="740659"/>
                    </a:lnTo>
                    <a:lnTo>
                      <a:pt x="490600" y="743198"/>
                    </a:lnTo>
                    <a:lnTo>
                      <a:pt x="491869" y="745102"/>
                    </a:lnTo>
                    <a:lnTo>
                      <a:pt x="490600" y="745102"/>
                    </a:lnTo>
                    <a:lnTo>
                      <a:pt x="487426" y="746371"/>
                    </a:lnTo>
                    <a:lnTo>
                      <a:pt x="486157" y="746371"/>
                    </a:lnTo>
                    <a:lnTo>
                      <a:pt x="489330" y="750179"/>
                    </a:lnTo>
                    <a:lnTo>
                      <a:pt x="490600" y="752718"/>
                    </a:lnTo>
                    <a:lnTo>
                      <a:pt x="490600" y="755257"/>
                    </a:lnTo>
                    <a:lnTo>
                      <a:pt x="490600" y="757795"/>
                    </a:lnTo>
                    <a:lnTo>
                      <a:pt x="491234" y="758430"/>
                    </a:lnTo>
                    <a:lnTo>
                      <a:pt x="498216" y="760334"/>
                    </a:lnTo>
                    <a:lnTo>
                      <a:pt x="501389" y="758430"/>
                    </a:lnTo>
                    <a:lnTo>
                      <a:pt x="507101" y="752718"/>
                    </a:lnTo>
                    <a:lnTo>
                      <a:pt x="506467" y="751449"/>
                    </a:lnTo>
                    <a:lnTo>
                      <a:pt x="502659" y="751449"/>
                    </a:lnTo>
                    <a:close/>
                    <a:moveTo>
                      <a:pt x="559144" y="679096"/>
                    </a:moveTo>
                    <a:lnTo>
                      <a:pt x="557240" y="674654"/>
                    </a:lnTo>
                    <a:lnTo>
                      <a:pt x="550893" y="672750"/>
                    </a:lnTo>
                    <a:lnTo>
                      <a:pt x="543912" y="675288"/>
                    </a:lnTo>
                    <a:lnTo>
                      <a:pt x="538200" y="680366"/>
                    </a:lnTo>
                    <a:lnTo>
                      <a:pt x="535661" y="686078"/>
                    </a:lnTo>
                    <a:lnTo>
                      <a:pt x="538200" y="687347"/>
                    </a:lnTo>
                    <a:lnTo>
                      <a:pt x="538200" y="689251"/>
                    </a:lnTo>
                    <a:lnTo>
                      <a:pt x="536930" y="691790"/>
                    </a:lnTo>
                    <a:lnTo>
                      <a:pt x="534392" y="693059"/>
                    </a:lnTo>
                    <a:lnTo>
                      <a:pt x="533122" y="694328"/>
                    </a:lnTo>
                    <a:lnTo>
                      <a:pt x="532488" y="697502"/>
                    </a:lnTo>
                    <a:lnTo>
                      <a:pt x="531853" y="706387"/>
                    </a:lnTo>
                    <a:lnTo>
                      <a:pt x="531853" y="709560"/>
                    </a:lnTo>
                    <a:lnTo>
                      <a:pt x="532488" y="712734"/>
                    </a:lnTo>
                    <a:lnTo>
                      <a:pt x="534392" y="713368"/>
                    </a:lnTo>
                    <a:lnTo>
                      <a:pt x="536930" y="713368"/>
                    </a:lnTo>
                    <a:lnTo>
                      <a:pt x="538835" y="714638"/>
                    </a:lnTo>
                    <a:lnTo>
                      <a:pt x="538835" y="716542"/>
                    </a:lnTo>
                    <a:lnTo>
                      <a:pt x="536296" y="718446"/>
                    </a:lnTo>
                    <a:lnTo>
                      <a:pt x="538835" y="721619"/>
                    </a:lnTo>
                    <a:lnTo>
                      <a:pt x="545816" y="722888"/>
                    </a:lnTo>
                    <a:lnTo>
                      <a:pt x="548989" y="725427"/>
                    </a:lnTo>
                    <a:lnTo>
                      <a:pt x="549624" y="724793"/>
                    </a:lnTo>
                    <a:lnTo>
                      <a:pt x="551528" y="723523"/>
                    </a:lnTo>
                    <a:lnTo>
                      <a:pt x="552162" y="722888"/>
                    </a:lnTo>
                    <a:lnTo>
                      <a:pt x="554701" y="726697"/>
                    </a:lnTo>
                    <a:lnTo>
                      <a:pt x="557240" y="725427"/>
                    </a:lnTo>
                    <a:lnTo>
                      <a:pt x="559779" y="721619"/>
                    </a:lnTo>
                    <a:lnTo>
                      <a:pt x="561048" y="718446"/>
                    </a:lnTo>
                    <a:lnTo>
                      <a:pt x="560413" y="715907"/>
                    </a:lnTo>
                    <a:lnTo>
                      <a:pt x="557240" y="714003"/>
                    </a:lnTo>
                    <a:lnTo>
                      <a:pt x="554701" y="711464"/>
                    </a:lnTo>
                    <a:lnTo>
                      <a:pt x="554067" y="705752"/>
                    </a:lnTo>
                    <a:lnTo>
                      <a:pt x="555336" y="705118"/>
                    </a:lnTo>
                    <a:lnTo>
                      <a:pt x="560413" y="707656"/>
                    </a:lnTo>
                    <a:lnTo>
                      <a:pt x="568029" y="705118"/>
                    </a:lnTo>
                    <a:lnTo>
                      <a:pt x="574376" y="700040"/>
                    </a:lnTo>
                    <a:lnTo>
                      <a:pt x="576915" y="694328"/>
                    </a:lnTo>
                    <a:lnTo>
                      <a:pt x="573107" y="687982"/>
                    </a:lnTo>
                    <a:lnTo>
                      <a:pt x="559144" y="679096"/>
                    </a:lnTo>
                    <a:close/>
                    <a:moveTo>
                      <a:pt x="752083" y="515986"/>
                    </a:moveTo>
                    <a:lnTo>
                      <a:pt x="748275" y="510909"/>
                    </a:lnTo>
                    <a:lnTo>
                      <a:pt x="747641" y="510274"/>
                    </a:lnTo>
                    <a:lnTo>
                      <a:pt x="747641" y="509005"/>
                    </a:lnTo>
                    <a:lnTo>
                      <a:pt x="747641" y="508370"/>
                    </a:lnTo>
                    <a:lnTo>
                      <a:pt x="747006" y="508370"/>
                    </a:lnTo>
                    <a:lnTo>
                      <a:pt x="744468" y="509005"/>
                    </a:lnTo>
                    <a:lnTo>
                      <a:pt x="743833" y="509005"/>
                    </a:lnTo>
                    <a:lnTo>
                      <a:pt x="738121" y="503928"/>
                    </a:lnTo>
                    <a:lnTo>
                      <a:pt x="735582" y="502024"/>
                    </a:lnTo>
                    <a:lnTo>
                      <a:pt x="732409" y="502024"/>
                    </a:lnTo>
                    <a:lnTo>
                      <a:pt x="738755" y="510909"/>
                    </a:lnTo>
                    <a:lnTo>
                      <a:pt x="740024" y="515986"/>
                    </a:lnTo>
                    <a:lnTo>
                      <a:pt x="736851" y="519794"/>
                    </a:lnTo>
                    <a:lnTo>
                      <a:pt x="734948" y="514717"/>
                    </a:lnTo>
                    <a:lnTo>
                      <a:pt x="731774" y="509005"/>
                    </a:lnTo>
                    <a:lnTo>
                      <a:pt x="727966" y="505832"/>
                    </a:lnTo>
                    <a:lnTo>
                      <a:pt x="724793" y="508370"/>
                    </a:lnTo>
                    <a:lnTo>
                      <a:pt x="726062" y="509005"/>
                    </a:lnTo>
                    <a:lnTo>
                      <a:pt x="727966" y="510909"/>
                    </a:lnTo>
                    <a:lnTo>
                      <a:pt x="728601" y="511544"/>
                    </a:lnTo>
                    <a:lnTo>
                      <a:pt x="726697" y="513448"/>
                    </a:lnTo>
                    <a:lnTo>
                      <a:pt x="728601" y="514717"/>
                    </a:lnTo>
                    <a:lnTo>
                      <a:pt x="726062" y="515986"/>
                    </a:lnTo>
                    <a:lnTo>
                      <a:pt x="722254" y="512813"/>
                    </a:lnTo>
                    <a:lnTo>
                      <a:pt x="720350" y="513448"/>
                    </a:lnTo>
                    <a:lnTo>
                      <a:pt x="720350" y="515352"/>
                    </a:lnTo>
                    <a:lnTo>
                      <a:pt x="722254" y="522333"/>
                    </a:lnTo>
                    <a:lnTo>
                      <a:pt x="722889" y="524872"/>
                    </a:lnTo>
                    <a:lnTo>
                      <a:pt x="716542" y="513448"/>
                    </a:lnTo>
                    <a:lnTo>
                      <a:pt x="714003" y="511544"/>
                    </a:lnTo>
                    <a:lnTo>
                      <a:pt x="709561" y="509005"/>
                    </a:lnTo>
                    <a:lnTo>
                      <a:pt x="706387" y="506466"/>
                    </a:lnTo>
                    <a:lnTo>
                      <a:pt x="706387" y="502658"/>
                    </a:lnTo>
                    <a:lnTo>
                      <a:pt x="708926" y="502658"/>
                    </a:lnTo>
                    <a:lnTo>
                      <a:pt x="716542" y="505832"/>
                    </a:lnTo>
                    <a:lnTo>
                      <a:pt x="719081" y="506466"/>
                    </a:lnTo>
                    <a:lnTo>
                      <a:pt x="721620" y="504562"/>
                    </a:lnTo>
                    <a:lnTo>
                      <a:pt x="722254" y="502024"/>
                    </a:lnTo>
                    <a:lnTo>
                      <a:pt x="721620" y="499485"/>
                    </a:lnTo>
                    <a:lnTo>
                      <a:pt x="718446" y="498215"/>
                    </a:lnTo>
                    <a:lnTo>
                      <a:pt x="719081" y="492504"/>
                    </a:lnTo>
                    <a:lnTo>
                      <a:pt x="720984" y="492504"/>
                    </a:lnTo>
                    <a:lnTo>
                      <a:pt x="724158" y="495042"/>
                    </a:lnTo>
                    <a:lnTo>
                      <a:pt x="726697" y="496312"/>
                    </a:lnTo>
                    <a:lnTo>
                      <a:pt x="729870" y="493773"/>
                    </a:lnTo>
                    <a:lnTo>
                      <a:pt x="729870" y="489965"/>
                    </a:lnTo>
                    <a:lnTo>
                      <a:pt x="729235" y="486157"/>
                    </a:lnTo>
                    <a:lnTo>
                      <a:pt x="730504" y="482983"/>
                    </a:lnTo>
                    <a:lnTo>
                      <a:pt x="727966" y="481079"/>
                    </a:lnTo>
                    <a:lnTo>
                      <a:pt x="722254" y="474733"/>
                    </a:lnTo>
                    <a:lnTo>
                      <a:pt x="720984" y="473463"/>
                    </a:lnTo>
                    <a:lnTo>
                      <a:pt x="718446" y="472829"/>
                    </a:lnTo>
                    <a:lnTo>
                      <a:pt x="714638" y="470925"/>
                    </a:lnTo>
                    <a:lnTo>
                      <a:pt x="712100" y="467751"/>
                    </a:lnTo>
                    <a:lnTo>
                      <a:pt x="712734" y="463309"/>
                    </a:lnTo>
                    <a:lnTo>
                      <a:pt x="708926" y="460135"/>
                    </a:lnTo>
                    <a:lnTo>
                      <a:pt x="705118" y="456962"/>
                    </a:lnTo>
                    <a:lnTo>
                      <a:pt x="702580" y="455693"/>
                    </a:lnTo>
                    <a:lnTo>
                      <a:pt x="701310" y="455058"/>
                    </a:lnTo>
                    <a:lnTo>
                      <a:pt x="700041" y="455058"/>
                    </a:lnTo>
                    <a:lnTo>
                      <a:pt x="699406" y="454423"/>
                    </a:lnTo>
                    <a:lnTo>
                      <a:pt x="697502" y="451885"/>
                    </a:lnTo>
                    <a:lnTo>
                      <a:pt x="695598" y="449981"/>
                    </a:lnTo>
                    <a:lnTo>
                      <a:pt x="694963" y="448711"/>
                    </a:lnTo>
                    <a:lnTo>
                      <a:pt x="693694" y="447442"/>
                    </a:lnTo>
                    <a:lnTo>
                      <a:pt x="692424" y="447442"/>
                    </a:lnTo>
                    <a:lnTo>
                      <a:pt x="688616" y="448711"/>
                    </a:lnTo>
                    <a:lnTo>
                      <a:pt x="687982" y="448711"/>
                    </a:lnTo>
                    <a:lnTo>
                      <a:pt x="686078" y="446173"/>
                    </a:lnTo>
                    <a:lnTo>
                      <a:pt x="682904" y="445538"/>
                    </a:lnTo>
                    <a:lnTo>
                      <a:pt x="677827" y="444269"/>
                    </a:lnTo>
                    <a:lnTo>
                      <a:pt x="675288" y="444269"/>
                    </a:lnTo>
                    <a:lnTo>
                      <a:pt x="673384" y="445538"/>
                    </a:lnTo>
                    <a:lnTo>
                      <a:pt x="672115" y="448077"/>
                    </a:lnTo>
                    <a:lnTo>
                      <a:pt x="672115" y="449981"/>
                    </a:lnTo>
                    <a:lnTo>
                      <a:pt x="672750" y="451885"/>
                    </a:lnTo>
                    <a:lnTo>
                      <a:pt x="672750" y="454423"/>
                    </a:lnTo>
                    <a:lnTo>
                      <a:pt x="667673" y="460135"/>
                    </a:lnTo>
                    <a:lnTo>
                      <a:pt x="660691" y="459501"/>
                    </a:lnTo>
                    <a:lnTo>
                      <a:pt x="653075" y="455058"/>
                    </a:lnTo>
                    <a:lnTo>
                      <a:pt x="643555" y="446807"/>
                    </a:lnTo>
                    <a:lnTo>
                      <a:pt x="634035" y="442365"/>
                    </a:lnTo>
                    <a:lnTo>
                      <a:pt x="632131" y="438557"/>
                    </a:lnTo>
                    <a:lnTo>
                      <a:pt x="632131" y="433479"/>
                    </a:lnTo>
                    <a:lnTo>
                      <a:pt x="632766" y="429037"/>
                    </a:lnTo>
                    <a:lnTo>
                      <a:pt x="634669" y="420151"/>
                    </a:lnTo>
                    <a:lnTo>
                      <a:pt x="632766" y="411266"/>
                    </a:lnTo>
                    <a:lnTo>
                      <a:pt x="618803" y="398572"/>
                    </a:lnTo>
                    <a:lnTo>
                      <a:pt x="614360" y="390322"/>
                    </a:lnTo>
                    <a:lnTo>
                      <a:pt x="617534" y="385244"/>
                    </a:lnTo>
                    <a:lnTo>
                      <a:pt x="620707" y="380802"/>
                    </a:lnTo>
                    <a:lnTo>
                      <a:pt x="622611" y="376994"/>
                    </a:lnTo>
                    <a:lnTo>
                      <a:pt x="620707" y="368743"/>
                    </a:lnTo>
                    <a:lnTo>
                      <a:pt x="616899" y="362396"/>
                    </a:lnTo>
                    <a:lnTo>
                      <a:pt x="613091" y="360492"/>
                    </a:lnTo>
                    <a:lnTo>
                      <a:pt x="608648" y="361127"/>
                    </a:lnTo>
                    <a:lnTo>
                      <a:pt x="603571" y="363666"/>
                    </a:lnTo>
                    <a:lnTo>
                      <a:pt x="595955" y="366204"/>
                    </a:lnTo>
                    <a:lnTo>
                      <a:pt x="585800" y="366839"/>
                    </a:lnTo>
                    <a:lnTo>
                      <a:pt x="575646" y="365570"/>
                    </a:lnTo>
                    <a:lnTo>
                      <a:pt x="569299" y="363031"/>
                    </a:lnTo>
                    <a:lnTo>
                      <a:pt x="566126" y="361127"/>
                    </a:lnTo>
                    <a:lnTo>
                      <a:pt x="564221" y="358588"/>
                    </a:lnTo>
                    <a:lnTo>
                      <a:pt x="562317" y="356684"/>
                    </a:lnTo>
                    <a:lnTo>
                      <a:pt x="559779" y="356050"/>
                    </a:lnTo>
                    <a:lnTo>
                      <a:pt x="558509" y="356684"/>
                    </a:lnTo>
                    <a:lnTo>
                      <a:pt x="557875" y="358588"/>
                    </a:lnTo>
                    <a:lnTo>
                      <a:pt x="557240" y="360492"/>
                    </a:lnTo>
                    <a:lnTo>
                      <a:pt x="554701" y="360492"/>
                    </a:lnTo>
                    <a:lnTo>
                      <a:pt x="549624" y="359223"/>
                    </a:lnTo>
                    <a:lnTo>
                      <a:pt x="546450" y="357954"/>
                    </a:lnTo>
                    <a:lnTo>
                      <a:pt x="545181" y="357319"/>
                    </a:lnTo>
                    <a:lnTo>
                      <a:pt x="540739" y="345260"/>
                    </a:lnTo>
                    <a:lnTo>
                      <a:pt x="540739" y="341452"/>
                    </a:lnTo>
                    <a:lnTo>
                      <a:pt x="541373" y="337009"/>
                    </a:lnTo>
                    <a:lnTo>
                      <a:pt x="542642" y="332567"/>
                    </a:lnTo>
                    <a:lnTo>
                      <a:pt x="543277" y="329393"/>
                    </a:lnTo>
                    <a:lnTo>
                      <a:pt x="542008" y="326220"/>
                    </a:lnTo>
                    <a:lnTo>
                      <a:pt x="538200" y="323047"/>
                    </a:lnTo>
                    <a:lnTo>
                      <a:pt x="535661" y="319239"/>
                    </a:lnTo>
                    <a:lnTo>
                      <a:pt x="536296" y="315431"/>
                    </a:lnTo>
                    <a:lnTo>
                      <a:pt x="538835" y="310988"/>
                    </a:lnTo>
                    <a:lnTo>
                      <a:pt x="539469" y="307180"/>
                    </a:lnTo>
                    <a:lnTo>
                      <a:pt x="538835" y="305276"/>
                    </a:lnTo>
                    <a:lnTo>
                      <a:pt x="536930" y="304007"/>
                    </a:lnTo>
                    <a:lnTo>
                      <a:pt x="535027" y="302737"/>
                    </a:lnTo>
                    <a:lnTo>
                      <a:pt x="533122" y="301468"/>
                    </a:lnTo>
                    <a:lnTo>
                      <a:pt x="532488" y="298929"/>
                    </a:lnTo>
                    <a:lnTo>
                      <a:pt x="522333" y="267831"/>
                    </a:lnTo>
                    <a:lnTo>
                      <a:pt x="512813" y="236732"/>
                    </a:lnTo>
                    <a:lnTo>
                      <a:pt x="503293" y="205633"/>
                    </a:lnTo>
                    <a:lnTo>
                      <a:pt x="493773" y="174534"/>
                    </a:lnTo>
                    <a:lnTo>
                      <a:pt x="484253" y="143435"/>
                    </a:lnTo>
                    <a:lnTo>
                      <a:pt x="474733" y="112336"/>
                    </a:lnTo>
                    <a:lnTo>
                      <a:pt x="465213" y="81872"/>
                    </a:lnTo>
                    <a:lnTo>
                      <a:pt x="455693" y="50774"/>
                    </a:lnTo>
                    <a:lnTo>
                      <a:pt x="452520" y="41888"/>
                    </a:lnTo>
                    <a:lnTo>
                      <a:pt x="451250" y="40619"/>
                    </a:lnTo>
                    <a:lnTo>
                      <a:pt x="443000" y="39350"/>
                    </a:lnTo>
                    <a:lnTo>
                      <a:pt x="439826" y="38080"/>
                    </a:lnTo>
                    <a:lnTo>
                      <a:pt x="430941" y="33637"/>
                    </a:lnTo>
                    <a:lnTo>
                      <a:pt x="421421" y="29829"/>
                    </a:lnTo>
                    <a:lnTo>
                      <a:pt x="419516" y="28560"/>
                    </a:lnTo>
                    <a:lnTo>
                      <a:pt x="417613" y="25387"/>
                    </a:lnTo>
                    <a:lnTo>
                      <a:pt x="415074" y="22848"/>
                    </a:lnTo>
                    <a:lnTo>
                      <a:pt x="408093" y="18405"/>
                    </a:lnTo>
                    <a:lnTo>
                      <a:pt x="398573" y="15867"/>
                    </a:lnTo>
                    <a:lnTo>
                      <a:pt x="385245" y="9520"/>
                    </a:lnTo>
                    <a:lnTo>
                      <a:pt x="382706" y="8885"/>
                    </a:lnTo>
                    <a:lnTo>
                      <a:pt x="376994" y="8251"/>
                    </a:lnTo>
                    <a:lnTo>
                      <a:pt x="374455" y="7616"/>
                    </a:lnTo>
                    <a:lnTo>
                      <a:pt x="367474" y="3173"/>
                    </a:lnTo>
                    <a:lnTo>
                      <a:pt x="364935" y="1904"/>
                    </a:lnTo>
                    <a:lnTo>
                      <a:pt x="355415" y="0"/>
                    </a:lnTo>
                    <a:lnTo>
                      <a:pt x="345895" y="635"/>
                    </a:lnTo>
                    <a:lnTo>
                      <a:pt x="338279" y="5077"/>
                    </a:lnTo>
                    <a:lnTo>
                      <a:pt x="334471" y="13963"/>
                    </a:lnTo>
                    <a:lnTo>
                      <a:pt x="335106" y="16501"/>
                    </a:lnTo>
                    <a:lnTo>
                      <a:pt x="335740" y="18405"/>
                    </a:lnTo>
                    <a:lnTo>
                      <a:pt x="335740" y="20944"/>
                    </a:lnTo>
                    <a:lnTo>
                      <a:pt x="331932" y="23483"/>
                    </a:lnTo>
                    <a:lnTo>
                      <a:pt x="330028" y="25387"/>
                    </a:lnTo>
                    <a:lnTo>
                      <a:pt x="328125" y="26021"/>
                    </a:lnTo>
                    <a:lnTo>
                      <a:pt x="321778" y="24117"/>
                    </a:lnTo>
                    <a:lnTo>
                      <a:pt x="317335" y="24752"/>
                    </a:lnTo>
                    <a:lnTo>
                      <a:pt x="312892" y="26656"/>
                    </a:lnTo>
                    <a:lnTo>
                      <a:pt x="309719" y="29195"/>
                    </a:lnTo>
                    <a:lnTo>
                      <a:pt x="303372" y="35541"/>
                    </a:lnTo>
                    <a:lnTo>
                      <a:pt x="300199" y="39350"/>
                    </a:lnTo>
                    <a:lnTo>
                      <a:pt x="298295" y="43792"/>
                    </a:lnTo>
                    <a:lnTo>
                      <a:pt x="295756" y="46966"/>
                    </a:lnTo>
                    <a:lnTo>
                      <a:pt x="291948" y="48870"/>
                    </a:lnTo>
                    <a:lnTo>
                      <a:pt x="283698" y="50774"/>
                    </a:lnTo>
                    <a:lnTo>
                      <a:pt x="276716" y="54582"/>
                    </a:lnTo>
                    <a:lnTo>
                      <a:pt x="258311" y="71718"/>
                    </a:lnTo>
                    <a:lnTo>
                      <a:pt x="255772" y="72352"/>
                    </a:lnTo>
                    <a:lnTo>
                      <a:pt x="229116" y="65371"/>
                    </a:lnTo>
                    <a:lnTo>
                      <a:pt x="224673" y="61563"/>
                    </a:lnTo>
                    <a:lnTo>
                      <a:pt x="222134" y="57120"/>
                    </a:lnTo>
                    <a:lnTo>
                      <a:pt x="221500" y="55851"/>
                    </a:lnTo>
                    <a:lnTo>
                      <a:pt x="218961" y="48235"/>
                    </a:lnTo>
                    <a:lnTo>
                      <a:pt x="217057" y="33637"/>
                    </a:lnTo>
                    <a:lnTo>
                      <a:pt x="215153" y="26656"/>
                    </a:lnTo>
                    <a:lnTo>
                      <a:pt x="211345" y="24117"/>
                    </a:lnTo>
                    <a:lnTo>
                      <a:pt x="183420" y="25387"/>
                    </a:lnTo>
                    <a:lnTo>
                      <a:pt x="180881" y="26021"/>
                    </a:lnTo>
                    <a:lnTo>
                      <a:pt x="178977" y="27925"/>
                    </a:lnTo>
                    <a:lnTo>
                      <a:pt x="177073" y="31733"/>
                    </a:lnTo>
                    <a:lnTo>
                      <a:pt x="167553" y="56486"/>
                    </a:lnTo>
                    <a:lnTo>
                      <a:pt x="158033" y="81238"/>
                    </a:lnTo>
                    <a:lnTo>
                      <a:pt x="148513" y="106624"/>
                    </a:lnTo>
                    <a:lnTo>
                      <a:pt x="138993" y="132011"/>
                    </a:lnTo>
                    <a:lnTo>
                      <a:pt x="129473" y="156763"/>
                    </a:lnTo>
                    <a:lnTo>
                      <a:pt x="119953" y="181515"/>
                    </a:lnTo>
                    <a:lnTo>
                      <a:pt x="109798" y="206268"/>
                    </a:lnTo>
                    <a:lnTo>
                      <a:pt x="100278" y="231654"/>
                    </a:lnTo>
                    <a:lnTo>
                      <a:pt x="98374" y="236732"/>
                    </a:lnTo>
                    <a:lnTo>
                      <a:pt x="98374" y="247521"/>
                    </a:lnTo>
                    <a:lnTo>
                      <a:pt x="100278" y="259580"/>
                    </a:lnTo>
                    <a:lnTo>
                      <a:pt x="103451" y="283063"/>
                    </a:lnTo>
                    <a:lnTo>
                      <a:pt x="105990" y="298929"/>
                    </a:lnTo>
                    <a:lnTo>
                      <a:pt x="105355" y="305276"/>
                    </a:lnTo>
                    <a:lnTo>
                      <a:pt x="94566" y="319873"/>
                    </a:lnTo>
                    <a:lnTo>
                      <a:pt x="92027" y="321777"/>
                    </a:lnTo>
                    <a:lnTo>
                      <a:pt x="88854" y="324951"/>
                    </a:lnTo>
                    <a:lnTo>
                      <a:pt x="88854" y="330028"/>
                    </a:lnTo>
                    <a:lnTo>
                      <a:pt x="89488" y="335105"/>
                    </a:lnTo>
                    <a:lnTo>
                      <a:pt x="89488" y="337644"/>
                    </a:lnTo>
                    <a:lnTo>
                      <a:pt x="85680" y="340183"/>
                    </a:lnTo>
                    <a:lnTo>
                      <a:pt x="84411" y="343991"/>
                    </a:lnTo>
                    <a:lnTo>
                      <a:pt x="83777" y="353511"/>
                    </a:lnTo>
                    <a:lnTo>
                      <a:pt x="81238" y="364300"/>
                    </a:lnTo>
                    <a:lnTo>
                      <a:pt x="81873" y="369378"/>
                    </a:lnTo>
                    <a:lnTo>
                      <a:pt x="86315" y="370012"/>
                    </a:lnTo>
                    <a:lnTo>
                      <a:pt x="90124" y="373820"/>
                    </a:lnTo>
                    <a:lnTo>
                      <a:pt x="92662" y="378898"/>
                    </a:lnTo>
                    <a:lnTo>
                      <a:pt x="93297" y="383975"/>
                    </a:lnTo>
                    <a:lnTo>
                      <a:pt x="91393" y="387783"/>
                    </a:lnTo>
                    <a:lnTo>
                      <a:pt x="86315" y="393495"/>
                    </a:lnTo>
                    <a:lnTo>
                      <a:pt x="85046" y="396034"/>
                    </a:lnTo>
                    <a:lnTo>
                      <a:pt x="85680" y="397938"/>
                    </a:lnTo>
                    <a:lnTo>
                      <a:pt x="86950" y="398572"/>
                    </a:lnTo>
                    <a:lnTo>
                      <a:pt x="87585" y="399207"/>
                    </a:lnTo>
                    <a:lnTo>
                      <a:pt x="88854" y="399842"/>
                    </a:lnTo>
                    <a:lnTo>
                      <a:pt x="89488" y="400476"/>
                    </a:lnTo>
                    <a:lnTo>
                      <a:pt x="90124" y="401746"/>
                    </a:lnTo>
                    <a:lnTo>
                      <a:pt x="90124" y="402380"/>
                    </a:lnTo>
                    <a:lnTo>
                      <a:pt x="88854" y="404284"/>
                    </a:lnTo>
                    <a:lnTo>
                      <a:pt x="88854" y="404919"/>
                    </a:lnTo>
                    <a:lnTo>
                      <a:pt x="89488" y="413804"/>
                    </a:lnTo>
                    <a:lnTo>
                      <a:pt x="90758" y="417612"/>
                    </a:lnTo>
                    <a:lnTo>
                      <a:pt x="93931" y="420151"/>
                    </a:lnTo>
                    <a:lnTo>
                      <a:pt x="99008" y="420786"/>
                    </a:lnTo>
                    <a:lnTo>
                      <a:pt x="102182" y="420786"/>
                    </a:lnTo>
                    <a:lnTo>
                      <a:pt x="104086" y="422055"/>
                    </a:lnTo>
                    <a:lnTo>
                      <a:pt x="104720" y="428402"/>
                    </a:lnTo>
                    <a:lnTo>
                      <a:pt x="103451" y="436653"/>
                    </a:lnTo>
                    <a:lnTo>
                      <a:pt x="99644" y="443634"/>
                    </a:lnTo>
                    <a:lnTo>
                      <a:pt x="88854" y="457597"/>
                    </a:lnTo>
                    <a:lnTo>
                      <a:pt x="86315" y="462039"/>
                    </a:lnTo>
                    <a:lnTo>
                      <a:pt x="85680" y="463943"/>
                    </a:lnTo>
                    <a:lnTo>
                      <a:pt x="86315" y="466482"/>
                    </a:lnTo>
                    <a:lnTo>
                      <a:pt x="86950" y="467751"/>
                    </a:lnTo>
                    <a:lnTo>
                      <a:pt x="88219" y="469021"/>
                    </a:lnTo>
                    <a:lnTo>
                      <a:pt x="89488" y="471559"/>
                    </a:lnTo>
                    <a:lnTo>
                      <a:pt x="91393" y="476637"/>
                    </a:lnTo>
                    <a:lnTo>
                      <a:pt x="92027" y="481079"/>
                    </a:lnTo>
                    <a:lnTo>
                      <a:pt x="90758" y="484887"/>
                    </a:lnTo>
                    <a:lnTo>
                      <a:pt x="88219" y="488695"/>
                    </a:lnTo>
                    <a:lnTo>
                      <a:pt x="86315" y="489330"/>
                    </a:lnTo>
                    <a:lnTo>
                      <a:pt x="82507" y="490599"/>
                    </a:lnTo>
                    <a:lnTo>
                      <a:pt x="80603" y="491869"/>
                    </a:lnTo>
                    <a:lnTo>
                      <a:pt x="76795" y="497581"/>
                    </a:lnTo>
                    <a:lnTo>
                      <a:pt x="67910" y="504562"/>
                    </a:lnTo>
                    <a:lnTo>
                      <a:pt x="65371" y="507736"/>
                    </a:lnTo>
                    <a:lnTo>
                      <a:pt x="53312" y="531218"/>
                    </a:lnTo>
                    <a:lnTo>
                      <a:pt x="49505" y="548354"/>
                    </a:lnTo>
                    <a:lnTo>
                      <a:pt x="50139" y="552162"/>
                    </a:lnTo>
                    <a:lnTo>
                      <a:pt x="53312" y="556605"/>
                    </a:lnTo>
                    <a:lnTo>
                      <a:pt x="57120" y="559144"/>
                    </a:lnTo>
                    <a:lnTo>
                      <a:pt x="65371" y="561682"/>
                    </a:lnTo>
                    <a:lnTo>
                      <a:pt x="69179" y="563586"/>
                    </a:lnTo>
                    <a:lnTo>
                      <a:pt x="71718" y="567394"/>
                    </a:lnTo>
                    <a:lnTo>
                      <a:pt x="70448" y="571202"/>
                    </a:lnTo>
                    <a:lnTo>
                      <a:pt x="66640" y="573741"/>
                    </a:lnTo>
                    <a:lnTo>
                      <a:pt x="62832" y="574376"/>
                    </a:lnTo>
                    <a:lnTo>
                      <a:pt x="58390" y="573741"/>
                    </a:lnTo>
                    <a:lnTo>
                      <a:pt x="50774" y="569299"/>
                    </a:lnTo>
                    <a:lnTo>
                      <a:pt x="46966" y="568664"/>
                    </a:lnTo>
                    <a:lnTo>
                      <a:pt x="43158" y="569299"/>
                    </a:lnTo>
                    <a:lnTo>
                      <a:pt x="40619" y="571837"/>
                    </a:lnTo>
                    <a:lnTo>
                      <a:pt x="39350" y="575645"/>
                    </a:lnTo>
                    <a:lnTo>
                      <a:pt x="39350" y="580088"/>
                    </a:lnTo>
                    <a:lnTo>
                      <a:pt x="39984" y="585165"/>
                    </a:lnTo>
                    <a:lnTo>
                      <a:pt x="43158" y="595320"/>
                    </a:lnTo>
                    <a:lnTo>
                      <a:pt x="43792" y="599763"/>
                    </a:lnTo>
                    <a:lnTo>
                      <a:pt x="43158" y="602301"/>
                    </a:lnTo>
                    <a:lnTo>
                      <a:pt x="39984" y="606109"/>
                    </a:lnTo>
                    <a:lnTo>
                      <a:pt x="39350" y="608013"/>
                    </a:lnTo>
                    <a:lnTo>
                      <a:pt x="39350" y="609917"/>
                    </a:lnTo>
                    <a:lnTo>
                      <a:pt x="40619" y="614360"/>
                    </a:lnTo>
                    <a:lnTo>
                      <a:pt x="40619" y="616899"/>
                    </a:lnTo>
                    <a:lnTo>
                      <a:pt x="38080" y="620072"/>
                    </a:lnTo>
                    <a:lnTo>
                      <a:pt x="34907" y="618168"/>
                    </a:lnTo>
                    <a:lnTo>
                      <a:pt x="21579" y="600397"/>
                    </a:lnTo>
                    <a:lnTo>
                      <a:pt x="17771" y="598493"/>
                    </a:lnTo>
                    <a:lnTo>
                      <a:pt x="13328" y="599128"/>
                    </a:lnTo>
                    <a:lnTo>
                      <a:pt x="9520" y="601032"/>
                    </a:lnTo>
                    <a:lnTo>
                      <a:pt x="8251" y="603571"/>
                    </a:lnTo>
                    <a:lnTo>
                      <a:pt x="7616" y="606744"/>
                    </a:lnTo>
                    <a:lnTo>
                      <a:pt x="5078" y="610552"/>
                    </a:lnTo>
                    <a:lnTo>
                      <a:pt x="3808" y="611821"/>
                    </a:lnTo>
                    <a:lnTo>
                      <a:pt x="0" y="613091"/>
                    </a:lnTo>
                    <a:lnTo>
                      <a:pt x="3808" y="625784"/>
                    </a:lnTo>
                    <a:lnTo>
                      <a:pt x="7616" y="637843"/>
                    </a:lnTo>
                    <a:lnTo>
                      <a:pt x="11424" y="650536"/>
                    </a:lnTo>
                    <a:lnTo>
                      <a:pt x="15232" y="662595"/>
                    </a:lnTo>
                    <a:lnTo>
                      <a:pt x="19040" y="674654"/>
                    </a:lnTo>
                    <a:lnTo>
                      <a:pt x="27291" y="699406"/>
                    </a:lnTo>
                    <a:lnTo>
                      <a:pt x="31099" y="712099"/>
                    </a:lnTo>
                    <a:lnTo>
                      <a:pt x="34907" y="724158"/>
                    </a:lnTo>
                    <a:lnTo>
                      <a:pt x="38715" y="736851"/>
                    </a:lnTo>
                    <a:lnTo>
                      <a:pt x="42523" y="748910"/>
                    </a:lnTo>
                    <a:lnTo>
                      <a:pt x="46331" y="761603"/>
                    </a:lnTo>
                    <a:lnTo>
                      <a:pt x="50139" y="774297"/>
                    </a:lnTo>
                    <a:lnTo>
                      <a:pt x="53947" y="786355"/>
                    </a:lnTo>
                    <a:lnTo>
                      <a:pt x="57755" y="799049"/>
                    </a:lnTo>
                    <a:lnTo>
                      <a:pt x="61563" y="811108"/>
                    </a:lnTo>
                    <a:lnTo>
                      <a:pt x="65371" y="823801"/>
                    </a:lnTo>
                    <a:lnTo>
                      <a:pt x="69179" y="836494"/>
                    </a:lnTo>
                    <a:lnTo>
                      <a:pt x="72987" y="848553"/>
                    </a:lnTo>
                    <a:lnTo>
                      <a:pt x="76795" y="861246"/>
                    </a:lnTo>
                    <a:lnTo>
                      <a:pt x="81238" y="873940"/>
                    </a:lnTo>
                    <a:lnTo>
                      <a:pt x="85046" y="886633"/>
                    </a:lnTo>
                    <a:lnTo>
                      <a:pt x="88854" y="898692"/>
                    </a:lnTo>
                    <a:lnTo>
                      <a:pt x="92662" y="911385"/>
                    </a:lnTo>
                    <a:lnTo>
                      <a:pt x="96470" y="924079"/>
                    </a:lnTo>
                    <a:lnTo>
                      <a:pt x="100278" y="936772"/>
                    </a:lnTo>
                    <a:lnTo>
                      <a:pt x="104086" y="948831"/>
                    </a:lnTo>
                    <a:lnTo>
                      <a:pt x="107894" y="961524"/>
                    </a:lnTo>
                    <a:lnTo>
                      <a:pt x="111702" y="974218"/>
                    </a:lnTo>
                    <a:lnTo>
                      <a:pt x="115510" y="986911"/>
                    </a:lnTo>
                    <a:lnTo>
                      <a:pt x="119318" y="999604"/>
                    </a:lnTo>
                    <a:lnTo>
                      <a:pt x="123126" y="1012298"/>
                    </a:lnTo>
                    <a:lnTo>
                      <a:pt x="125665" y="1019279"/>
                    </a:lnTo>
                    <a:lnTo>
                      <a:pt x="126934" y="1026895"/>
                    </a:lnTo>
                    <a:lnTo>
                      <a:pt x="128204" y="1030703"/>
                    </a:lnTo>
                    <a:lnTo>
                      <a:pt x="128838" y="1034511"/>
                    </a:lnTo>
                    <a:lnTo>
                      <a:pt x="128838" y="1035780"/>
                    </a:lnTo>
                    <a:lnTo>
                      <a:pt x="128838" y="1037685"/>
                    </a:lnTo>
                    <a:lnTo>
                      <a:pt x="129473" y="1039589"/>
                    </a:lnTo>
                    <a:lnTo>
                      <a:pt x="130742" y="1042762"/>
                    </a:lnTo>
                    <a:lnTo>
                      <a:pt x="132012" y="1046570"/>
                    </a:lnTo>
                    <a:lnTo>
                      <a:pt x="132012" y="1049109"/>
                    </a:lnTo>
                    <a:lnTo>
                      <a:pt x="132012" y="1055455"/>
                    </a:lnTo>
                    <a:lnTo>
                      <a:pt x="132012" y="1056725"/>
                    </a:lnTo>
                    <a:lnTo>
                      <a:pt x="132646" y="1058629"/>
                    </a:lnTo>
                    <a:lnTo>
                      <a:pt x="133281" y="1060533"/>
                    </a:lnTo>
                    <a:lnTo>
                      <a:pt x="134550" y="1063071"/>
                    </a:lnTo>
                    <a:lnTo>
                      <a:pt x="135819" y="1064975"/>
                    </a:lnTo>
                    <a:lnTo>
                      <a:pt x="137724" y="1066245"/>
                    </a:lnTo>
                    <a:lnTo>
                      <a:pt x="144705" y="1071322"/>
                    </a:lnTo>
                    <a:lnTo>
                      <a:pt x="152955" y="1078303"/>
                    </a:lnTo>
                    <a:lnTo>
                      <a:pt x="160572" y="1084650"/>
                    </a:lnTo>
                    <a:lnTo>
                      <a:pt x="168822" y="1087189"/>
                    </a:lnTo>
                    <a:lnTo>
                      <a:pt x="170092" y="1087823"/>
                    </a:lnTo>
                    <a:lnTo>
                      <a:pt x="171361" y="1089093"/>
                    </a:lnTo>
                    <a:lnTo>
                      <a:pt x="173265" y="1092266"/>
                    </a:lnTo>
                    <a:lnTo>
                      <a:pt x="173900" y="1094170"/>
                    </a:lnTo>
                    <a:lnTo>
                      <a:pt x="174534" y="1096074"/>
                    </a:lnTo>
                    <a:lnTo>
                      <a:pt x="174534" y="1103690"/>
                    </a:lnTo>
                    <a:lnTo>
                      <a:pt x="175169" y="1106229"/>
                    </a:lnTo>
                    <a:lnTo>
                      <a:pt x="175804" y="1107498"/>
                    </a:lnTo>
                    <a:lnTo>
                      <a:pt x="180881" y="1112576"/>
                    </a:lnTo>
                    <a:lnTo>
                      <a:pt x="189132" y="1117653"/>
                    </a:lnTo>
                    <a:lnTo>
                      <a:pt x="195479" y="1122096"/>
                    </a:lnTo>
                    <a:lnTo>
                      <a:pt x="195479" y="1118922"/>
                    </a:lnTo>
                    <a:lnTo>
                      <a:pt x="196113" y="1111941"/>
                    </a:lnTo>
                    <a:lnTo>
                      <a:pt x="195479" y="1110672"/>
                    </a:lnTo>
                    <a:lnTo>
                      <a:pt x="198652" y="1109402"/>
                    </a:lnTo>
                    <a:lnTo>
                      <a:pt x="202460" y="1111941"/>
                    </a:lnTo>
                    <a:lnTo>
                      <a:pt x="206268" y="1115114"/>
                    </a:lnTo>
                    <a:lnTo>
                      <a:pt x="209441" y="1115749"/>
                    </a:lnTo>
                    <a:lnTo>
                      <a:pt x="210711" y="1113210"/>
                    </a:lnTo>
                    <a:lnTo>
                      <a:pt x="212614" y="1099247"/>
                    </a:lnTo>
                    <a:lnTo>
                      <a:pt x="214519" y="1092266"/>
                    </a:lnTo>
                    <a:lnTo>
                      <a:pt x="216422" y="1089727"/>
                    </a:lnTo>
                    <a:lnTo>
                      <a:pt x="218961" y="1087189"/>
                    </a:lnTo>
                    <a:lnTo>
                      <a:pt x="215788" y="1086554"/>
                    </a:lnTo>
                    <a:lnTo>
                      <a:pt x="217057" y="1081477"/>
                    </a:lnTo>
                    <a:lnTo>
                      <a:pt x="218961" y="1077034"/>
                    </a:lnTo>
                    <a:lnTo>
                      <a:pt x="215153" y="1072591"/>
                    </a:lnTo>
                    <a:lnTo>
                      <a:pt x="213884" y="1066879"/>
                    </a:lnTo>
                    <a:lnTo>
                      <a:pt x="214519" y="1060533"/>
                    </a:lnTo>
                    <a:lnTo>
                      <a:pt x="215788" y="1054821"/>
                    </a:lnTo>
                    <a:lnTo>
                      <a:pt x="219595" y="1045935"/>
                    </a:lnTo>
                    <a:lnTo>
                      <a:pt x="220865" y="1043397"/>
                    </a:lnTo>
                    <a:lnTo>
                      <a:pt x="222769" y="1042762"/>
                    </a:lnTo>
                    <a:lnTo>
                      <a:pt x="227846" y="1040858"/>
                    </a:lnTo>
                    <a:lnTo>
                      <a:pt x="231654" y="1037685"/>
                    </a:lnTo>
                    <a:lnTo>
                      <a:pt x="234193" y="1033877"/>
                    </a:lnTo>
                    <a:lnTo>
                      <a:pt x="236098" y="1030069"/>
                    </a:lnTo>
                    <a:lnTo>
                      <a:pt x="238636" y="1026260"/>
                    </a:lnTo>
                    <a:lnTo>
                      <a:pt x="239905" y="1024991"/>
                    </a:lnTo>
                    <a:lnTo>
                      <a:pt x="242444" y="1024357"/>
                    </a:lnTo>
                    <a:lnTo>
                      <a:pt x="243079" y="1023087"/>
                    </a:lnTo>
                    <a:lnTo>
                      <a:pt x="243079" y="1021818"/>
                    </a:lnTo>
                    <a:lnTo>
                      <a:pt x="243079" y="1018644"/>
                    </a:lnTo>
                    <a:lnTo>
                      <a:pt x="243079" y="1017375"/>
                    </a:lnTo>
                    <a:lnTo>
                      <a:pt x="245618" y="1012298"/>
                    </a:lnTo>
                    <a:lnTo>
                      <a:pt x="247521" y="1009759"/>
                    </a:lnTo>
                    <a:lnTo>
                      <a:pt x="249425" y="1007855"/>
                    </a:lnTo>
                    <a:lnTo>
                      <a:pt x="248791" y="1006586"/>
                    </a:lnTo>
                    <a:lnTo>
                      <a:pt x="246887" y="1007220"/>
                    </a:lnTo>
                    <a:lnTo>
                      <a:pt x="244982" y="1008490"/>
                    </a:lnTo>
                    <a:lnTo>
                      <a:pt x="241809" y="1011663"/>
                    </a:lnTo>
                    <a:lnTo>
                      <a:pt x="239271" y="1006586"/>
                    </a:lnTo>
                    <a:lnTo>
                      <a:pt x="237367" y="1002143"/>
                    </a:lnTo>
                    <a:lnTo>
                      <a:pt x="236732" y="997700"/>
                    </a:lnTo>
                    <a:lnTo>
                      <a:pt x="237367" y="991988"/>
                    </a:lnTo>
                    <a:lnTo>
                      <a:pt x="238636" y="988180"/>
                    </a:lnTo>
                    <a:lnTo>
                      <a:pt x="241174" y="985007"/>
                    </a:lnTo>
                    <a:lnTo>
                      <a:pt x="243713" y="984372"/>
                    </a:lnTo>
                    <a:lnTo>
                      <a:pt x="245618" y="989450"/>
                    </a:lnTo>
                    <a:lnTo>
                      <a:pt x="248156" y="986911"/>
                    </a:lnTo>
                    <a:lnTo>
                      <a:pt x="250694" y="980564"/>
                    </a:lnTo>
                    <a:lnTo>
                      <a:pt x="253868" y="978660"/>
                    </a:lnTo>
                    <a:lnTo>
                      <a:pt x="253868" y="980564"/>
                    </a:lnTo>
                    <a:lnTo>
                      <a:pt x="253868" y="982468"/>
                    </a:lnTo>
                    <a:lnTo>
                      <a:pt x="256407" y="981199"/>
                    </a:lnTo>
                    <a:lnTo>
                      <a:pt x="260214" y="977391"/>
                    </a:lnTo>
                    <a:lnTo>
                      <a:pt x="262753" y="976122"/>
                    </a:lnTo>
                    <a:lnTo>
                      <a:pt x="262753" y="974218"/>
                    </a:lnTo>
                    <a:lnTo>
                      <a:pt x="261484" y="966602"/>
                    </a:lnTo>
                    <a:lnTo>
                      <a:pt x="260849" y="964063"/>
                    </a:lnTo>
                    <a:lnTo>
                      <a:pt x="257041" y="958986"/>
                    </a:lnTo>
                    <a:lnTo>
                      <a:pt x="252599" y="958351"/>
                    </a:lnTo>
                    <a:lnTo>
                      <a:pt x="248156" y="959620"/>
                    </a:lnTo>
                    <a:lnTo>
                      <a:pt x="242444" y="960255"/>
                    </a:lnTo>
                    <a:lnTo>
                      <a:pt x="241809" y="958351"/>
                    </a:lnTo>
                    <a:lnTo>
                      <a:pt x="246887" y="957082"/>
                    </a:lnTo>
                    <a:lnTo>
                      <a:pt x="249425" y="955178"/>
                    </a:lnTo>
                    <a:lnTo>
                      <a:pt x="250694" y="952004"/>
                    </a:lnTo>
                    <a:lnTo>
                      <a:pt x="250060" y="950100"/>
                    </a:lnTo>
                    <a:lnTo>
                      <a:pt x="248156" y="946927"/>
                    </a:lnTo>
                    <a:lnTo>
                      <a:pt x="247521" y="943753"/>
                    </a:lnTo>
                    <a:lnTo>
                      <a:pt x="251964" y="938676"/>
                    </a:lnTo>
                    <a:lnTo>
                      <a:pt x="253868" y="927252"/>
                    </a:lnTo>
                    <a:lnTo>
                      <a:pt x="257041" y="924079"/>
                    </a:lnTo>
                    <a:lnTo>
                      <a:pt x="264022" y="912020"/>
                    </a:lnTo>
                    <a:lnTo>
                      <a:pt x="265927" y="910751"/>
                    </a:lnTo>
                    <a:lnTo>
                      <a:pt x="267831" y="910116"/>
                    </a:lnTo>
                    <a:lnTo>
                      <a:pt x="269735" y="908847"/>
                    </a:lnTo>
                    <a:lnTo>
                      <a:pt x="273542" y="905673"/>
                    </a:lnTo>
                    <a:lnTo>
                      <a:pt x="274812" y="903769"/>
                    </a:lnTo>
                    <a:lnTo>
                      <a:pt x="276716" y="898692"/>
                    </a:lnTo>
                    <a:lnTo>
                      <a:pt x="277986" y="896153"/>
                    </a:lnTo>
                    <a:lnTo>
                      <a:pt x="279889" y="894249"/>
                    </a:lnTo>
                    <a:lnTo>
                      <a:pt x="282428" y="892980"/>
                    </a:lnTo>
                    <a:lnTo>
                      <a:pt x="281793" y="896153"/>
                    </a:lnTo>
                    <a:lnTo>
                      <a:pt x="281159" y="898692"/>
                    </a:lnTo>
                    <a:lnTo>
                      <a:pt x="279889" y="901231"/>
                    </a:lnTo>
                    <a:lnTo>
                      <a:pt x="278620" y="903135"/>
                    </a:lnTo>
                    <a:lnTo>
                      <a:pt x="281159" y="902500"/>
                    </a:lnTo>
                    <a:lnTo>
                      <a:pt x="286236" y="896153"/>
                    </a:lnTo>
                    <a:lnTo>
                      <a:pt x="290044" y="894249"/>
                    </a:lnTo>
                    <a:lnTo>
                      <a:pt x="290044" y="901231"/>
                    </a:lnTo>
                    <a:lnTo>
                      <a:pt x="284967" y="916463"/>
                    </a:lnTo>
                    <a:lnTo>
                      <a:pt x="283698" y="923444"/>
                    </a:lnTo>
                    <a:lnTo>
                      <a:pt x="286871" y="922175"/>
                    </a:lnTo>
                    <a:lnTo>
                      <a:pt x="288775" y="919001"/>
                    </a:lnTo>
                    <a:lnTo>
                      <a:pt x="289409" y="914559"/>
                    </a:lnTo>
                    <a:lnTo>
                      <a:pt x="288775" y="910751"/>
                    </a:lnTo>
                    <a:lnTo>
                      <a:pt x="288775" y="906943"/>
                    </a:lnTo>
                    <a:lnTo>
                      <a:pt x="290044" y="901231"/>
                    </a:lnTo>
                    <a:lnTo>
                      <a:pt x="291948" y="896153"/>
                    </a:lnTo>
                    <a:lnTo>
                      <a:pt x="293218" y="893615"/>
                    </a:lnTo>
                    <a:lnTo>
                      <a:pt x="295121" y="898057"/>
                    </a:lnTo>
                    <a:lnTo>
                      <a:pt x="290044" y="925348"/>
                    </a:lnTo>
                    <a:lnTo>
                      <a:pt x="291313" y="924713"/>
                    </a:lnTo>
                    <a:lnTo>
                      <a:pt x="291948" y="923444"/>
                    </a:lnTo>
                    <a:lnTo>
                      <a:pt x="292582" y="922175"/>
                    </a:lnTo>
                    <a:lnTo>
                      <a:pt x="291948" y="918367"/>
                    </a:lnTo>
                    <a:lnTo>
                      <a:pt x="292582" y="917732"/>
                    </a:lnTo>
                    <a:lnTo>
                      <a:pt x="293852" y="917097"/>
                    </a:lnTo>
                    <a:lnTo>
                      <a:pt x="294487" y="915828"/>
                    </a:lnTo>
                    <a:lnTo>
                      <a:pt x="298929" y="904404"/>
                    </a:lnTo>
                    <a:lnTo>
                      <a:pt x="300833" y="907577"/>
                    </a:lnTo>
                    <a:lnTo>
                      <a:pt x="302738" y="906943"/>
                    </a:lnTo>
                    <a:lnTo>
                      <a:pt x="304007" y="903769"/>
                    </a:lnTo>
                    <a:lnTo>
                      <a:pt x="304641" y="899961"/>
                    </a:lnTo>
                    <a:lnTo>
                      <a:pt x="303372" y="895519"/>
                    </a:lnTo>
                    <a:lnTo>
                      <a:pt x="301468" y="892980"/>
                    </a:lnTo>
                    <a:lnTo>
                      <a:pt x="298929" y="891711"/>
                    </a:lnTo>
                    <a:lnTo>
                      <a:pt x="296391" y="891076"/>
                    </a:lnTo>
                    <a:lnTo>
                      <a:pt x="297026" y="889172"/>
                    </a:lnTo>
                    <a:lnTo>
                      <a:pt x="298295" y="887903"/>
                    </a:lnTo>
                    <a:lnTo>
                      <a:pt x="299564" y="887268"/>
                    </a:lnTo>
                    <a:lnTo>
                      <a:pt x="301468" y="886633"/>
                    </a:lnTo>
                    <a:lnTo>
                      <a:pt x="304007" y="887268"/>
                    </a:lnTo>
                    <a:lnTo>
                      <a:pt x="304641" y="887903"/>
                    </a:lnTo>
                    <a:lnTo>
                      <a:pt x="304007" y="889807"/>
                    </a:lnTo>
                    <a:lnTo>
                      <a:pt x="304007" y="892345"/>
                    </a:lnTo>
                    <a:lnTo>
                      <a:pt x="305276" y="894249"/>
                    </a:lnTo>
                    <a:lnTo>
                      <a:pt x="308449" y="895519"/>
                    </a:lnTo>
                    <a:lnTo>
                      <a:pt x="309719" y="897423"/>
                    </a:lnTo>
                    <a:lnTo>
                      <a:pt x="310354" y="899961"/>
                    </a:lnTo>
                    <a:lnTo>
                      <a:pt x="309719" y="901231"/>
                    </a:lnTo>
                    <a:lnTo>
                      <a:pt x="309084" y="901865"/>
                    </a:lnTo>
                    <a:lnTo>
                      <a:pt x="309084" y="903769"/>
                    </a:lnTo>
                    <a:lnTo>
                      <a:pt x="309719" y="909481"/>
                    </a:lnTo>
                    <a:lnTo>
                      <a:pt x="310988" y="913289"/>
                    </a:lnTo>
                    <a:lnTo>
                      <a:pt x="312892" y="914559"/>
                    </a:lnTo>
                    <a:lnTo>
                      <a:pt x="315431" y="915828"/>
                    </a:lnTo>
                    <a:lnTo>
                      <a:pt x="317969" y="922809"/>
                    </a:lnTo>
                    <a:lnTo>
                      <a:pt x="320508" y="924713"/>
                    </a:lnTo>
                    <a:lnTo>
                      <a:pt x="320508" y="921540"/>
                    </a:lnTo>
                    <a:lnTo>
                      <a:pt x="321143" y="918367"/>
                    </a:lnTo>
                    <a:lnTo>
                      <a:pt x="322412" y="915828"/>
                    </a:lnTo>
                    <a:lnTo>
                      <a:pt x="324316" y="914559"/>
                    </a:lnTo>
                    <a:lnTo>
                      <a:pt x="324316" y="913289"/>
                    </a:lnTo>
                    <a:lnTo>
                      <a:pt x="323681" y="906943"/>
                    </a:lnTo>
                    <a:lnTo>
                      <a:pt x="322412" y="904404"/>
                    </a:lnTo>
                    <a:lnTo>
                      <a:pt x="319874" y="900596"/>
                    </a:lnTo>
                    <a:lnTo>
                      <a:pt x="316066" y="892980"/>
                    </a:lnTo>
                    <a:lnTo>
                      <a:pt x="313527" y="884729"/>
                    </a:lnTo>
                    <a:lnTo>
                      <a:pt x="305911" y="866958"/>
                    </a:lnTo>
                    <a:lnTo>
                      <a:pt x="300833" y="858708"/>
                    </a:lnTo>
                    <a:lnTo>
                      <a:pt x="298295" y="863785"/>
                    </a:lnTo>
                    <a:lnTo>
                      <a:pt x="297026" y="866324"/>
                    </a:lnTo>
                    <a:lnTo>
                      <a:pt x="295121" y="867593"/>
                    </a:lnTo>
                    <a:lnTo>
                      <a:pt x="293218" y="866958"/>
                    </a:lnTo>
                    <a:lnTo>
                      <a:pt x="291313" y="865689"/>
                    </a:lnTo>
                    <a:lnTo>
                      <a:pt x="290679" y="863785"/>
                    </a:lnTo>
                    <a:lnTo>
                      <a:pt x="291313" y="861246"/>
                    </a:lnTo>
                    <a:lnTo>
                      <a:pt x="298929" y="846649"/>
                    </a:lnTo>
                    <a:lnTo>
                      <a:pt x="301468" y="844110"/>
                    </a:lnTo>
                    <a:lnTo>
                      <a:pt x="302738" y="842841"/>
                    </a:lnTo>
                    <a:lnTo>
                      <a:pt x="304007" y="839033"/>
                    </a:lnTo>
                    <a:lnTo>
                      <a:pt x="305911" y="837764"/>
                    </a:lnTo>
                    <a:lnTo>
                      <a:pt x="307180" y="838398"/>
                    </a:lnTo>
                    <a:lnTo>
                      <a:pt x="306546" y="841572"/>
                    </a:lnTo>
                    <a:lnTo>
                      <a:pt x="304007" y="846649"/>
                    </a:lnTo>
                    <a:lnTo>
                      <a:pt x="304007" y="852361"/>
                    </a:lnTo>
                    <a:lnTo>
                      <a:pt x="304641" y="857438"/>
                    </a:lnTo>
                    <a:lnTo>
                      <a:pt x="306546" y="861881"/>
                    </a:lnTo>
                    <a:lnTo>
                      <a:pt x="307815" y="866324"/>
                    </a:lnTo>
                    <a:lnTo>
                      <a:pt x="309719" y="868863"/>
                    </a:lnTo>
                    <a:lnTo>
                      <a:pt x="310354" y="871401"/>
                    </a:lnTo>
                    <a:lnTo>
                      <a:pt x="310988" y="873940"/>
                    </a:lnTo>
                    <a:lnTo>
                      <a:pt x="312258" y="877113"/>
                    </a:lnTo>
                    <a:lnTo>
                      <a:pt x="313527" y="879652"/>
                    </a:lnTo>
                    <a:lnTo>
                      <a:pt x="316066" y="882191"/>
                    </a:lnTo>
                    <a:lnTo>
                      <a:pt x="317335" y="884729"/>
                    </a:lnTo>
                    <a:lnTo>
                      <a:pt x="321778" y="896153"/>
                    </a:lnTo>
                    <a:lnTo>
                      <a:pt x="322412" y="896153"/>
                    </a:lnTo>
                    <a:lnTo>
                      <a:pt x="323047" y="896153"/>
                    </a:lnTo>
                    <a:lnTo>
                      <a:pt x="323681" y="896153"/>
                    </a:lnTo>
                    <a:lnTo>
                      <a:pt x="324316" y="897423"/>
                    </a:lnTo>
                    <a:lnTo>
                      <a:pt x="324316" y="898057"/>
                    </a:lnTo>
                    <a:lnTo>
                      <a:pt x="323681" y="898692"/>
                    </a:lnTo>
                    <a:lnTo>
                      <a:pt x="323681" y="899961"/>
                    </a:lnTo>
                    <a:lnTo>
                      <a:pt x="324316" y="901865"/>
                    </a:lnTo>
                    <a:lnTo>
                      <a:pt x="328125" y="908212"/>
                    </a:lnTo>
                    <a:lnTo>
                      <a:pt x="330663" y="907577"/>
                    </a:lnTo>
                    <a:lnTo>
                      <a:pt x="331932" y="903135"/>
                    </a:lnTo>
                    <a:lnTo>
                      <a:pt x="332567" y="889807"/>
                    </a:lnTo>
                    <a:lnTo>
                      <a:pt x="331932" y="885999"/>
                    </a:lnTo>
                    <a:lnTo>
                      <a:pt x="330028" y="884729"/>
                    </a:lnTo>
                    <a:lnTo>
                      <a:pt x="328759" y="886633"/>
                    </a:lnTo>
                    <a:lnTo>
                      <a:pt x="328125" y="892980"/>
                    </a:lnTo>
                    <a:lnTo>
                      <a:pt x="326855" y="894884"/>
                    </a:lnTo>
                    <a:lnTo>
                      <a:pt x="327489" y="887903"/>
                    </a:lnTo>
                    <a:lnTo>
                      <a:pt x="326855" y="884095"/>
                    </a:lnTo>
                    <a:lnTo>
                      <a:pt x="325586" y="880921"/>
                    </a:lnTo>
                    <a:lnTo>
                      <a:pt x="323681" y="880286"/>
                    </a:lnTo>
                    <a:lnTo>
                      <a:pt x="321143" y="879652"/>
                    </a:lnTo>
                    <a:lnTo>
                      <a:pt x="319874" y="878383"/>
                    </a:lnTo>
                    <a:lnTo>
                      <a:pt x="320508" y="874575"/>
                    </a:lnTo>
                    <a:lnTo>
                      <a:pt x="330028" y="844745"/>
                    </a:lnTo>
                    <a:lnTo>
                      <a:pt x="331932" y="840937"/>
                    </a:lnTo>
                    <a:lnTo>
                      <a:pt x="333836" y="839033"/>
                    </a:lnTo>
                    <a:lnTo>
                      <a:pt x="336375" y="838398"/>
                    </a:lnTo>
                    <a:lnTo>
                      <a:pt x="336375" y="840937"/>
                    </a:lnTo>
                    <a:lnTo>
                      <a:pt x="335106" y="843476"/>
                    </a:lnTo>
                    <a:lnTo>
                      <a:pt x="334471" y="844745"/>
                    </a:lnTo>
                    <a:lnTo>
                      <a:pt x="333836" y="854265"/>
                    </a:lnTo>
                    <a:lnTo>
                      <a:pt x="334471" y="857438"/>
                    </a:lnTo>
                    <a:lnTo>
                      <a:pt x="336375" y="861246"/>
                    </a:lnTo>
                    <a:lnTo>
                      <a:pt x="338279" y="861881"/>
                    </a:lnTo>
                    <a:lnTo>
                      <a:pt x="340818" y="862516"/>
                    </a:lnTo>
                    <a:lnTo>
                      <a:pt x="343356" y="865054"/>
                    </a:lnTo>
                    <a:lnTo>
                      <a:pt x="342087" y="865054"/>
                    </a:lnTo>
                    <a:lnTo>
                      <a:pt x="339548" y="865054"/>
                    </a:lnTo>
                    <a:lnTo>
                      <a:pt x="338279" y="864420"/>
                    </a:lnTo>
                    <a:lnTo>
                      <a:pt x="338279" y="866324"/>
                    </a:lnTo>
                    <a:lnTo>
                      <a:pt x="338279" y="867593"/>
                    </a:lnTo>
                    <a:lnTo>
                      <a:pt x="338914" y="868863"/>
                    </a:lnTo>
                    <a:lnTo>
                      <a:pt x="340183" y="870132"/>
                    </a:lnTo>
                    <a:lnTo>
                      <a:pt x="338279" y="877113"/>
                    </a:lnTo>
                    <a:lnTo>
                      <a:pt x="338914" y="878383"/>
                    </a:lnTo>
                    <a:lnTo>
                      <a:pt x="341452" y="880286"/>
                    </a:lnTo>
                    <a:lnTo>
                      <a:pt x="345260" y="882191"/>
                    </a:lnTo>
                    <a:lnTo>
                      <a:pt x="348434" y="882825"/>
                    </a:lnTo>
                    <a:lnTo>
                      <a:pt x="350973" y="881556"/>
                    </a:lnTo>
                    <a:lnTo>
                      <a:pt x="352876" y="878383"/>
                    </a:lnTo>
                    <a:lnTo>
                      <a:pt x="354780" y="886633"/>
                    </a:lnTo>
                    <a:lnTo>
                      <a:pt x="356049" y="888537"/>
                    </a:lnTo>
                    <a:lnTo>
                      <a:pt x="357319" y="884729"/>
                    </a:lnTo>
                    <a:lnTo>
                      <a:pt x="357319" y="880286"/>
                    </a:lnTo>
                    <a:lnTo>
                      <a:pt x="356049" y="876479"/>
                    </a:lnTo>
                    <a:lnTo>
                      <a:pt x="353511" y="873305"/>
                    </a:lnTo>
                    <a:lnTo>
                      <a:pt x="350973" y="870766"/>
                    </a:lnTo>
                    <a:lnTo>
                      <a:pt x="351607" y="868863"/>
                    </a:lnTo>
                    <a:lnTo>
                      <a:pt x="351607" y="866958"/>
                    </a:lnTo>
                    <a:lnTo>
                      <a:pt x="350973" y="865054"/>
                    </a:lnTo>
                    <a:lnTo>
                      <a:pt x="349703" y="863785"/>
                    </a:lnTo>
                    <a:lnTo>
                      <a:pt x="350338" y="861881"/>
                    </a:lnTo>
                    <a:lnTo>
                      <a:pt x="350973" y="859342"/>
                    </a:lnTo>
                    <a:lnTo>
                      <a:pt x="350973" y="856804"/>
                    </a:lnTo>
                    <a:lnTo>
                      <a:pt x="350338" y="855534"/>
                    </a:lnTo>
                    <a:lnTo>
                      <a:pt x="349703" y="853630"/>
                    </a:lnTo>
                    <a:lnTo>
                      <a:pt x="350338" y="851092"/>
                    </a:lnTo>
                    <a:lnTo>
                      <a:pt x="351607" y="846649"/>
                    </a:lnTo>
                    <a:lnTo>
                      <a:pt x="352242" y="839668"/>
                    </a:lnTo>
                    <a:lnTo>
                      <a:pt x="352876" y="835860"/>
                    </a:lnTo>
                    <a:lnTo>
                      <a:pt x="354146" y="833321"/>
                    </a:lnTo>
                    <a:lnTo>
                      <a:pt x="356049" y="837129"/>
                    </a:lnTo>
                    <a:lnTo>
                      <a:pt x="353511" y="847918"/>
                    </a:lnTo>
                    <a:lnTo>
                      <a:pt x="353511" y="853630"/>
                    </a:lnTo>
                    <a:lnTo>
                      <a:pt x="354146" y="855534"/>
                    </a:lnTo>
                    <a:lnTo>
                      <a:pt x="356049" y="856804"/>
                    </a:lnTo>
                    <a:lnTo>
                      <a:pt x="356685" y="858073"/>
                    </a:lnTo>
                    <a:lnTo>
                      <a:pt x="356685" y="859342"/>
                    </a:lnTo>
                    <a:lnTo>
                      <a:pt x="356685" y="862516"/>
                    </a:lnTo>
                    <a:lnTo>
                      <a:pt x="356685" y="864420"/>
                    </a:lnTo>
                    <a:lnTo>
                      <a:pt x="356685" y="866958"/>
                    </a:lnTo>
                    <a:lnTo>
                      <a:pt x="356049" y="869497"/>
                    </a:lnTo>
                    <a:lnTo>
                      <a:pt x="356685" y="872036"/>
                    </a:lnTo>
                    <a:lnTo>
                      <a:pt x="360493" y="873940"/>
                    </a:lnTo>
                    <a:lnTo>
                      <a:pt x="359858" y="875844"/>
                    </a:lnTo>
                    <a:lnTo>
                      <a:pt x="363666" y="878383"/>
                    </a:lnTo>
                    <a:lnTo>
                      <a:pt x="361127" y="870766"/>
                    </a:lnTo>
                    <a:lnTo>
                      <a:pt x="360493" y="866958"/>
                    </a:lnTo>
                    <a:lnTo>
                      <a:pt x="360493" y="863150"/>
                    </a:lnTo>
                    <a:lnTo>
                      <a:pt x="361762" y="863150"/>
                    </a:lnTo>
                    <a:lnTo>
                      <a:pt x="363666" y="866324"/>
                    </a:lnTo>
                    <a:lnTo>
                      <a:pt x="366205" y="868863"/>
                    </a:lnTo>
                    <a:lnTo>
                      <a:pt x="368743" y="872036"/>
                    </a:lnTo>
                    <a:lnTo>
                      <a:pt x="370647" y="877113"/>
                    </a:lnTo>
                    <a:lnTo>
                      <a:pt x="373186" y="872036"/>
                    </a:lnTo>
                    <a:lnTo>
                      <a:pt x="373820" y="864420"/>
                    </a:lnTo>
                    <a:lnTo>
                      <a:pt x="373820" y="842206"/>
                    </a:lnTo>
                    <a:lnTo>
                      <a:pt x="374455" y="838398"/>
                    </a:lnTo>
                    <a:lnTo>
                      <a:pt x="375725" y="835225"/>
                    </a:lnTo>
                    <a:lnTo>
                      <a:pt x="376994" y="835225"/>
                    </a:lnTo>
                    <a:lnTo>
                      <a:pt x="379533" y="833956"/>
                    </a:lnTo>
                    <a:lnTo>
                      <a:pt x="381436" y="831417"/>
                    </a:lnTo>
                    <a:lnTo>
                      <a:pt x="378898" y="826340"/>
                    </a:lnTo>
                    <a:lnTo>
                      <a:pt x="380802" y="824436"/>
                    </a:lnTo>
                    <a:lnTo>
                      <a:pt x="383341" y="822532"/>
                    </a:lnTo>
                    <a:lnTo>
                      <a:pt x="383975" y="819993"/>
                    </a:lnTo>
                    <a:lnTo>
                      <a:pt x="383975" y="816185"/>
                    </a:lnTo>
                    <a:lnTo>
                      <a:pt x="385879" y="815550"/>
                    </a:lnTo>
                    <a:lnTo>
                      <a:pt x="387783" y="817454"/>
                    </a:lnTo>
                    <a:lnTo>
                      <a:pt x="387783" y="820628"/>
                    </a:lnTo>
                    <a:lnTo>
                      <a:pt x="385245" y="825705"/>
                    </a:lnTo>
                    <a:lnTo>
                      <a:pt x="385879" y="826974"/>
                    </a:lnTo>
                    <a:lnTo>
                      <a:pt x="389053" y="826340"/>
                    </a:lnTo>
                    <a:lnTo>
                      <a:pt x="390322" y="827609"/>
                    </a:lnTo>
                    <a:lnTo>
                      <a:pt x="390322" y="830782"/>
                    </a:lnTo>
                    <a:lnTo>
                      <a:pt x="389053" y="836494"/>
                    </a:lnTo>
                    <a:lnTo>
                      <a:pt x="391592" y="835860"/>
                    </a:lnTo>
                    <a:lnTo>
                      <a:pt x="395399" y="832052"/>
                    </a:lnTo>
                    <a:lnTo>
                      <a:pt x="397938" y="830782"/>
                    </a:lnTo>
                    <a:lnTo>
                      <a:pt x="400476" y="831417"/>
                    </a:lnTo>
                    <a:lnTo>
                      <a:pt x="400476" y="838398"/>
                    </a:lnTo>
                    <a:lnTo>
                      <a:pt x="401746" y="840937"/>
                    </a:lnTo>
                    <a:lnTo>
                      <a:pt x="403015" y="838398"/>
                    </a:lnTo>
                    <a:lnTo>
                      <a:pt x="409996" y="821897"/>
                    </a:lnTo>
                    <a:lnTo>
                      <a:pt x="413170" y="820628"/>
                    </a:lnTo>
                    <a:lnTo>
                      <a:pt x="412535" y="825070"/>
                    </a:lnTo>
                    <a:lnTo>
                      <a:pt x="409362" y="835225"/>
                    </a:lnTo>
                    <a:lnTo>
                      <a:pt x="410632" y="841572"/>
                    </a:lnTo>
                    <a:lnTo>
                      <a:pt x="411901" y="841572"/>
                    </a:lnTo>
                    <a:lnTo>
                      <a:pt x="415074" y="839668"/>
                    </a:lnTo>
                    <a:lnTo>
                      <a:pt x="416978" y="838398"/>
                    </a:lnTo>
                    <a:lnTo>
                      <a:pt x="422055" y="832686"/>
                    </a:lnTo>
                    <a:lnTo>
                      <a:pt x="419516" y="831417"/>
                    </a:lnTo>
                    <a:lnTo>
                      <a:pt x="418882" y="828878"/>
                    </a:lnTo>
                    <a:lnTo>
                      <a:pt x="418882" y="825705"/>
                    </a:lnTo>
                    <a:lnTo>
                      <a:pt x="419516" y="822532"/>
                    </a:lnTo>
                    <a:lnTo>
                      <a:pt x="421421" y="822532"/>
                    </a:lnTo>
                    <a:lnTo>
                      <a:pt x="422055" y="821897"/>
                    </a:lnTo>
                    <a:lnTo>
                      <a:pt x="422690" y="819993"/>
                    </a:lnTo>
                    <a:lnTo>
                      <a:pt x="422055" y="817454"/>
                    </a:lnTo>
                    <a:lnTo>
                      <a:pt x="427767" y="818089"/>
                    </a:lnTo>
                    <a:lnTo>
                      <a:pt x="429036" y="814281"/>
                    </a:lnTo>
                    <a:lnTo>
                      <a:pt x="428402" y="809838"/>
                    </a:lnTo>
                    <a:lnTo>
                      <a:pt x="429036" y="807300"/>
                    </a:lnTo>
                    <a:lnTo>
                      <a:pt x="433480" y="805396"/>
                    </a:lnTo>
                    <a:lnTo>
                      <a:pt x="436018" y="802857"/>
                    </a:lnTo>
                    <a:lnTo>
                      <a:pt x="436653" y="799049"/>
                    </a:lnTo>
                    <a:lnTo>
                      <a:pt x="437287" y="793337"/>
                    </a:lnTo>
                    <a:lnTo>
                      <a:pt x="431575" y="795875"/>
                    </a:lnTo>
                    <a:lnTo>
                      <a:pt x="430306" y="793337"/>
                    </a:lnTo>
                    <a:lnTo>
                      <a:pt x="430306" y="788894"/>
                    </a:lnTo>
                    <a:lnTo>
                      <a:pt x="428402" y="785721"/>
                    </a:lnTo>
                    <a:lnTo>
                      <a:pt x="427767" y="784451"/>
                    </a:lnTo>
                    <a:lnTo>
                      <a:pt x="429036" y="781913"/>
                    </a:lnTo>
                    <a:lnTo>
                      <a:pt x="429672" y="778105"/>
                    </a:lnTo>
                    <a:lnTo>
                      <a:pt x="430306" y="771123"/>
                    </a:lnTo>
                    <a:lnTo>
                      <a:pt x="430306" y="759065"/>
                    </a:lnTo>
                    <a:lnTo>
                      <a:pt x="432210" y="754622"/>
                    </a:lnTo>
                    <a:lnTo>
                      <a:pt x="432845" y="742563"/>
                    </a:lnTo>
                    <a:lnTo>
                      <a:pt x="435383" y="740025"/>
                    </a:lnTo>
                    <a:lnTo>
                      <a:pt x="438556" y="737486"/>
                    </a:lnTo>
                    <a:lnTo>
                      <a:pt x="441095" y="734313"/>
                    </a:lnTo>
                    <a:lnTo>
                      <a:pt x="441730" y="730505"/>
                    </a:lnTo>
                    <a:lnTo>
                      <a:pt x="439192" y="726697"/>
                    </a:lnTo>
                    <a:lnTo>
                      <a:pt x="431575" y="719715"/>
                    </a:lnTo>
                    <a:lnTo>
                      <a:pt x="430306" y="717176"/>
                    </a:lnTo>
                    <a:lnTo>
                      <a:pt x="430306" y="714638"/>
                    </a:lnTo>
                    <a:lnTo>
                      <a:pt x="427767" y="713368"/>
                    </a:lnTo>
                    <a:lnTo>
                      <a:pt x="426498" y="711464"/>
                    </a:lnTo>
                    <a:lnTo>
                      <a:pt x="429672" y="707656"/>
                    </a:lnTo>
                    <a:lnTo>
                      <a:pt x="437287" y="703214"/>
                    </a:lnTo>
                    <a:lnTo>
                      <a:pt x="439192" y="701310"/>
                    </a:lnTo>
                    <a:lnTo>
                      <a:pt x="442365" y="694963"/>
                    </a:lnTo>
                    <a:lnTo>
                      <a:pt x="444903" y="692424"/>
                    </a:lnTo>
                    <a:lnTo>
                      <a:pt x="447442" y="692424"/>
                    </a:lnTo>
                    <a:lnTo>
                      <a:pt x="446807" y="696867"/>
                    </a:lnTo>
                    <a:lnTo>
                      <a:pt x="449346" y="696867"/>
                    </a:lnTo>
                    <a:lnTo>
                      <a:pt x="452520" y="694328"/>
                    </a:lnTo>
                    <a:lnTo>
                      <a:pt x="455058" y="690520"/>
                    </a:lnTo>
                    <a:lnTo>
                      <a:pt x="451885" y="689886"/>
                    </a:lnTo>
                    <a:lnTo>
                      <a:pt x="450615" y="689886"/>
                    </a:lnTo>
                    <a:lnTo>
                      <a:pt x="450615" y="675923"/>
                    </a:lnTo>
                    <a:lnTo>
                      <a:pt x="449981" y="669576"/>
                    </a:lnTo>
                    <a:lnTo>
                      <a:pt x="450615" y="668942"/>
                    </a:lnTo>
                    <a:lnTo>
                      <a:pt x="453789" y="668307"/>
                    </a:lnTo>
                    <a:lnTo>
                      <a:pt x="460135" y="668307"/>
                    </a:lnTo>
                    <a:lnTo>
                      <a:pt x="462040" y="672115"/>
                    </a:lnTo>
                    <a:lnTo>
                      <a:pt x="460135" y="685443"/>
                    </a:lnTo>
                    <a:lnTo>
                      <a:pt x="460135" y="687347"/>
                    </a:lnTo>
                    <a:lnTo>
                      <a:pt x="460770" y="691155"/>
                    </a:lnTo>
                    <a:lnTo>
                      <a:pt x="460770" y="693059"/>
                    </a:lnTo>
                    <a:lnTo>
                      <a:pt x="460135" y="694328"/>
                    </a:lnTo>
                    <a:lnTo>
                      <a:pt x="458232" y="696232"/>
                    </a:lnTo>
                    <a:lnTo>
                      <a:pt x="457597" y="696867"/>
                    </a:lnTo>
                    <a:lnTo>
                      <a:pt x="456962" y="700040"/>
                    </a:lnTo>
                    <a:lnTo>
                      <a:pt x="456962" y="703848"/>
                    </a:lnTo>
                    <a:lnTo>
                      <a:pt x="457597" y="707656"/>
                    </a:lnTo>
                    <a:lnTo>
                      <a:pt x="460135" y="710195"/>
                    </a:lnTo>
                    <a:lnTo>
                      <a:pt x="462040" y="709560"/>
                    </a:lnTo>
                    <a:lnTo>
                      <a:pt x="463309" y="706387"/>
                    </a:lnTo>
                    <a:lnTo>
                      <a:pt x="465213" y="700040"/>
                    </a:lnTo>
                    <a:lnTo>
                      <a:pt x="466482" y="698136"/>
                    </a:lnTo>
                    <a:lnTo>
                      <a:pt x="472194" y="693059"/>
                    </a:lnTo>
                    <a:lnTo>
                      <a:pt x="473463" y="696232"/>
                    </a:lnTo>
                    <a:lnTo>
                      <a:pt x="478541" y="700675"/>
                    </a:lnTo>
                    <a:lnTo>
                      <a:pt x="477906" y="701944"/>
                    </a:lnTo>
                    <a:lnTo>
                      <a:pt x="476002" y="701944"/>
                    </a:lnTo>
                    <a:lnTo>
                      <a:pt x="471560" y="700675"/>
                    </a:lnTo>
                    <a:lnTo>
                      <a:pt x="470290" y="701310"/>
                    </a:lnTo>
                    <a:lnTo>
                      <a:pt x="469021" y="703848"/>
                    </a:lnTo>
                    <a:lnTo>
                      <a:pt x="467117" y="706387"/>
                    </a:lnTo>
                    <a:lnTo>
                      <a:pt x="469021" y="707656"/>
                    </a:lnTo>
                    <a:lnTo>
                      <a:pt x="470925" y="710195"/>
                    </a:lnTo>
                    <a:lnTo>
                      <a:pt x="471560" y="712734"/>
                    </a:lnTo>
                    <a:lnTo>
                      <a:pt x="470290" y="714638"/>
                    </a:lnTo>
                    <a:lnTo>
                      <a:pt x="468386" y="714638"/>
                    </a:lnTo>
                    <a:lnTo>
                      <a:pt x="465848" y="712734"/>
                    </a:lnTo>
                    <a:lnTo>
                      <a:pt x="463943" y="712734"/>
                    </a:lnTo>
                    <a:lnTo>
                      <a:pt x="462040" y="715272"/>
                    </a:lnTo>
                    <a:lnTo>
                      <a:pt x="461405" y="719715"/>
                    </a:lnTo>
                    <a:lnTo>
                      <a:pt x="462040" y="728601"/>
                    </a:lnTo>
                    <a:lnTo>
                      <a:pt x="467117" y="726697"/>
                    </a:lnTo>
                    <a:lnTo>
                      <a:pt x="472194" y="720985"/>
                    </a:lnTo>
                    <a:lnTo>
                      <a:pt x="476637" y="720985"/>
                    </a:lnTo>
                    <a:lnTo>
                      <a:pt x="482983" y="724793"/>
                    </a:lnTo>
                    <a:lnTo>
                      <a:pt x="487426" y="726062"/>
                    </a:lnTo>
                    <a:lnTo>
                      <a:pt x="489965" y="724158"/>
                    </a:lnTo>
                    <a:lnTo>
                      <a:pt x="496312" y="722888"/>
                    </a:lnTo>
                    <a:lnTo>
                      <a:pt x="516621" y="731774"/>
                    </a:lnTo>
                    <a:lnTo>
                      <a:pt x="521063" y="727966"/>
                    </a:lnTo>
                    <a:lnTo>
                      <a:pt x="518525" y="727331"/>
                    </a:lnTo>
                    <a:lnTo>
                      <a:pt x="516621" y="726697"/>
                    </a:lnTo>
                    <a:lnTo>
                      <a:pt x="514717" y="725427"/>
                    </a:lnTo>
                    <a:lnTo>
                      <a:pt x="512813" y="722888"/>
                    </a:lnTo>
                    <a:lnTo>
                      <a:pt x="515987" y="724158"/>
                    </a:lnTo>
                    <a:lnTo>
                      <a:pt x="517256" y="722888"/>
                    </a:lnTo>
                    <a:lnTo>
                      <a:pt x="516621" y="720350"/>
                    </a:lnTo>
                    <a:lnTo>
                      <a:pt x="514717" y="717176"/>
                    </a:lnTo>
                    <a:lnTo>
                      <a:pt x="512813" y="716542"/>
                    </a:lnTo>
                    <a:lnTo>
                      <a:pt x="510274" y="716542"/>
                    </a:lnTo>
                    <a:lnTo>
                      <a:pt x="508370" y="715907"/>
                    </a:lnTo>
                    <a:lnTo>
                      <a:pt x="507101" y="713368"/>
                    </a:lnTo>
                    <a:lnTo>
                      <a:pt x="507101" y="710195"/>
                    </a:lnTo>
                    <a:lnTo>
                      <a:pt x="507736" y="703214"/>
                    </a:lnTo>
                    <a:lnTo>
                      <a:pt x="507101" y="701310"/>
                    </a:lnTo>
                    <a:lnTo>
                      <a:pt x="504562" y="698771"/>
                    </a:lnTo>
                    <a:lnTo>
                      <a:pt x="500754" y="693694"/>
                    </a:lnTo>
                    <a:lnTo>
                      <a:pt x="498216" y="691790"/>
                    </a:lnTo>
                    <a:lnTo>
                      <a:pt x="503293" y="691790"/>
                    </a:lnTo>
                    <a:lnTo>
                      <a:pt x="507101" y="690520"/>
                    </a:lnTo>
                    <a:lnTo>
                      <a:pt x="510274" y="687982"/>
                    </a:lnTo>
                    <a:lnTo>
                      <a:pt x="512813" y="682904"/>
                    </a:lnTo>
                    <a:lnTo>
                      <a:pt x="514082" y="684808"/>
                    </a:lnTo>
                    <a:lnTo>
                      <a:pt x="515352" y="687347"/>
                    </a:lnTo>
                    <a:lnTo>
                      <a:pt x="517256" y="693059"/>
                    </a:lnTo>
                    <a:lnTo>
                      <a:pt x="517890" y="693694"/>
                    </a:lnTo>
                    <a:lnTo>
                      <a:pt x="519160" y="691155"/>
                    </a:lnTo>
                    <a:lnTo>
                      <a:pt x="519794" y="687982"/>
                    </a:lnTo>
                    <a:lnTo>
                      <a:pt x="520429" y="685443"/>
                    </a:lnTo>
                    <a:lnTo>
                      <a:pt x="519794" y="683539"/>
                    </a:lnTo>
                    <a:lnTo>
                      <a:pt x="519160" y="682904"/>
                    </a:lnTo>
                    <a:lnTo>
                      <a:pt x="518525" y="682270"/>
                    </a:lnTo>
                    <a:lnTo>
                      <a:pt x="517256" y="681635"/>
                    </a:lnTo>
                    <a:lnTo>
                      <a:pt x="515987" y="680366"/>
                    </a:lnTo>
                    <a:lnTo>
                      <a:pt x="515987" y="679096"/>
                    </a:lnTo>
                    <a:lnTo>
                      <a:pt x="516621" y="677827"/>
                    </a:lnTo>
                    <a:lnTo>
                      <a:pt x="516621" y="676558"/>
                    </a:lnTo>
                    <a:lnTo>
                      <a:pt x="515352" y="673384"/>
                    </a:lnTo>
                    <a:lnTo>
                      <a:pt x="509640" y="667038"/>
                    </a:lnTo>
                    <a:lnTo>
                      <a:pt x="514717" y="665768"/>
                    </a:lnTo>
                    <a:lnTo>
                      <a:pt x="518525" y="666403"/>
                    </a:lnTo>
                    <a:lnTo>
                      <a:pt x="521063" y="669576"/>
                    </a:lnTo>
                    <a:lnTo>
                      <a:pt x="524237" y="682270"/>
                    </a:lnTo>
                    <a:lnTo>
                      <a:pt x="525507" y="684808"/>
                    </a:lnTo>
                    <a:lnTo>
                      <a:pt x="528045" y="684174"/>
                    </a:lnTo>
                    <a:lnTo>
                      <a:pt x="532488" y="681635"/>
                    </a:lnTo>
                    <a:lnTo>
                      <a:pt x="530584" y="678462"/>
                    </a:lnTo>
                    <a:lnTo>
                      <a:pt x="533757" y="672115"/>
                    </a:lnTo>
                    <a:lnTo>
                      <a:pt x="533757" y="667038"/>
                    </a:lnTo>
                    <a:lnTo>
                      <a:pt x="537566" y="668942"/>
                    </a:lnTo>
                    <a:lnTo>
                      <a:pt x="541373" y="668942"/>
                    </a:lnTo>
                    <a:lnTo>
                      <a:pt x="548989" y="666403"/>
                    </a:lnTo>
                    <a:lnTo>
                      <a:pt x="548355" y="665768"/>
                    </a:lnTo>
                    <a:lnTo>
                      <a:pt x="547720" y="665134"/>
                    </a:lnTo>
                    <a:lnTo>
                      <a:pt x="546450" y="664499"/>
                    </a:lnTo>
                    <a:lnTo>
                      <a:pt x="545181" y="663864"/>
                    </a:lnTo>
                    <a:lnTo>
                      <a:pt x="547086" y="658152"/>
                    </a:lnTo>
                    <a:lnTo>
                      <a:pt x="543912" y="655614"/>
                    </a:lnTo>
                    <a:lnTo>
                      <a:pt x="537566" y="654979"/>
                    </a:lnTo>
                    <a:lnTo>
                      <a:pt x="536930" y="650536"/>
                    </a:lnTo>
                    <a:lnTo>
                      <a:pt x="539469" y="649902"/>
                    </a:lnTo>
                    <a:lnTo>
                      <a:pt x="543277" y="650536"/>
                    </a:lnTo>
                    <a:lnTo>
                      <a:pt x="546450" y="649902"/>
                    </a:lnTo>
                    <a:lnTo>
                      <a:pt x="547086" y="653710"/>
                    </a:lnTo>
                    <a:lnTo>
                      <a:pt x="548989" y="656248"/>
                    </a:lnTo>
                    <a:lnTo>
                      <a:pt x="556606" y="660691"/>
                    </a:lnTo>
                    <a:lnTo>
                      <a:pt x="556606" y="659422"/>
                    </a:lnTo>
                    <a:lnTo>
                      <a:pt x="555336" y="656248"/>
                    </a:lnTo>
                    <a:lnTo>
                      <a:pt x="554701" y="652440"/>
                    </a:lnTo>
                    <a:lnTo>
                      <a:pt x="555970" y="646094"/>
                    </a:lnTo>
                    <a:lnTo>
                      <a:pt x="557875" y="646728"/>
                    </a:lnTo>
                    <a:lnTo>
                      <a:pt x="559779" y="651806"/>
                    </a:lnTo>
                    <a:lnTo>
                      <a:pt x="561682" y="658152"/>
                    </a:lnTo>
                    <a:lnTo>
                      <a:pt x="562317" y="659422"/>
                    </a:lnTo>
                    <a:lnTo>
                      <a:pt x="563587" y="660056"/>
                    </a:lnTo>
                    <a:lnTo>
                      <a:pt x="566126" y="659422"/>
                    </a:lnTo>
                    <a:lnTo>
                      <a:pt x="567395" y="658787"/>
                    </a:lnTo>
                    <a:lnTo>
                      <a:pt x="566760" y="657518"/>
                    </a:lnTo>
                    <a:lnTo>
                      <a:pt x="565490" y="656248"/>
                    </a:lnTo>
                    <a:lnTo>
                      <a:pt x="564856" y="654979"/>
                    </a:lnTo>
                    <a:lnTo>
                      <a:pt x="564856" y="653075"/>
                    </a:lnTo>
                    <a:lnTo>
                      <a:pt x="564221" y="651806"/>
                    </a:lnTo>
                    <a:lnTo>
                      <a:pt x="564221" y="650536"/>
                    </a:lnTo>
                    <a:lnTo>
                      <a:pt x="565490" y="649267"/>
                    </a:lnTo>
                    <a:lnTo>
                      <a:pt x="566760" y="649267"/>
                    </a:lnTo>
                    <a:lnTo>
                      <a:pt x="567395" y="650536"/>
                    </a:lnTo>
                    <a:lnTo>
                      <a:pt x="568029" y="651806"/>
                    </a:lnTo>
                    <a:lnTo>
                      <a:pt x="568664" y="652440"/>
                    </a:lnTo>
                    <a:lnTo>
                      <a:pt x="573741" y="652440"/>
                    </a:lnTo>
                    <a:lnTo>
                      <a:pt x="575646" y="656248"/>
                    </a:lnTo>
                    <a:lnTo>
                      <a:pt x="576280" y="661960"/>
                    </a:lnTo>
                    <a:lnTo>
                      <a:pt x="578819" y="667672"/>
                    </a:lnTo>
                    <a:lnTo>
                      <a:pt x="582627" y="674019"/>
                    </a:lnTo>
                    <a:lnTo>
                      <a:pt x="585166" y="677192"/>
                    </a:lnTo>
                    <a:lnTo>
                      <a:pt x="585800" y="676558"/>
                    </a:lnTo>
                    <a:lnTo>
                      <a:pt x="588339" y="674654"/>
                    </a:lnTo>
                    <a:lnTo>
                      <a:pt x="587704" y="678462"/>
                    </a:lnTo>
                    <a:lnTo>
                      <a:pt x="588339" y="681635"/>
                    </a:lnTo>
                    <a:lnTo>
                      <a:pt x="589608" y="684174"/>
                    </a:lnTo>
                    <a:lnTo>
                      <a:pt x="592781" y="686078"/>
                    </a:lnTo>
                    <a:lnTo>
                      <a:pt x="593416" y="682904"/>
                    </a:lnTo>
                    <a:lnTo>
                      <a:pt x="595955" y="672750"/>
                    </a:lnTo>
                    <a:lnTo>
                      <a:pt x="596589" y="670211"/>
                    </a:lnTo>
                    <a:lnTo>
                      <a:pt x="595955" y="668942"/>
                    </a:lnTo>
                    <a:lnTo>
                      <a:pt x="595955" y="668307"/>
                    </a:lnTo>
                    <a:lnTo>
                      <a:pt x="597224" y="667038"/>
                    </a:lnTo>
                    <a:lnTo>
                      <a:pt x="598494" y="667038"/>
                    </a:lnTo>
                    <a:lnTo>
                      <a:pt x="599128" y="668307"/>
                    </a:lnTo>
                    <a:lnTo>
                      <a:pt x="600397" y="669576"/>
                    </a:lnTo>
                    <a:lnTo>
                      <a:pt x="602301" y="668942"/>
                    </a:lnTo>
                    <a:lnTo>
                      <a:pt x="602936" y="667672"/>
                    </a:lnTo>
                    <a:lnTo>
                      <a:pt x="602936" y="665768"/>
                    </a:lnTo>
                    <a:lnTo>
                      <a:pt x="602936" y="663864"/>
                    </a:lnTo>
                    <a:lnTo>
                      <a:pt x="602301" y="661960"/>
                    </a:lnTo>
                    <a:lnTo>
                      <a:pt x="601667" y="661326"/>
                    </a:lnTo>
                    <a:lnTo>
                      <a:pt x="597859" y="655614"/>
                    </a:lnTo>
                    <a:lnTo>
                      <a:pt x="597224" y="654344"/>
                    </a:lnTo>
                    <a:lnTo>
                      <a:pt x="590877" y="653075"/>
                    </a:lnTo>
                    <a:lnTo>
                      <a:pt x="588339" y="651806"/>
                    </a:lnTo>
                    <a:lnTo>
                      <a:pt x="590243" y="649902"/>
                    </a:lnTo>
                    <a:lnTo>
                      <a:pt x="594050" y="650536"/>
                    </a:lnTo>
                    <a:lnTo>
                      <a:pt x="595955" y="649902"/>
                    </a:lnTo>
                    <a:lnTo>
                      <a:pt x="595955" y="649267"/>
                    </a:lnTo>
                    <a:lnTo>
                      <a:pt x="595320" y="646728"/>
                    </a:lnTo>
                    <a:lnTo>
                      <a:pt x="595320" y="644824"/>
                    </a:lnTo>
                    <a:lnTo>
                      <a:pt x="595955" y="643555"/>
                    </a:lnTo>
                    <a:lnTo>
                      <a:pt x="597859" y="642920"/>
                    </a:lnTo>
                    <a:lnTo>
                      <a:pt x="602936" y="658152"/>
                    </a:lnTo>
                    <a:lnTo>
                      <a:pt x="603571" y="660056"/>
                    </a:lnTo>
                    <a:lnTo>
                      <a:pt x="604206" y="660691"/>
                    </a:lnTo>
                    <a:lnTo>
                      <a:pt x="605475" y="661326"/>
                    </a:lnTo>
                    <a:lnTo>
                      <a:pt x="606744" y="661960"/>
                    </a:lnTo>
                    <a:lnTo>
                      <a:pt x="609283" y="662595"/>
                    </a:lnTo>
                    <a:lnTo>
                      <a:pt x="609283" y="660691"/>
                    </a:lnTo>
                    <a:lnTo>
                      <a:pt x="607379" y="656248"/>
                    </a:lnTo>
                    <a:lnTo>
                      <a:pt x="606744" y="652440"/>
                    </a:lnTo>
                    <a:lnTo>
                      <a:pt x="606744" y="647998"/>
                    </a:lnTo>
                    <a:lnTo>
                      <a:pt x="608014" y="644189"/>
                    </a:lnTo>
                    <a:lnTo>
                      <a:pt x="610553" y="642286"/>
                    </a:lnTo>
                    <a:lnTo>
                      <a:pt x="609917" y="647998"/>
                    </a:lnTo>
                    <a:lnTo>
                      <a:pt x="610553" y="654979"/>
                    </a:lnTo>
                    <a:lnTo>
                      <a:pt x="613091" y="660691"/>
                    </a:lnTo>
                    <a:lnTo>
                      <a:pt x="617534" y="663230"/>
                    </a:lnTo>
                    <a:lnTo>
                      <a:pt x="616264" y="657518"/>
                    </a:lnTo>
                    <a:lnTo>
                      <a:pt x="615629" y="646094"/>
                    </a:lnTo>
                    <a:lnTo>
                      <a:pt x="613726" y="641651"/>
                    </a:lnTo>
                    <a:lnTo>
                      <a:pt x="616264" y="642286"/>
                    </a:lnTo>
                    <a:lnTo>
                      <a:pt x="618803" y="642286"/>
                    </a:lnTo>
                    <a:lnTo>
                      <a:pt x="620707" y="641016"/>
                    </a:lnTo>
                    <a:lnTo>
                      <a:pt x="620707" y="637208"/>
                    </a:lnTo>
                    <a:lnTo>
                      <a:pt x="618803" y="634669"/>
                    </a:lnTo>
                    <a:lnTo>
                      <a:pt x="613726" y="630861"/>
                    </a:lnTo>
                    <a:lnTo>
                      <a:pt x="612456" y="628323"/>
                    </a:lnTo>
                    <a:lnTo>
                      <a:pt x="613091" y="627688"/>
                    </a:lnTo>
                    <a:lnTo>
                      <a:pt x="614995" y="627053"/>
                    </a:lnTo>
                    <a:lnTo>
                      <a:pt x="616899" y="625149"/>
                    </a:lnTo>
                    <a:lnTo>
                      <a:pt x="616899" y="618803"/>
                    </a:lnTo>
                    <a:lnTo>
                      <a:pt x="618168" y="616899"/>
                    </a:lnTo>
                    <a:lnTo>
                      <a:pt x="620073" y="616264"/>
                    </a:lnTo>
                    <a:lnTo>
                      <a:pt x="622611" y="617533"/>
                    </a:lnTo>
                    <a:lnTo>
                      <a:pt x="623246" y="613725"/>
                    </a:lnTo>
                    <a:lnTo>
                      <a:pt x="623880" y="610552"/>
                    </a:lnTo>
                    <a:lnTo>
                      <a:pt x="625149" y="609917"/>
                    </a:lnTo>
                    <a:lnTo>
                      <a:pt x="627054" y="613091"/>
                    </a:lnTo>
                    <a:lnTo>
                      <a:pt x="627054" y="616899"/>
                    </a:lnTo>
                    <a:lnTo>
                      <a:pt x="626419" y="621341"/>
                    </a:lnTo>
                    <a:lnTo>
                      <a:pt x="626419" y="624515"/>
                    </a:lnTo>
                    <a:lnTo>
                      <a:pt x="628957" y="626419"/>
                    </a:lnTo>
                    <a:lnTo>
                      <a:pt x="629593" y="627053"/>
                    </a:lnTo>
                    <a:lnTo>
                      <a:pt x="629593" y="624515"/>
                    </a:lnTo>
                    <a:lnTo>
                      <a:pt x="628957" y="623880"/>
                    </a:lnTo>
                    <a:lnTo>
                      <a:pt x="630862" y="611187"/>
                    </a:lnTo>
                    <a:lnTo>
                      <a:pt x="632131" y="609283"/>
                    </a:lnTo>
                    <a:lnTo>
                      <a:pt x="633400" y="610552"/>
                    </a:lnTo>
                    <a:lnTo>
                      <a:pt x="634669" y="622611"/>
                    </a:lnTo>
                    <a:lnTo>
                      <a:pt x="636574" y="626419"/>
                    </a:lnTo>
                    <a:lnTo>
                      <a:pt x="639113" y="628957"/>
                    </a:lnTo>
                    <a:lnTo>
                      <a:pt x="641651" y="629592"/>
                    </a:lnTo>
                    <a:lnTo>
                      <a:pt x="644190" y="629592"/>
                    </a:lnTo>
                    <a:lnTo>
                      <a:pt x="646728" y="616899"/>
                    </a:lnTo>
                    <a:lnTo>
                      <a:pt x="648633" y="613091"/>
                    </a:lnTo>
                    <a:lnTo>
                      <a:pt x="649902" y="611187"/>
                    </a:lnTo>
                    <a:lnTo>
                      <a:pt x="651806" y="610552"/>
                    </a:lnTo>
                    <a:lnTo>
                      <a:pt x="653075" y="611187"/>
                    </a:lnTo>
                    <a:lnTo>
                      <a:pt x="654344" y="613091"/>
                    </a:lnTo>
                    <a:lnTo>
                      <a:pt x="654979" y="614995"/>
                    </a:lnTo>
                    <a:lnTo>
                      <a:pt x="655614" y="616899"/>
                    </a:lnTo>
                    <a:lnTo>
                      <a:pt x="655614" y="617533"/>
                    </a:lnTo>
                    <a:lnTo>
                      <a:pt x="656248" y="618168"/>
                    </a:lnTo>
                    <a:lnTo>
                      <a:pt x="658787" y="618803"/>
                    </a:lnTo>
                    <a:lnTo>
                      <a:pt x="660056" y="618803"/>
                    </a:lnTo>
                    <a:lnTo>
                      <a:pt x="661326" y="618168"/>
                    </a:lnTo>
                    <a:lnTo>
                      <a:pt x="662595" y="617533"/>
                    </a:lnTo>
                    <a:lnTo>
                      <a:pt x="663230" y="616899"/>
                    </a:lnTo>
                    <a:lnTo>
                      <a:pt x="664499" y="616264"/>
                    </a:lnTo>
                    <a:lnTo>
                      <a:pt x="666403" y="614995"/>
                    </a:lnTo>
                    <a:lnTo>
                      <a:pt x="667673" y="613725"/>
                    </a:lnTo>
                    <a:lnTo>
                      <a:pt x="667037" y="612456"/>
                    </a:lnTo>
                    <a:lnTo>
                      <a:pt x="665768" y="610552"/>
                    </a:lnTo>
                    <a:lnTo>
                      <a:pt x="665134" y="608648"/>
                    </a:lnTo>
                    <a:lnTo>
                      <a:pt x="665134" y="606744"/>
                    </a:lnTo>
                    <a:lnTo>
                      <a:pt x="665134" y="604840"/>
                    </a:lnTo>
                    <a:lnTo>
                      <a:pt x="663230" y="597859"/>
                    </a:lnTo>
                    <a:lnTo>
                      <a:pt x="661326" y="596589"/>
                    </a:lnTo>
                    <a:lnTo>
                      <a:pt x="657517" y="597859"/>
                    </a:lnTo>
                    <a:lnTo>
                      <a:pt x="662595" y="589608"/>
                    </a:lnTo>
                    <a:lnTo>
                      <a:pt x="665134" y="588339"/>
                    </a:lnTo>
                    <a:lnTo>
                      <a:pt x="667673" y="593416"/>
                    </a:lnTo>
                    <a:lnTo>
                      <a:pt x="668942" y="592781"/>
                    </a:lnTo>
                    <a:lnTo>
                      <a:pt x="669576" y="589608"/>
                    </a:lnTo>
                    <a:lnTo>
                      <a:pt x="671481" y="588973"/>
                    </a:lnTo>
                    <a:lnTo>
                      <a:pt x="673384" y="590877"/>
                    </a:lnTo>
                    <a:lnTo>
                      <a:pt x="673384" y="594685"/>
                    </a:lnTo>
                    <a:lnTo>
                      <a:pt x="676558" y="595320"/>
                    </a:lnTo>
                    <a:lnTo>
                      <a:pt x="679731" y="594685"/>
                    </a:lnTo>
                    <a:lnTo>
                      <a:pt x="682904" y="593416"/>
                    </a:lnTo>
                    <a:lnTo>
                      <a:pt x="685443" y="591512"/>
                    </a:lnTo>
                    <a:lnTo>
                      <a:pt x="682270" y="589608"/>
                    </a:lnTo>
                    <a:lnTo>
                      <a:pt x="681001" y="586435"/>
                    </a:lnTo>
                    <a:lnTo>
                      <a:pt x="680366" y="582627"/>
                    </a:lnTo>
                    <a:lnTo>
                      <a:pt x="677827" y="578819"/>
                    </a:lnTo>
                    <a:lnTo>
                      <a:pt x="682270" y="578819"/>
                    </a:lnTo>
                    <a:lnTo>
                      <a:pt x="684809" y="582627"/>
                    </a:lnTo>
                    <a:lnTo>
                      <a:pt x="687347" y="588339"/>
                    </a:lnTo>
                    <a:lnTo>
                      <a:pt x="691155" y="592147"/>
                    </a:lnTo>
                    <a:lnTo>
                      <a:pt x="691155" y="589608"/>
                    </a:lnTo>
                    <a:lnTo>
                      <a:pt x="691790" y="587704"/>
                    </a:lnTo>
                    <a:lnTo>
                      <a:pt x="693694" y="583896"/>
                    </a:lnTo>
                    <a:lnTo>
                      <a:pt x="694329" y="584531"/>
                    </a:lnTo>
                    <a:lnTo>
                      <a:pt x="695598" y="583896"/>
                    </a:lnTo>
                    <a:lnTo>
                      <a:pt x="696233" y="582627"/>
                    </a:lnTo>
                    <a:lnTo>
                      <a:pt x="693060" y="581357"/>
                    </a:lnTo>
                    <a:lnTo>
                      <a:pt x="693694" y="576280"/>
                    </a:lnTo>
                    <a:lnTo>
                      <a:pt x="691790" y="573741"/>
                    </a:lnTo>
                    <a:lnTo>
                      <a:pt x="688616" y="571837"/>
                    </a:lnTo>
                    <a:lnTo>
                      <a:pt x="686078" y="568029"/>
                    </a:lnTo>
                    <a:lnTo>
                      <a:pt x="688616" y="569299"/>
                    </a:lnTo>
                    <a:lnTo>
                      <a:pt x="691155" y="569933"/>
                    </a:lnTo>
                    <a:lnTo>
                      <a:pt x="693694" y="569299"/>
                    </a:lnTo>
                    <a:lnTo>
                      <a:pt x="695598" y="566760"/>
                    </a:lnTo>
                    <a:lnTo>
                      <a:pt x="693060" y="566125"/>
                    </a:lnTo>
                    <a:lnTo>
                      <a:pt x="697502" y="562317"/>
                    </a:lnTo>
                    <a:lnTo>
                      <a:pt x="701310" y="563586"/>
                    </a:lnTo>
                    <a:lnTo>
                      <a:pt x="703214" y="567394"/>
                    </a:lnTo>
                    <a:lnTo>
                      <a:pt x="701944" y="572472"/>
                    </a:lnTo>
                    <a:lnTo>
                      <a:pt x="702580" y="574376"/>
                    </a:lnTo>
                    <a:lnTo>
                      <a:pt x="706387" y="575011"/>
                    </a:lnTo>
                    <a:lnTo>
                      <a:pt x="709561" y="576915"/>
                    </a:lnTo>
                    <a:lnTo>
                      <a:pt x="712734" y="578184"/>
                    </a:lnTo>
                    <a:lnTo>
                      <a:pt x="716542" y="577549"/>
                    </a:lnTo>
                    <a:lnTo>
                      <a:pt x="713369" y="574376"/>
                    </a:lnTo>
                    <a:lnTo>
                      <a:pt x="712734" y="572472"/>
                    </a:lnTo>
                    <a:lnTo>
                      <a:pt x="714003" y="571202"/>
                    </a:lnTo>
                    <a:lnTo>
                      <a:pt x="715907" y="570568"/>
                    </a:lnTo>
                    <a:lnTo>
                      <a:pt x="716542" y="571202"/>
                    </a:lnTo>
                    <a:lnTo>
                      <a:pt x="720350" y="572472"/>
                    </a:lnTo>
                    <a:lnTo>
                      <a:pt x="722254" y="572472"/>
                    </a:lnTo>
                    <a:lnTo>
                      <a:pt x="727331" y="571202"/>
                    </a:lnTo>
                    <a:lnTo>
                      <a:pt x="726062" y="569299"/>
                    </a:lnTo>
                    <a:lnTo>
                      <a:pt x="725428" y="568664"/>
                    </a:lnTo>
                    <a:lnTo>
                      <a:pt x="726697" y="566760"/>
                    </a:lnTo>
                    <a:lnTo>
                      <a:pt x="729235" y="564856"/>
                    </a:lnTo>
                    <a:lnTo>
                      <a:pt x="730504" y="563586"/>
                    </a:lnTo>
                    <a:lnTo>
                      <a:pt x="736851" y="550258"/>
                    </a:lnTo>
                    <a:lnTo>
                      <a:pt x="737486" y="546450"/>
                    </a:lnTo>
                    <a:lnTo>
                      <a:pt x="738121" y="542008"/>
                    </a:lnTo>
                    <a:lnTo>
                      <a:pt x="740024" y="543277"/>
                    </a:lnTo>
                    <a:lnTo>
                      <a:pt x="740660" y="541373"/>
                    </a:lnTo>
                    <a:lnTo>
                      <a:pt x="740660" y="536930"/>
                    </a:lnTo>
                    <a:lnTo>
                      <a:pt x="740660" y="536296"/>
                    </a:lnTo>
                    <a:lnTo>
                      <a:pt x="742563" y="535661"/>
                    </a:lnTo>
                    <a:lnTo>
                      <a:pt x="746371" y="535026"/>
                    </a:lnTo>
                    <a:lnTo>
                      <a:pt x="748275" y="534392"/>
                    </a:lnTo>
                    <a:lnTo>
                      <a:pt x="750180" y="531853"/>
                    </a:lnTo>
                    <a:lnTo>
                      <a:pt x="753988" y="522968"/>
                    </a:lnTo>
                    <a:lnTo>
                      <a:pt x="754622" y="519794"/>
                    </a:lnTo>
                    <a:lnTo>
                      <a:pt x="752083" y="515986"/>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41" name="Google Shape;441;p51"/>
              <p:cNvSpPr/>
              <p:nvPr/>
            </p:nvSpPr>
            <p:spPr>
              <a:xfrm>
                <a:off x="7309927" y="3313751"/>
                <a:ext cx="675227" cy="318434"/>
              </a:xfrm>
              <a:custGeom>
                <a:avLst/>
                <a:gdLst/>
                <a:ahLst/>
                <a:cxnLst/>
                <a:rect l="l" t="t" r="r" b="b"/>
                <a:pathLst>
                  <a:path w="927251" h="437287" extrusionOk="0">
                    <a:moveTo>
                      <a:pt x="759700" y="420786"/>
                    </a:moveTo>
                    <a:lnTo>
                      <a:pt x="757161" y="418882"/>
                    </a:lnTo>
                    <a:lnTo>
                      <a:pt x="754622" y="418247"/>
                    </a:lnTo>
                    <a:lnTo>
                      <a:pt x="752718" y="419517"/>
                    </a:lnTo>
                    <a:lnTo>
                      <a:pt x="752718" y="423325"/>
                    </a:lnTo>
                    <a:lnTo>
                      <a:pt x="754622" y="425863"/>
                    </a:lnTo>
                    <a:lnTo>
                      <a:pt x="760334" y="427132"/>
                    </a:lnTo>
                    <a:lnTo>
                      <a:pt x="762873" y="429037"/>
                    </a:lnTo>
                    <a:lnTo>
                      <a:pt x="760334" y="430306"/>
                    </a:lnTo>
                    <a:lnTo>
                      <a:pt x="754622" y="430941"/>
                    </a:lnTo>
                    <a:lnTo>
                      <a:pt x="753988" y="432210"/>
                    </a:lnTo>
                    <a:lnTo>
                      <a:pt x="755891" y="434114"/>
                    </a:lnTo>
                    <a:lnTo>
                      <a:pt x="761603" y="435383"/>
                    </a:lnTo>
                    <a:lnTo>
                      <a:pt x="763508" y="437287"/>
                    </a:lnTo>
                    <a:lnTo>
                      <a:pt x="764142" y="432845"/>
                    </a:lnTo>
                    <a:lnTo>
                      <a:pt x="764777" y="427132"/>
                    </a:lnTo>
                    <a:lnTo>
                      <a:pt x="763508" y="422690"/>
                    </a:lnTo>
                    <a:lnTo>
                      <a:pt x="759700" y="420786"/>
                    </a:lnTo>
                    <a:close/>
                    <a:moveTo>
                      <a:pt x="750180" y="383340"/>
                    </a:moveTo>
                    <a:lnTo>
                      <a:pt x="748275" y="381436"/>
                    </a:lnTo>
                    <a:lnTo>
                      <a:pt x="744468" y="379532"/>
                    </a:lnTo>
                    <a:lnTo>
                      <a:pt x="740660" y="381436"/>
                    </a:lnTo>
                    <a:lnTo>
                      <a:pt x="738121" y="385244"/>
                    </a:lnTo>
                    <a:lnTo>
                      <a:pt x="740024" y="389687"/>
                    </a:lnTo>
                    <a:lnTo>
                      <a:pt x="741929" y="390322"/>
                    </a:lnTo>
                    <a:lnTo>
                      <a:pt x="749544" y="389687"/>
                    </a:lnTo>
                    <a:lnTo>
                      <a:pt x="751449" y="387148"/>
                    </a:lnTo>
                    <a:lnTo>
                      <a:pt x="751449" y="385244"/>
                    </a:lnTo>
                    <a:lnTo>
                      <a:pt x="750180" y="383340"/>
                    </a:lnTo>
                    <a:close/>
                    <a:moveTo>
                      <a:pt x="919636" y="322412"/>
                    </a:moveTo>
                    <a:lnTo>
                      <a:pt x="915828" y="341452"/>
                    </a:lnTo>
                    <a:lnTo>
                      <a:pt x="913290" y="352242"/>
                    </a:lnTo>
                    <a:lnTo>
                      <a:pt x="912655" y="359223"/>
                    </a:lnTo>
                    <a:lnTo>
                      <a:pt x="913290" y="366204"/>
                    </a:lnTo>
                    <a:lnTo>
                      <a:pt x="912655" y="368743"/>
                    </a:lnTo>
                    <a:lnTo>
                      <a:pt x="908847" y="378263"/>
                    </a:lnTo>
                    <a:lnTo>
                      <a:pt x="906308" y="387148"/>
                    </a:lnTo>
                    <a:lnTo>
                      <a:pt x="907577" y="386514"/>
                    </a:lnTo>
                    <a:lnTo>
                      <a:pt x="909482" y="385879"/>
                    </a:lnTo>
                    <a:lnTo>
                      <a:pt x="910116" y="383340"/>
                    </a:lnTo>
                    <a:lnTo>
                      <a:pt x="915194" y="374455"/>
                    </a:lnTo>
                    <a:lnTo>
                      <a:pt x="918367" y="352876"/>
                    </a:lnTo>
                    <a:lnTo>
                      <a:pt x="918367" y="338279"/>
                    </a:lnTo>
                    <a:lnTo>
                      <a:pt x="922175" y="323681"/>
                    </a:lnTo>
                    <a:lnTo>
                      <a:pt x="922810" y="316065"/>
                    </a:lnTo>
                    <a:lnTo>
                      <a:pt x="921541" y="316700"/>
                    </a:lnTo>
                    <a:lnTo>
                      <a:pt x="919636" y="322412"/>
                    </a:lnTo>
                    <a:close/>
                    <a:moveTo>
                      <a:pt x="925348" y="284332"/>
                    </a:moveTo>
                    <a:lnTo>
                      <a:pt x="924079" y="277351"/>
                    </a:lnTo>
                    <a:lnTo>
                      <a:pt x="924079" y="277351"/>
                    </a:lnTo>
                    <a:lnTo>
                      <a:pt x="921541" y="277985"/>
                    </a:lnTo>
                    <a:lnTo>
                      <a:pt x="921541" y="277985"/>
                    </a:lnTo>
                    <a:lnTo>
                      <a:pt x="922810" y="285601"/>
                    </a:lnTo>
                    <a:lnTo>
                      <a:pt x="922810" y="300199"/>
                    </a:lnTo>
                    <a:lnTo>
                      <a:pt x="924079" y="307815"/>
                    </a:lnTo>
                    <a:lnTo>
                      <a:pt x="926617" y="302737"/>
                    </a:lnTo>
                    <a:lnTo>
                      <a:pt x="927252" y="294487"/>
                    </a:lnTo>
                    <a:lnTo>
                      <a:pt x="925348" y="284332"/>
                    </a:lnTo>
                    <a:close/>
                    <a:moveTo>
                      <a:pt x="913924" y="333836"/>
                    </a:moveTo>
                    <a:lnTo>
                      <a:pt x="916463" y="321777"/>
                    </a:lnTo>
                    <a:lnTo>
                      <a:pt x="918367" y="317969"/>
                    </a:lnTo>
                    <a:lnTo>
                      <a:pt x="920271" y="312892"/>
                    </a:lnTo>
                    <a:lnTo>
                      <a:pt x="920905" y="307815"/>
                    </a:lnTo>
                    <a:lnTo>
                      <a:pt x="920271" y="304007"/>
                    </a:lnTo>
                    <a:lnTo>
                      <a:pt x="917732" y="301468"/>
                    </a:lnTo>
                    <a:lnTo>
                      <a:pt x="915194" y="302103"/>
                    </a:lnTo>
                    <a:lnTo>
                      <a:pt x="912655" y="303372"/>
                    </a:lnTo>
                    <a:lnTo>
                      <a:pt x="910116" y="302737"/>
                    </a:lnTo>
                    <a:lnTo>
                      <a:pt x="910751" y="302103"/>
                    </a:lnTo>
                    <a:lnTo>
                      <a:pt x="911385" y="301468"/>
                    </a:lnTo>
                    <a:lnTo>
                      <a:pt x="912020" y="300833"/>
                    </a:lnTo>
                    <a:lnTo>
                      <a:pt x="911385" y="299564"/>
                    </a:lnTo>
                    <a:lnTo>
                      <a:pt x="910116" y="300199"/>
                    </a:lnTo>
                    <a:lnTo>
                      <a:pt x="909482" y="298295"/>
                    </a:lnTo>
                    <a:lnTo>
                      <a:pt x="910751" y="294487"/>
                    </a:lnTo>
                    <a:lnTo>
                      <a:pt x="907577" y="293217"/>
                    </a:lnTo>
                    <a:lnTo>
                      <a:pt x="898692" y="292583"/>
                    </a:lnTo>
                    <a:lnTo>
                      <a:pt x="901865" y="290044"/>
                    </a:lnTo>
                    <a:lnTo>
                      <a:pt x="905039" y="290044"/>
                    </a:lnTo>
                    <a:lnTo>
                      <a:pt x="908847" y="291313"/>
                    </a:lnTo>
                    <a:lnTo>
                      <a:pt x="912655" y="291313"/>
                    </a:lnTo>
                    <a:lnTo>
                      <a:pt x="915828" y="290044"/>
                    </a:lnTo>
                    <a:lnTo>
                      <a:pt x="915828" y="288140"/>
                    </a:lnTo>
                    <a:lnTo>
                      <a:pt x="910751" y="283063"/>
                    </a:lnTo>
                    <a:lnTo>
                      <a:pt x="913924" y="283697"/>
                    </a:lnTo>
                    <a:lnTo>
                      <a:pt x="915828" y="283063"/>
                    </a:lnTo>
                    <a:lnTo>
                      <a:pt x="916463" y="281158"/>
                    </a:lnTo>
                    <a:lnTo>
                      <a:pt x="915828" y="279889"/>
                    </a:lnTo>
                    <a:lnTo>
                      <a:pt x="911385" y="280524"/>
                    </a:lnTo>
                    <a:lnTo>
                      <a:pt x="901231" y="283063"/>
                    </a:lnTo>
                    <a:lnTo>
                      <a:pt x="885998" y="286871"/>
                    </a:lnTo>
                    <a:lnTo>
                      <a:pt x="871401" y="290044"/>
                    </a:lnTo>
                    <a:lnTo>
                      <a:pt x="856169" y="293217"/>
                    </a:lnTo>
                    <a:lnTo>
                      <a:pt x="841572" y="296391"/>
                    </a:lnTo>
                    <a:lnTo>
                      <a:pt x="826340" y="299564"/>
                    </a:lnTo>
                    <a:lnTo>
                      <a:pt x="811108" y="302737"/>
                    </a:lnTo>
                    <a:lnTo>
                      <a:pt x="795876" y="305911"/>
                    </a:lnTo>
                    <a:lnTo>
                      <a:pt x="792702" y="294487"/>
                    </a:lnTo>
                    <a:lnTo>
                      <a:pt x="789529" y="283063"/>
                    </a:lnTo>
                    <a:lnTo>
                      <a:pt x="784451" y="265292"/>
                    </a:lnTo>
                    <a:lnTo>
                      <a:pt x="779374" y="247521"/>
                    </a:lnTo>
                    <a:lnTo>
                      <a:pt x="774297" y="229750"/>
                    </a:lnTo>
                    <a:lnTo>
                      <a:pt x="769220" y="211980"/>
                    </a:lnTo>
                    <a:lnTo>
                      <a:pt x="764777" y="194209"/>
                    </a:lnTo>
                    <a:lnTo>
                      <a:pt x="759700" y="176438"/>
                    </a:lnTo>
                    <a:lnTo>
                      <a:pt x="750180" y="141531"/>
                    </a:lnTo>
                    <a:lnTo>
                      <a:pt x="745102" y="124395"/>
                    </a:lnTo>
                    <a:lnTo>
                      <a:pt x="740660" y="106624"/>
                    </a:lnTo>
                    <a:lnTo>
                      <a:pt x="735582" y="88854"/>
                    </a:lnTo>
                    <a:lnTo>
                      <a:pt x="730504" y="71083"/>
                    </a:lnTo>
                    <a:lnTo>
                      <a:pt x="725428" y="53312"/>
                    </a:lnTo>
                    <a:lnTo>
                      <a:pt x="720350" y="35542"/>
                    </a:lnTo>
                    <a:lnTo>
                      <a:pt x="715273" y="17771"/>
                    </a:lnTo>
                    <a:lnTo>
                      <a:pt x="710830" y="0"/>
                    </a:lnTo>
                    <a:lnTo>
                      <a:pt x="688616" y="5077"/>
                    </a:lnTo>
                    <a:lnTo>
                      <a:pt x="666403" y="10155"/>
                    </a:lnTo>
                    <a:lnTo>
                      <a:pt x="644190" y="15232"/>
                    </a:lnTo>
                    <a:lnTo>
                      <a:pt x="621976" y="20310"/>
                    </a:lnTo>
                    <a:lnTo>
                      <a:pt x="599763" y="25387"/>
                    </a:lnTo>
                    <a:lnTo>
                      <a:pt x="577549" y="29830"/>
                    </a:lnTo>
                    <a:lnTo>
                      <a:pt x="555336" y="34907"/>
                    </a:lnTo>
                    <a:lnTo>
                      <a:pt x="533122" y="39350"/>
                    </a:lnTo>
                    <a:lnTo>
                      <a:pt x="510909" y="43792"/>
                    </a:lnTo>
                    <a:lnTo>
                      <a:pt x="488695" y="48870"/>
                    </a:lnTo>
                    <a:lnTo>
                      <a:pt x="466482" y="53312"/>
                    </a:lnTo>
                    <a:lnTo>
                      <a:pt x="444269" y="57755"/>
                    </a:lnTo>
                    <a:lnTo>
                      <a:pt x="422055" y="62198"/>
                    </a:lnTo>
                    <a:lnTo>
                      <a:pt x="399842" y="66640"/>
                    </a:lnTo>
                    <a:lnTo>
                      <a:pt x="377628" y="71083"/>
                    </a:lnTo>
                    <a:lnTo>
                      <a:pt x="355415" y="75526"/>
                    </a:lnTo>
                    <a:lnTo>
                      <a:pt x="333201" y="79968"/>
                    </a:lnTo>
                    <a:lnTo>
                      <a:pt x="310988" y="84411"/>
                    </a:lnTo>
                    <a:lnTo>
                      <a:pt x="288775" y="88854"/>
                    </a:lnTo>
                    <a:lnTo>
                      <a:pt x="266561" y="93296"/>
                    </a:lnTo>
                    <a:lnTo>
                      <a:pt x="244348" y="97739"/>
                    </a:lnTo>
                    <a:lnTo>
                      <a:pt x="222134" y="102182"/>
                    </a:lnTo>
                    <a:lnTo>
                      <a:pt x="199921" y="106624"/>
                    </a:lnTo>
                    <a:lnTo>
                      <a:pt x="177707" y="111067"/>
                    </a:lnTo>
                    <a:lnTo>
                      <a:pt x="155494" y="115510"/>
                    </a:lnTo>
                    <a:lnTo>
                      <a:pt x="133281" y="119952"/>
                    </a:lnTo>
                    <a:lnTo>
                      <a:pt x="111067" y="124395"/>
                    </a:lnTo>
                    <a:lnTo>
                      <a:pt x="88854" y="128838"/>
                    </a:lnTo>
                    <a:lnTo>
                      <a:pt x="66640" y="133281"/>
                    </a:lnTo>
                    <a:lnTo>
                      <a:pt x="44427" y="137089"/>
                    </a:lnTo>
                    <a:lnTo>
                      <a:pt x="22213" y="141531"/>
                    </a:lnTo>
                    <a:lnTo>
                      <a:pt x="0" y="145339"/>
                    </a:lnTo>
                    <a:lnTo>
                      <a:pt x="20944" y="270369"/>
                    </a:lnTo>
                    <a:lnTo>
                      <a:pt x="21579" y="271004"/>
                    </a:lnTo>
                    <a:lnTo>
                      <a:pt x="22213" y="271004"/>
                    </a:lnTo>
                    <a:lnTo>
                      <a:pt x="24118" y="269735"/>
                    </a:lnTo>
                    <a:lnTo>
                      <a:pt x="26021" y="267831"/>
                    </a:lnTo>
                    <a:lnTo>
                      <a:pt x="43792" y="244982"/>
                    </a:lnTo>
                    <a:lnTo>
                      <a:pt x="45061" y="244348"/>
                    </a:lnTo>
                    <a:lnTo>
                      <a:pt x="52678" y="241174"/>
                    </a:lnTo>
                    <a:lnTo>
                      <a:pt x="53947" y="240540"/>
                    </a:lnTo>
                    <a:lnTo>
                      <a:pt x="54581" y="239270"/>
                    </a:lnTo>
                    <a:lnTo>
                      <a:pt x="55851" y="233558"/>
                    </a:lnTo>
                    <a:lnTo>
                      <a:pt x="56486" y="231020"/>
                    </a:lnTo>
                    <a:lnTo>
                      <a:pt x="58390" y="227846"/>
                    </a:lnTo>
                    <a:lnTo>
                      <a:pt x="62832" y="222769"/>
                    </a:lnTo>
                    <a:lnTo>
                      <a:pt x="71083" y="216422"/>
                    </a:lnTo>
                    <a:lnTo>
                      <a:pt x="71718" y="215788"/>
                    </a:lnTo>
                    <a:lnTo>
                      <a:pt x="72352" y="214518"/>
                    </a:lnTo>
                    <a:lnTo>
                      <a:pt x="74257" y="210710"/>
                    </a:lnTo>
                    <a:lnTo>
                      <a:pt x="77430" y="207537"/>
                    </a:lnTo>
                    <a:lnTo>
                      <a:pt x="78065" y="206902"/>
                    </a:lnTo>
                    <a:lnTo>
                      <a:pt x="78699" y="206268"/>
                    </a:lnTo>
                    <a:lnTo>
                      <a:pt x="79334" y="204998"/>
                    </a:lnTo>
                    <a:lnTo>
                      <a:pt x="79968" y="204364"/>
                    </a:lnTo>
                    <a:lnTo>
                      <a:pt x="81238" y="197382"/>
                    </a:lnTo>
                    <a:lnTo>
                      <a:pt x="81873" y="196113"/>
                    </a:lnTo>
                    <a:lnTo>
                      <a:pt x="82507" y="194844"/>
                    </a:lnTo>
                    <a:lnTo>
                      <a:pt x="83142" y="194209"/>
                    </a:lnTo>
                    <a:lnTo>
                      <a:pt x="89488" y="189131"/>
                    </a:lnTo>
                    <a:lnTo>
                      <a:pt x="90758" y="188497"/>
                    </a:lnTo>
                    <a:lnTo>
                      <a:pt x="92662" y="188497"/>
                    </a:lnTo>
                    <a:lnTo>
                      <a:pt x="96470" y="189131"/>
                    </a:lnTo>
                    <a:lnTo>
                      <a:pt x="100278" y="190401"/>
                    </a:lnTo>
                    <a:lnTo>
                      <a:pt x="104720" y="192939"/>
                    </a:lnTo>
                    <a:lnTo>
                      <a:pt x="107259" y="193574"/>
                    </a:lnTo>
                    <a:lnTo>
                      <a:pt x="108528" y="193574"/>
                    </a:lnTo>
                    <a:lnTo>
                      <a:pt x="110433" y="192939"/>
                    </a:lnTo>
                    <a:lnTo>
                      <a:pt x="112337" y="191670"/>
                    </a:lnTo>
                    <a:lnTo>
                      <a:pt x="113606" y="190401"/>
                    </a:lnTo>
                    <a:lnTo>
                      <a:pt x="114241" y="189131"/>
                    </a:lnTo>
                    <a:lnTo>
                      <a:pt x="115510" y="185958"/>
                    </a:lnTo>
                    <a:lnTo>
                      <a:pt x="124395" y="171995"/>
                    </a:lnTo>
                    <a:lnTo>
                      <a:pt x="126299" y="168187"/>
                    </a:lnTo>
                    <a:lnTo>
                      <a:pt x="127568" y="164379"/>
                    </a:lnTo>
                    <a:lnTo>
                      <a:pt x="128204" y="163745"/>
                    </a:lnTo>
                    <a:lnTo>
                      <a:pt x="128838" y="163110"/>
                    </a:lnTo>
                    <a:lnTo>
                      <a:pt x="129473" y="162475"/>
                    </a:lnTo>
                    <a:lnTo>
                      <a:pt x="130107" y="161841"/>
                    </a:lnTo>
                    <a:lnTo>
                      <a:pt x="130742" y="161206"/>
                    </a:lnTo>
                    <a:lnTo>
                      <a:pt x="133915" y="159937"/>
                    </a:lnTo>
                    <a:lnTo>
                      <a:pt x="135185" y="159302"/>
                    </a:lnTo>
                    <a:lnTo>
                      <a:pt x="135819" y="158667"/>
                    </a:lnTo>
                    <a:lnTo>
                      <a:pt x="135185" y="158033"/>
                    </a:lnTo>
                    <a:lnTo>
                      <a:pt x="134550" y="156763"/>
                    </a:lnTo>
                    <a:lnTo>
                      <a:pt x="133915" y="156129"/>
                    </a:lnTo>
                    <a:lnTo>
                      <a:pt x="133915" y="154859"/>
                    </a:lnTo>
                    <a:lnTo>
                      <a:pt x="133915" y="153590"/>
                    </a:lnTo>
                    <a:lnTo>
                      <a:pt x="134550" y="152321"/>
                    </a:lnTo>
                    <a:lnTo>
                      <a:pt x="136454" y="147243"/>
                    </a:lnTo>
                    <a:lnTo>
                      <a:pt x="137088" y="144705"/>
                    </a:lnTo>
                    <a:lnTo>
                      <a:pt x="137724" y="142801"/>
                    </a:lnTo>
                    <a:lnTo>
                      <a:pt x="137724" y="142166"/>
                    </a:lnTo>
                    <a:lnTo>
                      <a:pt x="138358" y="141531"/>
                    </a:lnTo>
                    <a:lnTo>
                      <a:pt x="138993" y="140897"/>
                    </a:lnTo>
                    <a:lnTo>
                      <a:pt x="139627" y="140897"/>
                    </a:lnTo>
                    <a:lnTo>
                      <a:pt x="141532" y="141531"/>
                    </a:lnTo>
                    <a:lnTo>
                      <a:pt x="142166" y="142166"/>
                    </a:lnTo>
                    <a:lnTo>
                      <a:pt x="144070" y="143435"/>
                    </a:lnTo>
                    <a:lnTo>
                      <a:pt x="146608" y="144705"/>
                    </a:lnTo>
                    <a:lnTo>
                      <a:pt x="147244" y="145339"/>
                    </a:lnTo>
                    <a:lnTo>
                      <a:pt x="147244" y="145974"/>
                    </a:lnTo>
                    <a:lnTo>
                      <a:pt x="146608" y="146609"/>
                    </a:lnTo>
                    <a:lnTo>
                      <a:pt x="145339" y="147878"/>
                    </a:lnTo>
                    <a:lnTo>
                      <a:pt x="145339" y="148513"/>
                    </a:lnTo>
                    <a:lnTo>
                      <a:pt x="144705" y="149147"/>
                    </a:lnTo>
                    <a:lnTo>
                      <a:pt x="144705" y="149782"/>
                    </a:lnTo>
                    <a:lnTo>
                      <a:pt x="144705" y="150417"/>
                    </a:lnTo>
                    <a:lnTo>
                      <a:pt x="144705" y="151051"/>
                    </a:lnTo>
                    <a:lnTo>
                      <a:pt x="144705" y="151686"/>
                    </a:lnTo>
                    <a:lnTo>
                      <a:pt x="145339" y="151686"/>
                    </a:lnTo>
                    <a:lnTo>
                      <a:pt x="146608" y="152955"/>
                    </a:lnTo>
                    <a:lnTo>
                      <a:pt x="147244" y="153590"/>
                    </a:lnTo>
                    <a:lnTo>
                      <a:pt x="147878" y="154225"/>
                    </a:lnTo>
                    <a:lnTo>
                      <a:pt x="155494" y="156129"/>
                    </a:lnTo>
                    <a:lnTo>
                      <a:pt x="159302" y="158033"/>
                    </a:lnTo>
                    <a:lnTo>
                      <a:pt x="159937" y="158667"/>
                    </a:lnTo>
                    <a:lnTo>
                      <a:pt x="161206" y="159302"/>
                    </a:lnTo>
                    <a:lnTo>
                      <a:pt x="166284" y="159937"/>
                    </a:lnTo>
                    <a:lnTo>
                      <a:pt x="182151" y="159302"/>
                    </a:lnTo>
                    <a:lnTo>
                      <a:pt x="182785" y="158667"/>
                    </a:lnTo>
                    <a:lnTo>
                      <a:pt x="189132" y="155494"/>
                    </a:lnTo>
                    <a:lnTo>
                      <a:pt x="203094" y="154859"/>
                    </a:lnTo>
                    <a:lnTo>
                      <a:pt x="208172" y="149782"/>
                    </a:lnTo>
                    <a:lnTo>
                      <a:pt x="208806" y="147243"/>
                    </a:lnTo>
                    <a:lnTo>
                      <a:pt x="207537" y="146609"/>
                    </a:lnTo>
                    <a:lnTo>
                      <a:pt x="203729" y="145974"/>
                    </a:lnTo>
                    <a:lnTo>
                      <a:pt x="203729" y="142801"/>
                    </a:lnTo>
                    <a:lnTo>
                      <a:pt x="206902" y="140897"/>
                    </a:lnTo>
                    <a:lnTo>
                      <a:pt x="210711" y="140262"/>
                    </a:lnTo>
                    <a:lnTo>
                      <a:pt x="213249" y="138993"/>
                    </a:lnTo>
                    <a:lnTo>
                      <a:pt x="206268" y="132646"/>
                    </a:lnTo>
                    <a:lnTo>
                      <a:pt x="208172" y="130742"/>
                    </a:lnTo>
                    <a:lnTo>
                      <a:pt x="210075" y="130107"/>
                    </a:lnTo>
                    <a:lnTo>
                      <a:pt x="213884" y="130107"/>
                    </a:lnTo>
                    <a:lnTo>
                      <a:pt x="215788" y="129473"/>
                    </a:lnTo>
                    <a:lnTo>
                      <a:pt x="220231" y="125664"/>
                    </a:lnTo>
                    <a:lnTo>
                      <a:pt x="224039" y="124395"/>
                    </a:lnTo>
                    <a:lnTo>
                      <a:pt x="232289" y="124395"/>
                    </a:lnTo>
                    <a:lnTo>
                      <a:pt x="236098" y="123761"/>
                    </a:lnTo>
                    <a:lnTo>
                      <a:pt x="237367" y="122491"/>
                    </a:lnTo>
                    <a:lnTo>
                      <a:pt x="239905" y="117414"/>
                    </a:lnTo>
                    <a:lnTo>
                      <a:pt x="241809" y="114875"/>
                    </a:lnTo>
                    <a:lnTo>
                      <a:pt x="246252" y="106624"/>
                    </a:lnTo>
                    <a:lnTo>
                      <a:pt x="247521" y="105355"/>
                    </a:lnTo>
                    <a:lnTo>
                      <a:pt x="249425" y="104086"/>
                    </a:lnTo>
                    <a:lnTo>
                      <a:pt x="251329" y="102817"/>
                    </a:lnTo>
                    <a:lnTo>
                      <a:pt x="261484" y="101547"/>
                    </a:lnTo>
                    <a:lnTo>
                      <a:pt x="271004" y="105355"/>
                    </a:lnTo>
                    <a:lnTo>
                      <a:pt x="288775" y="116779"/>
                    </a:lnTo>
                    <a:lnTo>
                      <a:pt x="293218" y="118683"/>
                    </a:lnTo>
                    <a:lnTo>
                      <a:pt x="297660" y="119318"/>
                    </a:lnTo>
                    <a:lnTo>
                      <a:pt x="302103" y="118683"/>
                    </a:lnTo>
                    <a:lnTo>
                      <a:pt x="304641" y="116144"/>
                    </a:lnTo>
                    <a:lnTo>
                      <a:pt x="306546" y="114875"/>
                    </a:lnTo>
                    <a:lnTo>
                      <a:pt x="312258" y="115510"/>
                    </a:lnTo>
                    <a:lnTo>
                      <a:pt x="312892" y="114875"/>
                    </a:lnTo>
                    <a:lnTo>
                      <a:pt x="313527" y="112971"/>
                    </a:lnTo>
                    <a:lnTo>
                      <a:pt x="316066" y="112337"/>
                    </a:lnTo>
                    <a:lnTo>
                      <a:pt x="318605" y="112337"/>
                    </a:lnTo>
                    <a:lnTo>
                      <a:pt x="320508" y="112971"/>
                    </a:lnTo>
                    <a:lnTo>
                      <a:pt x="324316" y="116144"/>
                    </a:lnTo>
                    <a:lnTo>
                      <a:pt x="324316" y="119952"/>
                    </a:lnTo>
                    <a:lnTo>
                      <a:pt x="321143" y="123761"/>
                    </a:lnTo>
                    <a:lnTo>
                      <a:pt x="316700" y="125664"/>
                    </a:lnTo>
                    <a:lnTo>
                      <a:pt x="318605" y="128203"/>
                    </a:lnTo>
                    <a:lnTo>
                      <a:pt x="323047" y="136454"/>
                    </a:lnTo>
                    <a:lnTo>
                      <a:pt x="324316" y="135819"/>
                    </a:lnTo>
                    <a:lnTo>
                      <a:pt x="324316" y="133281"/>
                    </a:lnTo>
                    <a:lnTo>
                      <a:pt x="324951" y="130742"/>
                    </a:lnTo>
                    <a:lnTo>
                      <a:pt x="326220" y="128838"/>
                    </a:lnTo>
                    <a:lnTo>
                      <a:pt x="328125" y="129473"/>
                    </a:lnTo>
                    <a:lnTo>
                      <a:pt x="330028" y="132011"/>
                    </a:lnTo>
                    <a:lnTo>
                      <a:pt x="330028" y="133915"/>
                    </a:lnTo>
                    <a:lnTo>
                      <a:pt x="329394" y="135185"/>
                    </a:lnTo>
                    <a:lnTo>
                      <a:pt x="329394" y="137089"/>
                    </a:lnTo>
                    <a:lnTo>
                      <a:pt x="332567" y="139627"/>
                    </a:lnTo>
                    <a:lnTo>
                      <a:pt x="335106" y="138993"/>
                    </a:lnTo>
                    <a:lnTo>
                      <a:pt x="338279" y="137089"/>
                    </a:lnTo>
                    <a:lnTo>
                      <a:pt x="341452" y="136454"/>
                    </a:lnTo>
                    <a:lnTo>
                      <a:pt x="342087" y="138358"/>
                    </a:lnTo>
                    <a:lnTo>
                      <a:pt x="339548" y="139627"/>
                    </a:lnTo>
                    <a:lnTo>
                      <a:pt x="338914" y="141531"/>
                    </a:lnTo>
                    <a:lnTo>
                      <a:pt x="339548" y="144070"/>
                    </a:lnTo>
                    <a:lnTo>
                      <a:pt x="341452" y="146609"/>
                    </a:lnTo>
                    <a:lnTo>
                      <a:pt x="337645" y="150417"/>
                    </a:lnTo>
                    <a:lnTo>
                      <a:pt x="340818" y="152321"/>
                    </a:lnTo>
                    <a:lnTo>
                      <a:pt x="350338" y="154225"/>
                    </a:lnTo>
                    <a:lnTo>
                      <a:pt x="352876" y="158033"/>
                    </a:lnTo>
                    <a:lnTo>
                      <a:pt x="352876" y="162475"/>
                    </a:lnTo>
                    <a:lnTo>
                      <a:pt x="352242" y="167553"/>
                    </a:lnTo>
                    <a:lnTo>
                      <a:pt x="353511" y="171995"/>
                    </a:lnTo>
                    <a:lnTo>
                      <a:pt x="357319" y="175804"/>
                    </a:lnTo>
                    <a:lnTo>
                      <a:pt x="357954" y="175804"/>
                    </a:lnTo>
                    <a:lnTo>
                      <a:pt x="361762" y="177073"/>
                    </a:lnTo>
                    <a:lnTo>
                      <a:pt x="371282" y="175169"/>
                    </a:lnTo>
                    <a:lnTo>
                      <a:pt x="375090" y="175169"/>
                    </a:lnTo>
                    <a:lnTo>
                      <a:pt x="383975" y="176438"/>
                    </a:lnTo>
                    <a:lnTo>
                      <a:pt x="392861" y="177073"/>
                    </a:lnTo>
                    <a:lnTo>
                      <a:pt x="395399" y="178342"/>
                    </a:lnTo>
                    <a:lnTo>
                      <a:pt x="400476" y="183419"/>
                    </a:lnTo>
                    <a:lnTo>
                      <a:pt x="404285" y="185324"/>
                    </a:lnTo>
                    <a:lnTo>
                      <a:pt x="408727" y="185958"/>
                    </a:lnTo>
                    <a:lnTo>
                      <a:pt x="412535" y="186593"/>
                    </a:lnTo>
                    <a:lnTo>
                      <a:pt x="415709" y="189766"/>
                    </a:lnTo>
                    <a:lnTo>
                      <a:pt x="415709" y="194844"/>
                    </a:lnTo>
                    <a:lnTo>
                      <a:pt x="413805" y="199286"/>
                    </a:lnTo>
                    <a:lnTo>
                      <a:pt x="408727" y="206268"/>
                    </a:lnTo>
                    <a:lnTo>
                      <a:pt x="408093" y="210710"/>
                    </a:lnTo>
                    <a:lnTo>
                      <a:pt x="409996" y="214518"/>
                    </a:lnTo>
                    <a:lnTo>
                      <a:pt x="413170" y="217057"/>
                    </a:lnTo>
                    <a:lnTo>
                      <a:pt x="416978" y="218961"/>
                    </a:lnTo>
                    <a:lnTo>
                      <a:pt x="425229" y="224673"/>
                    </a:lnTo>
                    <a:lnTo>
                      <a:pt x="430306" y="225942"/>
                    </a:lnTo>
                    <a:lnTo>
                      <a:pt x="447442" y="224038"/>
                    </a:lnTo>
                    <a:lnTo>
                      <a:pt x="453789" y="224673"/>
                    </a:lnTo>
                    <a:lnTo>
                      <a:pt x="460135" y="226577"/>
                    </a:lnTo>
                    <a:lnTo>
                      <a:pt x="465213" y="230385"/>
                    </a:lnTo>
                    <a:lnTo>
                      <a:pt x="467117" y="233558"/>
                    </a:lnTo>
                    <a:lnTo>
                      <a:pt x="469021" y="237366"/>
                    </a:lnTo>
                    <a:lnTo>
                      <a:pt x="470925" y="240540"/>
                    </a:lnTo>
                    <a:lnTo>
                      <a:pt x="474099" y="241174"/>
                    </a:lnTo>
                    <a:lnTo>
                      <a:pt x="476637" y="241174"/>
                    </a:lnTo>
                    <a:lnTo>
                      <a:pt x="483619" y="241809"/>
                    </a:lnTo>
                    <a:lnTo>
                      <a:pt x="489965" y="241809"/>
                    </a:lnTo>
                    <a:lnTo>
                      <a:pt x="492503" y="243078"/>
                    </a:lnTo>
                    <a:lnTo>
                      <a:pt x="495677" y="245617"/>
                    </a:lnTo>
                    <a:lnTo>
                      <a:pt x="507101" y="226577"/>
                    </a:lnTo>
                    <a:lnTo>
                      <a:pt x="535027" y="251964"/>
                    </a:lnTo>
                    <a:lnTo>
                      <a:pt x="522333" y="275447"/>
                    </a:lnTo>
                    <a:lnTo>
                      <a:pt x="522968" y="279255"/>
                    </a:lnTo>
                    <a:lnTo>
                      <a:pt x="527410" y="284967"/>
                    </a:lnTo>
                    <a:lnTo>
                      <a:pt x="526776" y="287505"/>
                    </a:lnTo>
                    <a:lnTo>
                      <a:pt x="526141" y="289409"/>
                    </a:lnTo>
                    <a:lnTo>
                      <a:pt x="525507" y="290679"/>
                    </a:lnTo>
                    <a:lnTo>
                      <a:pt x="524237" y="291313"/>
                    </a:lnTo>
                    <a:lnTo>
                      <a:pt x="527410" y="295756"/>
                    </a:lnTo>
                    <a:lnTo>
                      <a:pt x="525507" y="298929"/>
                    </a:lnTo>
                    <a:lnTo>
                      <a:pt x="518525" y="302737"/>
                    </a:lnTo>
                    <a:lnTo>
                      <a:pt x="515987" y="304641"/>
                    </a:lnTo>
                    <a:lnTo>
                      <a:pt x="514717" y="305911"/>
                    </a:lnTo>
                    <a:lnTo>
                      <a:pt x="513448" y="307815"/>
                    </a:lnTo>
                    <a:lnTo>
                      <a:pt x="512813" y="310353"/>
                    </a:lnTo>
                    <a:lnTo>
                      <a:pt x="512813" y="314796"/>
                    </a:lnTo>
                    <a:lnTo>
                      <a:pt x="512179" y="319239"/>
                    </a:lnTo>
                    <a:lnTo>
                      <a:pt x="511543" y="323681"/>
                    </a:lnTo>
                    <a:lnTo>
                      <a:pt x="510909" y="325585"/>
                    </a:lnTo>
                    <a:lnTo>
                      <a:pt x="509005" y="326855"/>
                    </a:lnTo>
                    <a:lnTo>
                      <a:pt x="504562" y="327489"/>
                    </a:lnTo>
                    <a:lnTo>
                      <a:pt x="503293" y="328124"/>
                    </a:lnTo>
                    <a:lnTo>
                      <a:pt x="502023" y="329393"/>
                    </a:lnTo>
                    <a:lnTo>
                      <a:pt x="500754" y="330028"/>
                    </a:lnTo>
                    <a:lnTo>
                      <a:pt x="500120" y="330663"/>
                    </a:lnTo>
                    <a:lnTo>
                      <a:pt x="499485" y="332567"/>
                    </a:lnTo>
                    <a:lnTo>
                      <a:pt x="499485" y="335105"/>
                    </a:lnTo>
                    <a:lnTo>
                      <a:pt x="500120" y="337010"/>
                    </a:lnTo>
                    <a:lnTo>
                      <a:pt x="501389" y="337010"/>
                    </a:lnTo>
                    <a:lnTo>
                      <a:pt x="503293" y="335740"/>
                    </a:lnTo>
                    <a:lnTo>
                      <a:pt x="505197" y="337010"/>
                    </a:lnTo>
                    <a:lnTo>
                      <a:pt x="500120" y="340818"/>
                    </a:lnTo>
                    <a:lnTo>
                      <a:pt x="498216" y="342087"/>
                    </a:lnTo>
                    <a:lnTo>
                      <a:pt x="494408" y="344625"/>
                    </a:lnTo>
                    <a:lnTo>
                      <a:pt x="493139" y="349703"/>
                    </a:lnTo>
                    <a:lnTo>
                      <a:pt x="493139" y="354780"/>
                    </a:lnTo>
                    <a:lnTo>
                      <a:pt x="491869" y="357319"/>
                    </a:lnTo>
                    <a:lnTo>
                      <a:pt x="491234" y="360492"/>
                    </a:lnTo>
                    <a:lnTo>
                      <a:pt x="492503" y="367474"/>
                    </a:lnTo>
                    <a:lnTo>
                      <a:pt x="495042" y="374455"/>
                    </a:lnTo>
                    <a:lnTo>
                      <a:pt x="496946" y="378898"/>
                    </a:lnTo>
                    <a:lnTo>
                      <a:pt x="500120" y="382706"/>
                    </a:lnTo>
                    <a:lnTo>
                      <a:pt x="504562" y="387148"/>
                    </a:lnTo>
                    <a:lnTo>
                      <a:pt x="509640" y="389052"/>
                    </a:lnTo>
                    <a:lnTo>
                      <a:pt x="513448" y="386514"/>
                    </a:lnTo>
                    <a:lnTo>
                      <a:pt x="515352" y="384610"/>
                    </a:lnTo>
                    <a:lnTo>
                      <a:pt x="519160" y="382071"/>
                    </a:lnTo>
                    <a:lnTo>
                      <a:pt x="521063" y="379532"/>
                    </a:lnTo>
                    <a:lnTo>
                      <a:pt x="523602" y="370012"/>
                    </a:lnTo>
                    <a:lnTo>
                      <a:pt x="521063" y="367474"/>
                    </a:lnTo>
                    <a:lnTo>
                      <a:pt x="519794" y="366839"/>
                    </a:lnTo>
                    <a:lnTo>
                      <a:pt x="518525" y="366204"/>
                    </a:lnTo>
                    <a:lnTo>
                      <a:pt x="520429" y="363666"/>
                    </a:lnTo>
                    <a:lnTo>
                      <a:pt x="522968" y="361762"/>
                    </a:lnTo>
                    <a:lnTo>
                      <a:pt x="523602" y="362396"/>
                    </a:lnTo>
                    <a:lnTo>
                      <a:pt x="523602" y="363031"/>
                    </a:lnTo>
                    <a:lnTo>
                      <a:pt x="524237" y="363031"/>
                    </a:lnTo>
                    <a:lnTo>
                      <a:pt x="524872" y="363666"/>
                    </a:lnTo>
                    <a:lnTo>
                      <a:pt x="525507" y="365570"/>
                    </a:lnTo>
                    <a:lnTo>
                      <a:pt x="524872" y="367474"/>
                    </a:lnTo>
                    <a:lnTo>
                      <a:pt x="525507" y="370012"/>
                    </a:lnTo>
                    <a:lnTo>
                      <a:pt x="527410" y="372551"/>
                    </a:lnTo>
                    <a:lnTo>
                      <a:pt x="529949" y="373186"/>
                    </a:lnTo>
                    <a:lnTo>
                      <a:pt x="532488" y="372551"/>
                    </a:lnTo>
                    <a:lnTo>
                      <a:pt x="534392" y="370012"/>
                    </a:lnTo>
                    <a:lnTo>
                      <a:pt x="536930" y="364935"/>
                    </a:lnTo>
                    <a:lnTo>
                      <a:pt x="537566" y="363031"/>
                    </a:lnTo>
                    <a:lnTo>
                      <a:pt x="538200" y="360492"/>
                    </a:lnTo>
                    <a:lnTo>
                      <a:pt x="538200" y="357954"/>
                    </a:lnTo>
                    <a:lnTo>
                      <a:pt x="537566" y="355415"/>
                    </a:lnTo>
                    <a:lnTo>
                      <a:pt x="541373" y="358588"/>
                    </a:lnTo>
                    <a:lnTo>
                      <a:pt x="545181" y="364300"/>
                    </a:lnTo>
                    <a:lnTo>
                      <a:pt x="554701" y="380802"/>
                    </a:lnTo>
                    <a:lnTo>
                      <a:pt x="558509" y="384610"/>
                    </a:lnTo>
                    <a:lnTo>
                      <a:pt x="574376" y="396034"/>
                    </a:lnTo>
                    <a:lnTo>
                      <a:pt x="580088" y="398572"/>
                    </a:lnTo>
                    <a:lnTo>
                      <a:pt x="583896" y="397303"/>
                    </a:lnTo>
                    <a:lnTo>
                      <a:pt x="583261" y="390956"/>
                    </a:lnTo>
                    <a:lnTo>
                      <a:pt x="580088" y="383975"/>
                    </a:lnTo>
                    <a:lnTo>
                      <a:pt x="576915" y="378898"/>
                    </a:lnTo>
                    <a:lnTo>
                      <a:pt x="569934" y="369378"/>
                    </a:lnTo>
                    <a:lnTo>
                      <a:pt x="576915" y="371916"/>
                    </a:lnTo>
                    <a:lnTo>
                      <a:pt x="581992" y="375724"/>
                    </a:lnTo>
                    <a:lnTo>
                      <a:pt x="585800" y="381436"/>
                    </a:lnTo>
                    <a:lnTo>
                      <a:pt x="588339" y="390322"/>
                    </a:lnTo>
                    <a:lnTo>
                      <a:pt x="589608" y="392860"/>
                    </a:lnTo>
                    <a:lnTo>
                      <a:pt x="591512" y="396034"/>
                    </a:lnTo>
                    <a:lnTo>
                      <a:pt x="595955" y="400476"/>
                    </a:lnTo>
                    <a:lnTo>
                      <a:pt x="599763" y="402380"/>
                    </a:lnTo>
                    <a:lnTo>
                      <a:pt x="602936" y="403015"/>
                    </a:lnTo>
                    <a:lnTo>
                      <a:pt x="620707" y="396668"/>
                    </a:lnTo>
                    <a:lnTo>
                      <a:pt x="627688" y="396034"/>
                    </a:lnTo>
                    <a:lnTo>
                      <a:pt x="634035" y="398572"/>
                    </a:lnTo>
                    <a:lnTo>
                      <a:pt x="637208" y="400476"/>
                    </a:lnTo>
                    <a:lnTo>
                      <a:pt x="640382" y="401746"/>
                    </a:lnTo>
                    <a:lnTo>
                      <a:pt x="643555" y="403650"/>
                    </a:lnTo>
                    <a:lnTo>
                      <a:pt x="646728" y="407458"/>
                    </a:lnTo>
                    <a:lnTo>
                      <a:pt x="648633" y="410631"/>
                    </a:lnTo>
                    <a:lnTo>
                      <a:pt x="651171" y="416343"/>
                    </a:lnTo>
                    <a:lnTo>
                      <a:pt x="651806" y="418247"/>
                    </a:lnTo>
                    <a:lnTo>
                      <a:pt x="654979" y="419517"/>
                    </a:lnTo>
                    <a:lnTo>
                      <a:pt x="655614" y="416978"/>
                    </a:lnTo>
                    <a:lnTo>
                      <a:pt x="655614" y="409997"/>
                    </a:lnTo>
                    <a:lnTo>
                      <a:pt x="660691" y="413805"/>
                    </a:lnTo>
                    <a:lnTo>
                      <a:pt x="663864" y="415074"/>
                    </a:lnTo>
                    <a:lnTo>
                      <a:pt x="664499" y="411266"/>
                    </a:lnTo>
                    <a:lnTo>
                      <a:pt x="665134" y="409997"/>
                    </a:lnTo>
                    <a:lnTo>
                      <a:pt x="665768" y="407458"/>
                    </a:lnTo>
                    <a:lnTo>
                      <a:pt x="665768" y="404919"/>
                    </a:lnTo>
                    <a:lnTo>
                      <a:pt x="665134" y="403015"/>
                    </a:lnTo>
                    <a:lnTo>
                      <a:pt x="663230" y="399842"/>
                    </a:lnTo>
                    <a:lnTo>
                      <a:pt x="662595" y="397303"/>
                    </a:lnTo>
                    <a:lnTo>
                      <a:pt x="667673" y="400476"/>
                    </a:lnTo>
                    <a:lnTo>
                      <a:pt x="670846" y="408092"/>
                    </a:lnTo>
                    <a:lnTo>
                      <a:pt x="673384" y="415708"/>
                    </a:lnTo>
                    <a:lnTo>
                      <a:pt x="676558" y="418882"/>
                    </a:lnTo>
                    <a:lnTo>
                      <a:pt x="682270" y="419517"/>
                    </a:lnTo>
                    <a:lnTo>
                      <a:pt x="699406" y="429037"/>
                    </a:lnTo>
                    <a:lnTo>
                      <a:pt x="698771" y="425229"/>
                    </a:lnTo>
                    <a:lnTo>
                      <a:pt x="696867" y="423325"/>
                    </a:lnTo>
                    <a:lnTo>
                      <a:pt x="694963" y="422055"/>
                    </a:lnTo>
                    <a:lnTo>
                      <a:pt x="693060" y="420151"/>
                    </a:lnTo>
                    <a:lnTo>
                      <a:pt x="692424" y="416343"/>
                    </a:lnTo>
                    <a:lnTo>
                      <a:pt x="693060" y="411266"/>
                    </a:lnTo>
                    <a:lnTo>
                      <a:pt x="693060" y="406188"/>
                    </a:lnTo>
                    <a:lnTo>
                      <a:pt x="691155" y="402380"/>
                    </a:lnTo>
                    <a:lnTo>
                      <a:pt x="682904" y="394764"/>
                    </a:lnTo>
                    <a:lnTo>
                      <a:pt x="676558" y="390956"/>
                    </a:lnTo>
                    <a:lnTo>
                      <a:pt x="674654" y="389687"/>
                    </a:lnTo>
                    <a:lnTo>
                      <a:pt x="672115" y="385244"/>
                    </a:lnTo>
                    <a:lnTo>
                      <a:pt x="672750" y="381436"/>
                    </a:lnTo>
                    <a:lnTo>
                      <a:pt x="673384" y="377628"/>
                    </a:lnTo>
                    <a:lnTo>
                      <a:pt x="673384" y="373186"/>
                    </a:lnTo>
                    <a:lnTo>
                      <a:pt x="670846" y="370012"/>
                    </a:lnTo>
                    <a:lnTo>
                      <a:pt x="666403" y="370647"/>
                    </a:lnTo>
                    <a:lnTo>
                      <a:pt x="661326" y="373186"/>
                    </a:lnTo>
                    <a:lnTo>
                      <a:pt x="656883" y="374455"/>
                    </a:lnTo>
                    <a:lnTo>
                      <a:pt x="652441" y="372551"/>
                    </a:lnTo>
                    <a:lnTo>
                      <a:pt x="647997" y="369378"/>
                    </a:lnTo>
                    <a:lnTo>
                      <a:pt x="644190" y="364935"/>
                    </a:lnTo>
                    <a:lnTo>
                      <a:pt x="642286" y="360492"/>
                    </a:lnTo>
                    <a:lnTo>
                      <a:pt x="639747" y="359223"/>
                    </a:lnTo>
                    <a:lnTo>
                      <a:pt x="625784" y="356050"/>
                    </a:lnTo>
                    <a:lnTo>
                      <a:pt x="618168" y="351607"/>
                    </a:lnTo>
                    <a:lnTo>
                      <a:pt x="611822" y="345895"/>
                    </a:lnTo>
                    <a:lnTo>
                      <a:pt x="606744" y="338279"/>
                    </a:lnTo>
                    <a:lnTo>
                      <a:pt x="603571" y="329393"/>
                    </a:lnTo>
                    <a:lnTo>
                      <a:pt x="602936" y="327489"/>
                    </a:lnTo>
                    <a:lnTo>
                      <a:pt x="601667" y="326220"/>
                    </a:lnTo>
                    <a:lnTo>
                      <a:pt x="602936" y="323681"/>
                    </a:lnTo>
                    <a:lnTo>
                      <a:pt x="600397" y="320508"/>
                    </a:lnTo>
                    <a:lnTo>
                      <a:pt x="598494" y="315431"/>
                    </a:lnTo>
                    <a:lnTo>
                      <a:pt x="593416" y="297660"/>
                    </a:lnTo>
                    <a:lnTo>
                      <a:pt x="592781" y="295121"/>
                    </a:lnTo>
                    <a:lnTo>
                      <a:pt x="592147" y="293217"/>
                    </a:lnTo>
                    <a:lnTo>
                      <a:pt x="592147" y="291313"/>
                    </a:lnTo>
                    <a:lnTo>
                      <a:pt x="595320" y="297025"/>
                    </a:lnTo>
                    <a:lnTo>
                      <a:pt x="608648" y="332567"/>
                    </a:lnTo>
                    <a:lnTo>
                      <a:pt x="609917" y="334471"/>
                    </a:lnTo>
                    <a:lnTo>
                      <a:pt x="612456" y="335740"/>
                    </a:lnTo>
                    <a:lnTo>
                      <a:pt x="628957" y="349703"/>
                    </a:lnTo>
                    <a:lnTo>
                      <a:pt x="632766" y="351607"/>
                    </a:lnTo>
                    <a:lnTo>
                      <a:pt x="639113" y="351607"/>
                    </a:lnTo>
                    <a:lnTo>
                      <a:pt x="641651" y="352242"/>
                    </a:lnTo>
                    <a:lnTo>
                      <a:pt x="645459" y="353511"/>
                    </a:lnTo>
                    <a:lnTo>
                      <a:pt x="647363" y="354780"/>
                    </a:lnTo>
                    <a:lnTo>
                      <a:pt x="647997" y="356050"/>
                    </a:lnTo>
                    <a:lnTo>
                      <a:pt x="648633" y="357319"/>
                    </a:lnTo>
                    <a:lnTo>
                      <a:pt x="649902" y="359223"/>
                    </a:lnTo>
                    <a:lnTo>
                      <a:pt x="653710" y="362396"/>
                    </a:lnTo>
                    <a:lnTo>
                      <a:pt x="656883" y="363031"/>
                    </a:lnTo>
                    <a:lnTo>
                      <a:pt x="663864" y="361127"/>
                    </a:lnTo>
                    <a:lnTo>
                      <a:pt x="667673" y="357954"/>
                    </a:lnTo>
                    <a:lnTo>
                      <a:pt x="667673" y="352876"/>
                    </a:lnTo>
                    <a:lnTo>
                      <a:pt x="665134" y="347799"/>
                    </a:lnTo>
                    <a:lnTo>
                      <a:pt x="662595" y="343356"/>
                    </a:lnTo>
                    <a:lnTo>
                      <a:pt x="655614" y="336375"/>
                    </a:lnTo>
                    <a:lnTo>
                      <a:pt x="639113" y="323681"/>
                    </a:lnTo>
                    <a:lnTo>
                      <a:pt x="633400" y="315431"/>
                    </a:lnTo>
                    <a:lnTo>
                      <a:pt x="632131" y="310353"/>
                    </a:lnTo>
                    <a:lnTo>
                      <a:pt x="630227" y="294487"/>
                    </a:lnTo>
                    <a:lnTo>
                      <a:pt x="628323" y="290044"/>
                    </a:lnTo>
                    <a:lnTo>
                      <a:pt x="625784" y="285601"/>
                    </a:lnTo>
                    <a:lnTo>
                      <a:pt x="623880" y="281158"/>
                    </a:lnTo>
                    <a:lnTo>
                      <a:pt x="623880" y="275447"/>
                    </a:lnTo>
                    <a:lnTo>
                      <a:pt x="616899" y="271004"/>
                    </a:lnTo>
                    <a:lnTo>
                      <a:pt x="613726" y="267196"/>
                    </a:lnTo>
                    <a:lnTo>
                      <a:pt x="612456" y="262118"/>
                    </a:lnTo>
                    <a:lnTo>
                      <a:pt x="613726" y="258311"/>
                    </a:lnTo>
                    <a:lnTo>
                      <a:pt x="620073" y="252598"/>
                    </a:lnTo>
                    <a:lnTo>
                      <a:pt x="621976" y="248156"/>
                    </a:lnTo>
                    <a:lnTo>
                      <a:pt x="621976" y="243078"/>
                    </a:lnTo>
                    <a:lnTo>
                      <a:pt x="620073" y="243713"/>
                    </a:lnTo>
                    <a:lnTo>
                      <a:pt x="614995" y="248156"/>
                    </a:lnTo>
                    <a:lnTo>
                      <a:pt x="612456" y="246886"/>
                    </a:lnTo>
                    <a:lnTo>
                      <a:pt x="613091" y="238636"/>
                    </a:lnTo>
                    <a:lnTo>
                      <a:pt x="610553" y="237366"/>
                    </a:lnTo>
                    <a:lnTo>
                      <a:pt x="609283" y="236097"/>
                    </a:lnTo>
                    <a:lnTo>
                      <a:pt x="608648" y="235462"/>
                    </a:lnTo>
                    <a:lnTo>
                      <a:pt x="608014" y="234828"/>
                    </a:lnTo>
                    <a:lnTo>
                      <a:pt x="612456" y="233558"/>
                    </a:lnTo>
                    <a:lnTo>
                      <a:pt x="614360" y="233558"/>
                    </a:lnTo>
                    <a:lnTo>
                      <a:pt x="616264" y="234193"/>
                    </a:lnTo>
                    <a:lnTo>
                      <a:pt x="618803" y="230385"/>
                    </a:lnTo>
                    <a:lnTo>
                      <a:pt x="616264" y="227846"/>
                    </a:lnTo>
                    <a:lnTo>
                      <a:pt x="609283" y="225308"/>
                    </a:lnTo>
                    <a:lnTo>
                      <a:pt x="606744" y="222769"/>
                    </a:lnTo>
                    <a:lnTo>
                      <a:pt x="604206" y="219596"/>
                    </a:lnTo>
                    <a:lnTo>
                      <a:pt x="603571" y="216422"/>
                    </a:lnTo>
                    <a:lnTo>
                      <a:pt x="606744" y="215153"/>
                    </a:lnTo>
                    <a:lnTo>
                      <a:pt x="611187" y="216422"/>
                    </a:lnTo>
                    <a:lnTo>
                      <a:pt x="619437" y="222769"/>
                    </a:lnTo>
                    <a:lnTo>
                      <a:pt x="623246" y="223404"/>
                    </a:lnTo>
                    <a:lnTo>
                      <a:pt x="623880" y="220865"/>
                    </a:lnTo>
                    <a:lnTo>
                      <a:pt x="620073" y="215788"/>
                    </a:lnTo>
                    <a:lnTo>
                      <a:pt x="609917" y="204998"/>
                    </a:lnTo>
                    <a:lnTo>
                      <a:pt x="604206" y="201190"/>
                    </a:lnTo>
                    <a:lnTo>
                      <a:pt x="601667" y="199921"/>
                    </a:lnTo>
                    <a:lnTo>
                      <a:pt x="597224" y="199286"/>
                    </a:lnTo>
                    <a:lnTo>
                      <a:pt x="594686" y="198017"/>
                    </a:lnTo>
                    <a:lnTo>
                      <a:pt x="592781" y="195478"/>
                    </a:lnTo>
                    <a:lnTo>
                      <a:pt x="592147" y="192939"/>
                    </a:lnTo>
                    <a:lnTo>
                      <a:pt x="592781" y="190401"/>
                    </a:lnTo>
                    <a:lnTo>
                      <a:pt x="595320" y="189131"/>
                    </a:lnTo>
                    <a:lnTo>
                      <a:pt x="597224" y="189766"/>
                    </a:lnTo>
                    <a:lnTo>
                      <a:pt x="599763" y="191670"/>
                    </a:lnTo>
                    <a:lnTo>
                      <a:pt x="603571" y="195478"/>
                    </a:lnTo>
                    <a:lnTo>
                      <a:pt x="616899" y="204364"/>
                    </a:lnTo>
                    <a:lnTo>
                      <a:pt x="618168" y="203729"/>
                    </a:lnTo>
                    <a:lnTo>
                      <a:pt x="618803" y="201825"/>
                    </a:lnTo>
                    <a:lnTo>
                      <a:pt x="620073" y="200556"/>
                    </a:lnTo>
                    <a:lnTo>
                      <a:pt x="624515" y="199286"/>
                    </a:lnTo>
                    <a:lnTo>
                      <a:pt x="627688" y="197382"/>
                    </a:lnTo>
                    <a:lnTo>
                      <a:pt x="627688" y="194844"/>
                    </a:lnTo>
                    <a:lnTo>
                      <a:pt x="623880" y="191036"/>
                    </a:lnTo>
                    <a:lnTo>
                      <a:pt x="620073" y="189131"/>
                    </a:lnTo>
                    <a:lnTo>
                      <a:pt x="608648" y="186593"/>
                    </a:lnTo>
                    <a:lnTo>
                      <a:pt x="604206" y="186593"/>
                    </a:lnTo>
                    <a:lnTo>
                      <a:pt x="602936" y="185958"/>
                    </a:lnTo>
                    <a:lnTo>
                      <a:pt x="601032" y="184689"/>
                    </a:lnTo>
                    <a:lnTo>
                      <a:pt x="600397" y="182150"/>
                    </a:lnTo>
                    <a:lnTo>
                      <a:pt x="601032" y="180246"/>
                    </a:lnTo>
                    <a:lnTo>
                      <a:pt x="602936" y="180246"/>
                    </a:lnTo>
                    <a:lnTo>
                      <a:pt x="610553" y="183419"/>
                    </a:lnTo>
                    <a:lnTo>
                      <a:pt x="612456" y="180881"/>
                    </a:lnTo>
                    <a:lnTo>
                      <a:pt x="614995" y="180881"/>
                    </a:lnTo>
                    <a:lnTo>
                      <a:pt x="617534" y="182150"/>
                    </a:lnTo>
                    <a:lnTo>
                      <a:pt x="618803" y="184689"/>
                    </a:lnTo>
                    <a:lnTo>
                      <a:pt x="620073" y="184054"/>
                    </a:lnTo>
                    <a:lnTo>
                      <a:pt x="620073" y="178342"/>
                    </a:lnTo>
                    <a:lnTo>
                      <a:pt x="616899" y="173265"/>
                    </a:lnTo>
                    <a:lnTo>
                      <a:pt x="613091" y="168822"/>
                    </a:lnTo>
                    <a:lnTo>
                      <a:pt x="608648" y="160571"/>
                    </a:lnTo>
                    <a:lnTo>
                      <a:pt x="606109" y="161206"/>
                    </a:lnTo>
                    <a:lnTo>
                      <a:pt x="602301" y="165014"/>
                    </a:lnTo>
                    <a:lnTo>
                      <a:pt x="599763" y="164379"/>
                    </a:lnTo>
                    <a:lnTo>
                      <a:pt x="595955" y="160571"/>
                    </a:lnTo>
                    <a:lnTo>
                      <a:pt x="594686" y="159937"/>
                    </a:lnTo>
                    <a:lnTo>
                      <a:pt x="594050" y="158667"/>
                    </a:lnTo>
                    <a:lnTo>
                      <a:pt x="592781" y="156129"/>
                    </a:lnTo>
                    <a:lnTo>
                      <a:pt x="590243" y="153590"/>
                    </a:lnTo>
                    <a:lnTo>
                      <a:pt x="583896" y="152955"/>
                    </a:lnTo>
                    <a:lnTo>
                      <a:pt x="582627" y="151686"/>
                    </a:lnTo>
                    <a:lnTo>
                      <a:pt x="581357" y="149782"/>
                    </a:lnTo>
                    <a:lnTo>
                      <a:pt x="578819" y="147878"/>
                    </a:lnTo>
                    <a:lnTo>
                      <a:pt x="577549" y="147878"/>
                    </a:lnTo>
                    <a:lnTo>
                      <a:pt x="573741" y="147243"/>
                    </a:lnTo>
                    <a:lnTo>
                      <a:pt x="571203" y="146609"/>
                    </a:lnTo>
                    <a:lnTo>
                      <a:pt x="572472" y="145974"/>
                    </a:lnTo>
                    <a:lnTo>
                      <a:pt x="577549" y="144705"/>
                    </a:lnTo>
                    <a:lnTo>
                      <a:pt x="579454" y="143435"/>
                    </a:lnTo>
                    <a:lnTo>
                      <a:pt x="580723" y="140897"/>
                    </a:lnTo>
                    <a:lnTo>
                      <a:pt x="583261" y="142166"/>
                    </a:lnTo>
                    <a:lnTo>
                      <a:pt x="594050" y="144705"/>
                    </a:lnTo>
                    <a:lnTo>
                      <a:pt x="597224" y="146609"/>
                    </a:lnTo>
                    <a:lnTo>
                      <a:pt x="600397" y="149147"/>
                    </a:lnTo>
                    <a:lnTo>
                      <a:pt x="602301" y="150417"/>
                    </a:lnTo>
                    <a:lnTo>
                      <a:pt x="603571" y="149147"/>
                    </a:lnTo>
                    <a:lnTo>
                      <a:pt x="605475" y="151051"/>
                    </a:lnTo>
                    <a:lnTo>
                      <a:pt x="606744" y="149147"/>
                    </a:lnTo>
                    <a:lnTo>
                      <a:pt x="608648" y="148513"/>
                    </a:lnTo>
                    <a:lnTo>
                      <a:pt x="610553" y="149147"/>
                    </a:lnTo>
                    <a:lnTo>
                      <a:pt x="612456" y="150417"/>
                    </a:lnTo>
                    <a:lnTo>
                      <a:pt x="619437" y="143435"/>
                    </a:lnTo>
                    <a:lnTo>
                      <a:pt x="618803" y="142166"/>
                    </a:lnTo>
                    <a:lnTo>
                      <a:pt x="611822" y="142801"/>
                    </a:lnTo>
                    <a:lnTo>
                      <a:pt x="606109" y="138993"/>
                    </a:lnTo>
                    <a:lnTo>
                      <a:pt x="601032" y="133915"/>
                    </a:lnTo>
                    <a:lnTo>
                      <a:pt x="596589" y="127569"/>
                    </a:lnTo>
                    <a:lnTo>
                      <a:pt x="603571" y="128203"/>
                    </a:lnTo>
                    <a:lnTo>
                      <a:pt x="605475" y="128838"/>
                    </a:lnTo>
                    <a:lnTo>
                      <a:pt x="609917" y="133915"/>
                    </a:lnTo>
                    <a:lnTo>
                      <a:pt x="612456" y="135819"/>
                    </a:lnTo>
                    <a:lnTo>
                      <a:pt x="615629" y="137089"/>
                    </a:lnTo>
                    <a:lnTo>
                      <a:pt x="616899" y="134550"/>
                    </a:lnTo>
                    <a:lnTo>
                      <a:pt x="616899" y="132646"/>
                    </a:lnTo>
                    <a:lnTo>
                      <a:pt x="608648" y="125664"/>
                    </a:lnTo>
                    <a:lnTo>
                      <a:pt x="606109" y="123126"/>
                    </a:lnTo>
                    <a:lnTo>
                      <a:pt x="606744" y="121222"/>
                    </a:lnTo>
                    <a:lnTo>
                      <a:pt x="618168" y="121222"/>
                    </a:lnTo>
                    <a:lnTo>
                      <a:pt x="618803" y="119952"/>
                    </a:lnTo>
                    <a:lnTo>
                      <a:pt x="616899" y="117414"/>
                    </a:lnTo>
                    <a:lnTo>
                      <a:pt x="618803" y="114875"/>
                    </a:lnTo>
                    <a:lnTo>
                      <a:pt x="620707" y="114241"/>
                    </a:lnTo>
                    <a:lnTo>
                      <a:pt x="622611" y="113606"/>
                    </a:lnTo>
                    <a:lnTo>
                      <a:pt x="623880" y="110432"/>
                    </a:lnTo>
                    <a:lnTo>
                      <a:pt x="622611" y="110432"/>
                    </a:lnTo>
                    <a:lnTo>
                      <a:pt x="621976" y="105990"/>
                    </a:lnTo>
                    <a:lnTo>
                      <a:pt x="617534" y="104720"/>
                    </a:lnTo>
                    <a:lnTo>
                      <a:pt x="611822" y="104720"/>
                    </a:lnTo>
                    <a:lnTo>
                      <a:pt x="608014" y="102817"/>
                    </a:lnTo>
                    <a:lnTo>
                      <a:pt x="621976" y="95835"/>
                    </a:lnTo>
                    <a:lnTo>
                      <a:pt x="624515" y="96470"/>
                    </a:lnTo>
                    <a:lnTo>
                      <a:pt x="630862" y="106624"/>
                    </a:lnTo>
                    <a:lnTo>
                      <a:pt x="634669" y="117414"/>
                    </a:lnTo>
                    <a:lnTo>
                      <a:pt x="639113" y="109163"/>
                    </a:lnTo>
                    <a:lnTo>
                      <a:pt x="640382" y="107894"/>
                    </a:lnTo>
                    <a:lnTo>
                      <a:pt x="640382" y="106624"/>
                    </a:lnTo>
                    <a:lnTo>
                      <a:pt x="638477" y="104086"/>
                    </a:lnTo>
                    <a:lnTo>
                      <a:pt x="634669" y="100278"/>
                    </a:lnTo>
                    <a:lnTo>
                      <a:pt x="633400" y="81238"/>
                    </a:lnTo>
                    <a:lnTo>
                      <a:pt x="634035" y="79968"/>
                    </a:lnTo>
                    <a:lnTo>
                      <a:pt x="634669" y="77430"/>
                    </a:lnTo>
                    <a:lnTo>
                      <a:pt x="635939" y="75526"/>
                    </a:lnTo>
                    <a:lnTo>
                      <a:pt x="637843" y="74891"/>
                    </a:lnTo>
                    <a:lnTo>
                      <a:pt x="639747" y="76160"/>
                    </a:lnTo>
                    <a:lnTo>
                      <a:pt x="640382" y="78064"/>
                    </a:lnTo>
                    <a:lnTo>
                      <a:pt x="640382" y="83142"/>
                    </a:lnTo>
                    <a:lnTo>
                      <a:pt x="641016" y="93931"/>
                    </a:lnTo>
                    <a:lnTo>
                      <a:pt x="642920" y="98374"/>
                    </a:lnTo>
                    <a:lnTo>
                      <a:pt x="646728" y="100912"/>
                    </a:lnTo>
                    <a:lnTo>
                      <a:pt x="650536" y="95835"/>
                    </a:lnTo>
                    <a:lnTo>
                      <a:pt x="660691" y="86315"/>
                    </a:lnTo>
                    <a:lnTo>
                      <a:pt x="667673" y="74891"/>
                    </a:lnTo>
                    <a:lnTo>
                      <a:pt x="668307" y="72352"/>
                    </a:lnTo>
                    <a:lnTo>
                      <a:pt x="667673" y="69179"/>
                    </a:lnTo>
                    <a:lnTo>
                      <a:pt x="665768" y="68544"/>
                    </a:lnTo>
                    <a:lnTo>
                      <a:pt x="658153" y="67910"/>
                    </a:lnTo>
                    <a:lnTo>
                      <a:pt x="655614" y="66006"/>
                    </a:lnTo>
                    <a:lnTo>
                      <a:pt x="658153" y="51408"/>
                    </a:lnTo>
                    <a:lnTo>
                      <a:pt x="659422" y="48870"/>
                    </a:lnTo>
                    <a:lnTo>
                      <a:pt x="661326" y="47600"/>
                    </a:lnTo>
                    <a:lnTo>
                      <a:pt x="663864" y="46966"/>
                    </a:lnTo>
                    <a:lnTo>
                      <a:pt x="676558" y="44427"/>
                    </a:lnTo>
                    <a:lnTo>
                      <a:pt x="678462" y="43157"/>
                    </a:lnTo>
                    <a:lnTo>
                      <a:pt x="680366" y="36811"/>
                    </a:lnTo>
                    <a:lnTo>
                      <a:pt x="682270" y="33637"/>
                    </a:lnTo>
                    <a:lnTo>
                      <a:pt x="685443" y="32368"/>
                    </a:lnTo>
                    <a:lnTo>
                      <a:pt x="685443" y="42523"/>
                    </a:lnTo>
                    <a:lnTo>
                      <a:pt x="684809" y="46966"/>
                    </a:lnTo>
                    <a:lnTo>
                      <a:pt x="683539" y="50774"/>
                    </a:lnTo>
                    <a:lnTo>
                      <a:pt x="680366" y="59024"/>
                    </a:lnTo>
                    <a:lnTo>
                      <a:pt x="679731" y="64102"/>
                    </a:lnTo>
                    <a:lnTo>
                      <a:pt x="681635" y="68544"/>
                    </a:lnTo>
                    <a:lnTo>
                      <a:pt x="684174" y="63467"/>
                    </a:lnTo>
                    <a:lnTo>
                      <a:pt x="695598" y="49504"/>
                    </a:lnTo>
                    <a:lnTo>
                      <a:pt x="698136" y="45062"/>
                    </a:lnTo>
                    <a:lnTo>
                      <a:pt x="700041" y="39984"/>
                    </a:lnTo>
                    <a:lnTo>
                      <a:pt x="702580" y="35542"/>
                    </a:lnTo>
                    <a:lnTo>
                      <a:pt x="706387" y="33003"/>
                    </a:lnTo>
                    <a:lnTo>
                      <a:pt x="706387" y="38715"/>
                    </a:lnTo>
                    <a:lnTo>
                      <a:pt x="705753" y="45062"/>
                    </a:lnTo>
                    <a:lnTo>
                      <a:pt x="703214" y="50139"/>
                    </a:lnTo>
                    <a:lnTo>
                      <a:pt x="698771" y="53947"/>
                    </a:lnTo>
                    <a:lnTo>
                      <a:pt x="701310" y="57755"/>
                    </a:lnTo>
                    <a:lnTo>
                      <a:pt x="705118" y="59659"/>
                    </a:lnTo>
                    <a:lnTo>
                      <a:pt x="711464" y="61563"/>
                    </a:lnTo>
                    <a:lnTo>
                      <a:pt x="711464" y="62832"/>
                    </a:lnTo>
                    <a:lnTo>
                      <a:pt x="706387" y="63467"/>
                    </a:lnTo>
                    <a:lnTo>
                      <a:pt x="696867" y="62832"/>
                    </a:lnTo>
                    <a:lnTo>
                      <a:pt x="693060" y="64102"/>
                    </a:lnTo>
                    <a:lnTo>
                      <a:pt x="690521" y="66640"/>
                    </a:lnTo>
                    <a:lnTo>
                      <a:pt x="687347" y="71083"/>
                    </a:lnTo>
                    <a:lnTo>
                      <a:pt x="681635" y="81238"/>
                    </a:lnTo>
                    <a:lnTo>
                      <a:pt x="682270" y="85680"/>
                    </a:lnTo>
                    <a:lnTo>
                      <a:pt x="687347" y="86315"/>
                    </a:lnTo>
                    <a:lnTo>
                      <a:pt x="708926" y="81872"/>
                    </a:lnTo>
                    <a:lnTo>
                      <a:pt x="714638" y="82507"/>
                    </a:lnTo>
                    <a:lnTo>
                      <a:pt x="717811" y="85046"/>
                    </a:lnTo>
                    <a:lnTo>
                      <a:pt x="712734" y="86315"/>
                    </a:lnTo>
                    <a:lnTo>
                      <a:pt x="711464" y="86315"/>
                    </a:lnTo>
                    <a:lnTo>
                      <a:pt x="703214" y="88854"/>
                    </a:lnTo>
                    <a:lnTo>
                      <a:pt x="681635" y="92662"/>
                    </a:lnTo>
                    <a:lnTo>
                      <a:pt x="665768" y="98374"/>
                    </a:lnTo>
                    <a:lnTo>
                      <a:pt x="665134" y="99643"/>
                    </a:lnTo>
                    <a:lnTo>
                      <a:pt x="665134" y="105355"/>
                    </a:lnTo>
                    <a:lnTo>
                      <a:pt x="664499" y="107894"/>
                    </a:lnTo>
                    <a:lnTo>
                      <a:pt x="662595" y="109163"/>
                    </a:lnTo>
                    <a:lnTo>
                      <a:pt x="658787" y="111067"/>
                    </a:lnTo>
                    <a:lnTo>
                      <a:pt x="656883" y="113606"/>
                    </a:lnTo>
                    <a:lnTo>
                      <a:pt x="656883" y="115510"/>
                    </a:lnTo>
                    <a:lnTo>
                      <a:pt x="657517" y="120587"/>
                    </a:lnTo>
                    <a:lnTo>
                      <a:pt x="656883" y="123126"/>
                    </a:lnTo>
                    <a:lnTo>
                      <a:pt x="651171" y="142166"/>
                    </a:lnTo>
                    <a:lnTo>
                      <a:pt x="649902" y="151051"/>
                    </a:lnTo>
                    <a:lnTo>
                      <a:pt x="649267" y="152955"/>
                    </a:lnTo>
                    <a:lnTo>
                      <a:pt x="648633" y="156129"/>
                    </a:lnTo>
                    <a:lnTo>
                      <a:pt x="649267" y="158667"/>
                    </a:lnTo>
                    <a:lnTo>
                      <a:pt x="654344" y="159937"/>
                    </a:lnTo>
                    <a:lnTo>
                      <a:pt x="656248" y="161841"/>
                    </a:lnTo>
                    <a:lnTo>
                      <a:pt x="657517" y="164379"/>
                    </a:lnTo>
                    <a:lnTo>
                      <a:pt x="658153" y="166283"/>
                    </a:lnTo>
                    <a:lnTo>
                      <a:pt x="660056" y="177073"/>
                    </a:lnTo>
                    <a:lnTo>
                      <a:pt x="661326" y="181516"/>
                    </a:lnTo>
                    <a:lnTo>
                      <a:pt x="663864" y="183419"/>
                    </a:lnTo>
                    <a:lnTo>
                      <a:pt x="666403" y="179611"/>
                    </a:lnTo>
                    <a:lnTo>
                      <a:pt x="665768" y="170091"/>
                    </a:lnTo>
                    <a:lnTo>
                      <a:pt x="666403" y="159937"/>
                    </a:lnTo>
                    <a:lnTo>
                      <a:pt x="672115" y="154859"/>
                    </a:lnTo>
                    <a:lnTo>
                      <a:pt x="672750" y="156763"/>
                    </a:lnTo>
                    <a:lnTo>
                      <a:pt x="670211" y="159302"/>
                    </a:lnTo>
                    <a:lnTo>
                      <a:pt x="675288" y="159937"/>
                    </a:lnTo>
                    <a:lnTo>
                      <a:pt x="679096" y="157398"/>
                    </a:lnTo>
                    <a:lnTo>
                      <a:pt x="682270" y="153590"/>
                    </a:lnTo>
                    <a:lnTo>
                      <a:pt x="686078" y="151051"/>
                    </a:lnTo>
                    <a:lnTo>
                      <a:pt x="684809" y="156129"/>
                    </a:lnTo>
                    <a:lnTo>
                      <a:pt x="677827" y="166283"/>
                    </a:lnTo>
                    <a:lnTo>
                      <a:pt x="675288" y="172630"/>
                    </a:lnTo>
                    <a:lnTo>
                      <a:pt x="677193" y="173899"/>
                    </a:lnTo>
                    <a:lnTo>
                      <a:pt x="675288" y="175169"/>
                    </a:lnTo>
                    <a:lnTo>
                      <a:pt x="670846" y="177073"/>
                    </a:lnTo>
                    <a:lnTo>
                      <a:pt x="672115" y="179611"/>
                    </a:lnTo>
                    <a:lnTo>
                      <a:pt x="673384" y="181516"/>
                    </a:lnTo>
                    <a:lnTo>
                      <a:pt x="674654" y="182785"/>
                    </a:lnTo>
                    <a:lnTo>
                      <a:pt x="676558" y="183419"/>
                    </a:lnTo>
                    <a:lnTo>
                      <a:pt x="677193" y="188497"/>
                    </a:lnTo>
                    <a:lnTo>
                      <a:pt x="674654" y="192305"/>
                    </a:lnTo>
                    <a:lnTo>
                      <a:pt x="670846" y="194844"/>
                    </a:lnTo>
                    <a:lnTo>
                      <a:pt x="667037" y="196113"/>
                    </a:lnTo>
                    <a:lnTo>
                      <a:pt x="661326" y="196748"/>
                    </a:lnTo>
                    <a:lnTo>
                      <a:pt x="657517" y="195478"/>
                    </a:lnTo>
                    <a:lnTo>
                      <a:pt x="651171" y="191036"/>
                    </a:lnTo>
                    <a:lnTo>
                      <a:pt x="648633" y="190401"/>
                    </a:lnTo>
                    <a:lnTo>
                      <a:pt x="646094" y="189766"/>
                    </a:lnTo>
                    <a:lnTo>
                      <a:pt x="644190" y="190401"/>
                    </a:lnTo>
                    <a:lnTo>
                      <a:pt x="644190" y="196113"/>
                    </a:lnTo>
                    <a:lnTo>
                      <a:pt x="642920" y="201825"/>
                    </a:lnTo>
                    <a:lnTo>
                      <a:pt x="642920" y="203729"/>
                    </a:lnTo>
                    <a:lnTo>
                      <a:pt x="643555" y="210076"/>
                    </a:lnTo>
                    <a:lnTo>
                      <a:pt x="644190" y="229116"/>
                    </a:lnTo>
                    <a:lnTo>
                      <a:pt x="645459" y="232924"/>
                    </a:lnTo>
                    <a:lnTo>
                      <a:pt x="648633" y="232289"/>
                    </a:lnTo>
                    <a:lnTo>
                      <a:pt x="652441" y="229116"/>
                    </a:lnTo>
                    <a:lnTo>
                      <a:pt x="653710" y="225942"/>
                    </a:lnTo>
                    <a:lnTo>
                      <a:pt x="652441" y="224673"/>
                    </a:lnTo>
                    <a:lnTo>
                      <a:pt x="649902" y="222769"/>
                    </a:lnTo>
                    <a:lnTo>
                      <a:pt x="647997" y="220230"/>
                    </a:lnTo>
                    <a:lnTo>
                      <a:pt x="647997" y="217692"/>
                    </a:lnTo>
                    <a:lnTo>
                      <a:pt x="649267" y="215788"/>
                    </a:lnTo>
                    <a:lnTo>
                      <a:pt x="650536" y="215153"/>
                    </a:lnTo>
                    <a:lnTo>
                      <a:pt x="656248" y="213249"/>
                    </a:lnTo>
                    <a:lnTo>
                      <a:pt x="657517" y="212614"/>
                    </a:lnTo>
                    <a:lnTo>
                      <a:pt x="659422" y="211345"/>
                    </a:lnTo>
                    <a:lnTo>
                      <a:pt x="659422" y="210710"/>
                    </a:lnTo>
                    <a:lnTo>
                      <a:pt x="660056" y="208172"/>
                    </a:lnTo>
                    <a:lnTo>
                      <a:pt x="661326" y="206268"/>
                    </a:lnTo>
                    <a:lnTo>
                      <a:pt x="661961" y="206268"/>
                    </a:lnTo>
                    <a:lnTo>
                      <a:pt x="662595" y="201825"/>
                    </a:lnTo>
                    <a:lnTo>
                      <a:pt x="665768" y="202460"/>
                    </a:lnTo>
                    <a:lnTo>
                      <a:pt x="672750" y="206268"/>
                    </a:lnTo>
                    <a:lnTo>
                      <a:pt x="672750" y="209441"/>
                    </a:lnTo>
                    <a:lnTo>
                      <a:pt x="673384" y="213249"/>
                    </a:lnTo>
                    <a:lnTo>
                      <a:pt x="674654" y="216422"/>
                    </a:lnTo>
                    <a:lnTo>
                      <a:pt x="677193" y="217057"/>
                    </a:lnTo>
                    <a:lnTo>
                      <a:pt x="677827" y="215788"/>
                    </a:lnTo>
                    <a:lnTo>
                      <a:pt x="677827" y="209441"/>
                    </a:lnTo>
                    <a:lnTo>
                      <a:pt x="678462" y="208172"/>
                    </a:lnTo>
                    <a:lnTo>
                      <a:pt x="681001" y="208172"/>
                    </a:lnTo>
                    <a:lnTo>
                      <a:pt x="681635" y="210076"/>
                    </a:lnTo>
                    <a:lnTo>
                      <a:pt x="681635" y="215153"/>
                    </a:lnTo>
                    <a:lnTo>
                      <a:pt x="682904" y="215788"/>
                    </a:lnTo>
                    <a:lnTo>
                      <a:pt x="691790" y="217692"/>
                    </a:lnTo>
                    <a:lnTo>
                      <a:pt x="687982" y="221500"/>
                    </a:lnTo>
                    <a:lnTo>
                      <a:pt x="682904" y="224673"/>
                    </a:lnTo>
                    <a:lnTo>
                      <a:pt x="679096" y="228481"/>
                    </a:lnTo>
                    <a:lnTo>
                      <a:pt x="679731" y="235462"/>
                    </a:lnTo>
                    <a:lnTo>
                      <a:pt x="683539" y="240540"/>
                    </a:lnTo>
                    <a:lnTo>
                      <a:pt x="687347" y="240540"/>
                    </a:lnTo>
                    <a:lnTo>
                      <a:pt x="691155" y="237366"/>
                    </a:lnTo>
                    <a:lnTo>
                      <a:pt x="693060" y="232924"/>
                    </a:lnTo>
                    <a:lnTo>
                      <a:pt x="694963" y="236732"/>
                    </a:lnTo>
                    <a:lnTo>
                      <a:pt x="694329" y="241174"/>
                    </a:lnTo>
                    <a:lnTo>
                      <a:pt x="692424" y="244348"/>
                    </a:lnTo>
                    <a:lnTo>
                      <a:pt x="690521" y="246252"/>
                    </a:lnTo>
                    <a:lnTo>
                      <a:pt x="686713" y="246886"/>
                    </a:lnTo>
                    <a:lnTo>
                      <a:pt x="682904" y="246252"/>
                    </a:lnTo>
                    <a:lnTo>
                      <a:pt x="679096" y="244982"/>
                    </a:lnTo>
                    <a:lnTo>
                      <a:pt x="675923" y="242444"/>
                    </a:lnTo>
                    <a:lnTo>
                      <a:pt x="673384" y="237366"/>
                    </a:lnTo>
                    <a:lnTo>
                      <a:pt x="672750" y="236732"/>
                    </a:lnTo>
                    <a:lnTo>
                      <a:pt x="670846" y="236732"/>
                    </a:lnTo>
                    <a:lnTo>
                      <a:pt x="669576" y="236097"/>
                    </a:lnTo>
                    <a:lnTo>
                      <a:pt x="667037" y="233558"/>
                    </a:lnTo>
                    <a:lnTo>
                      <a:pt x="663864" y="232924"/>
                    </a:lnTo>
                    <a:lnTo>
                      <a:pt x="661326" y="235462"/>
                    </a:lnTo>
                    <a:lnTo>
                      <a:pt x="656883" y="241174"/>
                    </a:lnTo>
                    <a:lnTo>
                      <a:pt x="656883" y="243078"/>
                    </a:lnTo>
                    <a:lnTo>
                      <a:pt x="656248" y="245617"/>
                    </a:lnTo>
                    <a:lnTo>
                      <a:pt x="655614" y="260849"/>
                    </a:lnTo>
                    <a:lnTo>
                      <a:pt x="654979" y="265292"/>
                    </a:lnTo>
                    <a:lnTo>
                      <a:pt x="654979" y="269100"/>
                    </a:lnTo>
                    <a:lnTo>
                      <a:pt x="655614" y="274812"/>
                    </a:lnTo>
                    <a:lnTo>
                      <a:pt x="656883" y="276081"/>
                    </a:lnTo>
                    <a:lnTo>
                      <a:pt x="659422" y="275447"/>
                    </a:lnTo>
                    <a:lnTo>
                      <a:pt x="661961" y="272908"/>
                    </a:lnTo>
                    <a:lnTo>
                      <a:pt x="663230" y="271004"/>
                    </a:lnTo>
                    <a:lnTo>
                      <a:pt x="661961" y="267831"/>
                    </a:lnTo>
                    <a:lnTo>
                      <a:pt x="661326" y="262118"/>
                    </a:lnTo>
                    <a:lnTo>
                      <a:pt x="661326" y="257041"/>
                    </a:lnTo>
                    <a:lnTo>
                      <a:pt x="661961" y="253233"/>
                    </a:lnTo>
                    <a:lnTo>
                      <a:pt x="664499" y="249425"/>
                    </a:lnTo>
                    <a:lnTo>
                      <a:pt x="665134" y="251329"/>
                    </a:lnTo>
                    <a:lnTo>
                      <a:pt x="665768" y="261484"/>
                    </a:lnTo>
                    <a:lnTo>
                      <a:pt x="667673" y="263388"/>
                    </a:lnTo>
                    <a:lnTo>
                      <a:pt x="670211" y="258945"/>
                    </a:lnTo>
                    <a:lnTo>
                      <a:pt x="674654" y="249425"/>
                    </a:lnTo>
                    <a:lnTo>
                      <a:pt x="678462" y="250060"/>
                    </a:lnTo>
                    <a:lnTo>
                      <a:pt x="679096" y="253868"/>
                    </a:lnTo>
                    <a:lnTo>
                      <a:pt x="676558" y="262118"/>
                    </a:lnTo>
                    <a:lnTo>
                      <a:pt x="679096" y="263388"/>
                    </a:lnTo>
                    <a:lnTo>
                      <a:pt x="682270" y="268465"/>
                    </a:lnTo>
                    <a:lnTo>
                      <a:pt x="684174" y="269100"/>
                    </a:lnTo>
                    <a:lnTo>
                      <a:pt x="686078" y="267196"/>
                    </a:lnTo>
                    <a:lnTo>
                      <a:pt x="686713" y="264023"/>
                    </a:lnTo>
                    <a:lnTo>
                      <a:pt x="686713" y="260214"/>
                    </a:lnTo>
                    <a:lnTo>
                      <a:pt x="687347" y="257041"/>
                    </a:lnTo>
                    <a:lnTo>
                      <a:pt x="688616" y="259580"/>
                    </a:lnTo>
                    <a:lnTo>
                      <a:pt x="689251" y="262118"/>
                    </a:lnTo>
                    <a:lnTo>
                      <a:pt x="688616" y="264023"/>
                    </a:lnTo>
                    <a:lnTo>
                      <a:pt x="687982" y="265926"/>
                    </a:lnTo>
                    <a:lnTo>
                      <a:pt x="690521" y="268465"/>
                    </a:lnTo>
                    <a:lnTo>
                      <a:pt x="693694" y="267831"/>
                    </a:lnTo>
                    <a:lnTo>
                      <a:pt x="697502" y="265926"/>
                    </a:lnTo>
                    <a:lnTo>
                      <a:pt x="701310" y="264657"/>
                    </a:lnTo>
                    <a:lnTo>
                      <a:pt x="701944" y="266561"/>
                    </a:lnTo>
                    <a:lnTo>
                      <a:pt x="699406" y="267831"/>
                    </a:lnTo>
                    <a:lnTo>
                      <a:pt x="694963" y="271638"/>
                    </a:lnTo>
                    <a:lnTo>
                      <a:pt x="693694" y="273543"/>
                    </a:lnTo>
                    <a:lnTo>
                      <a:pt x="694329" y="275447"/>
                    </a:lnTo>
                    <a:lnTo>
                      <a:pt x="698136" y="276081"/>
                    </a:lnTo>
                    <a:lnTo>
                      <a:pt x="700675" y="274812"/>
                    </a:lnTo>
                    <a:lnTo>
                      <a:pt x="702580" y="272908"/>
                    </a:lnTo>
                    <a:lnTo>
                      <a:pt x="705118" y="271004"/>
                    </a:lnTo>
                    <a:lnTo>
                      <a:pt x="705118" y="276081"/>
                    </a:lnTo>
                    <a:lnTo>
                      <a:pt x="709561" y="279255"/>
                    </a:lnTo>
                    <a:lnTo>
                      <a:pt x="715907" y="281158"/>
                    </a:lnTo>
                    <a:lnTo>
                      <a:pt x="720984" y="281158"/>
                    </a:lnTo>
                    <a:lnTo>
                      <a:pt x="724793" y="278620"/>
                    </a:lnTo>
                    <a:lnTo>
                      <a:pt x="726697" y="274812"/>
                    </a:lnTo>
                    <a:lnTo>
                      <a:pt x="729235" y="265292"/>
                    </a:lnTo>
                    <a:lnTo>
                      <a:pt x="730504" y="265292"/>
                    </a:lnTo>
                    <a:lnTo>
                      <a:pt x="731140" y="265926"/>
                    </a:lnTo>
                    <a:lnTo>
                      <a:pt x="732409" y="266561"/>
                    </a:lnTo>
                    <a:lnTo>
                      <a:pt x="731140" y="270369"/>
                    </a:lnTo>
                    <a:lnTo>
                      <a:pt x="731774" y="277985"/>
                    </a:lnTo>
                    <a:lnTo>
                      <a:pt x="730504" y="282428"/>
                    </a:lnTo>
                    <a:lnTo>
                      <a:pt x="728601" y="284332"/>
                    </a:lnTo>
                    <a:lnTo>
                      <a:pt x="726062" y="286236"/>
                    </a:lnTo>
                    <a:lnTo>
                      <a:pt x="720350" y="288140"/>
                    </a:lnTo>
                    <a:lnTo>
                      <a:pt x="699406" y="284967"/>
                    </a:lnTo>
                    <a:lnTo>
                      <a:pt x="696233" y="286236"/>
                    </a:lnTo>
                    <a:lnTo>
                      <a:pt x="693694" y="285601"/>
                    </a:lnTo>
                    <a:lnTo>
                      <a:pt x="691155" y="284332"/>
                    </a:lnTo>
                    <a:lnTo>
                      <a:pt x="692424" y="283697"/>
                    </a:lnTo>
                    <a:lnTo>
                      <a:pt x="694963" y="280524"/>
                    </a:lnTo>
                    <a:lnTo>
                      <a:pt x="692424" y="281793"/>
                    </a:lnTo>
                    <a:lnTo>
                      <a:pt x="687982" y="284967"/>
                    </a:lnTo>
                    <a:lnTo>
                      <a:pt x="685443" y="286236"/>
                    </a:lnTo>
                    <a:lnTo>
                      <a:pt x="682270" y="286871"/>
                    </a:lnTo>
                    <a:lnTo>
                      <a:pt x="673384" y="286871"/>
                    </a:lnTo>
                    <a:lnTo>
                      <a:pt x="675923" y="289409"/>
                    </a:lnTo>
                    <a:lnTo>
                      <a:pt x="677193" y="290044"/>
                    </a:lnTo>
                    <a:lnTo>
                      <a:pt x="678462" y="290679"/>
                    </a:lnTo>
                    <a:lnTo>
                      <a:pt x="679096" y="292583"/>
                    </a:lnTo>
                    <a:lnTo>
                      <a:pt x="675923" y="298295"/>
                    </a:lnTo>
                    <a:lnTo>
                      <a:pt x="675288" y="302103"/>
                    </a:lnTo>
                    <a:lnTo>
                      <a:pt x="677827" y="302737"/>
                    </a:lnTo>
                    <a:lnTo>
                      <a:pt x="683539" y="301468"/>
                    </a:lnTo>
                    <a:lnTo>
                      <a:pt x="686078" y="300199"/>
                    </a:lnTo>
                    <a:lnTo>
                      <a:pt x="687982" y="298295"/>
                    </a:lnTo>
                    <a:lnTo>
                      <a:pt x="688616" y="296391"/>
                    </a:lnTo>
                    <a:lnTo>
                      <a:pt x="688616" y="295121"/>
                    </a:lnTo>
                    <a:lnTo>
                      <a:pt x="689251" y="294487"/>
                    </a:lnTo>
                    <a:lnTo>
                      <a:pt x="691155" y="293852"/>
                    </a:lnTo>
                    <a:lnTo>
                      <a:pt x="693060" y="293217"/>
                    </a:lnTo>
                    <a:lnTo>
                      <a:pt x="694329" y="293217"/>
                    </a:lnTo>
                    <a:lnTo>
                      <a:pt x="695598" y="293217"/>
                    </a:lnTo>
                    <a:lnTo>
                      <a:pt x="696233" y="293852"/>
                    </a:lnTo>
                    <a:lnTo>
                      <a:pt x="697502" y="296391"/>
                    </a:lnTo>
                    <a:lnTo>
                      <a:pt x="694963" y="300199"/>
                    </a:lnTo>
                    <a:lnTo>
                      <a:pt x="696867" y="302737"/>
                    </a:lnTo>
                    <a:lnTo>
                      <a:pt x="693694" y="305276"/>
                    </a:lnTo>
                    <a:lnTo>
                      <a:pt x="689886" y="307815"/>
                    </a:lnTo>
                    <a:lnTo>
                      <a:pt x="686713" y="310353"/>
                    </a:lnTo>
                    <a:lnTo>
                      <a:pt x="686078" y="314796"/>
                    </a:lnTo>
                    <a:lnTo>
                      <a:pt x="686713" y="321143"/>
                    </a:lnTo>
                    <a:lnTo>
                      <a:pt x="685443" y="324951"/>
                    </a:lnTo>
                    <a:lnTo>
                      <a:pt x="683539" y="324951"/>
                    </a:lnTo>
                    <a:lnTo>
                      <a:pt x="681635" y="319873"/>
                    </a:lnTo>
                    <a:lnTo>
                      <a:pt x="679096" y="317969"/>
                    </a:lnTo>
                    <a:lnTo>
                      <a:pt x="675288" y="317969"/>
                    </a:lnTo>
                    <a:lnTo>
                      <a:pt x="672750" y="320508"/>
                    </a:lnTo>
                    <a:lnTo>
                      <a:pt x="674019" y="325585"/>
                    </a:lnTo>
                    <a:lnTo>
                      <a:pt x="675288" y="326855"/>
                    </a:lnTo>
                    <a:lnTo>
                      <a:pt x="677827" y="327489"/>
                    </a:lnTo>
                    <a:lnTo>
                      <a:pt x="679731" y="328759"/>
                    </a:lnTo>
                    <a:lnTo>
                      <a:pt x="682270" y="333836"/>
                    </a:lnTo>
                    <a:lnTo>
                      <a:pt x="684174" y="336375"/>
                    </a:lnTo>
                    <a:lnTo>
                      <a:pt x="686078" y="338913"/>
                    </a:lnTo>
                    <a:lnTo>
                      <a:pt x="687347" y="340183"/>
                    </a:lnTo>
                    <a:lnTo>
                      <a:pt x="694963" y="347799"/>
                    </a:lnTo>
                    <a:lnTo>
                      <a:pt x="700041" y="352876"/>
                    </a:lnTo>
                    <a:lnTo>
                      <a:pt x="702580" y="359223"/>
                    </a:lnTo>
                    <a:lnTo>
                      <a:pt x="703849" y="359223"/>
                    </a:lnTo>
                    <a:lnTo>
                      <a:pt x="703214" y="354145"/>
                    </a:lnTo>
                    <a:lnTo>
                      <a:pt x="698136" y="343991"/>
                    </a:lnTo>
                    <a:lnTo>
                      <a:pt x="700041" y="341452"/>
                    </a:lnTo>
                    <a:lnTo>
                      <a:pt x="703849" y="342722"/>
                    </a:lnTo>
                    <a:lnTo>
                      <a:pt x="718446" y="354780"/>
                    </a:lnTo>
                    <a:lnTo>
                      <a:pt x="720984" y="358588"/>
                    </a:lnTo>
                    <a:lnTo>
                      <a:pt x="722889" y="359858"/>
                    </a:lnTo>
                    <a:lnTo>
                      <a:pt x="727966" y="360492"/>
                    </a:lnTo>
                    <a:lnTo>
                      <a:pt x="730504" y="361762"/>
                    </a:lnTo>
                    <a:lnTo>
                      <a:pt x="739390" y="371282"/>
                    </a:lnTo>
                    <a:lnTo>
                      <a:pt x="741929" y="372551"/>
                    </a:lnTo>
                    <a:lnTo>
                      <a:pt x="743198" y="370012"/>
                    </a:lnTo>
                    <a:lnTo>
                      <a:pt x="743833" y="363031"/>
                    </a:lnTo>
                    <a:lnTo>
                      <a:pt x="743198" y="359858"/>
                    </a:lnTo>
                    <a:lnTo>
                      <a:pt x="741929" y="356684"/>
                    </a:lnTo>
                    <a:lnTo>
                      <a:pt x="740024" y="354780"/>
                    </a:lnTo>
                    <a:lnTo>
                      <a:pt x="737486" y="354145"/>
                    </a:lnTo>
                    <a:lnTo>
                      <a:pt x="740024" y="347164"/>
                    </a:lnTo>
                    <a:lnTo>
                      <a:pt x="743833" y="339548"/>
                    </a:lnTo>
                    <a:lnTo>
                      <a:pt x="748275" y="335740"/>
                    </a:lnTo>
                    <a:lnTo>
                      <a:pt x="751449" y="340818"/>
                    </a:lnTo>
                    <a:lnTo>
                      <a:pt x="750814" y="344625"/>
                    </a:lnTo>
                    <a:lnTo>
                      <a:pt x="745737" y="348433"/>
                    </a:lnTo>
                    <a:lnTo>
                      <a:pt x="745102" y="351607"/>
                    </a:lnTo>
                    <a:lnTo>
                      <a:pt x="746371" y="353511"/>
                    </a:lnTo>
                    <a:lnTo>
                      <a:pt x="748275" y="355415"/>
                    </a:lnTo>
                    <a:lnTo>
                      <a:pt x="750814" y="356684"/>
                    </a:lnTo>
                    <a:lnTo>
                      <a:pt x="752083" y="357954"/>
                    </a:lnTo>
                    <a:lnTo>
                      <a:pt x="752718" y="360492"/>
                    </a:lnTo>
                    <a:lnTo>
                      <a:pt x="753353" y="363031"/>
                    </a:lnTo>
                    <a:lnTo>
                      <a:pt x="753988" y="365570"/>
                    </a:lnTo>
                    <a:lnTo>
                      <a:pt x="755257" y="366839"/>
                    </a:lnTo>
                    <a:lnTo>
                      <a:pt x="755891" y="364300"/>
                    </a:lnTo>
                    <a:lnTo>
                      <a:pt x="757161" y="349068"/>
                    </a:lnTo>
                    <a:lnTo>
                      <a:pt x="757796" y="346530"/>
                    </a:lnTo>
                    <a:lnTo>
                      <a:pt x="765411" y="333201"/>
                    </a:lnTo>
                    <a:lnTo>
                      <a:pt x="766047" y="330663"/>
                    </a:lnTo>
                    <a:lnTo>
                      <a:pt x="766047" y="327489"/>
                    </a:lnTo>
                    <a:lnTo>
                      <a:pt x="766047" y="324951"/>
                    </a:lnTo>
                    <a:lnTo>
                      <a:pt x="767316" y="323681"/>
                    </a:lnTo>
                    <a:lnTo>
                      <a:pt x="769854" y="323047"/>
                    </a:lnTo>
                    <a:lnTo>
                      <a:pt x="770489" y="323681"/>
                    </a:lnTo>
                    <a:lnTo>
                      <a:pt x="770489" y="324951"/>
                    </a:lnTo>
                    <a:lnTo>
                      <a:pt x="770489" y="330663"/>
                    </a:lnTo>
                    <a:lnTo>
                      <a:pt x="769854" y="334471"/>
                    </a:lnTo>
                    <a:lnTo>
                      <a:pt x="766047" y="346530"/>
                    </a:lnTo>
                    <a:lnTo>
                      <a:pt x="764777" y="352242"/>
                    </a:lnTo>
                    <a:lnTo>
                      <a:pt x="765411" y="357954"/>
                    </a:lnTo>
                    <a:lnTo>
                      <a:pt x="768585" y="362396"/>
                    </a:lnTo>
                    <a:lnTo>
                      <a:pt x="772393" y="363666"/>
                    </a:lnTo>
                    <a:lnTo>
                      <a:pt x="781278" y="362396"/>
                    </a:lnTo>
                    <a:lnTo>
                      <a:pt x="785087" y="363031"/>
                    </a:lnTo>
                    <a:lnTo>
                      <a:pt x="778740" y="368108"/>
                    </a:lnTo>
                    <a:lnTo>
                      <a:pt x="771123" y="371916"/>
                    </a:lnTo>
                    <a:lnTo>
                      <a:pt x="766047" y="376994"/>
                    </a:lnTo>
                    <a:lnTo>
                      <a:pt x="765411" y="386514"/>
                    </a:lnTo>
                    <a:lnTo>
                      <a:pt x="766681" y="391591"/>
                    </a:lnTo>
                    <a:lnTo>
                      <a:pt x="767950" y="393495"/>
                    </a:lnTo>
                    <a:lnTo>
                      <a:pt x="769220" y="394130"/>
                    </a:lnTo>
                    <a:lnTo>
                      <a:pt x="770489" y="392860"/>
                    </a:lnTo>
                    <a:lnTo>
                      <a:pt x="770489" y="390956"/>
                    </a:lnTo>
                    <a:lnTo>
                      <a:pt x="769854" y="388418"/>
                    </a:lnTo>
                    <a:lnTo>
                      <a:pt x="770489" y="386514"/>
                    </a:lnTo>
                    <a:lnTo>
                      <a:pt x="774297" y="384610"/>
                    </a:lnTo>
                    <a:lnTo>
                      <a:pt x="783182" y="383975"/>
                    </a:lnTo>
                    <a:lnTo>
                      <a:pt x="786990" y="381436"/>
                    </a:lnTo>
                    <a:lnTo>
                      <a:pt x="789529" y="381436"/>
                    </a:lnTo>
                    <a:lnTo>
                      <a:pt x="792702" y="380167"/>
                    </a:lnTo>
                    <a:lnTo>
                      <a:pt x="795876" y="380167"/>
                    </a:lnTo>
                    <a:lnTo>
                      <a:pt x="797145" y="382706"/>
                    </a:lnTo>
                    <a:lnTo>
                      <a:pt x="795876" y="384610"/>
                    </a:lnTo>
                    <a:lnTo>
                      <a:pt x="790163" y="387148"/>
                    </a:lnTo>
                    <a:lnTo>
                      <a:pt x="788260" y="388418"/>
                    </a:lnTo>
                    <a:lnTo>
                      <a:pt x="789529" y="389687"/>
                    </a:lnTo>
                    <a:lnTo>
                      <a:pt x="788894" y="392226"/>
                    </a:lnTo>
                    <a:lnTo>
                      <a:pt x="787625" y="394130"/>
                    </a:lnTo>
                    <a:lnTo>
                      <a:pt x="785721" y="396034"/>
                    </a:lnTo>
                    <a:lnTo>
                      <a:pt x="783817" y="397303"/>
                    </a:lnTo>
                    <a:lnTo>
                      <a:pt x="784451" y="399207"/>
                    </a:lnTo>
                    <a:lnTo>
                      <a:pt x="785087" y="399207"/>
                    </a:lnTo>
                    <a:lnTo>
                      <a:pt x="785721" y="399207"/>
                    </a:lnTo>
                    <a:lnTo>
                      <a:pt x="785721" y="399842"/>
                    </a:lnTo>
                    <a:lnTo>
                      <a:pt x="786356" y="400476"/>
                    </a:lnTo>
                    <a:lnTo>
                      <a:pt x="788260" y="398572"/>
                    </a:lnTo>
                    <a:lnTo>
                      <a:pt x="790798" y="397303"/>
                    </a:lnTo>
                    <a:lnTo>
                      <a:pt x="795876" y="396668"/>
                    </a:lnTo>
                    <a:lnTo>
                      <a:pt x="798415" y="394764"/>
                    </a:lnTo>
                    <a:lnTo>
                      <a:pt x="799684" y="391591"/>
                    </a:lnTo>
                    <a:lnTo>
                      <a:pt x="801588" y="389052"/>
                    </a:lnTo>
                    <a:lnTo>
                      <a:pt x="804761" y="389052"/>
                    </a:lnTo>
                    <a:lnTo>
                      <a:pt x="802857" y="394130"/>
                    </a:lnTo>
                    <a:lnTo>
                      <a:pt x="795876" y="404285"/>
                    </a:lnTo>
                    <a:lnTo>
                      <a:pt x="794607" y="407458"/>
                    </a:lnTo>
                    <a:lnTo>
                      <a:pt x="793337" y="408727"/>
                    </a:lnTo>
                    <a:lnTo>
                      <a:pt x="788260" y="410631"/>
                    </a:lnTo>
                    <a:lnTo>
                      <a:pt x="787625" y="412535"/>
                    </a:lnTo>
                    <a:lnTo>
                      <a:pt x="786990" y="415074"/>
                    </a:lnTo>
                    <a:lnTo>
                      <a:pt x="784451" y="422690"/>
                    </a:lnTo>
                    <a:lnTo>
                      <a:pt x="783182" y="424594"/>
                    </a:lnTo>
                    <a:lnTo>
                      <a:pt x="783817" y="424594"/>
                    </a:lnTo>
                    <a:lnTo>
                      <a:pt x="784451" y="424594"/>
                    </a:lnTo>
                    <a:lnTo>
                      <a:pt x="785087" y="424594"/>
                    </a:lnTo>
                    <a:lnTo>
                      <a:pt x="785087" y="425863"/>
                    </a:lnTo>
                    <a:lnTo>
                      <a:pt x="786356" y="425229"/>
                    </a:lnTo>
                    <a:lnTo>
                      <a:pt x="786990" y="423325"/>
                    </a:lnTo>
                    <a:lnTo>
                      <a:pt x="787625" y="422055"/>
                    </a:lnTo>
                    <a:lnTo>
                      <a:pt x="788894" y="421420"/>
                    </a:lnTo>
                    <a:lnTo>
                      <a:pt x="790798" y="420786"/>
                    </a:lnTo>
                    <a:lnTo>
                      <a:pt x="790798" y="423959"/>
                    </a:lnTo>
                    <a:lnTo>
                      <a:pt x="789529" y="426498"/>
                    </a:lnTo>
                    <a:lnTo>
                      <a:pt x="788260" y="428402"/>
                    </a:lnTo>
                    <a:lnTo>
                      <a:pt x="787625" y="430306"/>
                    </a:lnTo>
                    <a:lnTo>
                      <a:pt x="787625" y="432845"/>
                    </a:lnTo>
                    <a:lnTo>
                      <a:pt x="788260" y="433479"/>
                    </a:lnTo>
                    <a:lnTo>
                      <a:pt x="788894" y="434114"/>
                    </a:lnTo>
                    <a:lnTo>
                      <a:pt x="789529" y="436018"/>
                    </a:lnTo>
                    <a:lnTo>
                      <a:pt x="791433" y="436653"/>
                    </a:lnTo>
                    <a:lnTo>
                      <a:pt x="794607" y="433479"/>
                    </a:lnTo>
                    <a:lnTo>
                      <a:pt x="799049" y="426498"/>
                    </a:lnTo>
                    <a:lnTo>
                      <a:pt x="802857" y="422690"/>
                    </a:lnTo>
                    <a:lnTo>
                      <a:pt x="807300" y="421420"/>
                    </a:lnTo>
                    <a:lnTo>
                      <a:pt x="825070" y="418882"/>
                    </a:lnTo>
                    <a:lnTo>
                      <a:pt x="828878" y="418882"/>
                    </a:lnTo>
                    <a:lnTo>
                      <a:pt x="831417" y="419517"/>
                    </a:lnTo>
                    <a:lnTo>
                      <a:pt x="832052" y="415708"/>
                    </a:lnTo>
                    <a:lnTo>
                      <a:pt x="832687" y="411900"/>
                    </a:lnTo>
                    <a:lnTo>
                      <a:pt x="833321" y="410631"/>
                    </a:lnTo>
                    <a:lnTo>
                      <a:pt x="837764" y="408727"/>
                    </a:lnTo>
                    <a:lnTo>
                      <a:pt x="846015" y="405554"/>
                    </a:lnTo>
                    <a:lnTo>
                      <a:pt x="852361" y="403015"/>
                    </a:lnTo>
                    <a:lnTo>
                      <a:pt x="861881" y="399842"/>
                    </a:lnTo>
                    <a:lnTo>
                      <a:pt x="870132" y="396668"/>
                    </a:lnTo>
                    <a:lnTo>
                      <a:pt x="875209" y="394764"/>
                    </a:lnTo>
                    <a:lnTo>
                      <a:pt x="879017" y="393495"/>
                    </a:lnTo>
                    <a:lnTo>
                      <a:pt x="879017" y="391591"/>
                    </a:lnTo>
                    <a:lnTo>
                      <a:pt x="880287" y="378263"/>
                    </a:lnTo>
                    <a:lnTo>
                      <a:pt x="879017" y="376359"/>
                    </a:lnTo>
                    <a:lnTo>
                      <a:pt x="880287" y="375090"/>
                    </a:lnTo>
                    <a:lnTo>
                      <a:pt x="882191" y="370012"/>
                    </a:lnTo>
                    <a:lnTo>
                      <a:pt x="883460" y="368108"/>
                    </a:lnTo>
                    <a:lnTo>
                      <a:pt x="885364" y="367474"/>
                    </a:lnTo>
                    <a:lnTo>
                      <a:pt x="889172" y="368108"/>
                    </a:lnTo>
                    <a:lnTo>
                      <a:pt x="890442" y="367474"/>
                    </a:lnTo>
                    <a:lnTo>
                      <a:pt x="891076" y="364935"/>
                    </a:lnTo>
                    <a:lnTo>
                      <a:pt x="891711" y="356684"/>
                    </a:lnTo>
                    <a:lnTo>
                      <a:pt x="892345" y="354780"/>
                    </a:lnTo>
                    <a:lnTo>
                      <a:pt x="893615" y="352242"/>
                    </a:lnTo>
                    <a:lnTo>
                      <a:pt x="892980" y="337644"/>
                    </a:lnTo>
                    <a:lnTo>
                      <a:pt x="894249" y="334471"/>
                    </a:lnTo>
                    <a:lnTo>
                      <a:pt x="896154" y="331932"/>
                    </a:lnTo>
                    <a:lnTo>
                      <a:pt x="901865" y="326855"/>
                    </a:lnTo>
                    <a:lnTo>
                      <a:pt x="900596" y="332567"/>
                    </a:lnTo>
                    <a:lnTo>
                      <a:pt x="901865" y="334471"/>
                    </a:lnTo>
                    <a:lnTo>
                      <a:pt x="908212" y="332567"/>
                    </a:lnTo>
                    <a:lnTo>
                      <a:pt x="913924" y="333836"/>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42" name="Google Shape;442;p51"/>
              <p:cNvSpPr/>
              <p:nvPr/>
            </p:nvSpPr>
            <p:spPr>
              <a:xfrm>
                <a:off x="8042926" y="2598777"/>
                <a:ext cx="512545" cy="270831"/>
              </a:xfrm>
              <a:custGeom>
                <a:avLst/>
                <a:gdLst/>
                <a:ahLst/>
                <a:cxnLst/>
                <a:rect l="l" t="t" r="r" b="b"/>
                <a:pathLst>
                  <a:path w="703848" h="371916" extrusionOk="0">
                    <a:moveTo>
                      <a:pt x="698772" y="334471"/>
                    </a:moveTo>
                    <a:lnTo>
                      <a:pt x="690521" y="326220"/>
                    </a:lnTo>
                    <a:lnTo>
                      <a:pt x="684809" y="316700"/>
                    </a:lnTo>
                    <a:lnTo>
                      <a:pt x="683539" y="314796"/>
                    </a:lnTo>
                    <a:lnTo>
                      <a:pt x="682270" y="314161"/>
                    </a:lnTo>
                    <a:lnTo>
                      <a:pt x="681001" y="314161"/>
                    </a:lnTo>
                    <a:lnTo>
                      <a:pt x="679096" y="314796"/>
                    </a:lnTo>
                    <a:lnTo>
                      <a:pt x="682905" y="320508"/>
                    </a:lnTo>
                    <a:lnTo>
                      <a:pt x="682905" y="325585"/>
                    </a:lnTo>
                    <a:lnTo>
                      <a:pt x="679732" y="337009"/>
                    </a:lnTo>
                    <a:lnTo>
                      <a:pt x="682270" y="335105"/>
                    </a:lnTo>
                    <a:lnTo>
                      <a:pt x="686078" y="328124"/>
                    </a:lnTo>
                    <a:lnTo>
                      <a:pt x="689252" y="325585"/>
                    </a:lnTo>
                    <a:lnTo>
                      <a:pt x="689252" y="329393"/>
                    </a:lnTo>
                    <a:lnTo>
                      <a:pt x="687982" y="333201"/>
                    </a:lnTo>
                    <a:lnTo>
                      <a:pt x="686078" y="336375"/>
                    </a:lnTo>
                    <a:lnTo>
                      <a:pt x="681635" y="338913"/>
                    </a:lnTo>
                    <a:lnTo>
                      <a:pt x="680366" y="341452"/>
                    </a:lnTo>
                    <a:lnTo>
                      <a:pt x="679096" y="342087"/>
                    </a:lnTo>
                    <a:lnTo>
                      <a:pt x="677193" y="342722"/>
                    </a:lnTo>
                    <a:lnTo>
                      <a:pt x="675288" y="342087"/>
                    </a:lnTo>
                    <a:lnTo>
                      <a:pt x="673385" y="342087"/>
                    </a:lnTo>
                    <a:lnTo>
                      <a:pt x="667673" y="343356"/>
                    </a:lnTo>
                    <a:lnTo>
                      <a:pt x="652441" y="349703"/>
                    </a:lnTo>
                    <a:lnTo>
                      <a:pt x="653075" y="350972"/>
                    </a:lnTo>
                    <a:lnTo>
                      <a:pt x="675288" y="352242"/>
                    </a:lnTo>
                    <a:lnTo>
                      <a:pt x="686078" y="350972"/>
                    </a:lnTo>
                    <a:lnTo>
                      <a:pt x="696233" y="347799"/>
                    </a:lnTo>
                    <a:lnTo>
                      <a:pt x="703849" y="340817"/>
                    </a:lnTo>
                    <a:lnTo>
                      <a:pt x="698772" y="334471"/>
                    </a:lnTo>
                    <a:close/>
                    <a:moveTo>
                      <a:pt x="605475" y="331932"/>
                    </a:moveTo>
                    <a:lnTo>
                      <a:pt x="602301" y="328759"/>
                    </a:lnTo>
                    <a:lnTo>
                      <a:pt x="600398" y="331932"/>
                    </a:lnTo>
                    <a:lnTo>
                      <a:pt x="598494" y="337009"/>
                    </a:lnTo>
                    <a:lnTo>
                      <a:pt x="596589" y="340183"/>
                    </a:lnTo>
                    <a:lnTo>
                      <a:pt x="598494" y="342722"/>
                    </a:lnTo>
                    <a:lnTo>
                      <a:pt x="601667" y="345260"/>
                    </a:lnTo>
                    <a:lnTo>
                      <a:pt x="605475" y="346529"/>
                    </a:lnTo>
                    <a:lnTo>
                      <a:pt x="608014" y="345895"/>
                    </a:lnTo>
                    <a:lnTo>
                      <a:pt x="608648" y="343991"/>
                    </a:lnTo>
                    <a:lnTo>
                      <a:pt x="608014" y="340183"/>
                    </a:lnTo>
                    <a:lnTo>
                      <a:pt x="605475" y="331932"/>
                    </a:lnTo>
                    <a:close/>
                    <a:moveTo>
                      <a:pt x="585800" y="337009"/>
                    </a:moveTo>
                    <a:lnTo>
                      <a:pt x="583261" y="337009"/>
                    </a:lnTo>
                    <a:lnTo>
                      <a:pt x="580088" y="335740"/>
                    </a:lnTo>
                    <a:lnTo>
                      <a:pt x="583261" y="332567"/>
                    </a:lnTo>
                    <a:lnTo>
                      <a:pt x="584531" y="330028"/>
                    </a:lnTo>
                    <a:lnTo>
                      <a:pt x="583896" y="327489"/>
                    </a:lnTo>
                    <a:lnTo>
                      <a:pt x="581358" y="324316"/>
                    </a:lnTo>
                    <a:lnTo>
                      <a:pt x="578185" y="323681"/>
                    </a:lnTo>
                    <a:lnTo>
                      <a:pt x="576915" y="326220"/>
                    </a:lnTo>
                    <a:lnTo>
                      <a:pt x="576280" y="329393"/>
                    </a:lnTo>
                    <a:lnTo>
                      <a:pt x="573741" y="331932"/>
                    </a:lnTo>
                    <a:lnTo>
                      <a:pt x="574376" y="325585"/>
                    </a:lnTo>
                    <a:lnTo>
                      <a:pt x="571838" y="325585"/>
                    </a:lnTo>
                    <a:lnTo>
                      <a:pt x="562952" y="332567"/>
                    </a:lnTo>
                    <a:lnTo>
                      <a:pt x="559144" y="339548"/>
                    </a:lnTo>
                    <a:lnTo>
                      <a:pt x="557240" y="341452"/>
                    </a:lnTo>
                    <a:lnTo>
                      <a:pt x="555336" y="343991"/>
                    </a:lnTo>
                    <a:lnTo>
                      <a:pt x="552798" y="353511"/>
                    </a:lnTo>
                    <a:lnTo>
                      <a:pt x="551528" y="357319"/>
                    </a:lnTo>
                    <a:lnTo>
                      <a:pt x="548355" y="359858"/>
                    </a:lnTo>
                    <a:lnTo>
                      <a:pt x="536931" y="363031"/>
                    </a:lnTo>
                    <a:lnTo>
                      <a:pt x="537566" y="364935"/>
                    </a:lnTo>
                    <a:lnTo>
                      <a:pt x="540104" y="365570"/>
                    </a:lnTo>
                    <a:lnTo>
                      <a:pt x="544547" y="369378"/>
                    </a:lnTo>
                    <a:lnTo>
                      <a:pt x="547086" y="370647"/>
                    </a:lnTo>
                    <a:lnTo>
                      <a:pt x="550893" y="371916"/>
                    </a:lnTo>
                    <a:lnTo>
                      <a:pt x="552798" y="371282"/>
                    </a:lnTo>
                    <a:lnTo>
                      <a:pt x="555336" y="366839"/>
                    </a:lnTo>
                    <a:lnTo>
                      <a:pt x="559144" y="363031"/>
                    </a:lnTo>
                    <a:lnTo>
                      <a:pt x="563587" y="359223"/>
                    </a:lnTo>
                    <a:lnTo>
                      <a:pt x="569299" y="356684"/>
                    </a:lnTo>
                    <a:lnTo>
                      <a:pt x="595320" y="349068"/>
                    </a:lnTo>
                    <a:lnTo>
                      <a:pt x="598494" y="347164"/>
                    </a:lnTo>
                    <a:lnTo>
                      <a:pt x="593416" y="335740"/>
                    </a:lnTo>
                    <a:lnTo>
                      <a:pt x="585800" y="337009"/>
                    </a:lnTo>
                    <a:close/>
                    <a:moveTo>
                      <a:pt x="677827" y="276716"/>
                    </a:moveTo>
                    <a:lnTo>
                      <a:pt x="678462" y="261484"/>
                    </a:lnTo>
                    <a:lnTo>
                      <a:pt x="680366" y="255772"/>
                    </a:lnTo>
                    <a:lnTo>
                      <a:pt x="679732" y="253868"/>
                    </a:lnTo>
                    <a:lnTo>
                      <a:pt x="679096" y="252598"/>
                    </a:lnTo>
                    <a:lnTo>
                      <a:pt x="678462" y="251964"/>
                    </a:lnTo>
                    <a:lnTo>
                      <a:pt x="676558" y="251964"/>
                    </a:lnTo>
                    <a:lnTo>
                      <a:pt x="677193" y="258945"/>
                    </a:lnTo>
                    <a:lnTo>
                      <a:pt x="674654" y="279255"/>
                    </a:lnTo>
                    <a:lnTo>
                      <a:pt x="677827" y="276716"/>
                    </a:lnTo>
                    <a:close/>
                    <a:moveTo>
                      <a:pt x="681001" y="244348"/>
                    </a:moveTo>
                    <a:lnTo>
                      <a:pt x="677827" y="228481"/>
                    </a:lnTo>
                    <a:lnTo>
                      <a:pt x="674019" y="216422"/>
                    </a:lnTo>
                    <a:lnTo>
                      <a:pt x="671481" y="213884"/>
                    </a:lnTo>
                    <a:lnTo>
                      <a:pt x="668942" y="214518"/>
                    </a:lnTo>
                    <a:lnTo>
                      <a:pt x="665134" y="218326"/>
                    </a:lnTo>
                    <a:lnTo>
                      <a:pt x="665134" y="215153"/>
                    </a:lnTo>
                    <a:lnTo>
                      <a:pt x="663865" y="208172"/>
                    </a:lnTo>
                    <a:lnTo>
                      <a:pt x="663865" y="204364"/>
                    </a:lnTo>
                    <a:lnTo>
                      <a:pt x="667038" y="206268"/>
                    </a:lnTo>
                    <a:lnTo>
                      <a:pt x="670212" y="207537"/>
                    </a:lnTo>
                    <a:lnTo>
                      <a:pt x="670846" y="206902"/>
                    </a:lnTo>
                    <a:lnTo>
                      <a:pt x="671481" y="206268"/>
                    </a:lnTo>
                    <a:lnTo>
                      <a:pt x="672115" y="205633"/>
                    </a:lnTo>
                    <a:lnTo>
                      <a:pt x="672750" y="204998"/>
                    </a:lnTo>
                    <a:lnTo>
                      <a:pt x="668942" y="201190"/>
                    </a:lnTo>
                    <a:lnTo>
                      <a:pt x="653075" y="175803"/>
                    </a:lnTo>
                    <a:lnTo>
                      <a:pt x="646728" y="170726"/>
                    </a:lnTo>
                    <a:lnTo>
                      <a:pt x="633400" y="162475"/>
                    </a:lnTo>
                    <a:lnTo>
                      <a:pt x="628958" y="160571"/>
                    </a:lnTo>
                    <a:lnTo>
                      <a:pt x="620073" y="158667"/>
                    </a:lnTo>
                    <a:lnTo>
                      <a:pt x="616265" y="157398"/>
                    </a:lnTo>
                    <a:lnTo>
                      <a:pt x="613091" y="156763"/>
                    </a:lnTo>
                    <a:lnTo>
                      <a:pt x="605475" y="159937"/>
                    </a:lnTo>
                    <a:lnTo>
                      <a:pt x="602301" y="159302"/>
                    </a:lnTo>
                    <a:lnTo>
                      <a:pt x="601032" y="159937"/>
                    </a:lnTo>
                    <a:lnTo>
                      <a:pt x="599763" y="161841"/>
                    </a:lnTo>
                    <a:lnTo>
                      <a:pt x="599128" y="164379"/>
                    </a:lnTo>
                    <a:lnTo>
                      <a:pt x="599128" y="166918"/>
                    </a:lnTo>
                    <a:lnTo>
                      <a:pt x="599763" y="167553"/>
                    </a:lnTo>
                    <a:lnTo>
                      <a:pt x="601032" y="168187"/>
                    </a:lnTo>
                    <a:lnTo>
                      <a:pt x="602301" y="168822"/>
                    </a:lnTo>
                    <a:lnTo>
                      <a:pt x="603571" y="169457"/>
                    </a:lnTo>
                    <a:lnTo>
                      <a:pt x="609283" y="174534"/>
                    </a:lnTo>
                    <a:lnTo>
                      <a:pt x="612456" y="175169"/>
                    </a:lnTo>
                    <a:lnTo>
                      <a:pt x="615629" y="173265"/>
                    </a:lnTo>
                    <a:lnTo>
                      <a:pt x="614995" y="171361"/>
                    </a:lnTo>
                    <a:lnTo>
                      <a:pt x="614360" y="171995"/>
                    </a:lnTo>
                    <a:lnTo>
                      <a:pt x="611822" y="172630"/>
                    </a:lnTo>
                    <a:lnTo>
                      <a:pt x="613726" y="165649"/>
                    </a:lnTo>
                    <a:lnTo>
                      <a:pt x="620073" y="163745"/>
                    </a:lnTo>
                    <a:lnTo>
                      <a:pt x="627054" y="166283"/>
                    </a:lnTo>
                    <a:lnTo>
                      <a:pt x="631496" y="172630"/>
                    </a:lnTo>
                    <a:lnTo>
                      <a:pt x="632766" y="175169"/>
                    </a:lnTo>
                    <a:lnTo>
                      <a:pt x="639113" y="185323"/>
                    </a:lnTo>
                    <a:lnTo>
                      <a:pt x="640382" y="189132"/>
                    </a:lnTo>
                    <a:lnTo>
                      <a:pt x="642920" y="200555"/>
                    </a:lnTo>
                    <a:lnTo>
                      <a:pt x="644190" y="197382"/>
                    </a:lnTo>
                    <a:lnTo>
                      <a:pt x="643555" y="189766"/>
                    </a:lnTo>
                    <a:lnTo>
                      <a:pt x="645459" y="187227"/>
                    </a:lnTo>
                    <a:lnTo>
                      <a:pt x="647363" y="187862"/>
                    </a:lnTo>
                    <a:lnTo>
                      <a:pt x="649902" y="189132"/>
                    </a:lnTo>
                    <a:lnTo>
                      <a:pt x="652441" y="189766"/>
                    </a:lnTo>
                    <a:lnTo>
                      <a:pt x="656248" y="189132"/>
                    </a:lnTo>
                    <a:lnTo>
                      <a:pt x="656883" y="191035"/>
                    </a:lnTo>
                    <a:lnTo>
                      <a:pt x="654345" y="192939"/>
                    </a:lnTo>
                    <a:lnTo>
                      <a:pt x="653075" y="193574"/>
                    </a:lnTo>
                    <a:lnTo>
                      <a:pt x="651171" y="194209"/>
                    </a:lnTo>
                    <a:lnTo>
                      <a:pt x="656248" y="199286"/>
                    </a:lnTo>
                    <a:lnTo>
                      <a:pt x="660056" y="206902"/>
                    </a:lnTo>
                    <a:lnTo>
                      <a:pt x="661326" y="215153"/>
                    </a:lnTo>
                    <a:lnTo>
                      <a:pt x="658787" y="222134"/>
                    </a:lnTo>
                    <a:lnTo>
                      <a:pt x="656248" y="224038"/>
                    </a:lnTo>
                    <a:lnTo>
                      <a:pt x="649902" y="227212"/>
                    </a:lnTo>
                    <a:lnTo>
                      <a:pt x="645459" y="232289"/>
                    </a:lnTo>
                    <a:lnTo>
                      <a:pt x="630227" y="241174"/>
                    </a:lnTo>
                    <a:lnTo>
                      <a:pt x="621976" y="249425"/>
                    </a:lnTo>
                    <a:lnTo>
                      <a:pt x="616899" y="253233"/>
                    </a:lnTo>
                    <a:lnTo>
                      <a:pt x="609283" y="255137"/>
                    </a:lnTo>
                    <a:lnTo>
                      <a:pt x="605475" y="255137"/>
                    </a:lnTo>
                    <a:lnTo>
                      <a:pt x="604206" y="253868"/>
                    </a:lnTo>
                    <a:lnTo>
                      <a:pt x="606109" y="251964"/>
                    </a:lnTo>
                    <a:lnTo>
                      <a:pt x="613091" y="250060"/>
                    </a:lnTo>
                    <a:lnTo>
                      <a:pt x="615629" y="248156"/>
                    </a:lnTo>
                    <a:lnTo>
                      <a:pt x="592147" y="252598"/>
                    </a:lnTo>
                    <a:lnTo>
                      <a:pt x="584531" y="251964"/>
                    </a:lnTo>
                    <a:lnTo>
                      <a:pt x="570568" y="246886"/>
                    </a:lnTo>
                    <a:lnTo>
                      <a:pt x="563587" y="241809"/>
                    </a:lnTo>
                    <a:lnTo>
                      <a:pt x="562318" y="235462"/>
                    </a:lnTo>
                    <a:lnTo>
                      <a:pt x="562318" y="228481"/>
                    </a:lnTo>
                    <a:lnTo>
                      <a:pt x="558509" y="219596"/>
                    </a:lnTo>
                    <a:lnTo>
                      <a:pt x="553432" y="212614"/>
                    </a:lnTo>
                    <a:lnTo>
                      <a:pt x="548355" y="210076"/>
                    </a:lnTo>
                    <a:lnTo>
                      <a:pt x="541373" y="212614"/>
                    </a:lnTo>
                    <a:lnTo>
                      <a:pt x="537566" y="213249"/>
                    </a:lnTo>
                    <a:lnTo>
                      <a:pt x="533758" y="211345"/>
                    </a:lnTo>
                    <a:lnTo>
                      <a:pt x="520429" y="203729"/>
                    </a:lnTo>
                    <a:lnTo>
                      <a:pt x="521699" y="202460"/>
                    </a:lnTo>
                    <a:lnTo>
                      <a:pt x="522968" y="201825"/>
                    </a:lnTo>
                    <a:lnTo>
                      <a:pt x="524238" y="201825"/>
                    </a:lnTo>
                    <a:lnTo>
                      <a:pt x="526141" y="202460"/>
                    </a:lnTo>
                    <a:lnTo>
                      <a:pt x="524872" y="191035"/>
                    </a:lnTo>
                    <a:lnTo>
                      <a:pt x="525507" y="189132"/>
                    </a:lnTo>
                    <a:lnTo>
                      <a:pt x="528045" y="189766"/>
                    </a:lnTo>
                    <a:lnTo>
                      <a:pt x="530584" y="192939"/>
                    </a:lnTo>
                    <a:lnTo>
                      <a:pt x="534392" y="198652"/>
                    </a:lnTo>
                    <a:lnTo>
                      <a:pt x="533122" y="199286"/>
                    </a:lnTo>
                    <a:lnTo>
                      <a:pt x="531853" y="200555"/>
                    </a:lnTo>
                    <a:lnTo>
                      <a:pt x="531219" y="201190"/>
                    </a:lnTo>
                    <a:lnTo>
                      <a:pt x="533758" y="201825"/>
                    </a:lnTo>
                    <a:lnTo>
                      <a:pt x="535661" y="201825"/>
                    </a:lnTo>
                    <a:lnTo>
                      <a:pt x="537566" y="201190"/>
                    </a:lnTo>
                    <a:lnTo>
                      <a:pt x="538835" y="199286"/>
                    </a:lnTo>
                    <a:lnTo>
                      <a:pt x="539469" y="197382"/>
                    </a:lnTo>
                    <a:lnTo>
                      <a:pt x="538835" y="196748"/>
                    </a:lnTo>
                    <a:lnTo>
                      <a:pt x="537566" y="196113"/>
                    </a:lnTo>
                    <a:lnTo>
                      <a:pt x="529949" y="189132"/>
                    </a:lnTo>
                    <a:lnTo>
                      <a:pt x="527411" y="185323"/>
                    </a:lnTo>
                    <a:lnTo>
                      <a:pt x="527411" y="180881"/>
                    </a:lnTo>
                    <a:lnTo>
                      <a:pt x="522333" y="178342"/>
                    </a:lnTo>
                    <a:lnTo>
                      <a:pt x="515352" y="171361"/>
                    </a:lnTo>
                    <a:lnTo>
                      <a:pt x="510909" y="167553"/>
                    </a:lnTo>
                    <a:lnTo>
                      <a:pt x="507736" y="166283"/>
                    </a:lnTo>
                    <a:lnTo>
                      <a:pt x="507101" y="166283"/>
                    </a:lnTo>
                    <a:lnTo>
                      <a:pt x="506467" y="165649"/>
                    </a:lnTo>
                    <a:lnTo>
                      <a:pt x="504562" y="158667"/>
                    </a:lnTo>
                    <a:lnTo>
                      <a:pt x="503928" y="157398"/>
                    </a:lnTo>
                    <a:lnTo>
                      <a:pt x="497581" y="152955"/>
                    </a:lnTo>
                    <a:lnTo>
                      <a:pt x="493139" y="150417"/>
                    </a:lnTo>
                    <a:lnTo>
                      <a:pt x="488061" y="149147"/>
                    </a:lnTo>
                    <a:lnTo>
                      <a:pt x="478541" y="149147"/>
                    </a:lnTo>
                    <a:lnTo>
                      <a:pt x="473464" y="146609"/>
                    </a:lnTo>
                    <a:lnTo>
                      <a:pt x="463309" y="140262"/>
                    </a:lnTo>
                    <a:lnTo>
                      <a:pt x="463944" y="142801"/>
                    </a:lnTo>
                    <a:lnTo>
                      <a:pt x="466482" y="146609"/>
                    </a:lnTo>
                    <a:lnTo>
                      <a:pt x="469655" y="149147"/>
                    </a:lnTo>
                    <a:lnTo>
                      <a:pt x="472194" y="149782"/>
                    </a:lnTo>
                    <a:lnTo>
                      <a:pt x="472829" y="151051"/>
                    </a:lnTo>
                    <a:lnTo>
                      <a:pt x="472194" y="153590"/>
                    </a:lnTo>
                    <a:lnTo>
                      <a:pt x="470291" y="155494"/>
                    </a:lnTo>
                    <a:lnTo>
                      <a:pt x="467117" y="152955"/>
                    </a:lnTo>
                    <a:lnTo>
                      <a:pt x="465213" y="154859"/>
                    </a:lnTo>
                    <a:lnTo>
                      <a:pt x="462674" y="157398"/>
                    </a:lnTo>
                    <a:lnTo>
                      <a:pt x="460135" y="159302"/>
                    </a:lnTo>
                    <a:lnTo>
                      <a:pt x="458866" y="159302"/>
                    </a:lnTo>
                    <a:lnTo>
                      <a:pt x="458866" y="159937"/>
                    </a:lnTo>
                    <a:lnTo>
                      <a:pt x="457597" y="159937"/>
                    </a:lnTo>
                    <a:lnTo>
                      <a:pt x="456328" y="159302"/>
                    </a:lnTo>
                    <a:lnTo>
                      <a:pt x="455058" y="158667"/>
                    </a:lnTo>
                    <a:lnTo>
                      <a:pt x="455058" y="157398"/>
                    </a:lnTo>
                    <a:lnTo>
                      <a:pt x="456328" y="154859"/>
                    </a:lnTo>
                    <a:lnTo>
                      <a:pt x="456962" y="153590"/>
                    </a:lnTo>
                    <a:lnTo>
                      <a:pt x="454424" y="151051"/>
                    </a:lnTo>
                    <a:lnTo>
                      <a:pt x="450615" y="152321"/>
                    </a:lnTo>
                    <a:lnTo>
                      <a:pt x="447442" y="152321"/>
                    </a:lnTo>
                    <a:lnTo>
                      <a:pt x="446807" y="145339"/>
                    </a:lnTo>
                    <a:lnTo>
                      <a:pt x="443000" y="149147"/>
                    </a:lnTo>
                    <a:lnTo>
                      <a:pt x="441095" y="149782"/>
                    </a:lnTo>
                    <a:lnTo>
                      <a:pt x="438557" y="148513"/>
                    </a:lnTo>
                    <a:lnTo>
                      <a:pt x="436018" y="145974"/>
                    </a:lnTo>
                    <a:lnTo>
                      <a:pt x="436018" y="143435"/>
                    </a:lnTo>
                    <a:lnTo>
                      <a:pt x="437922" y="141531"/>
                    </a:lnTo>
                    <a:lnTo>
                      <a:pt x="440461" y="140897"/>
                    </a:lnTo>
                    <a:lnTo>
                      <a:pt x="439192" y="138993"/>
                    </a:lnTo>
                    <a:lnTo>
                      <a:pt x="437287" y="137723"/>
                    </a:lnTo>
                    <a:lnTo>
                      <a:pt x="435384" y="137723"/>
                    </a:lnTo>
                    <a:lnTo>
                      <a:pt x="432845" y="137723"/>
                    </a:lnTo>
                    <a:lnTo>
                      <a:pt x="434114" y="133915"/>
                    </a:lnTo>
                    <a:lnTo>
                      <a:pt x="437287" y="134550"/>
                    </a:lnTo>
                    <a:lnTo>
                      <a:pt x="441095" y="135819"/>
                    </a:lnTo>
                    <a:lnTo>
                      <a:pt x="444269" y="134550"/>
                    </a:lnTo>
                    <a:lnTo>
                      <a:pt x="441731" y="133915"/>
                    </a:lnTo>
                    <a:lnTo>
                      <a:pt x="439826" y="132646"/>
                    </a:lnTo>
                    <a:lnTo>
                      <a:pt x="439192" y="130742"/>
                    </a:lnTo>
                    <a:lnTo>
                      <a:pt x="441095" y="129473"/>
                    </a:lnTo>
                    <a:lnTo>
                      <a:pt x="443634" y="129473"/>
                    </a:lnTo>
                    <a:lnTo>
                      <a:pt x="447442" y="132646"/>
                    </a:lnTo>
                    <a:lnTo>
                      <a:pt x="449981" y="132011"/>
                    </a:lnTo>
                    <a:lnTo>
                      <a:pt x="448077" y="130107"/>
                    </a:lnTo>
                    <a:lnTo>
                      <a:pt x="446807" y="128203"/>
                    </a:lnTo>
                    <a:lnTo>
                      <a:pt x="444904" y="123126"/>
                    </a:lnTo>
                    <a:lnTo>
                      <a:pt x="442365" y="119952"/>
                    </a:lnTo>
                    <a:lnTo>
                      <a:pt x="441731" y="118048"/>
                    </a:lnTo>
                    <a:lnTo>
                      <a:pt x="442365" y="114241"/>
                    </a:lnTo>
                    <a:lnTo>
                      <a:pt x="445538" y="111067"/>
                    </a:lnTo>
                    <a:lnTo>
                      <a:pt x="451885" y="115510"/>
                    </a:lnTo>
                    <a:lnTo>
                      <a:pt x="455693" y="112971"/>
                    </a:lnTo>
                    <a:lnTo>
                      <a:pt x="453154" y="112336"/>
                    </a:lnTo>
                    <a:lnTo>
                      <a:pt x="449981" y="111067"/>
                    </a:lnTo>
                    <a:lnTo>
                      <a:pt x="447442" y="108528"/>
                    </a:lnTo>
                    <a:lnTo>
                      <a:pt x="447442" y="105355"/>
                    </a:lnTo>
                    <a:lnTo>
                      <a:pt x="448077" y="104086"/>
                    </a:lnTo>
                    <a:lnTo>
                      <a:pt x="451251" y="103451"/>
                    </a:lnTo>
                    <a:lnTo>
                      <a:pt x="452520" y="102816"/>
                    </a:lnTo>
                    <a:lnTo>
                      <a:pt x="453154" y="101547"/>
                    </a:lnTo>
                    <a:lnTo>
                      <a:pt x="455693" y="97104"/>
                    </a:lnTo>
                    <a:lnTo>
                      <a:pt x="456328" y="95835"/>
                    </a:lnTo>
                    <a:lnTo>
                      <a:pt x="456962" y="94566"/>
                    </a:lnTo>
                    <a:lnTo>
                      <a:pt x="458232" y="93931"/>
                    </a:lnTo>
                    <a:lnTo>
                      <a:pt x="459501" y="93296"/>
                    </a:lnTo>
                    <a:lnTo>
                      <a:pt x="458866" y="92027"/>
                    </a:lnTo>
                    <a:lnTo>
                      <a:pt x="456328" y="90123"/>
                    </a:lnTo>
                    <a:lnTo>
                      <a:pt x="455058" y="88219"/>
                    </a:lnTo>
                    <a:lnTo>
                      <a:pt x="453789" y="90123"/>
                    </a:lnTo>
                    <a:lnTo>
                      <a:pt x="451885" y="93296"/>
                    </a:lnTo>
                    <a:lnTo>
                      <a:pt x="449346" y="95200"/>
                    </a:lnTo>
                    <a:lnTo>
                      <a:pt x="449346" y="92662"/>
                    </a:lnTo>
                    <a:lnTo>
                      <a:pt x="449981" y="90758"/>
                    </a:lnTo>
                    <a:lnTo>
                      <a:pt x="450615" y="88854"/>
                    </a:lnTo>
                    <a:lnTo>
                      <a:pt x="451885" y="87584"/>
                    </a:lnTo>
                    <a:lnTo>
                      <a:pt x="449981" y="86315"/>
                    </a:lnTo>
                    <a:lnTo>
                      <a:pt x="452520" y="83142"/>
                    </a:lnTo>
                    <a:lnTo>
                      <a:pt x="460771" y="76795"/>
                    </a:lnTo>
                    <a:lnTo>
                      <a:pt x="480445" y="66640"/>
                    </a:lnTo>
                    <a:lnTo>
                      <a:pt x="481714" y="64736"/>
                    </a:lnTo>
                    <a:lnTo>
                      <a:pt x="482349" y="62198"/>
                    </a:lnTo>
                    <a:lnTo>
                      <a:pt x="483619" y="59659"/>
                    </a:lnTo>
                    <a:lnTo>
                      <a:pt x="485522" y="57755"/>
                    </a:lnTo>
                    <a:lnTo>
                      <a:pt x="486792" y="57755"/>
                    </a:lnTo>
                    <a:lnTo>
                      <a:pt x="487426" y="58390"/>
                    </a:lnTo>
                    <a:lnTo>
                      <a:pt x="488061" y="59024"/>
                    </a:lnTo>
                    <a:lnTo>
                      <a:pt x="491869" y="58390"/>
                    </a:lnTo>
                    <a:lnTo>
                      <a:pt x="492504" y="57755"/>
                    </a:lnTo>
                    <a:lnTo>
                      <a:pt x="493773" y="55851"/>
                    </a:lnTo>
                    <a:lnTo>
                      <a:pt x="495042" y="53312"/>
                    </a:lnTo>
                    <a:lnTo>
                      <a:pt x="495677" y="50774"/>
                    </a:lnTo>
                    <a:lnTo>
                      <a:pt x="496312" y="48870"/>
                    </a:lnTo>
                    <a:lnTo>
                      <a:pt x="498851" y="48235"/>
                    </a:lnTo>
                    <a:lnTo>
                      <a:pt x="498216" y="46966"/>
                    </a:lnTo>
                    <a:lnTo>
                      <a:pt x="496946" y="45061"/>
                    </a:lnTo>
                    <a:lnTo>
                      <a:pt x="496946" y="42523"/>
                    </a:lnTo>
                    <a:lnTo>
                      <a:pt x="496312" y="40619"/>
                    </a:lnTo>
                    <a:lnTo>
                      <a:pt x="494408" y="40619"/>
                    </a:lnTo>
                    <a:lnTo>
                      <a:pt x="491869" y="41254"/>
                    </a:lnTo>
                    <a:lnTo>
                      <a:pt x="489965" y="40619"/>
                    </a:lnTo>
                    <a:lnTo>
                      <a:pt x="488695" y="38715"/>
                    </a:lnTo>
                    <a:lnTo>
                      <a:pt x="488061" y="34907"/>
                    </a:lnTo>
                    <a:lnTo>
                      <a:pt x="483619" y="38715"/>
                    </a:lnTo>
                    <a:lnTo>
                      <a:pt x="481714" y="41254"/>
                    </a:lnTo>
                    <a:lnTo>
                      <a:pt x="481080" y="43792"/>
                    </a:lnTo>
                    <a:lnTo>
                      <a:pt x="482984" y="50139"/>
                    </a:lnTo>
                    <a:lnTo>
                      <a:pt x="482349" y="52678"/>
                    </a:lnTo>
                    <a:lnTo>
                      <a:pt x="478541" y="51408"/>
                    </a:lnTo>
                    <a:lnTo>
                      <a:pt x="477272" y="48235"/>
                    </a:lnTo>
                    <a:lnTo>
                      <a:pt x="467117" y="50139"/>
                    </a:lnTo>
                    <a:lnTo>
                      <a:pt x="462674" y="46966"/>
                    </a:lnTo>
                    <a:lnTo>
                      <a:pt x="464579" y="46331"/>
                    </a:lnTo>
                    <a:lnTo>
                      <a:pt x="465848" y="45696"/>
                    </a:lnTo>
                    <a:lnTo>
                      <a:pt x="468386" y="43158"/>
                    </a:lnTo>
                    <a:lnTo>
                      <a:pt x="456962" y="41254"/>
                    </a:lnTo>
                    <a:lnTo>
                      <a:pt x="451885" y="38080"/>
                    </a:lnTo>
                    <a:lnTo>
                      <a:pt x="449346" y="31099"/>
                    </a:lnTo>
                    <a:lnTo>
                      <a:pt x="451885" y="32368"/>
                    </a:lnTo>
                    <a:lnTo>
                      <a:pt x="459501" y="38715"/>
                    </a:lnTo>
                    <a:lnTo>
                      <a:pt x="460135" y="36811"/>
                    </a:lnTo>
                    <a:lnTo>
                      <a:pt x="450615" y="22848"/>
                    </a:lnTo>
                    <a:lnTo>
                      <a:pt x="448077" y="20309"/>
                    </a:lnTo>
                    <a:lnTo>
                      <a:pt x="446807" y="18405"/>
                    </a:lnTo>
                    <a:lnTo>
                      <a:pt x="446173" y="17771"/>
                    </a:lnTo>
                    <a:lnTo>
                      <a:pt x="445538" y="17771"/>
                    </a:lnTo>
                    <a:lnTo>
                      <a:pt x="444269" y="18405"/>
                    </a:lnTo>
                    <a:lnTo>
                      <a:pt x="443634" y="18405"/>
                    </a:lnTo>
                    <a:lnTo>
                      <a:pt x="439192" y="17771"/>
                    </a:lnTo>
                    <a:lnTo>
                      <a:pt x="437287" y="17136"/>
                    </a:lnTo>
                    <a:lnTo>
                      <a:pt x="434749" y="15232"/>
                    </a:lnTo>
                    <a:lnTo>
                      <a:pt x="443000" y="13328"/>
                    </a:lnTo>
                    <a:lnTo>
                      <a:pt x="444269" y="12693"/>
                    </a:lnTo>
                    <a:lnTo>
                      <a:pt x="444269" y="10155"/>
                    </a:lnTo>
                    <a:lnTo>
                      <a:pt x="440461" y="1904"/>
                    </a:lnTo>
                    <a:lnTo>
                      <a:pt x="440461" y="0"/>
                    </a:lnTo>
                    <a:lnTo>
                      <a:pt x="434114" y="3173"/>
                    </a:lnTo>
                    <a:lnTo>
                      <a:pt x="430306" y="3173"/>
                    </a:lnTo>
                    <a:lnTo>
                      <a:pt x="423325" y="2539"/>
                    </a:lnTo>
                    <a:lnTo>
                      <a:pt x="420786" y="3173"/>
                    </a:lnTo>
                    <a:lnTo>
                      <a:pt x="418882" y="3808"/>
                    </a:lnTo>
                    <a:lnTo>
                      <a:pt x="403015" y="15867"/>
                    </a:lnTo>
                    <a:lnTo>
                      <a:pt x="401112" y="17771"/>
                    </a:lnTo>
                    <a:lnTo>
                      <a:pt x="400477" y="19040"/>
                    </a:lnTo>
                    <a:lnTo>
                      <a:pt x="398573" y="22848"/>
                    </a:lnTo>
                    <a:lnTo>
                      <a:pt x="397938" y="24752"/>
                    </a:lnTo>
                    <a:lnTo>
                      <a:pt x="396034" y="27291"/>
                    </a:lnTo>
                    <a:lnTo>
                      <a:pt x="394130" y="27925"/>
                    </a:lnTo>
                    <a:lnTo>
                      <a:pt x="392226" y="28560"/>
                    </a:lnTo>
                    <a:lnTo>
                      <a:pt x="389687" y="28560"/>
                    </a:lnTo>
                    <a:lnTo>
                      <a:pt x="386514" y="29195"/>
                    </a:lnTo>
                    <a:lnTo>
                      <a:pt x="384610" y="29829"/>
                    </a:lnTo>
                    <a:lnTo>
                      <a:pt x="383341" y="30464"/>
                    </a:lnTo>
                    <a:lnTo>
                      <a:pt x="382706" y="31099"/>
                    </a:lnTo>
                    <a:lnTo>
                      <a:pt x="382071" y="31733"/>
                    </a:lnTo>
                    <a:lnTo>
                      <a:pt x="380802" y="34272"/>
                    </a:lnTo>
                    <a:lnTo>
                      <a:pt x="380167" y="35541"/>
                    </a:lnTo>
                    <a:lnTo>
                      <a:pt x="379533" y="38715"/>
                    </a:lnTo>
                    <a:lnTo>
                      <a:pt x="378898" y="43792"/>
                    </a:lnTo>
                    <a:lnTo>
                      <a:pt x="378264" y="45696"/>
                    </a:lnTo>
                    <a:lnTo>
                      <a:pt x="376994" y="48235"/>
                    </a:lnTo>
                    <a:lnTo>
                      <a:pt x="375090" y="50139"/>
                    </a:lnTo>
                    <a:lnTo>
                      <a:pt x="371917" y="52043"/>
                    </a:lnTo>
                    <a:lnTo>
                      <a:pt x="370013" y="53312"/>
                    </a:lnTo>
                    <a:lnTo>
                      <a:pt x="368744" y="54582"/>
                    </a:lnTo>
                    <a:lnTo>
                      <a:pt x="366839" y="58390"/>
                    </a:lnTo>
                    <a:lnTo>
                      <a:pt x="364935" y="61563"/>
                    </a:lnTo>
                    <a:lnTo>
                      <a:pt x="363031" y="64102"/>
                    </a:lnTo>
                    <a:lnTo>
                      <a:pt x="361762" y="64736"/>
                    </a:lnTo>
                    <a:lnTo>
                      <a:pt x="359858" y="65371"/>
                    </a:lnTo>
                    <a:lnTo>
                      <a:pt x="356050" y="66640"/>
                    </a:lnTo>
                    <a:lnTo>
                      <a:pt x="342722" y="69814"/>
                    </a:lnTo>
                    <a:lnTo>
                      <a:pt x="330028" y="72987"/>
                    </a:lnTo>
                    <a:lnTo>
                      <a:pt x="317335" y="76160"/>
                    </a:lnTo>
                    <a:lnTo>
                      <a:pt x="304641" y="79334"/>
                    </a:lnTo>
                    <a:lnTo>
                      <a:pt x="291948" y="82507"/>
                    </a:lnTo>
                    <a:lnTo>
                      <a:pt x="279255" y="85680"/>
                    </a:lnTo>
                    <a:lnTo>
                      <a:pt x="265927" y="88854"/>
                    </a:lnTo>
                    <a:lnTo>
                      <a:pt x="253233" y="92027"/>
                    </a:lnTo>
                    <a:lnTo>
                      <a:pt x="240540" y="95200"/>
                    </a:lnTo>
                    <a:lnTo>
                      <a:pt x="214519" y="100912"/>
                    </a:lnTo>
                    <a:lnTo>
                      <a:pt x="201825" y="104086"/>
                    </a:lnTo>
                    <a:lnTo>
                      <a:pt x="188497" y="107259"/>
                    </a:lnTo>
                    <a:lnTo>
                      <a:pt x="175804" y="109798"/>
                    </a:lnTo>
                    <a:lnTo>
                      <a:pt x="163111" y="112971"/>
                    </a:lnTo>
                    <a:lnTo>
                      <a:pt x="150417" y="115510"/>
                    </a:lnTo>
                    <a:lnTo>
                      <a:pt x="150417" y="115510"/>
                    </a:lnTo>
                    <a:lnTo>
                      <a:pt x="150417" y="115510"/>
                    </a:lnTo>
                    <a:lnTo>
                      <a:pt x="150417" y="115510"/>
                    </a:lnTo>
                    <a:lnTo>
                      <a:pt x="150417" y="115510"/>
                    </a:lnTo>
                    <a:lnTo>
                      <a:pt x="150417" y="115510"/>
                    </a:lnTo>
                    <a:lnTo>
                      <a:pt x="150417" y="115510"/>
                    </a:lnTo>
                    <a:lnTo>
                      <a:pt x="150417" y="115510"/>
                    </a:lnTo>
                    <a:lnTo>
                      <a:pt x="150417" y="115510"/>
                    </a:lnTo>
                    <a:lnTo>
                      <a:pt x="150417" y="115510"/>
                    </a:lnTo>
                    <a:lnTo>
                      <a:pt x="150417" y="115510"/>
                    </a:lnTo>
                    <a:lnTo>
                      <a:pt x="150417" y="115510"/>
                    </a:lnTo>
                    <a:lnTo>
                      <a:pt x="150417" y="115510"/>
                    </a:lnTo>
                    <a:lnTo>
                      <a:pt x="150417" y="115510"/>
                    </a:lnTo>
                    <a:lnTo>
                      <a:pt x="141532" y="117414"/>
                    </a:lnTo>
                    <a:lnTo>
                      <a:pt x="132646" y="119318"/>
                    </a:lnTo>
                    <a:lnTo>
                      <a:pt x="123761" y="121222"/>
                    </a:lnTo>
                    <a:lnTo>
                      <a:pt x="114876" y="123126"/>
                    </a:lnTo>
                    <a:lnTo>
                      <a:pt x="105990" y="125030"/>
                    </a:lnTo>
                    <a:lnTo>
                      <a:pt x="97105" y="126934"/>
                    </a:lnTo>
                    <a:lnTo>
                      <a:pt x="88219" y="128838"/>
                    </a:lnTo>
                    <a:lnTo>
                      <a:pt x="79334" y="130742"/>
                    </a:lnTo>
                    <a:lnTo>
                      <a:pt x="70449" y="132646"/>
                    </a:lnTo>
                    <a:lnTo>
                      <a:pt x="61563" y="134550"/>
                    </a:lnTo>
                    <a:lnTo>
                      <a:pt x="52678" y="136454"/>
                    </a:lnTo>
                    <a:lnTo>
                      <a:pt x="43792" y="138358"/>
                    </a:lnTo>
                    <a:lnTo>
                      <a:pt x="34907" y="140262"/>
                    </a:lnTo>
                    <a:lnTo>
                      <a:pt x="7616" y="145974"/>
                    </a:lnTo>
                    <a:lnTo>
                      <a:pt x="5712" y="150417"/>
                    </a:lnTo>
                    <a:lnTo>
                      <a:pt x="5712" y="156129"/>
                    </a:lnTo>
                    <a:lnTo>
                      <a:pt x="5078" y="174534"/>
                    </a:lnTo>
                    <a:lnTo>
                      <a:pt x="4443" y="192939"/>
                    </a:lnTo>
                    <a:lnTo>
                      <a:pt x="3809" y="211345"/>
                    </a:lnTo>
                    <a:lnTo>
                      <a:pt x="3173" y="229750"/>
                    </a:lnTo>
                    <a:lnTo>
                      <a:pt x="2539" y="248156"/>
                    </a:lnTo>
                    <a:lnTo>
                      <a:pt x="1270" y="284967"/>
                    </a:lnTo>
                    <a:lnTo>
                      <a:pt x="635" y="303372"/>
                    </a:lnTo>
                    <a:lnTo>
                      <a:pt x="0" y="312892"/>
                    </a:lnTo>
                    <a:lnTo>
                      <a:pt x="0" y="317335"/>
                    </a:lnTo>
                    <a:lnTo>
                      <a:pt x="6347" y="321777"/>
                    </a:lnTo>
                    <a:lnTo>
                      <a:pt x="29195" y="316700"/>
                    </a:lnTo>
                    <a:lnTo>
                      <a:pt x="52043" y="312257"/>
                    </a:lnTo>
                    <a:lnTo>
                      <a:pt x="74891" y="307815"/>
                    </a:lnTo>
                    <a:lnTo>
                      <a:pt x="97105" y="302737"/>
                    </a:lnTo>
                    <a:lnTo>
                      <a:pt x="109798" y="300199"/>
                    </a:lnTo>
                    <a:lnTo>
                      <a:pt x="121857" y="297660"/>
                    </a:lnTo>
                    <a:lnTo>
                      <a:pt x="132012" y="295756"/>
                    </a:lnTo>
                    <a:lnTo>
                      <a:pt x="133916" y="302103"/>
                    </a:lnTo>
                    <a:lnTo>
                      <a:pt x="141532" y="299564"/>
                    </a:lnTo>
                    <a:lnTo>
                      <a:pt x="140897" y="293852"/>
                    </a:lnTo>
                    <a:lnTo>
                      <a:pt x="166284" y="287505"/>
                    </a:lnTo>
                    <a:lnTo>
                      <a:pt x="170726" y="287505"/>
                    </a:lnTo>
                    <a:lnTo>
                      <a:pt x="173265" y="287505"/>
                    </a:lnTo>
                    <a:lnTo>
                      <a:pt x="174534" y="286871"/>
                    </a:lnTo>
                    <a:lnTo>
                      <a:pt x="177707" y="284332"/>
                    </a:lnTo>
                    <a:lnTo>
                      <a:pt x="187227" y="282428"/>
                    </a:lnTo>
                    <a:lnTo>
                      <a:pt x="214519" y="276081"/>
                    </a:lnTo>
                    <a:lnTo>
                      <a:pt x="241810" y="269735"/>
                    </a:lnTo>
                    <a:lnTo>
                      <a:pt x="269100" y="263388"/>
                    </a:lnTo>
                    <a:lnTo>
                      <a:pt x="296391" y="257041"/>
                    </a:lnTo>
                    <a:lnTo>
                      <a:pt x="317335" y="251964"/>
                    </a:lnTo>
                    <a:lnTo>
                      <a:pt x="317970" y="254502"/>
                    </a:lnTo>
                    <a:lnTo>
                      <a:pt x="334471" y="250060"/>
                    </a:lnTo>
                    <a:lnTo>
                      <a:pt x="350973" y="244982"/>
                    </a:lnTo>
                    <a:lnTo>
                      <a:pt x="367474" y="240540"/>
                    </a:lnTo>
                    <a:lnTo>
                      <a:pt x="383975" y="236097"/>
                    </a:lnTo>
                    <a:lnTo>
                      <a:pt x="393495" y="233558"/>
                    </a:lnTo>
                    <a:lnTo>
                      <a:pt x="394130" y="236732"/>
                    </a:lnTo>
                    <a:lnTo>
                      <a:pt x="396668" y="244348"/>
                    </a:lnTo>
                    <a:lnTo>
                      <a:pt x="401112" y="258945"/>
                    </a:lnTo>
                    <a:lnTo>
                      <a:pt x="401746" y="260214"/>
                    </a:lnTo>
                    <a:lnTo>
                      <a:pt x="402381" y="261484"/>
                    </a:lnTo>
                    <a:lnTo>
                      <a:pt x="403650" y="261484"/>
                    </a:lnTo>
                    <a:lnTo>
                      <a:pt x="407458" y="260214"/>
                    </a:lnTo>
                    <a:lnTo>
                      <a:pt x="408727" y="260214"/>
                    </a:lnTo>
                    <a:lnTo>
                      <a:pt x="409362" y="260849"/>
                    </a:lnTo>
                    <a:lnTo>
                      <a:pt x="410632" y="263388"/>
                    </a:lnTo>
                    <a:lnTo>
                      <a:pt x="411266" y="265292"/>
                    </a:lnTo>
                    <a:lnTo>
                      <a:pt x="411266" y="266561"/>
                    </a:lnTo>
                    <a:lnTo>
                      <a:pt x="411266" y="268465"/>
                    </a:lnTo>
                    <a:lnTo>
                      <a:pt x="411901" y="269735"/>
                    </a:lnTo>
                    <a:lnTo>
                      <a:pt x="412535" y="272273"/>
                    </a:lnTo>
                    <a:lnTo>
                      <a:pt x="413805" y="280524"/>
                    </a:lnTo>
                    <a:lnTo>
                      <a:pt x="414439" y="281793"/>
                    </a:lnTo>
                    <a:lnTo>
                      <a:pt x="415074" y="283063"/>
                    </a:lnTo>
                    <a:lnTo>
                      <a:pt x="416978" y="284332"/>
                    </a:lnTo>
                    <a:lnTo>
                      <a:pt x="419517" y="286871"/>
                    </a:lnTo>
                    <a:lnTo>
                      <a:pt x="423325" y="288140"/>
                    </a:lnTo>
                    <a:lnTo>
                      <a:pt x="425864" y="288775"/>
                    </a:lnTo>
                    <a:lnTo>
                      <a:pt x="427767" y="288775"/>
                    </a:lnTo>
                    <a:lnTo>
                      <a:pt x="431575" y="290679"/>
                    </a:lnTo>
                    <a:lnTo>
                      <a:pt x="439826" y="298929"/>
                    </a:lnTo>
                    <a:lnTo>
                      <a:pt x="440461" y="295756"/>
                    </a:lnTo>
                    <a:lnTo>
                      <a:pt x="440461" y="294487"/>
                    </a:lnTo>
                    <a:lnTo>
                      <a:pt x="441095" y="292583"/>
                    </a:lnTo>
                    <a:lnTo>
                      <a:pt x="443634" y="292583"/>
                    </a:lnTo>
                    <a:lnTo>
                      <a:pt x="448077" y="293217"/>
                    </a:lnTo>
                    <a:lnTo>
                      <a:pt x="449346" y="291948"/>
                    </a:lnTo>
                    <a:lnTo>
                      <a:pt x="449981" y="290044"/>
                    </a:lnTo>
                    <a:lnTo>
                      <a:pt x="452520" y="277351"/>
                    </a:lnTo>
                    <a:lnTo>
                      <a:pt x="453789" y="273542"/>
                    </a:lnTo>
                    <a:lnTo>
                      <a:pt x="456328" y="271639"/>
                    </a:lnTo>
                    <a:lnTo>
                      <a:pt x="454424" y="283063"/>
                    </a:lnTo>
                    <a:lnTo>
                      <a:pt x="448712" y="302103"/>
                    </a:lnTo>
                    <a:lnTo>
                      <a:pt x="448077" y="312257"/>
                    </a:lnTo>
                    <a:lnTo>
                      <a:pt x="448712" y="317335"/>
                    </a:lnTo>
                    <a:lnTo>
                      <a:pt x="449981" y="323047"/>
                    </a:lnTo>
                    <a:lnTo>
                      <a:pt x="453154" y="333201"/>
                    </a:lnTo>
                    <a:lnTo>
                      <a:pt x="457597" y="341452"/>
                    </a:lnTo>
                    <a:lnTo>
                      <a:pt x="458232" y="343356"/>
                    </a:lnTo>
                    <a:lnTo>
                      <a:pt x="457597" y="345895"/>
                    </a:lnTo>
                    <a:lnTo>
                      <a:pt x="458866" y="348433"/>
                    </a:lnTo>
                    <a:lnTo>
                      <a:pt x="462674" y="353511"/>
                    </a:lnTo>
                    <a:lnTo>
                      <a:pt x="471560" y="340183"/>
                    </a:lnTo>
                    <a:lnTo>
                      <a:pt x="475368" y="336375"/>
                    </a:lnTo>
                    <a:lnTo>
                      <a:pt x="474099" y="335740"/>
                    </a:lnTo>
                    <a:lnTo>
                      <a:pt x="471560" y="332567"/>
                    </a:lnTo>
                    <a:lnTo>
                      <a:pt x="478541" y="331932"/>
                    </a:lnTo>
                    <a:lnTo>
                      <a:pt x="480445" y="330028"/>
                    </a:lnTo>
                    <a:lnTo>
                      <a:pt x="479175" y="324951"/>
                    </a:lnTo>
                    <a:lnTo>
                      <a:pt x="482349" y="327489"/>
                    </a:lnTo>
                    <a:lnTo>
                      <a:pt x="484253" y="330663"/>
                    </a:lnTo>
                    <a:lnTo>
                      <a:pt x="484253" y="334471"/>
                    </a:lnTo>
                    <a:lnTo>
                      <a:pt x="481080" y="337009"/>
                    </a:lnTo>
                    <a:lnTo>
                      <a:pt x="487426" y="337644"/>
                    </a:lnTo>
                    <a:lnTo>
                      <a:pt x="491869" y="335105"/>
                    </a:lnTo>
                    <a:lnTo>
                      <a:pt x="498851" y="326855"/>
                    </a:lnTo>
                    <a:lnTo>
                      <a:pt x="498851" y="327489"/>
                    </a:lnTo>
                    <a:lnTo>
                      <a:pt x="498851" y="328759"/>
                    </a:lnTo>
                    <a:lnTo>
                      <a:pt x="501389" y="328124"/>
                    </a:lnTo>
                    <a:lnTo>
                      <a:pt x="503293" y="326220"/>
                    </a:lnTo>
                    <a:lnTo>
                      <a:pt x="506467" y="321777"/>
                    </a:lnTo>
                    <a:lnTo>
                      <a:pt x="503293" y="314796"/>
                    </a:lnTo>
                    <a:lnTo>
                      <a:pt x="503928" y="309719"/>
                    </a:lnTo>
                    <a:lnTo>
                      <a:pt x="505198" y="305276"/>
                    </a:lnTo>
                    <a:lnTo>
                      <a:pt x="503928" y="298929"/>
                    </a:lnTo>
                    <a:lnTo>
                      <a:pt x="509005" y="300833"/>
                    </a:lnTo>
                    <a:lnTo>
                      <a:pt x="510274" y="301468"/>
                    </a:lnTo>
                    <a:lnTo>
                      <a:pt x="511544" y="302737"/>
                    </a:lnTo>
                    <a:lnTo>
                      <a:pt x="514082" y="306545"/>
                    </a:lnTo>
                    <a:lnTo>
                      <a:pt x="515352" y="307180"/>
                    </a:lnTo>
                    <a:lnTo>
                      <a:pt x="517256" y="306545"/>
                    </a:lnTo>
                    <a:lnTo>
                      <a:pt x="516621" y="304007"/>
                    </a:lnTo>
                    <a:lnTo>
                      <a:pt x="514082" y="298295"/>
                    </a:lnTo>
                    <a:lnTo>
                      <a:pt x="515987" y="297660"/>
                    </a:lnTo>
                    <a:lnTo>
                      <a:pt x="519160" y="295121"/>
                    </a:lnTo>
                    <a:lnTo>
                      <a:pt x="521699" y="292583"/>
                    </a:lnTo>
                    <a:lnTo>
                      <a:pt x="521064" y="291948"/>
                    </a:lnTo>
                    <a:lnTo>
                      <a:pt x="520429" y="290679"/>
                    </a:lnTo>
                    <a:lnTo>
                      <a:pt x="521699" y="288140"/>
                    </a:lnTo>
                    <a:lnTo>
                      <a:pt x="523602" y="286871"/>
                    </a:lnTo>
                    <a:lnTo>
                      <a:pt x="526776" y="289409"/>
                    </a:lnTo>
                    <a:lnTo>
                      <a:pt x="529315" y="284332"/>
                    </a:lnTo>
                    <a:lnTo>
                      <a:pt x="529315" y="279889"/>
                    </a:lnTo>
                    <a:lnTo>
                      <a:pt x="530584" y="276716"/>
                    </a:lnTo>
                    <a:lnTo>
                      <a:pt x="535661" y="276081"/>
                    </a:lnTo>
                    <a:lnTo>
                      <a:pt x="533122" y="272908"/>
                    </a:lnTo>
                    <a:lnTo>
                      <a:pt x="531853" y="270369"/>
                    </a:lnTo>
                    <a:lnTo>
                      <a:pt x="530584" y="262753"/>
                    </a:lnTo>
                    <a:lnTo>
                      <a:pt x="532488" y="262119"/>
                    </a:lnTo>
                    <a:lnTo>
                      <a:pt x="536931" y="262753"/>
                    </a:lnTo>
                    <a:lnTo>
                      <a:pt x="543912" y="265292"/>
                    </a:lnTo>
                    <a:lnTo>
                      <a:pt x="545181" y="264657"/>
                    </a:lnTo>
                    <a:lnTo>
                      <a:pt x="545181" y="261484"/>
                    </a:lnTo>
                    <a:lnTo>
                      <a:pt x="545816" y="259580"/>
                    </a:lnTo>
                    <a:lnTo>
                      <a:pt x="547720" y="259580"/>
                    </a:lnTo>
                    <a:lnTo>
                      <a:pt x="549624" y="262119"/>
                    </a:lnTo>
                    <a:lnTo>
                      <a:pt x="548989" y="262753"/>
                    </a:lnTo>
                    <a:lnTo>
                      <a:pt x="547720" y="264657"/>
                    </a:lnTo>
                    <a:lnTo>
                      <a:pt x="549624" y="267196"/>
                    </a:lnTo>
                    <a:lnTo>
                      <a:pt x="548989" y="269735"/>
                    </a:lnTo>
                    <a:lnTo>
                      <a:pt x="547086" y="272273"/>
                    </a:lnTo>
                    <a:lnTo>
                      <a:pt x="546451" y="274812"/>
                    </a:lnTo>
                    <a:lnTo>
                      <a:pt x="547720" y="277985"/>
                    </a:lnTo>
                    <a:lnTo>
                      <a:pt x="549624" y="281793"/>
                    </a:lnTo>
                    <a:lnTo>
                      <a:pt x="554067" y="300199"/>
                    </a:lnTo>
                    <a:lnTo>
                      <a:pt x="554067" y="307180"/>
                    </a:lnTo>
                    <a:lnTo>
                      <a:pt x="550893" y="312892"/>
                    </a:lnTo>
                    <a:lnTo>
                      <a:pt x="556606" y="310988"/>
                    </a:lnTo>
                    <a:lnTo>
                      <a:pt x="566126" y="303372"/>
                    </a:lnTo>
                    <a:lnTo>
                      <a:pt x="571203" y="300833"/>
                    </a:lnTo>
                    <a:lnTo>
                      <a:pt x="577549" y="298929"/>
                    </a:lnTo>
                    <a:lnTo>
                      <a:pt x="582627" y="296391"/>
                    </a:lnTo>
                    <a:lnTo>
                      <a:pt x="586435" y="292583"/>
                    </a:lnTo>
                    <a:lnTo>
                      <a:pt x="588974" y="287505"/>
                    </a:lnTo>
                    <a:lnTo>
                      <a:pt x="592147" y="276716"/>
                    </a:lnTo>
                    <a:lnTo>
                      <a:pt x="593416" y="274177"/>
                    </a:lnTo>
                    <a:lnTo>
                      <a:pt x="595955" y="274177"/>
                    </a:lnTo>
                    <a:lnTo>
                      <a:pt x="599763" y="277985"/>
                    </a:lnTo>
                    <a:lnTo>
                      <a:pt x="601667" y="276716"/>
                    </a:lnTo>
                    <a:lnTo>
                      <a:pt x="603571" y="273542"/>
                    </a:lnTo>
                    <a:lnTo>
                      <a:pt x="606109" y="272273"/>
                    </a:lnTo>
                    <a:lnTo>
                      <a:pt x="612456" y="271004"/>
                    </a:lnTo>
                    <a:lnTo>
                      <a:pt x="615629" y="269735"/>
                    </a:lnTo>
                    <a:lnTo>
                      <a:pt x="620073" y="265926"/>
                    </a:lnTo>
                    <a:lnTo>
                      <a:pt x="622611" y="264657"/>
                    </a:lnTo>
                    <a:lnTo>
                      <a:pt x="622611" y="271004"/>
                    </a:lnTo>
                    <a:lnTo>
                      <a:pt x="623246" y="273542"/>
                    </a:lnTo>
                    <a:lnTo>
                      <a:pt x="624515" y="271639"/>
                    </a:lnTo>
                    <a:lnTo>
                      <a:pt x="625785" y="266561"/>
                    </a:lnTo>
                    <a:lnTo>
                      <a:pt x="627054" y="264022"/>
                    </a:lnTo>
                    <a:lnTo>
                      <a:pt x="628958" y="262753"/>
                    </a:lnTo>
                    <a:lnTo>
                      <a:pt x="631496" y="261484"/>
                    </a:lnTo>
                    <a:lnTo>
                      <a:pt x="636574" y="257041"/>
                    </a:lnTo>
                    <a:lnTo>
                      <a:pt x="645459" y="254502"/>
                    </a:lnTo>
                    <a:lnTo>
                      <a:pt x="673385" y="241174"/>
                    </a:lnTo>
                    <a:lnTo>
                      <a:pt x="681001" y="244348"/>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43" name="Google Shape;443;p51"/>
              <p:cNvSpPr/>
              <p:nvPr/>
            </p:nvSpPr>
            <p:spPr>
              <a:xfrm>
                <a:off x="5952538" y="3643277"/>
                <a:ext cx="1079625" cy="556913"/>
              </a:xfrm>
              <a:custGeom>
                <a:avLst/>
                <a:gdLst/>
                <a:ahLst/>
                <a:cxnLst/>
                <a:rect l="l" t="t" r="r" b="b"/>
                <a:pathLst>
                  <a:path w="1482587" h="764776" extrusionOk="0">
                    <a:moveTo>
                      <a:pt x="1478780" y="311623"/>
                    </a:moveTo>
                    <a:lnTo>
                      <a:pt x="1476241" y="311623"/>
                    </a:lnTo>
                    <a:lnTo>
                      <a:pt x="1470529" y="314161"/>
                    </a:lnTo>
                    <a:lnTo>
                      <a:pt x="1467990" y="314161"/>
                    </a:lnTo>
                    <a:lnTo>
                      <a:pt x="1451489" y="311623"/>
                    </a:lnTo>
                    <a:lnTo>
                      <a:pt x="1448315" y="310988"/>
                    </a:lnTo>
                    <a:lnTo>
                      <a:pt x="1447046" y="309719"/>
                    </a:lnTo>
                    <a:lnTo>
                      <a:pt x="1447046" y="308449"/>
                    </a:lnTo>
                    <a:lnTo>
                      <a:pt x="1447046" y="307180"/>
                    </a:lnTo>
                    <a:lnTo>
                      <a:pt x="1446412" y="305911"/>
                    </a:lnTo>
                    <a:lnTo>
                      <a:pt x="1445777" y="304641"/>
                    </a:lnTo>
                    <a:lnTo>
                      <a:pt x="1445142" y="304007"/>
                    </a:lnTo>
                    <a:lnTo>
                      <a:pt x="1443239" y="302737"/>
                    </a:lnTo>
                    <a:lnTo>
                      <a:pt x="1436257" y="298295"/>
                    </a:lnTo>
                    <a:lnTo>
                      <a:pt x="1434353" y="298295"/>
                    </a:lnTo>
                    <a:lnTo>
                      <a:pt x="1433718" y="298929"/>
                    </a:lnTo>
                    <a:lnTo>
                      <a:pt x="1433083" y="299564"/>
                    </a:lnTo>
                    <a:lnTo>
                      <a:pt x="1432449" y="298929"/>
                    </a:lnTo>
                    <a:lnTo>
                      <a:pt x="1428006" y="294487"/>
                    </a:lnTo>
                    <a:lnTo>
                      <a:pt x="1425467" y="292583"/>
                    </a:lnTo>
                    <a:lnTo>
                      <a:pt x="1423563" y="291948"/>
                    </a:lnTo>
                    <a:lnTo>
                      <a:pt x="1421660" y="291313"/>
                    </a:lnTo>
                    <a:lnTo>
                      <a:pt x="1413409" y="289409"/>
                    </a:lnTo>
                    <a:lnTo>
                      <a:pt x="1411505" y="288775"/>
                    </a:lnTo>
                    <a:lnTo>
                      <a:pt x="1410235" y="287505"/>
                    </a:lnTo>
                    <a:lnTo>
                      <a:pt x="1408966" y="283697"/>
                    </a:lnTo>
                    <a:lnTo>
                      <a:pt x="1404523" y="276081"/>
                    </a:lnTo>
                    <a:lnTo>
                      <a:pt x="1403889" y="274812"/>
                    </a:lnTo>
                    <a:lnTo>
                      <a:pt x="1403889" y="273543"/>
                    </a:lnTo>
                    <a:lnTo>
                      <a:pt x="1401985" y="271004"/>
                    </a:lnTo>
                    <a:lnTo>
                      <a:pt x="1398812" y="267831"/>
                    </a:lnTo>
                    <a:lnTo>
                      <a:pt x="1384214" y="257041"/>
                    </a:lnTo>
                    <a:lnTo>
                      <a:pt x="1383579" y="256407"/>
                    </a:lnTo>
                    <a:lnTo>
                      <a:pt x="1382945" y="255137"/>
                    </a:lnTo>
                    <a:lnTo>
                      <a:pt x="1382310" y="252599"/>
                    </a:lnTo>
                    <a:lnTo>
                      <a:pt x="1379772" y="244982"/>
                    </a:lnTo>
                    <a:lnTo>
                      <a:pt x="1379136" y="243079"/>
                    </a:lnTo>
                    <a:lnTo>
                      <a:pt x="1377867" y="241809"/>
                    </a:lnTo>
                    <a:lnTo>
                      <a:pt x="1375963" y="239270"/>
                    </a:lnTo>
                    <a:lnTo>
                      <a:pt x="1374694" y="238001"/>
                    </a:lnTo>
                    <a:lnTo>
                      <a:pt x="1373425" y="237367"/>
                    </a:lnTo>
                    <a:lnTo>
                      <a:pt x="1364539" y="232924"/>
                    </a:lnTo>
                    <a:lnTo>
                      <a:pt x="1363270" y="231654"/>
                    </a:lnTo>
                    <a:lnTo>
                      <a:pt x="1362635" y="230385"/>
                    </a:lnTo>
                    <a:lnTo>
                      <a:pt x="1362635" y="229750"/>
                    </a:lnTo>
                    <a:lnTo>
                      <a:pt x="1364539" y="225308"/>
                    </a:lnTo>
                    <a:lnTo>
                      <a:pt x="1365174" y="224038"/>
                    </a:lnTo>
                    <a:lnTo>
                      <a:pt x="1365174" y="223404"/>
                    </a:lnTo>
                    <a:lnTo>
                      <a:pt x="1364539" y="222134"/>
                    </a:lnTo>
                    <a:lnTo>
                      <a:pt x="1363905" y="220230"/>
                    </a:lnTo>
                    <a:lnTo>
                      <a:pt x="1362635" y="218961"/>
                    </a:lnTo>
                    <a:lnTo>
                      <a:pt x="1362001" y="218326"/>
                    </a:lnTo>
                    <a:lnTo>
                      <a:pt x="1349942" y="210710"/>
                    </a:lnTo>
                    <a:lnTo>
                      <a:pt x="1348038" y="209441"/>
                    </a:lnTo>
                    <a:lnTo>
                      <a:pt x="1346768" y="207537"/>
                    </a:lnTo>
                    <a:lnTo>
                      <a:pt x="1344865" y="204364"/>
                    </a:lnTo>
                    <a:lnTo>
                      <a:pt x="1343595" y="202460"/>
                    </a:lnTo>
                    <a:lnTo>
                      <a:pt x="1325825" y="184054"/>
                    </a:lnTo>
                    <a:lnTo>
                      <a:pt x="1324555" y="182150"/>
                    </a:lnTo>
                    <a:lnTo>
                      <a:pt x="1323920" y="180881"/>
                    </a:lnTo>
                    <a:lnTo>
                      <a:pt x="1323920" y="179612"/>
                    </a:lnTo>
                    <a:lnTo>
                      <a:pt x="1323920" y="178977"/>
                    </a:lnTo>
                    <a:lnTo>
                      <a:pt x="1324555" y="178342"/>
                    </a:lnTo>
                    <a:lnTo>
                      <a:pt x="1325189" y="177707"/>
                    </a:lnTo>
                    <a:lnTo>
                      <a:pt x="1328363" y="174534"/>
                    </a:lnTo>
                    <a:lnTo>
                      <a:pt x="1329633" y="172630"/>
                    </a:lnTo>
                    <a:lnTo>
                      <a:pt x="1330267" y="171361"/>
                    </a:lnTo>
                    <a:lnTo>
                      <a:pt x="1330267" y="170726"/>
                    </a:lnTo>
                    <a:lnTo>
                      <a:pt x="1330267" y="169457"/>
                    </a:lnTo>
                    <a:lnTo>
                      <a:pt x="1329633" y="165649"/>
                    </a:lnTo>
                    <a:lnTo>
                      <a:pt x="1329633" y="164380"/>
                    </a:lnTo>
                    <a:lnTo>
                      <a:pt x="1329633" y="163110"/>
                    </a:lnTo>
                    <a:lnTo>
                      <a:pt x="1330267" y="162475"/>
                    </a:lnTo>
                    <a:lnTo>
                      <a:pt x="1330902" y="161841"/>
                    </a:lnTo>
                    <a:lnTo>
                      <a:pt x="1333440" y="161206"/>
                    </a:lnTo>
                    <a:lnTo>
                      <a:pt x="1334075" y="160571"/>
                    </a:lnTo>
                    <a:lnTo>
                      <a:pt x="1334709" y="159937"/>
                    </a:lnTo>
                    <a:lnTo>
                      <a:pt x="1334709" y="158667"/>
                    </a:lnTo>
                    <a:lnTo>
                      <a:pt x="1334709" y="157398"/>
                    </a:lnTo>
                    <a:lnTo>
                      <a:pt x="1334075" y="156129"/>
                    </a:lnTo>
                    <a:lnTo>
                      <a:pt x="1333440" y="153590"/>
                    </a:lnTo>
                    <a:lnTo>
                      <a:pt x="1332806" y="147878"/>
                    </a:lnTo>
                    <a:lnTo>
                      <a:pt x="1332806" y="144705"/>
                    </a:lnTo>
                    <a:lnTo>
                      <a:pt x="1332171" y="142166"/>
                    </a:lnTo>
                    <a:lnTo>
                      <a:pt x="1330902" y="139627"/>
                    </a:lnTo>
                    <a:lnTo>
                      <a:pt x="1325825" y="132646"/>
                    </a:lnTo>
                    <a:lnTo>
                      <a:pt x="1325189" y="130742"/>
                    </a:lnTo>
                    <a:lnTo>
                      <a:pt x="1325189" y="130107"/>
                    </a:lnTo>
                    <a:lnTo>
                      <a:pt x="1325189" y="129473"/>
                    </a:lnTo>
                    <a:lnTo>
                      <a:pt x="1325189" y="123126"/>
                    </a:lnTo>
                    <a:lnTo>
                      <a:pt x="1324555" y="120587"/>
                    </a:lnTo>
                    <a:lnTo>
                      <a:pt x="1324555" y="119318"/>
                    </a:lnTo>
                    <a:lnTo>
                      <a:pt x="1322016" y="116779"/>
                    </a:lnTo>
                    <a:lnTo>
                      <a:pt x="1317574" y="109163"/>
                    </a:lnTo>
                    <a:lnTo>
                      <a:pt x="1315035" y="105990"/>
                    </a:lnTo>
                    <a:lnTo>
                      <a:pt x="1298534" y="93931"/>
                    </a:lnTo>
                    <a:lnTo>
                      <a:pt x="1290283" y="90123"/>
                    </a:lnTo>
                    <a:lnTo>
                      <a:pt x="1280763" y="88219"/>
                    </a:lnTo>
                    <a:lnTo>
                      <a:pt x="1271242" y="85046"/>
                    </a:lnTo>
                    <a:lnTo>
                      <a:pt x="1264261" y="76795"/>
                    </a:lnTo>
                    <a:lnTo>
                      <a:pt x="1257280" y="60928"/>
                    </a:lnTo>
                    <a:lnTo>
                      <a:pt x="1256011" y="56486"/>
                    </a:lnTo>
                    <a:lnTo>
                      <a:pt x="1255376" y="51408"/>
                    </a:lnTo>
                    <a:lnTo>
                      <a:pt x="1254107" y="47600"/>
                    </a:lnTo>
                    <a:lnTo>
                      <a:pt x="1251568" y="46331"/>
                    </a:lnTo>
                    <a:lnTo>
                      <a:pt x="1246491" y="48235"/>
                    </a:lnTo>
                    <a:lnTo>
                      <a:pt x="1235701" y="55851"/>
                    </a:lnTo>
                    <a:lnTo>
                      <a:pt x="1230624" y="57120"/>
                    </a:lnTo>
                    <a:lnTo>
                      <a:pt x="1226816" y="59024"/>
                    </a:lnTo>
                    <a:lnTo>
                      <a:pt x="1224278" y="62198"/>
                    </a:lnTo>
                    <a:lnTo>
                      <a:pt x="1221739" y="66006"/>
                    </a:lnTo>
                    <a:lnTo>
                      <a:pt x="1219200" y="69179"/>
                    </a:lnTo>
                    <a:lnTo>
                      <a:pt x="1214122" y="71718"/>
                    </a:lnTo>
                    <a:lnTo>
                      <a:pt x="1212853" y="72987"/>
                    </a:lnTo>
                    <a:lnTo>
                      <a:pt x="1212219" y="74891"/>
                    </a:lnTo>
                    <a:lnTo>
                      <a:pt x="1210949" y="79968"/>
                    </a:lnTo>
                    <a:lnTo>
                      <a:pt x="1209680" y="82507"/>
                    </a:lnTo>
                    <a:lnTo>
                      <a:pt x="1206507" y="85046"/>
                    </a:lnTo>
                    <a:lnTo>
                      <a:pt x="1202699" y="85680"/>
                    </a:lnTo>
                    <a:lnTo>
                      <a:pt x="1193813" y="85046"/>
                    </a:lnTo>
                    <a:lnTo>
                      <a:pt x="1189371" y="86315"/>
                    </a:lnTo>
                    <a:lnTo>
                      <a:pt x="1186832" y="88854"/>
                    </a:lnTo>
                    <a:lnTo>
                      <a:pt x="1184928" y="91393"/>
                    </a:lnTo>
                    <a:lnTo>
                      <a:pt x="1177946" y="93931"/>
                    </a:lnTo>
                    <a:lnTo>
                      <a:pt x="1176042" y="93296"/>
                    </a:lnTo>
                    <a:lnTo>
                      <a:pt x="1173504" y="90758"/>
                    </a:lnTo>
                    <a:lnTo>
                      <a:pt x="1167792" y="83776"/>
                    </a:lnTo>
                    <a:lnTo>
                      <a:pt x="1166522" y="82507"/>
                    </a:lnTo>
                    <a:lnTo>
                      <a:pt x="1163984" y="81238"/>
                    </a:lnTo>
                    <a:lnTo>
                      <a:pt x="1158272" y="79334"/>
                    </a:lnTo>
                    <a:lnTo>
                      <a:pt x="1155733" y="79334"/>
                    </a:lnTo>
                    <a:lnTo>
                      <a:pt x="1148752" y="80603"/>
                    </a:lnTo>
                    <a:lnTo>
                      <a:pt x="1146847" y="79968"/>
                    </a:lnTo>
                    <a:lnTo>
                      <a:pt x="1143040" y="77430"/>
                    </a:lnTo>
                    <a:lnTo>
                      <a:pt x="1139232" y="75526"/>
                    </a:lnTo>
                    <a:lnTo>
                      <a:pt x="1134789" y="74256"/>
                    </a:lnTo>
                    <a:lnTo>
                      <a:pt x="1130346" y="74891"/>
                    </a:lnTo>
                    <a:lnTo>
                      <a:pt x="1117018" y="81238"/>
                    </a:lnTo>
                    <a:lnTo>
                      <a:pt x="1115114" y="83142"/>
                    </a:lnTo>
                    <a:lnTo>
                      <a:pt x="1115114" y="87585"/>
                    </a:lnTo>
                    <a:lnTo>
                      <a:pt x="1113210" y="92027"/>
                    </a:lnTo>
                    <a:lnTo>
                      <a:pt x="1110037" y="95200"/>
                    </a:lnTo>
                    <a:lnTo>
                      <a:pt x="1106228" y="97105"/>
                    </a:lnTo>
                    <a:lnTo>
                      <a:pt x="1097344" y="96470"/>
                    </a:lnTo>
                    <a:lnTo>
                      <a:pt x="1089093" y="92662"/>
                    </a:lnTo>
                    <a:lnTo>
                      <a:pt x="1073860" y="81238"/>
                    </a:lnTo>
                    <a:lnTo>
                      <a:pt x="1070053" y="77430"/>
                    </a:lnTo>
                    <a:lnTo>
                      <a:pt x="1066879" y="73622"/>
                    </a:lnTo>
                    <a:lnTo>
                      <a:pt x="1063071" y="70448"/>
                    </a:lnTo>
                    <a:lnTo>
                      <a:pt x="1054186" y="69179"/>
                    </a:lnTo>
                    <a:lnTo>
                      <a:pt x="1045935" y="66640"/>
                    </a:lnTo>
                    <a:lnTo>
                      <a:pt x="1041492" y="66640"/>
                    </a:lnTo>
                    <a:lnTo>
                      <a:pt x="1024357" y="72352"/>
                    </a:lnTo>
                    <a:lnTo>
                      <a:pt x="1019914" y="72352"/>
                    </a:lnTo>
                    <a:lnTo>
                      <a:pt x="997066" y="67275"/>
                    </a:lnTo>
                    <a:lnTo>
                      <a:pt x="992623" y="64736"/>
                    </a:lnTo>
                    <a:lnTo>
                      <a:pt x="990084" y="60928"/>
                    </a:lnTo>
                    <a:lnTo>
                      <a:pt x="988815" y="55216"/>
                    </a:lnTo>
                    <a:lnTo>
                      <a:pt x="987546" y="50139"/>
                    </a:lnTo>
                    <a:lnTo>
                      <a:pt x="985641" y="45696"/>
                    </a:lnTo>
                    <a:lnTo>
                      <a:pt x="983103" y="41888"/>
                    </a:lnTo>
                    <a:lnTo>
                      <a:pt x="980564" y="39984"/>
                    </a:lnTo>
                    <a:lnTo>
                      <a:pt x="977391" y="38080"/>
                    </a:lnTo>
                    <a:lnTo>
                      <a:pt x="974852" y="35542"/>
                    </a:lnTo>
                    <a:lnTo>
                      <a:pt x="973583" y="32368"/>
                    </a:lnTo>
                    <a:lnTo>
                      <a:pt x="972948" y="27926"/>
                    </a:lnTo>
                    <a:lnTo>
                      <a:pt x="971044" y="23483"/>
                    </a:lnTo>
                    <a:lnTo>
                      <a:pt x="968505" y="19675"/>
                    </a:lnTo>
                    <a:lnTo>
                      <a:pt x="965332" y="17136"/>
                    </a:lnTo>
                    <a:lnTo>
                      <a:pt x="956447" y="13963"/>
                    </a:lnTo>
                    <a:lnTo>
                      <a:pt x="951370" y="12693"/>
                    </a:lnTo>
                    <a:lnTo>
                      <a:pt x="947561" y="12693"/>
                    </a:lnTo>
                    <a:lnTo>
                      <a:pt x="945023" y="10789"/>
                    </a:lnTo>
                    <a:lnTo>
                      <a:pt x="942484" y="6981"/>
                    </a:lnTo>
                    <a:lnTo>
                      <a:pt x="939311" y="2539"/>
                    </a:lnTo>
                    <a:lnTo>
                      <a:pt x="934868" y="635"/>
                    </a:lnTo>
                    <a:lnTo>
                      <a:pt x="926617" y="3173"/>
                    </a:lnTo>
                    <a:lnTo>
                      <a:pt x="910751" y="13328"/>
                    </a:lnTo>
                    <a:lnTo>
                      <a:pt x="902500" y="13963"/>
                    </a:lnTo>
                    <a:lnTo>
                      <a:pt x="891076" y="5712"/>
                    </a:lnTo>
                    <a:lnTo>
                      <a:pt x="887903" y="4443"/>
                    </a:lnTo>
                    <a:lnTo>
                      <a:pt x="886633" y="3808"/>
                    </a:lnTo>
                    <a:lnTo>
                      <a:pt x="883460" y="635"/>
                    </a:lnTo>
                    <a:lnTo>
                      <a:pt x="881556" y="0"/>
                    </a:lnTo>
                    <a:lnTo>
                      <a:pt x="879017" y="635"/>
                    </a:lnTo>
                    <a:lnTo>
                      <a:pt x="877747" y="2539"/>
                    </a:lnTo>
                    <a:lnTo>
                      <a:pt x="875209" y="6347"/>
                    </a:lnTo>
                    <a:lnTo>
                      <a:pt x="865054" y="14598"/>
                    </a:lnTo>
                    <a:lnTo>
                      <a:pt x="861881" y="17136"/>
                    </a:lnTo>
                    <a:lnTo>
                      <a:pt x="856804" y="24118"/>
                    </a:lnTo>
                    <a:lnTo>
                      <a:pt x="858073" y="31733"/>
                    </a:lnTo>
                    <a:lnTo>
                      <a:pt x="864420" y="36811"/>
                    </a:lnTo>
                    <a:lnTo>
                      <a:pt x="867593" y="39984"/>
                    </a:lnTo>
                    <a:lnTo>
                      <a:pt x="869497" y="43792"/>
                    </a:lnTo>
                    <a:lnTo>
                      <a:pt x="868227" y="48235"/>
                    </a:lnTo>
                    <a:lnTo>
                      <a:pt x="862516" y="55851"/>
                    </a:lnTo>
                    <a:lnTo>
                      <a:pt x="861246" y="58390"/>
                    </a:lnTo>
                    <a:lnTo>
                      <a:pt x="863785" y="60928"/>
                    </a:lnTo>
                    <a:lnTo>
                      <a:pt x="866958" y="62198"/>
                    </a:lnTo>
                    <a:lnTo>
                      <a:pt x="875209" y="61563"/>
                    </a:lnTo>
                    <a:lnTo>
                      <a:pt x="879652" y="62198"/>
                    </a:lnTo>
                    <a:lnTo>
                      <a:pt x="879652" y="66006"/>
                    </a:lnTo>
                    <a:lnTo>
                      <a:pt x="877747" y="70448"/>
                    </a:lnTo>
                    <a:lnTo>
                      <a:pt x="875209" y="74256"/>
                    </a:lnTo>
                    <a:lnTo>
                      <a:pt x="874574" y="79334"/>
                    </a:lnTo>
                    <a:lnTo>
                      <a:pt x="878383" y="86950"/>
                    </a:lnTo>
                    <a:lnTo>
                      <a:pt x="875844" y="88854"/>
                    </a:lnTo>
                    <a:lnTo>
                      <a:pt x="859977" y="89488"/>
                    </a:lnTo>
                    <a:lnTo>
                      <a:pt x="853630" y="91393"/>
                    </a:lnTo>
                    <a:lnTo>
                      <a:pt x="841572" y="98374"/>
                    </a:lnTo>
                    <a:lnTo>
                      <a:pt x="815550" y="119953"/>
                    </a:lnTo>
                    <a:lnTo>
                      <a:pt x="807934" y="122491"/>
                    </a:lnTo>
                    <a:lnTo>
                      <a:pt x="804126" y="120587"/>
                    </a:lnTo>
                    <a:lnTo>
                      <a:pt x="796510" y="113606"/>
                    </a:lnTo>
                    <a:lnTo>
                      <a:pt x="792702" y="112337"/>
                    </a:lnTo>
                    <a:lnTo>
                      <a:pt x="780009" y="113606"/>
                    </a:lnTo>
                    <a:lnTo>
                      <a:pt x="757796" y="118683"/>
                    </a:lnTo>
                    <a:lnTo>
                      <a:pt x="754622" y="121222"/>
                    </a:lnTo>
                    <a:lnTo>
                      <a:pt x="755257" y="125665"/>
                    </a:lnTo>
                    <a:lnTo>
                      <a:pt x="757796" y="130742"/>
                    </a:lnTo>
                    <a:lnTo>
                      <a:pt x="759699" y="133915"/>
                    </a:lnTo>
                    <a:lnTo>
                      <a:pt x="763507" y="148513"/>
                    </a:lnTo>
                    <a:lnTo>
                      <a:pt x="768585" y="157398"/>
                    </a:lnTo>
                    <a:lnTo>
                      <a:pt x="767950" y="162475"/>
                    </a:lnTo>
                    <a:lnTo>
                      <a:pt x="765411" y="166283"/>
                    </a:lnTo>
                    <a:lnTo>
                      <a:pt x="755891" y="175169"/>
                    </a:lnTo>
                    <a:lnTo>
                      <a:pt x="753352" y="178342"/>
                    </a:lnTo>
                    <a:lnTo>
                      <a:pt x="750814" y="182785"/>
                    </a:lnTo>
                    <a:lnTo>
                      <a:pt x="748275" y="185324"/>
                    </a:lnTo>
                    <a:lnTo>
                      <a:pt x="740024" y="187227"/>
                    </a:lnTo>
                    <a:lnTo>
                      <a:pt x="736217" y="189132"/>
                    </a:lnTo>
                    <a:lnTo>
                      <a:pt x="731139" y="196748"/>
                    </a:lnTo>
                    <a:lnTo>
                      <a:pt x="729235" y="218961"/>
                    </a:lnTo>
                    <a:lnTo>
                      <a:pt x="726062" y="227846"/>
                    </a:lnTo>
                    <a:lnTo>
                      <a:pt x="719715" y="234193"/>
                    </a:lnTo>
                    <a:lnTo>
                      <a:pt x="715907" y="236732"/>
                    </a:lnTo>
                    <a:lnTo>
                      <a:pt x="708925" y="239905"/>
                    </a:lnTo>
                    <a:lnTo>
                      <a:pt x="706387" y="239905"/>
                    </a:lnTo>
                    <a:lnTo>
                      <a:pt x="705118" y="238001"/>
                    </a:lnTo>
                    <a:lnTo>
                      <a:pt x="703849" y="237367"/>
                    </a:lnTo>
                    <a:lnTo>
                      <a:pt x="701310" y="236732"/>
                    </a:lnTo>
                    <a:lnTo>
                      <a:pt x="698771" y="236097"/>
                    </a:lnTo>
                    <a:lnTo>
                      <a:pt x="696867" y="236097"/>
                    </a:lnTo>
                    <a:lnTo>
                      <a:pt x="694329" y="239270"/>
                    </a:lnTo>
                    <a:lnTo>
                      <a:pt x="691155" y="250060"/>
                    </a:lnTo>
                    <a:lnTo>
                      <a:pt x="689885" y="252599"/>
                    </a:lnTo>
                    <a:lnTo>
                      <a:pt x="686712" y="255137"/>
                    </a:lnTo>
                    <a:lnTo>
                      <a:pt x="684809" y="259580"/>
                    </a:lnTo>
                    <a:lnTo>
                      <a:pt x="683539" y="265292"/>
                    </a:lnTo>
                    <a:lnTo>
                      <a:pt x="682904" y="270369"/>
                    </a:lnTo>
                    <a:lnTo>
                      <a:pt x="684173" y="293852"/>
                    </a:lnTo>
                    <a:lnTo>
                      <a:pt x="682904" y="300833"/>
                    </a:lnTo>
                    <a:lnTo>
                      <a:pt x="682270" y="303372"/>
                    </a:lnTo>
                    <a:lnTo>
                      <a:pt x="681000" y="305911"/>
                    </a:lnTo>
                    <a:lnTo>
                      <a:pt x="679096" y="307815"/>
                    </a:lnTo>
                    <a:lnTo>
                      <a:pt x="677192" y="309719"/>
                    </a:lnTo>
                    <a:lnTo>
                      <a:pt x="667672" y="312892"/>
                    </a:lnTo>
                    <a:lnTo>
                      <a:pt x="663230" y="315431"/>
                    </a:lnTo>
                    <a:lnTo>
                      <a:pt x="661960" y="319874"/>
                    </a:lnTo>
                    <a:lnTo>
                      <a:pt x="660056" y="321777"/>
                    </a:lnTo>
                    <a:lnTo>
                      <a:pt x="655613" y="319239"/>
                    </a:lnTo>
                    <a:lnTo>
                      <a:pt x="647363" y="312257"/>
                    </a:lnTo>
                    <a:lnTo>
                      <a:pt x="642920" y="311623"/>
                    </a:lnTo>
                    <a:lnTo>
                      <a:pt x="632765" y="312257"/>
                    </a:lnTo>
                    <a:lnTo>
                      <a:pt x="628323" y="310354"/>
                    </a:lnTo>
                    <a:lnTo>
                      <a:pt x="624515" y="307815"/>
                    </a:lnTo>
                    <a:lnTo>
                      <a:pt x="616264" y="304641"/>
                    </a:lnTo>
                    <a:lnTo>
                      <a:pt x="612456" y="302103"/>
                    </a:lnTo>
                    <a:lnTo>
                      <a:pt x="609917" y="298929"/>
                    </a:lnTo>
                    <a:lnTo>
                      <a:pt x="609283" y="295121"/>
                    </a:lnTo>
                    <a:lnTo>
                      <a:pt x="608648" y="284332"/>
                    </a:lnTo>
                    <a:lnTo>
                      <a:pt x="606744" y="281793"/>
                    </a:lnTo>
                    <a:lnTo>
                      <a:pt x="595320" y="274812"/>
                    </a:lnTo>
                    <a:lnTo>
                      <a:pt x="591512" y="273543"/>
                    </a:lnTo>
                    <a:lnTo>
                      <a:pt x="587069" y="273543"/>
                    </a:lnTo>
                    <a:lnTo>
                      <a:pt x="585165" y="275447"/>
                    </a:lnTo>
                    <a:lnTo>
                      <a:pt x="588338" y="279889"/>
                    </a:lnTo>
                    <a:lnTo>
                      <a:pt x="592146" y="281793"/>
                    </a:lnTo>
                    <a:lnTo>
                      <a:pt x="596589" y="282428"/>
                    </a:lnTo>
                    <a:lnTo>
                      <a:pt x="598493" y="284332"/>
                    </a:lnTo>
                    <a:lnTo>
                      <a:pt x="595320" y="288775"/>
                    </a:lnTo>
                    <a:lnTo>
                      <a:pt x="587704" y="293217"/>
                    </a:lnTo>
                    <a:lnTo>
                      <a:pt x="583261" y="293852"/>
                    </a:lnTo>
                    <a:lnTo>
                      <a:pt x="580723" y="293217"/>
                    </a:lnTo>
                    <a:lnTo>
                      <a:pt x="579453" y="290679"/>
                    </a:lnTo>
                    <a:lnTo>
                      <a:pt x="578184" y="290044"/>
                    </a:lnTo>
                    <a:lnTo>
                      <a:pt x="575645" y="289409"/>
                    </a:lnTo>
                    <a:lnTo>
                      <a:pt x="573106" y="289409"/>
                    </a:lnTo>
                    <a:lnTo>
                      <a:pt x="572472" y="291948"/>
                    </a:lnTo>
                    <a:lnTo>
                      <a:pt x="573741" y="294487"/>
                    </a:lnTo>
                    <a:lnTo>
                      <a:pt x="577549" y="297660"/>
                    </a:lnTo>
                    <a:lnTo>
                      <a:pt x="578818" y="300199"/>
                    </a:lnTo>
                    <a:lnTo>
                      <a:pt x="578818" y="305276"/>
                    </a:lnTo>
                    <a:lnTo>
                      <a:pt x="575645" y="309084"/>
                    </a:lnTo>
                    <a:lnTo>
                      <a:pt x="571203" y="310988"/>
                    </a:lnTo>
                    <a:lnTo>
                      <a:pt x="566759" y="311623"/>
                    </a:lnTo>
                    <a:lnTo>
                      <a:pt x="564221" y="314161"/>
                    </a:lnTo>
                    <a:lnTo>
                      <a:pt x="563586" y="319239"/>
                    </a:lnTo>
                    <a:lnTo>
                      <a:pt x="566125" y="335106"/>
                    </a:lnTo>
                    <a:lnTo>
                      <a:pt x="566125" y="338914"/>
                    </a:lnTo>
                    <a:lnTo>
                      <a:pt x="563586" y="341452"/>
                    </a:lnTo>
                    <a:lnTo>
                      <a:pt x="553431" y="345260"/>
                    </a:lnTo>
                    <a:lnTo>
                      <a:pt x="552797" y="349068"/>
                    </a:lnTo>
                    <a:lnTo>
                      <a:pt x="553431" y="354146"/>
                    </a:lnTo>
                    <a:lnTo>
                      <a:pt x="552797" y="359223"/>
                    </a:lnTo>
                    <a:lnTo>
                      <a:pt x="548989" y="362396"/>
                    </a:lnTo>
                    <a:lnTo>
                      <a:pt x="544546" y="363031"/>
                    </a:lnTo>
                    <a:lnTo>
                      <a:pt x="541373" y="361127"/>
                    </a:lnTo>
                    <a:lnTo>
                      <a:pt x="542642" y="356684"/>
                    </a:lnTo>
                    <a:lnTo>
                      <a:pt x="544546" y="351607"/>
                    </a:lnTo>
                    <a:lnTo>
                      <a:pt x="540738" y="350972"/>
                    </a:lnTo>
                    <a:lnTo>
                      <a:pt x="532488" y="353511"/>
                    </a:lnTo>
                    <a:lnTo>
                      <a:pt x="525506" y="352876"/>
                    </a:lnTo>
                    <a:lnTo>
                      <a:pt x="518525" y="349068"/>
                    </a:lnTo>
                    <a:lnTo>
                      <a:pt x="513448" y="342722"/>
                    </a:lnTo>
                    <a:lnTo>
                      <a:pt x="510909" y="336375"/>
                    </a:lnTo>
                    <a:lnTo>
                      <a:pt x="507101" y="332567"/>
                    </a:lnTo>
                    <a:lnTo>
                      <a:pt x="500119" y="336375"/>
                    </a:lnTo>
                    <a:lnTo>
                      <a:pt x="493138" y="343356"/>
                    </a:lnTo>
                    <a:lnTo>
                      <a:pt x="489330" y="348434"/>
                    </a:lnTo>
                    <a:lnTo>
                      <a:pt x="486791" y="350338"/>
                    </a:lnTo>
                    <a:lnTo>
                      <a:pt x="475368" y="352876"/>
                    </a:lnTo>
                    <a:lnTo>
                      <a:pt x="472194" y="354780"/>
                    </a:lnTo>
                    <a:lnTo>
                      <a:pt x="469655" y="357319"/>
                    </a:lnTo>
                    <a:lnTo>
                      <a:pt x="467751" y="360492"/>
                    </a:lnTo>
                    <a:lnTo>
                      <a:pt x="465848" y="364935"/>
                    </a:lnTo>
                    <a:lnTo>
                      <a:pt x="462039" y="380802"/>
                    </a:lnTo>
                    <a:lnTo>
                      <a:pt x="459501" y="387148"/>
                    </a:lnTo>
                    <a:lnTo>
                      <a:pt x="453789" y="392226"/>
                    </a:lnTo>
                    <a:lnTo>
                      <a:pt x="451250" y="390956"/>
                    </a:lnTo>
                    <a:lnTo>
                      <a:pt x="449346" y="389687"/>
                    </a:lnTo>
                    <a:lnTo>
                      <a:pt x="446172" y="385879"/>
                    </a:lnTo>
                    <a:lnTo>
                      <a:pt x="444903" y="383341"/>
                    </a:lnTo>
                    <a:lnTo>
                      <a:pt x="444269" y="380802"/>
                    </a:lnTo>
                    <a:lnTo>
                      <a:pt x="442999" y="378898"/>
                    </a:lnTo>
                    <a:lnTo>
                      <a:pt x="440461" y="378263"/>
                    </a:lnTo>
                    <a:lnTo>
                      <a:pt x="436652" y="378263"/>
                    </a:lnTo>
                    <a:lnTo>
                      <a:pt x="434114" y="377628"/>
                    </a:lnTo>
                    <a:lnTo>
                      <a:pt x="431575" y="376994"/>
                    </a:lnTo>
                    <a:lnTo>
                      <a:pt x="423959" y="373186"/>
                    </a:lnTo>
                    <a:lnTo>
                      <a:pt x="409996" y="369378"/>
                    </a:lnTo>
                    <a:lnTo>
                      <a:pt x="406188" y="367474"/>
                    </a:lnTo>
                    <a:lnTo>
                      <a:pt x="402381" y="364935"/>
                    </a:lnTo>
                    <a:lnTo>
                      <a:pt x="397303" y="362396"/>
                    </a:lnTo>
                    <a:lnTo>
                      <a:pt x="392225" y="360492"/>
                    </a:lnTo>
                    <a:lnTo>
                      <a:pt x="387783" y="359858"/>
                    </a:lnTo>
                    <a:lnTo>
                      <a:pt x="379532" y="363031"/>
                    </a:lnTo>
                    <a:lnTo>
                      <a:pt x="371916" y="368108"/>
                    </a:lnTo>
                    <a:lnTo>
                      <a:pt x="364300" y="370647"/>
                    </a:lnTo>
                    <a:lnTo>
                      <a:pt x="356684" y="364935"/>
                    </a:lnTo>
                    <a:lnTo>
                      <a:pt x="356049" y="362396"/>
                    </a:lnTo>
                    <a:lnTo>
                      <a:pt x="355415" y="358588"/>
                    </a:lnTo>
                    <a:lnTo>
                      <a:pt x="354145" y="356684"/>
                    </a:lnTo>
                    <a:lnTo>
                      <a:pt x="352876" y="356050"/>
                    </a:lnTo>
                    <a:lnTo>
                      <a:pt x="350972" y="356684"/>
                    </a:lnTo>
                    <a:lnTo>
                      <a:pt x="349703" y="358588"/>
                    </a:lnTo>
                    <a:lnTo>
                      <a:pt x="349068" y="361762"/>
                    </a:lnTo>
                    <a:lnTo>
                      <a:pt x="350337" y="366839"/>
                    </a:lnTo>
                    <a:lnTo>
                      <a:pt x="354780" y="373820"/>
                    </a:lnTo>
                    <a:lnTo>
                      <a:pt x="356684" y="378898"/>
                    </a:lnTo>
                    <a:lnTo>
                      <a:pt x="355415" y="385879"/>
                    </a:lnTo>
                    <a:lnTo>
                      <a:pt x="350972" y="392226"/>
                    </a:lnTo>
                    <a:lnTo>
                      <a:pt x="345260" y="395399"/>
                    </a:lnTo>
                    <a:lnTo>
                      <a:pt x="340183" y="392861"/>
                    </a:lnTo>
                    <a:lnTo>
                      <a:pt x="339548" y="389052"/>
                    </a:lnTo>
                    <a:lnTo>
                      <a:pt x="340817" y="380802"/>
                    </a:lnTo>
                    <a:lnTo>
                      <a:pt x="340183" y="377628"/>
                    </a:lnTo>
                    <a:lnTo>
                      <a:pt x="337644" y="375724"/>
                    </a:lnTo>
                    <a:lnTo>
                      <a:pt x="334471" y="376359"/>
                    </a:lnTo>
                    <a:lnTo>
                      <a:pt x="331932" y="378263"/>
                    </a:lnTo>
                    <a:lnTo>
                      <a:pt x="330028" y="380167"/>
                    </a:lnTo>
                    <a:lnTo>
                      <a:pt x="328124" y="380802"/>
                    </a:lnTo>
                    <a:lnTo>
                      <a:pt x="320508" y="384610"/>
                    </a:lnTo>
                    <a:lnTo>
                      <a:pt x="316700" y="385244"/>
                    </a:lnTo>
                    <a:lnTo>
                      <a:pt x="312257" y="384610"/>
                    </a:lnTo>
                    <a:lnTo>
                      <a:pt x="308449" y="383341"/>
                    </a:lnTo>
                    <a:lnTo>
                      <a:pt x="305276" y="380802"/>
                    </a:lnTo>
                    <a:lnTo>
                      <a:pt x="302103" y="377628"/>
                    </a:lnTo>
                    <a:lnTo>
                      <a:pt x="298295" y="375090"/>
                    </a:lnTo>
                    <a:lnTo>
                      <a:pt x="293852" y="374455"/>
                    </a:lnTo>
                    <a:lnTo>
                      <a:pt x="290678" y="376994"/>
                    </a:lnTo>
                    <a:lnTo>
                      <a:pt x="290044" y="382071"/>
                    </a:lnTo>
                    <a:lnTo>
                      <a:pt x="291313" y="385244"/>
                    </a:lnTo>
                    <a:lnTo>
                      <a:pt x="298929" y="399207"/>
                    </a:lnTo>
                    <a:lnTo>
                      <a:pt x="290678" y="410631"/>
                    </a:lnTo>
                    <a:lnTo>
                      <a:pt x="290044" y="412535"/>
                    </a:lnTo>
                    <a:lnTo>
                      <a:pt x="286236" y="411901"/>
                    </a:lnTo>
                    <a:lnTo>
                      <a:pt x="278620" y="408093"/>
                    </a:lnTo>
                    <a:lnTo>
                      <a:pt x="274811" y="407458"/>
                    </a:lnTo>
                    <a:lnTo>
                      <a:pt x="270369" y="408727"/>
                    </a:lnTo>
                    <a:lnTo>
                      <a:pt x="269735" y="411901"/>
                    </a:lnTo>
                    <a:lnTo>
                      <a:pt x="270369" y="416978"/>
                    </a:lnTo>
                    <a:lnTo>
                      <a:pt x="269100" y="422690"/>
                    </a:lnTo>
                    <a:lnTo>
                      <a:pt x="266561" y="426498"/>
                    </a:lnTo>
                    <a:lnTo>
                      <a:pt x="256407" y="437287"/>
                    </a:lnTo>
                    <a:lnTo>
                      <a:pt x="254502" y="441095"/>
                    </a:lnTo>
                    <a:lnTo>
                      <a:pt x="252598" y="446807"/>
                    </a:lnTo>
                    <a:lnTo>
                      <a:pt x="251963" y="453154"/>
                    </a:lnTo>
                    <a:lnTo>
                      <a:pt x="253868" y="457597"/>
                    </a:lnTo>
                    <a:lnTo>
                      <a:pt x="257676" y="463943"/>
                    </a:lnTo>
                    <a:lnTo>
                      <a:pt x="258945" y="465213"/>
                    </a:lnTo>
                    <a:lnTo>
                      <a:pt x="265927" y="470925"/>
                    </a:lnTo>
                    <a:lnTo>
                      <a:pt x="271004" y="481080"/>
                    </a:lnTo>
                    <a:lnTo>
                      <a:pt x="270369" y="488061"/>
                    </a:lnTo>
                    <a:lnTo>
                      <a:pt x="264657" y="493138"/>
                    </a:lnTo>
                    <a:lnTo>
                      <a:pt x="229116" y="503928"/>
                    </a:lnTo>
                    <a:lnTo>
                      <a:pt x="218326" y="511544"/>
                    </a:lnTo>
                    <a:lnTo>
                      <a:pt x="215153" y="512813"/>
                    </a:lnTo>
                    <a:lnTo>
                      <a:pt x="206268" y="513448"/>
                    </a:lnTo>
                    <a:lnTo>
                      <a:pt x="202460" y="514717"/>
                    </a:lnTo>
                    <a:lnTo>
                      <a:pt x="199286" y="516621"/>
                    </a:lnTo>
                    <a:lnTo>
                      <a:pt x="196748" y="519160"/>
                    </a:lnTo>
                    <a:lnTo>
                      <a:pt x="194843" y="522968"/>
                    </a:lnTo>
                    <a:lnTo>
                      <a:pt x="192304" y="533757"/>
                    </a:lnTo>
                    <a:lnTo>
                      <a:pt x="192304" y="543912"/>
                    </a:lnTo>
                    <a:lnTo>
                      <a:pt x="194843" y="552797"/>
                    </a:lnTo>
                    <a:lnTo>
                      <a:pt x="199921" y="560413"/>
                    </a:lnTo>
                    <a:lnTo>
                      <a:pt x="206902" y="568664"/>
                    </a:lnTo>
                    <a:lnTo>
                      <a:pt x="211344" y="575645"/>
                    </a:lnTo>
                    <a:lnTo>
                      <a:pt x="212614" y="583261"/>
                    </a:lnTo>
                    <a:lnTo>
                      <a:pt x="209441" y="593416"/>
                    </a:lnTo>
                    <a:lnTo>
                      <a:pt x="204363" y="599763"/>
                    </a:lnTo>
                    <a:lnTo>
                      <a:pt x="196748" y="601667"/>
                    </a:lnTo>
                    <a:lnTo>
                      <a:pt x="188497" y="600397"/>
                    </a:lnTo>
                    <a:lnTo>
                      <a:pt x="173264" y="592147"/>
                    </a:lnTo>
                    <a:lnTo>
                      <a:pt x="116144" y="571837"/>
                    </a:lnTo>
                    <a:lnTo>
                      <a:pt x="105989" y="571203"/>
                    </a:lnTo>
                    <a:lnTo>
                      <a:pt x="97104" y="573107"/>
                    </a:lnTo>
                    <a:lnTo>
                      <a:pt x="88854" y="577549"/>
                    </a:lnTo>
                    <a:lnTo>
                      <a:pt x="82507" y="583896"/>
                    </a:lnTo>
                    <a:lnTo>
                      <a:pt x="80603" y="587069"/>
                    </a:lnTo>
                    <a:lnTo>
                      <a:pt x="74891" y="600397"/>
                    </a:lnTo>
                    <a:lnTo>
                      <a:pt x="68544" y="608648"/>
                    </a:lnTo>
                    <a:lnTo>
                      <a:pt x="64736" y="616899"/>
                    </a:lnTo>
                    <a:lnTo>
                      <a:pt x="66006" y="623245"/>
                    </a:lnTo>
                    <a:lnTo>
                      <a:pt x="70448" y="628957"/>
                    </a:lnTo>
                    <a:lnTo>
                      <a:pt x="78064" y="635939"/>
                    </a:lnTo>
                    <a:lnTo>
                      <a:pt x="79334" y="640382"/>
                    </a:lnTo>
                    <a:lnTo>
                      <a:pt x="78699" y="651171"/>
                    </a:lnTo>
                    <a:lnTo>
                      <a:pt x="79968" y="658787"/>
                    </a:lnTo>
                    <a:lnTo>
                      <a:pt x="79968" y="661326"/>
                    </a:lnTo>
                    <a:lnTo>
                      <a:pt x="79334" y="663230"/>
                    </a:lnTo>
                    <a:lnTo>
                      <a:pt x="77429" y="665768"/>
                    </a:lnTo>
                    <a:lnTo>
                      <a:pt x="75526" y="668307"/>
                    </a:lnTo>
                    <a:lnTo>
                      <a:pt x="74891" y="671480"/>
                    </a:lnTo>
                    <a:lnTo>
                      <a:pt x="76160" y="676558"/>
                    </a:lnTo>
                    <a:lnTo>
                      <a:pt x="79968" y="684808"/>
                    </a:lnTo>
                    <a:lnTo>
                      <a:pt x="80603" y="690520"/>
                    </a:lnTo>
                    <a:lnTo>
                      <a:pt x="79968" y="697502"/>
                    </a:lnTo>
                    <a:lnTo>
                      <a:pt x="73622" y="715273"/>
                    </a:lnTo>
                    <a:lnTo>
                      <a:pt x="69814" y="729870"/>
                    </a:lnTo>
                    <a:lnTo>
                      <a:pt x="66006" y="736851"/>
                    </a:lnTo>
                    <a:lnTo>
                      <a:pt x="60928" y="740025"/>
                    </a:lnTo>
                    <a:lnTo>
                      <a:pt x="54581" y="738120"/>
                    </a:lnTo>
                    <a:lnTo>
                      <a:pt x="48869" y="733678"/>
                    </a:lnTo>
                    <a:lnTo>
                      <a:pt x="43157" y="728600"/>
                    </a:lnTo>
                    <a:lnTo>
                      <a:pt x="38080" y="724793"/>
                    </a:lnTo>
                    <a:lnTo>
                      <a:pt x="36176" y="726062"/>
                    </a:lnTo>
                    <a:lnTo>
                      <a:pt x="34907" y="727331"/>
                    </a:lnTo>
                    <a:lnTo>
                      <a:pt x="33637" y="731774"/>
                    </a:lnTo>
                    <a:lnTo>
                      <a:pt x="31733" y="741294"/>
                    </a:lnTo>
                    <a:lnTo>
                      <a:pt x="31733" y="745102"/>
                    </a:lnTo>
                    <a:lnTo>
                      <a:pt x="29829" y="757161"/>
                    </a:lnTo>
                    <a:lnTo>
                      <a:pt x="29195" y="760334"/>
                    </a:lnTo>
                    <a:lnTo>
                      <a:pt x="64101" y="757161"/>
                    </a:lnTo>
                    <a:lnTo>
                      <a:pt x="99008" y="753987"/>
                    </a:lnTo>
                    <a:lnTo>
                      <a:pt x="133281" y="750179"/>
                    </a:lnTo>
                    <a:lnTo>
                      <a:pt x="168187" y="746372"/>
                    </a:lnTo>
                    <a:lnTo>
                      <a:pt x="202460" y="742563"/>
                    </a:lnTo>
                    <a:lnTo>
                      <a:pt x="237367" y="738755"/>
                    </a:lnTo>
                    <a:lnTo>
                      <a:pt x="272273" y="734947"/>
                    </a:lnTo>
                    <a:lnTo>
                      <a:pt x="307180" y="731139"/>
                    </a:lnTo>
                    <a:lnTo>
                      <a:pt x="307180" y="725427"/>
                    </a:lnTo>
                    <a:lnTo>
                      <a:pt x="306545" y="716542"/>
                    </a:lnTo>
                    <a:lnTo>
                      <a:pt x="305910" y="712734"/>
                    </a:lnTo>
                    <a:lnTo>
                      <a:pt x="302103" y="700040"/>
                    </a:lnTo>
                    <a:lnTo>
                      <a:pt x="297025" y="688616"/>
                    </a:lnTo>
                    <a:lnTo>
                      <a:pt x="296390" y="686078"/>
                    </a:lnTo>
                    <a:lnTo>
                      <a:pt x="296390" y="684808"/>
                    </a:lnTo>
                    <a:lnTo>
                      <a:pt x="297025" y="684174"/>
                    </a:lnTo>
                    <a:lnTo>
                      <a:pt x="297660" y="684174"/>
                    </a:lnTo>
                    <a:lnTo>
                      <a:pt x="308449" y="684174"/>
                    </a:lnTo>
                    <a:lnTo>
                      <a:pt x="326855" y="684174"/>
                    </a:lnTo>
                    <a:lnTo>
                      <a:pt x="338278" y="684174"/>
                    </a:lnTo>
                    <a:lnTo>
                      <a:pt x="340183" y="684808"/>
                    </a:lnTo>
                    <a:lnTo>
                      <a:pt x="341452" y="686078"/>
                    </a:lnTo>
                    <a:lnTo>
                      <a:pt x="343356" y="689251"/>
                    </a:lnTo>
                    <a:lnTo>
                      <a:pt x="344625" y="690520"/>
                    </a:lnTo>
                    <a:lnTo>
                      <a:pt x="345895" y="691155"/>
                    </a:lnTo>
                    <a:lnTo>
                      <a:pt x="347164" y="690520"/>
                    </a:lnTo>
                    <a:lnTo>
                      <a:pt x="355415" y="689886"/>
                    </a:lnTo>
                    <a:lnTo>
                      <a:pt x="357954" y="689251"/>
                    </a:lnTo>
                    <a:lnTo>
                      <a:pt x="365569" y="688616"/>
                    </a:lnTo>
                    <a:lnTo>
                      <a:pt x="376994" y="687347"/>
                    </a:lnTo>
                    <a:lnTo>
                      <a:pt x="392225" y="685443"/>
                    </a:lnTo>
                    <a:lnTo>
                      <a:pt x="410631" y="682905"/>
                    </a:lnTo>
                    <a:lnTo>
                      <a:pt x="430941" y="680366"/>
                    </a:lnTo>
                    <a:lnTo>
                      <a:pt x="452519" y="677827"/>
                    </a:lnTo>
                    <a:lnTo>
                      <a:pt x="474732" y="674654"/>
                    </a:lnTo>
                    <a:lnTo>
                      <a:pt x="496946" y="672115"/>
                    </a:lnTo>
                    <a:lnTo>
                      <a:pt x="518525" y="669576"/>
                    </a:lnTo>
                    <a:lnTo>
                      <a:pt x="538835" y="667038"/>
                    </a:lnTo>
                    <a:lnTo>
                      <a:pt x="557239" y="664499"/>
                    </a:lnTo>
                    <a:lnTo>
                      <a:pt x="572472" y="662595"/>
                    </a:lnTo>
                    <a:lnTo>
                      <a:pt x="584530" y="660691"/>
                    </a:lnTo>
                    <a:lnTo>
                      <a:pt x="592146" y="660056"/>
                    </a:lnTo>
                    <a:lnTo>
                      <a:pt x="594685" y="659422"/>
                    </a:lnTo>
                    <a:lnTo>
                      <a:pt x="603571" y="658152"/>
                    </a:lnTo>
                    <a:lnTo>
                      <a:pt x="610552" y="655613"/>
                    </a:lnTo>
                    <a:lnTo>
                      <a:pt x="612456" y="654979"/>
                    </a:lnTo>
                    <a:lnTo>
                      <a:pt x="621342" y="654344"/>
                    </a:lnTo>
                    <a:lnTo>
                      <a:pt x="627053" y="653710"/>
                    </a:lnTo>
                    <a:lnTo>
                      <a:pt x="644190" y="652440"/>
                    </a:lnTo>
                    <a:lnTo>
                      <a:pt x="670845" y="649902"/>
                    </a:lnTo>
                    <a:lnTo>
                      <a:pt x="705118" y="646728"/>
                    </a:lnTo>
                    <a:lnTo>
                      <a:pt x="745737" y="642920"/>
                    </a:lnTo>
                    <a:lnTo>
                      <a:pt x="791433" y="638478"/>
                    </a:lnTo>
                    <a:lnTo>
                      <a:pt x="840303" y="634035"/>
                    </a:lnTo>
                    <a:lnTo>
                      <a:pt x="890441" y="628957"/>
                    </a:lnTo>
                    <a:lnTo>
                      <a:pt x="940580" y="623880"/>
                    </a:lnTo>
                    <a:lnTo>
                      <a:pt x="989450" y="618803"/>
                    </a:lnTo>
                    <a:lnTo>
                      <a:pt x="1035146" y="613725"/>
                    </a:lnTo>
                    <a:lnTo>
                      <a:pt x="1075765" y="609283"/>
                    </a:lnTo>
                    <a:lnTo>
                      <a:pt x="1110037" y="605475"/>
                    </a:lnTo>
                    <a:lnTo>
                      <a:pt x="1136693" y="602301"/>
                    </a:lnTo>
                    <a:lnTo>
                      <a:pt x="1153829" y="600397"/>
                    </a:lnTo>
                    <a:lnTo>
                      <a:pt x="1160175" y="599763"/>
                    </a:lnTo>
                    <a:lnTo>
                      <a:pt x="1169695" y="598493"/>
                    </a:lnTo>
                    <a:lnTo>
                      <a:pt x="1176677" y="595320"/>
                    </a:lnTo>
                    <a:lnTo>
                      <a:pt x="1181754" y="592147"/>
                    </a:lnTo>
                    <a:lnTo>
                      <a:pt x="1189371" y="583261"/>
                    </a:lnTo>
                    <a:lnTo>
                      <a:pt x="1193179" y="580723"/>
                    </a:lnTo>
                    <a:lnTo>
                      <a:pt x="1194448" y="580088"/>
                    </a:lnTo>
                    <a:lnTo>
                      <a:pt x="1210949" y="571203"/>
                    </a:lnTo>
                    <a:lnTo>
                      <a:pt x="1229989" y="566125"/>
                    </a:lnTo>
                    <a:lnTo>
                      <a:pt x="1231893" y="565491"/>
                    </a:lnTo>
                    <a:lnTo>
                      <a:pt x="1233162" y="564221"/>
                    </a:lnTo>
                    <a:lnTo>
                      <a:pt x="1235701" y="561682"/>
                    </a:lnTo>
                    <a:lnTo>
                      <a:pt x="1242682" y="555970"/>
                    </a:lnTo>
                    <a:lnTo>
                      <a:pt x="1262358" y="545816"/>
                    </a:lnTo>
                    <a:lnTo>
                      <a:pt x="1282032" y="539469"/>
                    </a:lnTo>
                    <a:lnTo>
                      <a:pt x="1283301" y="538200"/>
                    </a:lnTo>
                    <a:lnTo>
                      <a:pt x="1284571" y="536930"/>
                    </a:lnTo>
                    <a:lnTo>
                      <a:pt x="1284571" y="535661"/>
                    </a:lnTo>
                    <a:lnTo>
                      <a:pt x="1284571" y="534392"/>
                    </a:lnTo>
                    <a:lnTo>
                      <a:pt x="1283936" y="531853"/>
                    </a:lnTo>
                    <a:lnTo>
                      <a:pt x="1283936" y="531218"/>
                    </a:lnTo>
                    <a:lnTo>
                      <a:pt x="1284571" y="530584"/>
                    </a:lnTo>
                    <a:lnTo>
                      <a:pt x="1286475" y="527410"/>
                    </a:lnTo>
                    <a:lnTo>
                      <a:pt x="1287109" y="524872"/>
                    </a:lnTo>
                    <a:lnTo>
                      <a:pt x="1289648" y="516621"/>
                    </a:lnTo>
                    <a:lnTo>
                      <a:pt x="1292821" y="511544"/>
                    </a:lnTo>
                    <a:lnTo>
                      <a:pt x="1294091" y="510909"/>
                    </a:lnTo>
                    <a:lnTo>
                      <a:pt x="1295360" y="510274"/>
                    </a:lnTo>
                    <a:lnTo>
                      <a:pt x="1303611" y="509005"/>
                    </a:lnTo>
                    <a:lnTo>
                      <a:pt x="1315035" y="502024"/>
                    </a:lnTo>
                    <a:lnTo>
                      <a:pt x="1326459" y="495677"/>
                    </a:lnTo>
                    <a:lnTo>
                      <a:pt x="1328998" y="493773"/>
                    </a:lnTo>
                    <a:lnTo>
                      <a:pt x="1329633" y="492504"/>
                    </a:lnTo>
                    <a:lnTo>
                      <a:pt x="1330267" y="491234"/>
                    </a:lnTo>
                    <a:lnTo>
                      <a:pt x="1330267" y="489965"/>
                    </a:lnTo>
                    <a:lnTo>
                      <a:pt x="1330902" y="488695"/>
                    </a:lnTo>
                    <a:lnTo>
                      <a:pt x="1330902" y="487426"/>
                    </a:lnTo>
                    <a:lnTo>
                      <a:pt x="1330902" y="483618"/>
                    </a:lnTo>
                    <a:lnTo>
                      <a:pt x="1330267" y="481080"/>
                    </a:lnTo>
                    <a:lnTo>
                      <a:pt x="1329633" y="479810"/>
                    </a:lnTo>
                    <a:lnTo>
                      <a:pt x="1328998" y="476002"/>
                    </a:lnTo>
                    <a:lnTo>
                      <a:pt x="1329633" y="473463"/>
                    </a:lnTo>
                    <a:lnTo>
                      <a:pt x="1331536" y="470925"/>
                    </a:lnTo>
                    <a:lnTo>
                      <a:pt x="1335979" y="466482"/>
                    </a:lnTo>
                    <a:lnTo>
                      <a:pt x="1351846" y="455058"/>
                    </a:lnTo>
                    <a:lnTo>
                      <a:pt x="1353750" y="453154"/>
                    </a:lnTo>
                    <a:lnTo>
                      <a:pt x="1354385" y="451885"/>
                    </a:lnTo>
                    <a:lnTo>
                      <a:pt x="1355019" y="450615"/>
                    </a:lnTo>
                    <a:lnTo>
                      <a:pt x="1355654" y="449346"/>
                    </a:lnTo>
                    <a:lnTo>
                      <a:pt x="1355654" y="448077"/>
                    </a:lnTo>
                    <a:lnTo>
                      <a:pt x="1355654" y="451885"/>
                    </a:lnTo>
                    <a:lnTo>
                      <a:pt x="1354385" y="446807"/>
                    </a:lnTo>
                    <a:lnTo>
                      <a:pt x="1353115" y="442999"/>
                    </a:lnTo>
                    <a:lnTo>
                      <a:pt x="1353115" y="441095"/>
                    </a:lnTo>
                    <a:lnTo>
                      <a:pt x="1354385" y="438557"/>
                    </a:lnTo>
                    <a:lnTo>
                      <a:pt x="1357558" y="434749"/>
                    </a:lnTo>
                    <a:lnTo>
                      <a:pt x="1365808" y="426498"/>
                    </a:lnTo>
                    <a:lnTo>
                      <a:pt x="1384848" y="413170"/>
                    </a:lnTo>
                    <a:lnTo>
                      <a:pt x="1399446" y="403015"/>
                    </a:lnTo>
                    <a:lnTo>
                      <a:pt x="1412774" y="393495"/>
                    </a:lnTo>
                    <a:lnTo>
                      <a:pt x="1417216" y="389687"/>
                    </a:lnTo>
                    <a:lnTo>
                      <a:pt x="1431814" y="372551"/>
                    </a:lnTo>
                    <a:lnTo>
                      <a:pt x="1448315" y="353511"/>
                    </a:lnTo>
                    <a:lnTo>
                      <a:pt x="1458470" y="341452"/>
                    </a:lnTo>
                    <a:lnTo>
                      <a:pt x="1473068" y="324316"/>
                    </a:lnTo>
                    <a:lnTo>
                      <a:pt x="1482588" y="312892"/>
                    </a:lnTo>
                    <a:lnTo>
                      <a:pt x="1478780" y="311623"/>
                    </a:lnTo>
                    <a:close/>
                    <a:moveTo>
                      <a:pt x="6981" y="747641"/>
                    </a:moveTo>
                    <a:lnTo>
                      <a:pt x="635" y="750814"/>
                    </a:lnTo>
                    <a:lnTo>
                      <a:pt x="0" y="759699"/>
                    </a:lnTo>
                    <a:lnTo>
                      <a:pt x="2539" y="762873"/>
                    </a:lnTo>
                    <a:lnTo>
                      <a:pt x="4442" y="764777"/>
                    </a:lnTo>
                    <a:lnTo>
                      <a:pt x="17136" y="762873"/>
                    </a:lnTo>
                    <a:lnTo>
                      <a:pt x="17770" y="759699"/>
                    </a:lnTo>
                    <a:lnTo>
                      <a:pt x="13962" y="750179"/>
                    </a:lnTo>
                    <a:lnTo>
                      <a:pt x="6981" y="747641"/>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44" name="Google Shape;444;p51"/>
              <p:cNvSpPr/>
              <p:nvPr/>
            </p:nvSpPr>
            <p:spPr>
              <a:xfrm>
                <a:off x="6139716" y="3180185"/>
                <a:ext cx="453849" cy="765351"/>
              </a:xfrm>
              <a:custGeom>
                <a:avLst/>
                <a:gdLst/>
                <a:ahLst/>
                <a:cxnLst/>
                <a:rect l="l" t="t" r="r" b="b"/>
                <a:pathLst>
                  <a:path w="623245" h="1051012" extrusionOk="0">
                    <a:moveTo>
                      <a:pt x="621342" y="708291"/>
                    </a:moveTo>
                    <a:lnTo>
                      <a:pt x="623245" y="703848"/>
                    </a:lnTo>
                    <a:lnTo>
                      <a:pt x="623245" y="700040"/>
                    </a:lnTo>
                    <a:lnTo>
                      <a:pt x="618803" y="699406"/>
                    </a:lnTo>
                    <a:lnTo>
                      <a:pt x="610552" y="700040"/>
                    </a:lnTo>
                    <a:lnTo>
                      <a:pt x="606744" y="698771"/>
                    </a:lnTo>
                    <a:lnTo>
                      <a:pt x="604205" y="696232"/>
                    </a:lnTo>
                    <a:lnTo>
                      <a:pt x="605475" y="693694"/>
                    </a:lnTo>
                    <a:lnTo>
                      <a:pt x="611822" y="686078"/>
                    </a:lnTo>
                    <a:lnTo>
                      <a:pt x="613091" y="681000"/>
                    </a:lnTo>
                    <a:lnTo>
                      <a:pt x="611186" y="677192"/>
                    </a:lnTo>
                    <a:lnTo>
                      <a:pt x="608013" y="674019"/>
                    </a:lnTo>
                    <a:lnTo>
                      <a:pt x="601666" y="668942"/>
                    </a:lnTo>
                    <a:lnTo>
                      <a:pt x="600397" y="661325"/>
                    </a:lnTo>
                    <a:lnTo>
                      <a:pt x="605475" y="653710"/>
                    </a:lnTo>
                    <a:lnTo>
                      <a:pt x="608648" y="651171"/>
                    </a:lnTo>
                    <a:lnTo>
                      <a:pt x="606109" y="631496"/>
                    </a:lnTo>
                    <a:lnTo>
                      <a:pt x="603571" y="611187"/>
                    </a:lnTo>
                    <a:lnTo>
                      <a:pt x="601032" y="591512"/>
                    </a:lnTo>
                    <a:lnTo>
                      <a:pt x="598493" y="571203"/>
                    </a:lnTo>
                    <a:lnTo>
                      <a:pt x="595320" y="550893"/>
                    </a:lnTo>
                    <a:lnTo>
                      <a:pt x="592781" y="531218"/>
                    </a:lnTo>
                    <a:lnTo>
                      <a:pt x="590243" y="511544"/>
                    </a:lnTo>
                    <a:lnTo>
                      <a:pt x="587704" y="491234"/>
                    </a:lnTo>
                    <a:lnTo>
                      <a:pt x="585165" y="471559"/>
                    </a:lnTo>
                    <a:lnTo>
                      <a:pt x="582626" y="451250"/>
                    </a:lnTo>
                    <a:lnTo>
                      <a:pt x="580088" y="431575"/>
                    </a:lnTo>
                    <a:lnTo>
                      <a:pt x="577549" y="411266"/>
                    </a:lnTo>
                    <a:lnTo>
                      <a:pt x="575010" y="391591"/>
                    </a:lnTo>
                    <a:lnTo>
                      <a:pt x="572472" y="371916"/>
                    </a:lnTo>
                    <a:lnTo>
                      <a:pt x="569933" y="351607"/>
                    </a:lnTo>
                    <a:lnTo>
                      <a:pt x="567395" y="331932"/>
                    </a:lnTo>
                    <a:lnTo>
                      <a:pt x="564856" y="311623"/>
                    </a:lnTo>
                    <a:lnTo>
                      <a:pt x="562317" y="291948"/>
                    </a:lnTo>
                    <a:lnTo>
                      <a:pt x="559144" y="272273"/>
                    </a:lnTo>
                    <a:lnTo>
                      <a:pt x="556605" y="252598"/>
                    </a:lnTo>
                    <a:lnTo>
                      <a:pt x="554701" y="232289"/>
                    </a:lnTo>
                    <a:lnTo>
                      <a:pt x="551528" y="212614"/>
                    </a:lnTo>
                    <a:lnTo>
                      <a:pt x="548989" y="192305"/>
                    </a:lnTo>
                    <a:lnTo>
                      <a:pt x="546450" y="172630"/>
                    </a:lnTo>
                    <a:lnTo>
                      <a:pt x="543911" y="152955"/>
                    </a:lnTo>
                    <a:lnTo>
                      <a:pt x="541373" y="132646"/>
                    </a:lnTo>
                    <a:lnTo>
                      <a:pt x="538835" y="112971"/>
                    </a:lnTo>
                    <a:lnTo>
                      <a:pt x="536296" y="93296"/>
                    </a:lnTo>
                    <a:lnTo>
                      <a:pt x="531218" y="53947"/>
                    </a:lnTo>
                    <a:lnTo>
                      <a:pt x="528679" y="33637"/>
                    </a:lnTo>
                    <a:lnTo>
                      <a:pt x="526141" y="13963"/>
                    </a:lnTo>
                    <a:lnTo>
                      <a:pt x="524237" y="0"/>
                    </a:lnTo>
                    <a:lnTo>
                      <a:pt x="509005" y="1904"/>
                    </a:lnTo>
                    <a:lnTo>
                      <a:pt x="494408" y="3808"/>
                    </a:lnTo>
                    <a:lnTo>
                      <a:pt x="480444" y="5712"/>
                    </a:lnTo>
                    <a:lnTo>
                      <a:pt x="465212" y="7616"/>
                    </a:lnTo>
                    <a:lnTo>
                      <a:pt x="450615" y="9520"/>
                    </a:lnTo>
                    <a:lnTo>
                      <a:pt x="436018" y="11424"/>
                    </a:lnTo>
                    <a:lnTo>
                      <a:pt x="421421" y="13328"/>
                    </a:lnTo>
                    <a:lnTo>
                      <a:pt x="406823" y="15867"/>
                    </a:lnTo>
                    <a:lnTo>
                      <a:pt x="392225" y="17771"/>
                    </a:lnTo>
                    <a:lnTo>
                      <a:pt x="377628" y="19040"/>
                    </a:lnTo>
                    <a:lnTo>
                      <a:pt x="363031" y="20944"/>
                    </a:lnTo>
                    <a:lnTo>
                      <a:pt x="348434" y="23483"/>
                    </a:lnTo>
                    <a:lnTo>
                      <a:pt x="333836" y="25387"/>
                    </a:lnTo>
                    <a:lnTo>
                      <a:pt x="304641" y="28560"/>
                    </a:lnTo>
                    <a:lnTo>
                      <a:pt x="290044" y="30464"/>
                    </a:lnTo>
                    <a:lnTo>
                      <a:pt x="275447" y="32368"/>
                    </a:lnTo>
                    <a:lnTo>
                      <a:pt x="260849" y="34272"/>
                    </a:lnTo>
                    <a:lnTo>
                      <a:pt x="245617" y="36176"/>
                    </a:lnTo>
                    <a:lnTo>
                      <a:pt x="216422" y="39984"/>
                    </a:lnTo>
                    <a:lnTo>
                      <a:pt x="201824" y="41888"/>
                    </a:lnTo>
                    <a:lnTo>
                      <a:pt x="187227" y="43157"/>
                    </a:lnTo>
                    <a:lnTo>
                      <a:pt x="172630" y="45062"/>
                    </a:lnTo>
                    <a:lnTo>
                      <a:pt x="158033" y="46966"/>
                    </a:lnTo>
                    <a:lnTo>
                      <a:pt x="143435" y="48869"/>
                    </a:lnTo>
                    <a:lnTo>
                      <a:pt x="137723" y="49504"/>
                    </a:lnTo>
                    <a:lnTo>
                      <a:pt x="104720" y="72352"/>
                    </a:lnTo>
                    <a:lnTo>
                      <a:pt x="73622" y="87584"/>
                    </a:lnTo>
                    <a:lnTo>
                      <a:pt x="56486" y="91392"/>
                    </a:lnTo>
                    <a:lnTo>
                      <a:pt x="38715" y="90123"/>
                    </a:lnTo>
                    <a:lnTo>
                      <a:pt x="34272" y="89488"/>
                    </a:lnTo>
                    <a:lnTo>
                      <a:pt x="31099" y="87584"/>
                    </a:lnTo>
                    <a:lnTo>
                      <a:pt x="29195" y="85046"/>
                    </a:lnTo>
                    <a:lnTo>
                      <a:pt x="29195" y="79968"/>
                    </a:lnTo>
                    <a:lnTo>
                      <a:pt x="23482" y="82507"/>
                    </a:lnTo>
                    <a:lnTo>
                      <a:pt x="16501" y="78699"/>
                    </a:lnTo>
                    <a:lnTo>
                      <a:pt x="10789" y="72352"/>
                    </a:lnTo>
                    <a:lnTo>
                      <a:pt x="10789" y="74256"/>
                    </a:lnTo>
                    <a:lnTo>
                      <a:pt x="14597" y="109798"/>
                    </a:lnTo>
                    <a:lnTo>
                      <a:pt x="18406" y="145339"/>
                    </a:lnTo>
                    <a:lnTo>
                      <a:pt x="22848" y="180881"/>
                    </a:lnTo>
                    <a:lnTo>
                      <a:pt x="26021" y="216422"/>
                    </a:lnTo>
                    <a:lnTo>
                      <a:pt x="30464" y="251964"/>
                    </a:lnTo>
                    <a:lnTo>
                      <a:pt x="34272" y="287505"/>
                    </a:lnTo>
                    <a:lnTo>
                      <a:pt x="38080" y="322412"/>
                    </a:lnTo>
                    <a:lnTo>
                      <a:pt x="41888" y="357954"/>
                    </a:lnTo>
                    <a:lnTo>
                      <a:pt x="45696" y="393495"/>
                    </a:lnTo>
                    <a:lnTo>
                      <a:pt x="49504" y="429037"/>
                    </a:lnTo>
                    <a:lnTo>
                      <a:pt x="53312" y="464578"/>
                    </a:lnTo>
                    <a:lnTo>
                      <a:pt x="61563" y="536296"/>
                    </a:lnTo>
                    <a:lnTo>
                      <a:pt x="65370" y="571837"/>
                    </a:lnTo>
                    <a:lnTo>
                      <a:pt x="69179" y="607379"/>
                    </a:lnTo>
                    <a:lnTo>
                      <a:pt x="72987" y="642920"/>
                    </a:lnTo>
                    <a:lnTo>
                      <a:pt x="74256" y="652440"/>
                    </a:lnTo>
                    <a:lnTo>
                      <a:pt x="73622" y="653710"/>
                    </a:lnTo>
                    <a:lnTo>
                      <a:pt x="62197" y="660056"/>
                    </a:lnTo>
                    <a:lnTo>
                      <a:pt x="59024" y="664499"/>
                    </a:lnTo>
                    <a:lnTo>
                      <a:pt x="57755" y="669576"/>
                    </a:lnTo>
                    <a:lnTo>
                      <a:pt x="59024" y="673384"/>
                    </a:lnTo>
                    <a:lnTo>
                      <a:pt x="64736" y="681635"/>
                    </a:lnTo>
                    <a:lnTo>
                      <a:pt x="65370" y="691790"/>
                    </a:lnTo>
                    <a:lnTo>
                      <a:pt x="54581" y="705752"/>
                    </a:lnTo>
                    <a:lnTo>
                      <a:pt x="54581" y="715272"/>
                    </a:lnTo>
                    <a:lnTo>
                      <a:pt x="55850" y="717176"/>
                    </a:lnTo>
                    <a:lnTo>
                      <a:pt x="57755" y="717811"/>
                    </a:lnTo>
                    <a:lnTo>
                      <a:pt x="60928" y="719715"/>
                    </a:lnTo>
                    <a:lnTo>
                      <a:pt x="67275" y="724792"/>
                    </a:lnTo>
                    <a:lnTo>
                      <a:pt x="69814" y="729235"/>
                    </a:lnTo>
                    <a:lnTo>
                      <a:pt x="72352" y="738120"/>
                    </a:lnTo>
                    <a:lnTo>
                      <a:pt x="74256" y="741929"/>
                    </a:lnTo>
                    <a:lnTo>
                      <a:pt x="76795" y="744467"/>
                    </a:lnTo>
                    <a:lnTo>
                      <a:pt x="83142" y="748910"/>
                    </a:lnTo>
                    <a:lnTo>
                      <a:pt x="84411" y="752083"/>
                    </a:lnTo>
                    <a:lnTo>
                      <a:pt x="85680" y="761603"/>
                    </a:lnTo>
                    <a:lnTo>
                      <a:pt x="85046" y="764777"/>
                    </a:lnTo>
                    <a:lnTo>
                      <a:pt x="83142" y="769219"/>
                    </a:lnTo>
                    <a:lnTo>
                      <a:pt x="82507" y="771758"/>
                    </a:lnTo>
                    <a:lnTo>
                      <a:pt x="85680" y="780643"/>
                    </a:lnTo>
                    <a:lnTo>
                      <a:pt x="91393" y="789529"/>
                    </a:lnTo>
                    <a:lnTo>
                      <a:pt x="94566" y="799049"/>
                    </a:lnTo>
                    <a:lnTo>
                      <a:pt x="90757" y="818089"/>
                    </a:lnTo>
                    <a:lnTo>
                      <a:pt x="90123" y="819993"/>
                    </a:lnTo>
                    <a:lnTo>
                      <a:pt x="87584" y="820628"/>
                    </a:lnTo>
                    <a:lnTo>
                      <a:pt x="85046" y="820628"/>
                    </a:lnTo>
                    <a:lnTo>
                      <a:pt x="83142" y="821262"/>
                    </a:lnTo>
                    <a:lnTo>
                      <a:pt x="79968" y="824436"/>
                    </a:lnTo>
                    <a:lnTo>
                      <a:pt x="77429" y="828878"/>
                    </a:lnTo>
                    <a:lnTo>
                      <a:pt x="76795" y="833956"/>
                    </a:lnTo>
                    <a:lnTo>
                      <a:pt x="78064" y="839033"/>
                    </a:lnTo>
                    <a:lnTo>
                      <a:pt x="77429" y="840302"/>
                    </a:lnTo>
                    <a:lnTo>
                      <a:pt x="77429" y="841572"/>
                    </a:lnTo>
                    <a:lnTo>
                      <a:pt x="76795" y="842206"/>
                    </a:lnTo>
                    <a:lnTo>
                      <a:pt x="75526" y="842841"/>
                    </a:lnTo>
                    <a:lnTo>
                      <a:pt x="76795" y="842841"/>
                    </a:lnTo>
                    <a:lnTo>
                      <a:pt x="74891" y="844110"/>
                    </a:lnTo>
                    <a:lnTo>
                      <a:pt x="72352" y="846649"/>
                    </a:lnTo>
                    <a:lnTo>
                      <a:pt x="70448" y="849822"/>
                    </a:lnTo>
                    <a:lnTo>
                      <a:pt x="69814" y="853630"/>
                    </a:lnTo>
                    <a:lnTo>
                      <a:pt x="71083" y="857438"/>
                    </a:lnTo>
                    <a:lnTo>
                      <a:pt x="74891" y="861881"/>
                    </a:lnTo>
                    <a:lnTo>
                      <a:pt x="75526" y="865054"/>
                    </a:lnTo>
                    <a:lnTo>
                      <a:pt x="74256" y="867593"/>
                    </a:lnTo>
                    <a:lnTo>
                      <a:pt x="73622" y="867593"/>
                    </a:lnTo>
                    <a:lnTo>
                      <a:pt x="72352" y="866959"/>
                    </a:lnTo>
                    <a:lnTo>
                      <a:pt x="70448" y="866959"/>
                    </a:lnTo>
                    <a:lnTo>
                      <a:pt x="69179" y="868228"/>
                    </a:lnTo>
                    <a:lnTo>
                      <a:pt x="67275" y="871401"/>
                    </a:lnTo>
                    <a:lnTo>
                      <a:pt x="65370" y="872670"/>
                    </a:lnTo>
                    <a:lnTo>
                      <a:pt x="59659" y="876479"/>
                    </a:lnTo>
                    <a:lnTo>
                      <a:pt x="53947" y="879017"/>
                    </a:lnTo>
                    <a:lnTo>
                      <a:pt x="54581" y="880921"/>
                    </a:lnTo>
                    <a:lnTo>
                      <a:pt x="57755" y="883460"/>
                    </a:lnTo>
                    <a:lnTo>
                      <a:pt x="57120" y="888537"/>
                    </a:lnTo>
                    <a:lnTo>
                      <a:pt x="54581" y="894249"/>
                    </a:lnTo>
                    <a:lnTo>
                      <a:pt x="52043" y="898057"/>
                    </a:lnTo>
                    <a:lnTo>
                      <a:pt x="50774" y="899326"/>
                    </a:lnTo>
                    <a:lnTo>
                      <a:pt x="46966" y="901231"/>
                    </a:lnTo>
                    <a:lnTo>
                      <a:pt x="45696" y="902500"/>
                    </a:lnTo>
                    <a:lnTo>
                      <a:pt x="44427" y="905673"/>
                    </a:lnTo>
                    <a:lnTo>
                      <a:pt x="43157" y="911385"/>
                    </a:lnTo>
                    <a:lnTo>
                      <a:pt x="41888" y="913924"/>
                    </a:lnTo>
                    <a:lnTo>
                      <a:pt x="41888" y="916463"/>
                    </a:lnTo>
                    <a:lnTo>
                      <a:pt x="41888" y="919636"/>
                    </a:lnTo>
                    <a:lnTo>
                      <a:pt x="41888" y="922175"/>
                    </a:lnTo>
                    <a:lnTo>
                      <a:pt x="40619" y="923444"/>
                    </a:lnTo>
                    <a:lnTo>
                      <a:pt x="38715" y="922809"/>
                    </a:lnTo>
                    <a:lnTo>
                      <a:pt x="37446" y="920905"/>
                    </a:lnTo>
                    <a:lnTo>
                      <a:pt x="36810" y="918367"/>
                    </a:lnTo>
                    <a:lnTo>
                      <a:pt x="35541" y="917097"/>
                    </a:lnTo>
                    <a:lnTo>
                      <a:pt x="34272" y="918367"/>
                    </a:lnTo>
                    <a:lnTo>
                      <a:pt x="33003" y="920271"/>
                    </a:lnTo>
                    <a:lnTo>
                      <a:pt x="31733" y="922175"/>
                    </a:lnTo>
                    <a:lnTo>
                      <a:pt x="31099" y="927252"/>
                    </a:lnTo>
                    <a:lnTo>
                      <a:pt x="28560" y="925983"/>
                    </a:lnTo>
                    <a:lnTo>
                      <a:pt x="26656" y="923444"/>
                    </a:lnTo>
                    <a:lnTo>
                      <a:pt x="26021" y="922175"/>
                    </a:lnTo>
                    <a:lnTo>
                      <a:pt x="22213" y="923444"/>
                    </a:lnTo>
                    <a:lnTo>
                      <a:pt x="20944" y="926617"/>
                    </a:lnTo>
                    <a:lnTo>
                      <a:pt x="20309" y="930425"/>
                    </a:lnTo>
                    <a:lnTo>
                      <a:pt x="19040" y="934868"/>
                    </a:lnTo>
                    <a:lnTo>
                      <a:pt x="17770" y="937407"/>
                    </a:lnTo>
                    <a:lnTo>
                      <a:pt x="16501" y="938676"/>
                    </a:lnTo>
                    <a:lnTo>
                      <a:pt x="15232" y="940580"/>
                    </a:lnTo>
                    <a:lnTo>
                      <a:pt x="14597" y="943753"/>
                    </a:lnTo>
                    <a:lnTo>
                      <a:pt x="15232" y="946292"/>
                    </a:lnTo>
                    <a:lnTo>
                      <a:pt x="17136" y="948196"/>
                    </a:lnTo>
                    <a:lnTo>
                      <a:pt x="18406" y="949466"/>
                    </a:lnTo>
                    <a:lnTo>
                      <a:pt x="19675" y="950735"/>
                    </a:lnTo>
                    <a:lnTo>
                      <a:pt x="21579" y="952639"/>
                    </a:lnTo>
                    <a:lnTo>
                      <a:pt x="26021" y="954543"/>
                    </a:lnTo>
                    <a:lnTo>
                      <a:pt x="28560" y="957081"/>
                    </a:lnTo>
                    <a:lnTo>
                      <a:pt x="26656" y="961524"/>
                    </a:lnTo>
                    <a:lnTo>
                      <a:pt x="25387" y="962793"/>
                    </a:lnTo>
                    <a:lnTo>
                      <a:pt x="20944" y="964698"/>
                    </a:lnTo>
                    <a:lnTo>
                      <a:pt x="19040" y="965967"/>
                    </a:lnTo>
                    <a:lnTo>
                      <a:pt x="15232" y="971044"/>
                    </a:lnTo>
                    <a:lnTo>
                      <a:pt x="11424" y="974852"/>
                    </a:lnTo>
                    <a:lnTo>
                      <a:pt x="14597" y="976122"/>
                    </a:lnTo>
                    <a:lnTo>
                      <a:pt x="20309" y="974218"/>
                    </a:lnTo>
                    <a:lnTo>
                      <a:pt x="24117" y="976756"/>
                    </a:lnTo>
                    <a:lnTo>
                      <a:pt x="21579" y="979930"/>
                    </a:lnTo>
                    <a:lnTo>
                      <a:pt x="18406" y="981834"/>
                    </a:lnTo>
                    <a:lnTo>
                      <a:pt x="15232" y="984372"/>
                    </a:lnTo>
                    <a:lnTo>
                      <a:pt x="11424" y="985007"/>
                    </a:lnTo>
                    <a:lnTo>
                      <a:pt x="9520" y="986276"/>
                    </a:lnTo>
                    <a:lnTo>
                      <a:pt x="12693" y="991988"/>
                    </a:lnTo>
                    <a:lnTo>
                      <a:pt x="10789" y="995162"/>
                    </a:lnTo>
                    <a:lnTo>
                      <a:pt x="12059" y="997700"/>
                    </a:lnTo>
                    <a:lnTo>
                      <a:pt x="12693" y="1001508"/>
                    </a:lnTo>
                    <a:lnTo>
                      <a:pt x="13328" y="1005316"/>
                    </a:lnTo>
                    <a:lnTo>
                      <a:pt x="12693" y="1007220"/>
                    </a:lnTo>
                    <a:lnTo>
                      <a:pt x="10789" y="1008490"/>
                    </a:lnTo>
                    <a:lnTo>
                      <a:pt x="11424" y="1011663"/>
                    </a:lnTo>
                    <a:lnTo>
                      <a:pt x="12693" y="1016740"/>
                    </a:lnTo>
                    <a:lnTo>
                      <a:pt x="13962" y="1019914"/>
                    </a:lnTo>
                    <a:lnTo>
                      <a:pt x="14597" y="1022453"/>
                    </a:lnTo>
                    <a:lnTo>
                      <a:pt x="13962" y="1024356"/>
                    </a:lnTo>
                    <a:lnTo>
                      <a:pt x="11424" y="1026260"/>
                    </a:lnTo>
                    <a:lnTo>
                      <a:pt x="9520" y="1026260"/>
                    </a:lnTo>
                    <a:lnTo>
                      <a:pt x="0" y="1025626"/>
                    </a:lnTo>
                    <a:lnTo>
                      <a:pt x="3808" y="1029434"/>
                    </a:lnTo>
                    <a:lnTo>
                      <a:pt x="14597" y="1037685"/>
                    </a:lnTo>
                    <a:lnTo>
                      <a:pt x="16501" y="1040223"/>
                    </a:lnTo>
                    <a:lnTo>
                      <a:pt x="14597" y="1041493"/>
                    </a:lnTo>
                    <a:lnTo>
                      <a:pt x="11424" y="1042127"/>
                    </a:lnTo>
                    <a:lnTo>
                      <a:pt x="5712" y="1042127"/>
                    </a:lnTo>
                    <a:lnTo>
                      <a:pt x="5077" y="1042762"/>
                    </a:lnTo>
                    <a:lnTo>
                      <a:pt x="5077" y="1044031"/>
                    </a:lnTo>
                    <a:lnTo>
                      <a:pt x="5712" y="1045300"/>
                    </a:lnTo>
                    <a:lnTo>
                      <a:pt x="6981" y="1045300"/>
                    </a:lnTo>
                    <a:lnTo>
                      <a:pt x="10789" y="1045300"/>
                    </a:lnTo>
                    <a:lnTo>
                      <a:pt x="15867" y="1046570"/>
                    </a:lnTo>
                    <a:lnTo>
                      <a:pt x="20309" y="1045935"/>
                    </a:lnTo>
                    <a:lnTo>
                      <a:pt x="24117" y="1046570"/>
                    </a:lnTo>
                    <a:lnTo>
                      <a:pt x="31733" y="1050378"/>
                    </a:lnTo>
                    <a:lnTo>
                      <a:pt x="35541" y="1051013"/>
                    </a:lnTo>
                    <a:lnTo>
                      <a:pt x="36176" y="1049109"/>
                    </a:lnTo>
                    <a:lnTo>
                      <a:pt x="44427" y="1038319"/>
                    </a:lnTo>
                    <a:lnTo>
                      <a:pt x="36810" y="1023722"/>
                    </a:lnTo>
                    <a:lnTo>
                      <a:pt x="35541" y="1020548"/>
                    </a:lnTo>
                    <a:lnTo>
                      <a:pt x="36176" y="1015471"/>
                    </a:lnTo>
                    <a:lnTo>
                      <a:pt x="39349" y="1012932"/>
                    </a:lnTo>
                    <a:lnTo>
                      <a:pt x="43792" y="1013567"/>
                    </a:lnTo>
                    <a:lnTo>
                      <a:pt x="48235" y="1016106"/>
                    </a:lnTo>
                    <a:lnTo>
                      <a:pt x="51408" y="1019279"/>
                    </a:lnTo>
                    <a:lnTo>
                      <a:pt x="54581" y="1021818"/>
                    </a:lnTo>
                    <a:lnTo>
                      <a:pt x="58389" y="1023722"/>
                    </a:lnTo>
                    <a:lnTo>
                      <a:pt x="62832" y="1023722"/>
                    </a:lnTo>
                    <a:lnTo>
                      <a:pt x="66640" y="1023087"/>
                    </a:lnTo>
                    <a:lnTo>
                      <a:pt x="74256" y="1019279"/>
                    </a:lnTo>
                    <a:lnTo>
                      <a:pt x="76160" y="1019279"/>
                    </a:lnTo>
                    <a:lnTo>
                      <a:pt x="78064" y="1016740"/>
                    </a:lnTo>
                    <a:lnTo>
                      <a:pt x="80603" y="1014836"/>
                    </a:lnTo>
                    <a:lnTo>
                      <a:pt x="84411" y="1014202"/>
                    </a:lnTo>
                    <a:lnTo>
                      <a:pt x="86949" y="1016106"/>
                    </a:lnTo>
                    <a:lnTo>
                      <a:pt x="87584" y="1019279"/>
                    </a:lnTo>
                    <a:lnTo>
                      <a:pt x="86315" y="1027530"/>
                    </a:lnTo>
                    <a:lnTo>
                      <a:pt x="87584" y="1031338"/>
                    </a:lnTo>
                    <a:lnTo>
                      <a:pt x="92027" y="1033876"/>
                    </a:lnTo>
                    <a:lnTo>
                      <a:pt x="97739" y="1030703"/>
                    </a:lnTo>
                    <a:lnTo>
                      <a:pt x="102182" y="1024991"/>
                    </a:lnTo>
                    <a:lnTo>
                      <a:pt x="103451" y="1018010"/>
                    </a:lnTo>
                    <a:lnTo>
                      <a:pt x="102182" y="1012932"/>
                    </a:lnTo>
                    <a:lnTo>
                      <a:pt x="97739" y="1005951"/>
                    </a:lnTo>
                    <a:lnTo>
                      <a:pt x="96469" y="1000874"/>
                    </a:lnTo>
                    <a:lnTo>
                      <a:pt x="96469" y="997700"/>
                    </a:lnTo>
                    <a:lnTo>
                      <a:pt x="97739" y="995796"/>
                    </a:lnTo>
                    <a:lnTo>
                      <a:pt x="99643" y="995162"/>
                    </a:lnTo>
                    <a:lnTo>
                      <a:pt x="100913" y="995796"/>
                    </a:lnTo>
                    <a:lnTo>
                      <a:pt x="102182" y="997700"/>
                    </a:lnTo>
                    <a:lnTo>
                      <a:pt x="102816" y="1001508"/>
                    </a:lnTo>
                    <a:lnTo>
                      <a:pt x="103451" y="1004047"/>
                    </a:lnTo>
                    <a:lnTo>
                      <a:pt x="111067" y="1009759"/>
                    </a:lnTo>
                    <a:lnTo>
                      <a:pt x="118683" y="1007220"/>
                    </a:lnTo>
                    <a:lnTo>
                      <a:pt x="126299" y="1002143"/>
                    </a:lnTo>
                    <a:lnTo>
                      <a:pt x="134550" y="998970"/>
                    </a:lnTo>
                    <a:lnTo>
                      <a:pt x="138993" y="999604"/>
                    </a:lnTo>
                    <a:lnTo>
                      <a:pt x="143435" y="1000874"/>
                    </a:lnTo>
                    <a:lnTo>
                      <a:pt x="148513" y="1003412"/>
                    </a:lnTo>
                    <a:lnTo>
                      <a:pt x="152321" y="1005951"/>
                    </a:lnTo>
                    <a:lnTo>
                      <a:pt x="156129" y="1007855"/>
                    </a:lnTo>
                    <a:lnTo>
                      <a:pt x="170091" y="1011663"/>
                    </a:lnTo>
                    <a:lnTo>
                      <a:pt x="177707" y="1015471"/>
                    </a:lnTo>
                    <a:lnTo>
                      <a:pt x="180246" y="1016106"/>
                    </a:lnTo>
                    <a:lnTo>
                      <a:pt x="182784" y="1016740"/>
                    </a:lnTo>
                    <a:lnTo>
                      <a:pt x="186593" y="1016740"/>
                    </a:lnTo>
                    <a:lnTo>
                      <a:pt x="189131" y="1017375"/>
                    </a:lnTo>
                    <a:lnTo>
                      <a:pt x="189766" y="1019279"/>
                    </a:lnTo>
                    <a:lnTo>
                      <a:pt x="191035" y="1022453"/>
                    </a:lnTo>
                    <a:lnTo>
                      <a:pt x="192304" y="1024991"/>
                    </a:lnTo>
                    <a:lnTo>
                      <a:pt x="195478" y="1028165"/>
                    </a:lnTo>
                    <a:lnTo>
                      <a:pt x="197382" y="1029434"/>
                    </a:lnTo>
                    <a:lnTo>
                      <a:pt x="199921" y="1030703"/>
                    </a:lnTo>
                    <a:lnTo>
                      <a:pt x="205633" y="1025626"/>
                    </a:lnTo>
                    <a:lnTo>
                      <a:pt x="208171" y="1019279"/>
                    </a:lnTo>
                    <a:lnTo>
                      <a:pt x="211980" y="1003412"/>
                    </a:lnTo>
                    <a:lnTo>
                      <a:pt x="213883" y="998970"/>
                    </a:lnTo>
                    <a:lnTo>
                      <a:pt x="215788" y="996431"/>
                    </a:lnTo>
                    <a:lnTo>
                      <a:pt x="218326" y="993892"/>
                    </a:lnTo>
                    <a:lnTo>
                      <a:pt x="221500" y="991988"/>
                    </a:lnTo>
                    <a:lnTo>
                      <a:pt x="232923" y="989450"/>
                    </a:lnTo>
                    <a:lnTo>
                      <a:pt x="235462" y="987546"/>
                    </a:lnTo>
                    <a:lnTo>
                      <a:pt x="239270" y="983103"/>
                    </a:lnTo>
                    <a:lnTo>
                      <a:pt x="246251" y="976122"/>
                    </a:lnTo>
                    <a:lnTo>
                      <a:pt x="253233" y="972948"/>
                    </a:lnTo>
                    <a:lnTo>
                      <a:pt x="256407" y="976756"/>
                    </a:lnTo>
                    <a:lnTo>
                      <a:pt x="258945" y="983103"/>
                    </a:lnTo>
                    <a:lnTo>
                      <a:pt x="264022" y="989450"/>
                    </a:lnTo>
                    <a:lnTo>
                      <a:pt x="271004" y="993258"/>
                    </a:lnTo>
                    <a:lnTo>
                      <a:pt x="277985" y="993892"/>
                    </a:lnTo>
                    <a:lnTo>
                      <a:pt x="286236" y="991354"/>
                    </a:lnTo>
                    <a:lnTo>
                      <a:pt x="290044" y="991988"/>
                    </a:lnTo>
                    <a:lnTo>
                      <a:pt x="288775" y="997066"/>
                    </a:lnTo>
                    <a:lnTo>
                      <a:pt x="287505" y="1001508"/>
                    </a:lnTo>
                    <a:lnTo>
                      <a:pt x="290678" y="1003412"/>
                    </a:lnTo>
                    <a:lnTo>
                      <a:pt x="295756" y="1002778"/>
                    </a:lnTo>
                    <a:lnTo>
                      <a:pt x="299564" y="999604"/>
                    </a:lnTo>
                    <a:lnTo>
                      <a:pt x="300198" y="994527"/>
                    </a:lnTo>
                    <a:lnTo>
                      <a:pt x="299564" y="990084"/>
                    </a:lnTo>
                    <a:lnTo>
                      <a:pt x="300198" y="985642"/>
                    </a:lnTo>
                    <a:lnTo>
                      <a:pt x="310988" y="982468"/>
                    </a:lnTo>
                    <a:lnTo>
                      <a:pt x="312892" y="979930"/>
                    </a:lnTo>
                    <a:lnTo>
                      <a:pt x="312892" y="976122"/>
                    </a:lnTo>
                    <a:lnTo>
                      <a:pt x="310354" y="959620"/>
                    </a:lnTo>
                    <a:lnTo>
                      <a:pt x="310988" y="954543"/>
                    </a:lnTo>
                    <a:lnTo>
                      <a:pt x="312892" y="952004"/>
                    </a:lnTo>
                    <a:lnTo>
                      <a:pt x="317335" y="950735"/>
                    </a:lnTo>
                    <a:lnTo>
                      <a:pt x="321777" y="948831"/>
                    </a:lnTo>
                    <a:lnTo>
                      <a:pt x="324316" y="945657"/>
                    </a:lnTo>
                    <a:lnTo>
                      <a:pt x="324950" y="939945"/>
                    </a:lnTo>
                    <a:lnTo>
                      <a:pt x="323047" y="937407"/>
                    </a:lnTo>
                    <a:lnTo>
                      <a:pt x="319238" y="934233"/>
                    </a:lnTo>
                    <a:lnTo>
                      <a:pt x="318604" y="931695"/>
                    </a:lnTo>
                    <a:lnTo>
                      <a:pt x="319238" y="929156"/>
                    </a:lnTo>
                    <a:lnTo>
                      <a:pt x="321143" y="929156"/>
                    </a:lnTo>
                    <a:lnTo>
                      <a:pt x="323681" y="929791"/>
                    </a:lnTo>
                    <a:lnTo>
                      <a:pt x="324950" y="931060"/>
                    </a:lnTo>
                    <a:lnTo>
                      <a:pt x="326220" y="932964"/>
                    </a:lnTo>
                    <a:lnTo>
                      <a:pt x="328758" y="933599"/>
                    </a:lnTo>
                    <a:lnTo>
                      <a:pt x="333201" y="932329"/>
                    </a:lnTo>
                    <a:lnTo>
                      <a:pt x="340817" y="927887"/>
                    </a:lnTo>
                    <a:lnTo>
                      <a:pt x="343991" y="923444"/>
                    </a:lnTo>
                    <a:lnTo>
                      <a:pt x="342087" y="922175"/>
                    </a:lnTo>
                    <a:lnTo>
                      <a:pt x="338278" y="920905"/>
                    </a:lnTo>
                    <a:lnTo>
                      <a:pt x="333836" y="919001"/>
                    </a:lnTo>
                    <a:lnTo>
                      <a:pt x="330663" y="915193"/>
                    </a:lnTo>
                    <a:lnTo>
                      <a:pt x="332567" y="913289"/>
                    </a:lnTo>
                    <a:lnTo>
                      <a:pt x="337009" y="913289"/>
                    </a:lnTo>
                    <a:lnTo>
                      <a:pt x="340817" y="914559"/>
                    </a:lnTo>
                    <a:lnTo>
                      <a:pt x="352242" y="920905"/>
                    </a:lnTo>
                    <a:lnTo>
                      <a:pt x="354145" y="923444"/>
                    </a:lnTo>
                    <a:lnTo>
                      <a:pt x="354780" y="934233"/>
                    </a:lnTo>
                    <a:lnTo>
                      <a:pt x="355415" y="938041"/>
                    </a:lnTo>
                    <a:lnTo>
                      <a:pt x="357954" y="941215"/>
                    </a:lnTo>
                    <a:lnTo>
                      <a:pt x="361127" y="943119"/>
                    </a:lnTo>
                    <a:lnTo>
                      <a:pt x="369377" y="946292"/>
                    </a:lnTo>
                    <a:lnTo>
                      <a:pt x="373185" y="948831"/>
                    </a:lnTo>
                    <a:lnTo>
                      <a:pt x="377628" y="950735"/>
                    </a:lnTo>
                    <a:lnTo>
                      <a:pt x="387148" y="950100"/>
                    </a:lnTo>
                    <a:lnTo>
                      <a:pt x="391591" y="950735"/>
                    </a:lnTo>
                    <a:lnTo>
                      <a:pt x="400476" y="957716"/>
                    </a:lnTo>
                    <a:lnTo>
                      <a:pt x="404919" y="960255"/>
                    </a:lnTo>
                    <a:lnTo>
                      <a:pt x="406823" y="958351"/>
                    </a:lnTo>
                    <a:lnTo>
                      <a:pt x="408092" y="953908"/>
                    </a:lnTo>
                    <a:lnTo>
                      <a:pt x="412535" y="951369"/>
                    </a:lnTo>
                    <a:lnTo>
                      <a:pt x="422055" y="948831"/>
                    </a:lnTo>
                    <a:lnTo>
                      <a:pt x="423959" y="946927"/>
                    </a:lnTo>
                    <a:lnTo>
                      <a:pt x="425863" y="945023"/>
                    </a:lnTo>
                    <a:lnTo>
                      <a:pt x="427132" y="942484"/>
                    </a:lnTo>
                    <a:lnTo>
                      <a:pt x="427767" y="940580"/>
                    </a:lnTo>
                    <a:lnTo>
                      <a:pt x="429036" y="933599"/>
                    </a:lnTo>
                    <a:lnTo>
                      <a:pt x="427767" y="910116"/>
                    </a:lnTo>
                    <a:lnTo>
                      <a:pt x="428402" y="905039"/>
                    </a:lnTo>
                    <a:lnTo>
                      <a:pt x="429036" y="899326"/>
                    </a:lnTo>
                    <a:lnTo>
                      <a:pt x="431575" y="894249"/>
                    </a:lnTo>
                    <a:lnTo>
                      <a:pt x="434749" y="892345"/>
                    </a:lnTo>
                    <a:lnTo>
                      <a:pt x="436018" y="889806"/>
                    </a:lnTo>
                    <a:lnTo>
                      <a:pt x="439191" y="879017"/>
                    </a:lnTo>
                    <a:lnTo>
                      <a:pt x="441095" y="875844"/>
                    </a:lnTo>
                    <a:lnTo>
                      <a:pt x="442999" y="875209"/>
                    </a:lnTo>
                    <a:lnTo>
                      <a:pt x="446172" y="875844"/>
                    </a:lnTo>
                    <a:lnTo>
                      <a:pt x="448711" y="876479"/>
                    </a:lnTo>
                    <a:lnTo>
                      <a:pt x="449981" y="877113"/>
                    </a:lnTo>
                    <a:lnTo>
                      <a:pt x="450615" y="879017"/>
                    </a:lnTo>
                    <a:lnTo>
                      <a:pt x="453154" y="879017"/>
                    </a:lnTo>
                    <a:lnTo>
                      <a:pt x="460135" y="875844"/>
                    </a:lnTo>
                    <a:lnTo>
                      <a:pt x="463943" y="873305"/>
                    </a:lnTo>
                    <a:lnTo>
                      <a:pt x="470290" y="866959"/>
                    </a:lnTo>
                    <a:lnTo>
                      <a:pt x="473463" y="858073"/>
                    </a:lnTo>
                    <a:lnTo>
                      <a:pt x="475368" y="835860"/>
                    </a:lnTo>
                    <a:lnTo>
                      <a:pt x="480444" y="827609"/>
                    </a:lnTo>
                    <a:lnTo>
                      <a:pt x="484252" y="826340"/>
                    </a:lnTo>
                    <a:lnTo>
                      <a:pt x="492503" y="823801"/>
                    </a:lnTo>
                    <a:lnTo>
                      <a:pt x="495042" y="821262"/>
                    </a:lnTo>
                    <a:lnTo>
                      <a:pt x="497581" y="816819"/>
                    </a:lnTo>
                    <a:lnTo>
                      <a:pt x="499485" y="813646"/>
                    </a:lnTo>
                    <a:lnTo>
                      <a:pt x="509005" y="804126"/>
                    </a:lnTo>
                    <a:lnTo>
                      <a:pt x="511543" y="800318"/>
                    </a:lnTo>
                    <a:lnTo>
                      <a:pt x="511543" y="795875"/>
                    </a:lnTo>
                    <a:lnTo>
                      <a:pt x="506466" y="786355"/>
                    </a:lnTo>
                    <a:lnTo>
                      <a:pt x="502658" y="771758"/>
                    </a:lnTo>
                    <a:lnTo>
                      <a:pt x="500754" y="768585"/>
                    </a:lnTo>
                    <a:lnTo>
                      <a:pt x="498850" y="763507"/>
                    </a:lnTo>
                    <a:lnTo>
                      <a:pt x="498216" y="759065"/>
                    </a:lnTo>
                    <a:lnTo>
                      <a:pt x="501389" y="756526"/>
                    </a:lnTo>
                    <a:lnTo>
                      <a:pt x="523602" y="751449"/>
                    </a:lnTo>
                    <a:lnTo>
                      <a:pt x="536296" y="750179"/>
                    </a:lnTo>
                    <a:lnTo>
                      <a:pt x="539469" y="751449"/>
                    </a:lnTo>
                    <a:lnTo>
                      <a:pt x="547085" y="758430"/>
                    </a:lnTo>
                    <a:lnTo>
                      <a:pt x="551528" y="760334"/>
                    </a:lnTo>
                    <a:lnTo>
                      <a:pt x="559144" y="757161"/>
                    </a:lnTo>
                    <a:lnTo>
                      <a:pt x="585165" y="735582"/>
                    </a:lnTo>
                    <a:lnTo>
                      <a:pt x="597224" y="729235"/>
                    </a:lnTo>
                    <a:lnTo>
                      <a:pt x="603571" y="727331"/>
                    </a:lnTo>
                    <a:lnTo>
                      <a:pt x="620072" y="726697"/>
                    </a:lnTo>
                    <a:lnTo>
                      <a:pt x="621976" y="724792"/>
                    </a:lnTo>
                    <a:lnTo>
                      <a:pt x="618168" y="717176"/>
                    </a:lnTo>
                    <a:lnTo>
                      <a:pt x="619437" y="712099"/>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45" name="Google Shape;445;p51"/>
              <p:cNvSpPr/>
              <p:nvPr/>
            </p:nvSpPr>
            <p:spPr>
              <a:xfrm>
                <a:off x="5616542" y="3101154"/>
                <a:ext cx="592038" cy="1007527"/>
              </a:xfrm>
              <a:custGeom>
                <a:avLst/>
                <a:gdLst/>
                <a:ahLst/>
                <a:cxnLst/>
                <a:rect l="l" t="t" r="r" b="b"/>
                <a:pathLst>
                  <a:path w="813012" h="1383579" extrusionOk="0">
                    <a:moveTo>
                      <a:pt x="804127" y="889172"/>
                    </a:moveTo>
                    <a:lnTo>
                      <a:pt x="800953" y="880287"/>
                    </a:lnTo>
                    <a:lnTo>
                      <a:pt x="801588" y="877748"/>
                    </a:lnTo>
                    <a:lnTo>
                      <a:pt x="803492" y="873305"/>
                    </a:lnTo>
                    <a:lnTo>
                      <a:pt x="804127" y="870132"/>
                    </a:lnTo>
                    <a:lnTo>
                      <a:pt x="802857" y="860612"/>
                    </a:lnTo>
                    <a:lnTo>
                      <a:pt x="801588" y="857438"/>
                    </a:lnTo>
                    <a:lnTo>
                      <a:pt x="795241" y="852996"/>
                    </a:lnTo>
                    <a:lnTo>
                      <a:pt x="792702" y="850457"/>
                    </a:lnTo>
                    <a:lnTo>
                      <a:pt x="790799" y="846649"/>
                    </a:lnTo>
                    <a:lnTo>
                      <a:pt x="788260" y="837764"/>
                    </a:lnTo>
                    <a:lnTo>
                      <a:pt x="785721" y="833321"/>
                    </a:lnTo>
                    <a:lnTo>
                      <a:pt x="779374" y="828244"/>
                    </a:lnTo>
                    <a:lnTo>
                      <a:pt x="776201" y="826340"/>
                    </a:lnTo>
                    <a:lnTo>
                      <a:pt x="774297" y="825705"/>
                    </a:lnTo>
                    <a:lnTo>
                      <a:pt x="773028" y="823801"/>
                    </a:lnTo>
                    <a:lnTo>
                      <a:pt x="773028" y="814281"/>
                    </a:lnTo>
                    <a:lnTo>
                      <a:pt x="783817" y="800318"/>
                    </a:lnTo>
                    <a:lnTo>
                      <a:pt x="783182" y="790163"/>
                    </a:lnTo>
                    <a:lnTo>
                      <a:pt x="777470" y="781913"/>
                    </a:lnTo>
                    <a:lnTo>
                      <a:pt x="776201" y="778105"/>
                    </a:lnTo>
                    <a:lnTo>
                      <a:pt x="777470" y="773027"/>
                    </a:lnTo>
                    <a:lnTo>
                      <a:pt x="780643" y="768585"/>
                    </a:lnTo>
                    <a:lnTo>
                      <a:pt x="792068" y="762238"/>
                    </a:lnTo>
                    <a:lnTo>
                      <a:pt x="792702" y="760969"/>
                    </a:lnTo>
                    <a:lnTo>
                      <a:pt x="791433" y="751449"/>
                    </a:lnTo>
                    <a:lnTo>
                      <a:pt x="787625" y="715907"/>
                    </a:lnTo>
                    <a:lnTo>
                      <a:pt x="783817" y="680366"/>
                    </a:lnTo>
                    <a:lnTo>
                      <a:pt x="780009" y="644824"/>
                    </a:lnTo>
                    <a:lnTo>
                      <a:pt x="771759" y="573106"/>
                    </a:lnTo>
                    <a:lnTo>
                      <a:pt x="767950" y="537565"/>
                    </a:lnTo>
                    <a:lnTo>
                      <a:pt x="764142" y="502024"/>
                    </a:lnTo>
                    <a:lnTo>
                      <a:pt x="760334" y="466482"/>
                    </a:lnTo>
                    <a:lnTo>
                      <a:pt x="756526" y="430941"/>
                    </a:lnTo>
                    <a:lnTo>
                      <a:pt x="752719" y="396034"/>
                    </a:lnTo>
                    <a:lnTo>
                      <a:pt x="748910" y="360492"/>
                    </a:lnTo>
                    <a:lnTo>
                      <a:pt x="744468" y="324951"/>
                    </a:lnTo>
                    <a:lnTo>
                      <a:pt x="741294" y="289409"/>
                    </a:lnTo>
                    <a:lnTo>
                      <a:pt x="736852" y="253868"/>
                    </a:lnTo>
                    <a:lnTo>
                      <a:pt x="733043" y="218326"/>
                    </a:lnTo>
                    <a:lnTo>
                      <a:pt x="729235" y="182785"/>
                    </a:lnTo>
                    <a:lnTo>
                      <a:pt x="729235" y="180881"/>
                    </a:lnTo>
                    <a:lnTo>
                      <a:pt x="716542" y="166918"/>
                    </a:lnTo>
                    <a:lnTo>
                      <a:pt x="712734" y="159302"/>
                    </a:lnTo>
                    <a:lnTo>
                      <a:pt x="706387" y="142166"/>
                    </a:lnTo>
                    <a:lnTo>
                      <a:pt x="698772" y="130107"/>
                    </a:lnTo>
                    <a:lnTo>
                      <a:pt x="694329" y="109163"/>
                    </a:lnTo>
                    <a:lnTo>
                      <a:pt x="692425" y="104720"/>
                    </a:lnTo>
                    <a:lnTo>
                      <a:pt x="690521" y="100278"/>
                    </a:lnTo>
                    <a:lnTo>
                      <a:pt x="689252" y="98374"/>
                    </a:lnTo>
                    <a:lnTo>
                      <a:pt x="687982" y="97104"/>
                    </a:lnTo>
                    <a:lnTo>
                      <a:pt x="681001" y="94566"/>
                    </a:lnTo>
                    <a:lnTo>
                      <a:pt x="679732" y="93296"/>
                    </a:lnTo>
                    <a:lnTo>
                      <a:pt x="678462" y="92027"/>
                    </a:lnTo>
                    <a:lnTo>
                      <a:pt x="676558" y="90123"/>
                    </a:lnTo>
                    <a:lnTo>
                      <a:pt x="674654" y="88219"/>
                    </a:lnTo>
                    <a:lnTo>
                      <a:pt x="673385" y="85680"/>
                    </a:lnTo>
                    <a:lnTo>
                      <a:pt x="672750" y="83142"/>
                    </a:lnTo>
                    <a:lnTo>
                      <a:pt x="671481" y="80603"/>
                    </a:lnTo>
                    <a:lnTo>
                      <a:pt x="663865" y="69814"/>
                    </a:lnTo>
                    <a:lnTo>
                      <a:pt x="660056" y="61563"/>
                    </a:lnTo>
                    <a:lnTo>
                      <a:pt x="656883" y="52043"/>
                    </a:lnTo>
                    <a:lnTo>
                      <a:pt x="654345" y="33637"/>
                    </a:lnTo>
                    <a:lnTo>
                      <a:pt x="654345" y="31099"/>
                    </a:lnTo>
                    <a:lnTo>
                      <a:pt x="654979" y="29195"/>
                    </a:lnTo>
                    <a:lnTo>
                      <a:pt x="655614" y="27925"/>
                    </a:lnTo>
                    <a:lnTo>
                      <a:pt x="656248" y="26021"/>
                    </a:lnTo>
                    <a:lnTo>
                      <a:pt x="654979" y="1904"/>
                    </a:lnTo>
                    <a:lnTo>
                      <a:pt x="654979" y="0"/>
                    </a:lnTo>
                    <a:lnTo>
                      <a:pt x="621976" y="3173"/>
                    </a:lnTo>
                    <a:lnTo>
                      <a:pt x="588974" y="6347"/>
                    </a:lnTo>
                    <a:lnTo>
                      <a:pt x="555336" y="10155"/>
                    </a:lnTo>
                    <a:lnTo>
                      <a:pt x="522333" y="13328"/>
                    </a:lnTo>
                    <a:lnTo>
                      <a:pt x="489331" y="16501"/>
                    </a:lnTo>
                    <a:lnTo>
                      <a:pt x="455693" y="19040"/>
                    </a:lnTo>
                    <a:lnTo>
                      <a:pt x="422690" y="22213"/>
                    </a:lnTo>
                    <a:lnTo>
                      <a:pt x="389053" y="25387"/>
                    </a:lnTo>
                    <a:lnTo>
                      <a:pt x="356050" y="27925"/>
                    </a:lnTo>
                    <a:lnTo>
                      <a:pt x="323047" y="31099"/>
                    </a:lnTo>
                    <a:lnTo>
                      <a:pt x="289410" y="33637"/>
                    </a:lnTo>
                    <a:lnTo>
                      <a:pt x="255772" y="36811"/>
                    </a:lnTo>
                    <a:lnTo>
                      <a:pt x="222770" y="39350"/>
                    </a:lnTo>
                    <a:lnTo>
                      <a:pt x="189766" y="41888"/>
                    </a:lnTo>
                    <a:lnTo>
                      <a:pt x="156129" y="44427"/>
                    </a:lnTo>
                    <a:lnTo>
                      <a:pt x="122492" y="46966"/>
                    </a:lnTo>
                    <a:lnTo>
                      <a:pt x="122492" y="46966"/>
                    </a:lnTo>
                    <a:lnTo>
                      <a:pt x="122492" y="46966"/>
                    </a:lnTo>
                    <a:lnTo>
                      <a:pt x="122492" y="46966"/>
                    </a:lnTo>
                    <a:lnTo>
                      <a:pt x="122492" y="46966"/>
                    </a:lnTo>
                    <a:lnTo>
                      <a:pt x="122492" y="46966"/>
                    </a:lnTo>
                    <a:lnTo>
                      <a:pt x="122492" y="46966"/>
                    </a:lnTo>
                    <a:lnTo>
                      <a:pt x="122492" y="46966"/>
                    </a:lnTo>
                    <a:lnTo>
                      <a:pt x="122492" y="47600"/>
                    </a:lnTo>
                    <a:lnTo>
                      <a:pt x="122492" y="47600"/>
                    </a:lnTo>
                    <a:lnTo>
                      <a:pt x="122492" y="47600"/>
                    </a:lnTo>
                    <a:lnTo>
                      <a:pt x="121857" y="47600"/>
                    </a:lnTo>
                    <a:lnTo>
                      <a:pt x="121857" y="47600"/>
                    </a:lnTo>
                    <a:lnTo>
                      <a:pt x="121857" y="47600"/>
                    </a:lnTo>
                    <a:lnTo>
                      <a:pt x="121857" y="47600"/>
                    </a:lnTo>
                    <a:lnTo>
                      <a:pt x="119953" y="52677"/>
                    </a:lnTo>
                    <a:lnTo>
                      <a:pt x="122492" y="55851"/>
                    </a:lnTo>
                    <a:lnTo>
                      <a:pt x="128838" y="58390"/>
                    </a:lnTo>
                    <a:lnTo>
                      <a:pt x="131377" y="60928"/>
                    </a:lnTo>
                    <a:lnTo>
                      <a:pt x="134550" y="64102"/>
                    </a:lnTo>
                    <a:lnTo>
                      <a:pt x="141532" y="68544"/>
                    </a:lnTo>
                    <a:lnTo>
                      <a:pt x="158033" y="77430"/>
                    </a:lnTo>
                    <a:lnTo>
                      <a:pt x="164380" y="82507"/>
                    </a:lnTo>
                    <a:lnTo>
                      <a:pt x="168823" y="90758"/>
                    </a:lnTo>
                    <a:lnTo>
                      <a:pt x="168187" y="88854"/>
                    </a:lnTo>
                    <a:lnTo>
                      <a:pt x="170092" y="102817"/>
                    </a:lnTo>
                    <a:lnTo>
                      <a:pt x="172631" y="108529"/>
                    </a:lnTo>
                    <a:lnTo>
                      <a:pt x="178977" y="111702"/>
                    </a:lnTo>
                    <a:lnTo>
                      <a:pt x="183420" y="116779"/>
                    </a:lnTo>
                    <a:lnTo>
                      <a:pt x="185958" y="118049"/>
                    </a:lnTo>
                    <a:lnTo>
                      <a:pt x="188497" y="118683"/>
                    </a:lnTo>
                    <a:lnTo>
                      <a:pt x="205633" y="126299"/>
                    </a:lnTo>
                    <a:lnTo>
                      <a:pt x="207537" y="128203"/>
                    </a:lnTo>
                    <a:lnTo>
                      <a:pt x="212614" y="133281"/>
                    </a:lnTo>
                    <a:lnTo>
                      <a:pt x="214519" y="133915"/>
                    </a:lnTo>
                    <a:lnTo>
                      <a:pt x="217692" y="134550"/>
                    </a:lnTo>
                    <a:lnTo>
                      <a:pt x="218961" y="135819"/>
                    </a:lnTo>
                    <a:lnTo>
                      <a:pt x="219596" y="138993"/>
                    </a:lnTo>
                    <a:lnTo>
                      <a:pt x="220231" y="142801"/>
                    </a:lnTo>
                    <a:lnTo>
                      <a:pt x="220865" y="145974"/>
                    </a:lnTo>
                    <a:lnTo>
                      <a:pt x="226577" y="156763"/>
                    </a:lnTo>
                    <a:lnTo>
                      <a:pt x="225943" y="159302"/>
                    </a:lnTo>
                    <a:lnTo>
                      <a:pt x="225943" y="170091"/>
                    </a:lnTo>
                    <a:lnTo>
                      <a:pt x="223404" y="178977"/>
                    </a:lnTo>
                    <a:lnTo>
                      <a:pt x="223404" y="194209"/>
                    </a:lnTo>
                    <a:lnTo>
                      <a:pt x="221500" y="204998"/>
                    </a:lnTo>
                    <a:lnTo>
                      <a:pt x="219596" y="210710"/>
                    </a:lnTo>
                    <a:lnTo>
                      <a:pt x="216423" y="213249"/>
                    </a:lnTo>
                    <a:lnTo>
                      <a:pt x="213884" y="214518"/>
                    </a:lnTo>
                    <a:lnTo>
                      <a:pt x="206268" y="221500"/>
                    </a:lnTo>
                    <a:lnTo>
                      <a:pt x="203730" y="224673"/>
                    </a:lnTo>
                    <a:lnTo>
                      <a:pt x="201825" y="228481"/>
                    </a:lnTo>
                    <a:lnTo>
                      <a:pt x="199286" y="233558"/>
                    </a:lnTo>
                    <a:lnTo>
                      <a:pt x="198017" y="239270"/>
                    </a:lnTo>
                    <a:lnTo>
                      <a:pt x="197383" y="244348"/>
                    </a:lnTo>
                    <a:lnTo>
                      <a:pt x="195479" y="249425"/>
                    </a:lnTo>
                    <a:lnTo>
                      <a:pt x="195479" y="250694"/>
                    </a:lnTo>
                    <a:lnTo>
                      <a:pt x="196748" y="251964"/>
                    </a:lnTo>
                    <a:lnTo>
                      <a:pt x="197383" y="253233"/>
                    </a:lnTo>
                    <a:lnTo>
                      <a:pt x="197383" y="258945"/>
                    </a:lnTo>
                    <a:lnTo>
                      <a:pt x="197383" y="261484"/>
                    </a:lnTo>
                    <a:lnTo>
                      <a:pt x="196748" y="264023"/>
                    </a:lnTo>
                    <a:lnTo>
                      <a:pt x="194209" y="267196"/>
                    </a:lnTo>
                    <a:lnTo>
                      <a:pt x="185958" y="272908"/>
                    </a:lnTo>
                    <a:lnTo>
                      <a:pt x="184689" y="274812"/>
                    </a:lnTo>
                    <a:lnTo>
                      <a:pt x="183420" y="277985"/>
                    </a:lnTo>
                    <a:lnTo>
                      <a:pt x="180246" y="280524"/>
                    </a:lnTo>
                    <a:lnTo>
                      <a:pt x="172631" y="284332"/>
                    </a:lnTo>
                    <a:lnTo>
                      <a:pt x="153590" y="289409"/>
                    </a:lnTo>
                    <a:lnTo>
                      <a:pt x="149783" y="291313"/>
                    </a:lnTo>
                    <a:lnTo>
                      <a:pt x="143436" y="300833"/>
                    </a:lnTo>
                    <a:lnTo>
                      <a:pt x="139627" y="304641"/>
                    </a:lnTo>
                    <a:lnTo>
                      <a:pt x="132012" y="307815"/>
                    </a:lnTo>
                    <a:lnTo>
                      <a:pt x="77430" y="316700"/>
                    </a:lnTo>
                    <a:lnTo>
                      <a:pt x="70449" y="321777"/>
                    </a:lnTo>
                    <a:lnTo>
                      <a:pt x="66640" y="330028"/>
                    </a:lnTo>
                    <a:lnTo>
                      <a:pt x="63467" y="340183"/>
                    </a:lnTo>
                    <a:lnTo>
                      <a:pt x="61563" y="350972"/>
                    </a:lnTo>
                    <a:lnTo>
                      <a:pt x="60929" y="361762"/>
                    </a:lnTo>
                    <a:lnTo>
                      <a:pt x="60929" y="366839"/>
                    </a:lnTo>
                    <a:lnTo>
                      <a:pt x="62198" y="372551"/>
                    </a:lnTo>
                    <a:lnTo>
                      <a:pt x="65371" y="377628"/>
                    </a:lnTo>
                    <a:lnTo>
                      <a:pt x="69179" y="379532"/>
                    </a:lnTo>
                    <a:lnTo>
                      <a:pt x="71718" y="380802"/>
                    </a:lnTo>
                    <a:lnTo>
                      <a:pt x="81873" y="387148"/>
                    </a:lnTo>
                    <a:lnTo>
                      <a:pt x="88219" y="394130"/>
                    </a:lnTo>
                    <a:lnTo>
                      <a:pt x="92662" y="403650"/>
                    </a:lnTo>
                    <a:lnTo>
                      <a:pt x="94566" y="415074"/>
                    </a:lnTo>
                    <a:lnTo>
                      <a:pt x="94566" y="426498"/>
                    </a:lnTo>
                    <a:lnTo>
                      <a:pt x="92027" y="436018"/>
                    </a:lnTo>
                    <a:lnTo>
                      <a:pt x="74891" y="458866"/>
                    </a:lnTo>
                    <a:lnTo>
                      <a:pt x="71718" y="463943"/>
                    </a:lnTo>
                    <a:lnTo>
                      <a:pt x="70449" y="467751"/>
                    </a:lnTo>
                    <a:lnTo>
                      <a:pt x="69814" y="471559"/>
                    </a:lnTo>
                    <a:lnTo>
                      <a:pt x="69814" y="482983"/>
                    </a:lnTo>
                    <a:lnTo>
                      <a:pt x="69179" y="488061"/>
                    </a:lnTo>
                    <a:lnTo>
                      <a:pt x="66006" y="498216"/>
                    </a:lnTo>
                    <a:lnTo>
                      <a:pt x="61563" y="505832"/>
                    </a:lnTo>
                    <a:lnTo>
                      <a:pt x="55851" y="510909"/>
                    </a:lnTo>
                    <a:lnTo>
                      <a:pt x="48235" y="514082"/>
                    </a:lnTo>
                    <a:lnTo>
                      <a:pt x="40619" y="515986"/>
                    </a:lnTo>
                    <a:lnTo>
                      <a:pt x="34907" y="517890"/>
                    </a:lnTo>
                    <a:lnTo>
                      <a:pt x="26657" y="522333"/>
                    </a:lnTo>
                    <a:lnTo>
                      <a:pt x="19040" y="527410"/>
                    </a:lnTo>
                    <a:lnTo>
                      <a:pt x="15867" y="531853"/>
                    </a:lnTo>
                    <a:lnTo>
                      <a:pt x="15867" y="533757"/>
                    </a:lnTo>
                    <a:lnTo>
                      <a:pt x="13963" y="536930"/>
                    </a:lnTo>
                    <a:lnTo>
                      <a:pt x="13963" y="538834"/>
                    </a:lnTo>
                    <a:lnTo>
                      <a:pt x="14598" y="541373"/>
                    </a:lnTo>
                    <a:lnTo>
                      <a:pt x="20310" y="545181"/>
                    </a:lnTo>
                    <a:lnTo>
                      <a:pt x="22213" y="548989"/>
                    </a:lnTo>
                    <a:lnTo>
                      <a:pt x="22849" y="553432"/>
                    </a:lnTo>
                    <a:lnTo>
                      <a:pt x="22213" y="561048"/>
                    </a:lnTo>
                    <a:lnTo>
                      <a:pt x="22849" y="565491"/>
                    </a:lnTo>
                    <a:lnTo>
                      <a:pt x="24118" y="571837"/>
                    </a:lnTo>
                    <a:lnTo>
                      <a:pt x="24752" y="575645"/>
                    </a:lnTo>
                    <a:lnTo>
                      <a:pt x="22849" y="578184"/>
                    </a:lnTo>
                    <a:lnTo>
                      <a:pt x="12059" y="582626"/>
                    </a:lnTo>
                    <a:lnTo>
                      <a:pt x="6347" y="588339"/>
                    </a:lnTo>
                    <a:lnTo>
                      <a:pt x="2539" y="599763"/>
                    </a:lnTo>
                    <a:lnTo>
                      <a:pt x="635" y="612456"/>
                    </a:lnTo>
                    <a:lnTo>
                      <a:pt x="0" y="622611"/>
                    </a:lnTo>
                    <a:lnTo>
                      <a:pt x="1270" y="634035"/>
                    </a:lnTo>
                    <a:lnTo>
                      <a:pt x="9520" y="674019"/>
                    </a:lnTo>
                    <a:lnTo>
                      <a:pt x="10790" y="677827"/>
                    </a:lnTo>
                    <a:lnTo>
                      <a:pt x="13329" y="681635"/>
                    </a:lnTo>
                    <a:lnTo>
                      <a:pt x="17137" y="685443"/>
                    </a:lnTo>
                    <a:lnTo>
                      <a:pt x="18406" y="687347"/>
                    </a:lnTo>
                    <a:lnTo>
                      <a:pt x="19675" y="688616"/>
                    </a:lnTo>
                    <a:lnTo>
                      <a:pt x="20310" y="690520"/>
                    </a:lnTo>
                    <a:lnTo>
                      <a:pt x="20310" y="693059"/>
                    </a:lnTo>
                    <a:lnTo>
                      <a:pt x="20944" y="698771"/>
                    </a:lnTo>
                    <a:lnTo>
                      <a:pt x="20310" y="706387"/>
                    </a:lnTo>
                    <a:lnTo>
                      <a:pt x="20310" y="708926"/>
                    </a:lnTo>
                    <a:lnTo>
                      <a:pt x="21579" y="710830"/>
                    </a:lnTo>
                    <a:lnTo>
                      <a:pt x="24118" y="713368"/>
                    </a:lnTo>
                    <a:lnTo>
                      <a:pt x="26022" y="716542"/>
                    </a:lnTo>
                    <a:lnTo>
                      <a:pt x="31099" y="720985"/>
                    </a:lnTo>
                    <a:lnTo>
                      <a:pt x="33003" y="723523"/>
                    </a:lnTo>
                    <a:lnTo>
                      <a:pt x="33638" y="726062"/>
                    </a:lnTo>
                    <a:lnTo>
                      <a:pt x="34272" y="731774"/>
                    </a:lnTo>
                    <a:lnTo>
                      <a:pt x="37446" y="740025"/>
                    </a:lnTo>
                    <a:lnTo>
                      <a:pt x="41889" y="745737"/>
                    </a:lnTo>
                    <a:lnTo>
                      <a:pt x="93931" y="785721"/>
                    </a:lnTo>
                    <a:lnTo>
                      <a:pt x="97105" y="789529"/>
                    </a:lnTo>
                    <a:lnTo>
                      <a:pt x="99644" y="793972"/>
                    </a:lnTo>
                    <a:lnTo>
                      <a:pt x="101547" y="799049"/>
                    </a:lnTo>
                    <a:lnTo>
                      <a:pt x="102817" y="802222"/>
                    </a:lnTo>
                    <a:lnTo>
                      <a:pt x="105990" y="804761"/>
                    </a:lnTo>
                    <a:lnTo>
                      <a:pt x="153590" y="833956"/>
                    </a:lnTo>
                    <a:lnTo>
                      <a:pt x="158033" y="837764"/>
                    </a:lnTo>
                    <a:lnTo>
                      <a:pt x="163111" y="843476"/>
                    </a:lnTo>
                    <a:lnTo>
                      <a:pt x="168823" y="851726"/>
                    </a:lnTo>
                    <a:lnTo>
                      <a:pt x="171996" y="856804"/>
                    </a:lnTo>
                    <a:lnTo>
                      <a:pt x="173265" y="861881"/>
                    </a:lnTo>
                    <a:lnTo>
                      <a:pt x="173900" y="865054"/>
                    </a:lnTo>
                    <a:lnTo>
                      <a:pt x="174534" y="872036"/>
                    </a:lnTo>
                    <a:lnTo>
                      <a:pt x="174534" y="875209"/>
                    </a:lnTo>
                    <a:lnTo>
                      <a:pt x="175804" y="878382"/>
                    </a:lnTo>
                    <a:lnTo>
                      <a:pt x="180246" y="883460"/>
                    </a:lnTo>
                    <a:lnTo>
                      <a:pt x="180881" y="885999"/>
                    </a:lnTo>
                    <a:lnTo>
                      <a:pt x="180246" y="888537"/>
                    </a:lnTo>
                    <a:lnTo>
                      <a:pt x="178977" y="891711"/>
                    </a:lnTo>
                    <a:lnTo>
                      <a:pt x="178343" y="894884"/>
                    </a:lnTo>
                    <a:lnTo>
                      <a:pt x="180246" y="898057"/>
                    </a:lnTo>
                    <a:lnTo>
                      <a:pt x="182151" y="900596"/>
                    </a:lnTo>
                    <a:lnTo>
                      <a:pt x="183420" y="905039"/>
                    </a:lnTo>
                    <a:lnTo>
                      <a:pt x="183420" y="908847"/>
                    </a:lnTo>
                    <a:lnTo>
                      <a:pt x="183420" y="912020"/>
                    </a:lnTo>
                    <a:lnTo>
                      <a:pt x="193574" y="929791"/>
                    </a:lnTo>
                    <a:lnTo>
                      <a:pt x="200556" y="936772"/>
                    </a:lnTo>
                    <a:lnTo>
                      <a:pt x="208806" y="939311"/>
                    </a:lnTo>
                    <a:lnTo>
                      <a:pt x="217057" y="934234"/>
                    </a:lnTo>
                    <a:lnTo>
                      <a:pt x="227846" y="917097"/>
                    </a:lnTo>
                    <a:lnTo>
                      <a:pt x="237367" y="914559"/>
                    </a:lnTo>
                    <a:lnTo>
                      <a:pt x="241174" y="915828"/>
                    </a:lnTo>
                    <a:lnTo>
                      <a:pt x="248156" y="919636"/>
                    </a:lnTo>
                    <a:lnTo>
                      <a:pt x="251964" y="920271"/>
                    </a:lnTo>
                    <a:lnTo>
                      <a:pt x="256407" y="920271"/>
                    </a:lnTo>
                    <a:lnTo>
                      <a:pt x="267196" y="922175"/>
                    </a:lnTo>
                    <a:lnTo>
                      <a:pt x="286871" y="931060"/>
                    </a:lnTo>
                    <a:lnTo>
                      <a:pt x="295757" y="936772"/>
                    </a:lnTo>
                    <a:lnTo>
                      <a:pt x="299564" y="943119"/>
                    </a:lnTo>
                    <a:lnTo>
                      <a:pt x="298295" y="947561"/>
                    </a:lnTo>
                    <a:lnTo>
                      <a:pt x="295757" y="953908"/>
                    </a:lnTo>
                    <a:lnTo>
                      <a:pt x="292583" y="960255"/>
                    </a:lnTo>
                    <a:lnTo>
                      <a:pt x="289410" y="962794"/>
                    </a:lnTo>
                    <a:lnTo>
                      <a:pt x="287506" y="965332"/>
                    </a:lnTo>
                    <a:lnTo>
                      <a:pt x="287506" y="971679"/>
                    </a:lnTo>
                    <a:lnTo>
                      <a:pt x="289410" y="981834"/>
                    </a:lnTo>
                    <a:lnTo>
                      <a:pt x="290044" y="991988"/>
                    </a:lnTo>
                    <a:lnTo>
                      <a:pt x="287506" y="999604"/>
                    </a:lnTo>
                    <a:lnTo>
                      <a:pt x="279255" y="1016741"/>
                    </a:lnTo>
                    <a:lnTo>
                      <a:pt x="271639" y="1044666"/>
                    </a:lnTo>
                    <a:lnTo>
                      <a:pt x="263388" y="1061167"/>
                    </a:lnTo>
                    <a:lnTo>
                      <a:pt x="260850" y="1069418"/>
                    </a:lnTo>
                    <a:lnTo>
                      <a:pt x="260850" y="1078303"/>
                    </a:lnTo>
                    <a:lnTo>
                      <a:pt x="263388" y="1089728"/>
                    </a:lnTo>
                    <a:lnTo>
                      <a:pt x="265292" y="1093535"/>
                    </a:lnTo>
                    <a:lnTo>
                      <a:pt x="266561" y="1096074"/>
                    </a:lnTo>
                    <a:lnTo>
                      <a:pt x="267831" y="1098613"/>
                    </a:lnTo>
                    <a:lnTo>
                      <a:pt x="269735" y="1101152"/>
                    </a:lnTo>
                    <a:lnTo>
                      <a:pt x="281793" y="1109402"/>
                    </a:lnTo>
                    <a:lnTo>
                      <a:pt x="283063" y="1111306"/>
                    </a:lnTo>
                    <a:lnTo>
                      <a:pt x="289410" y="1117018"/>
                    </a:lnTo>
                    <a:lnTo>
                      <a:pt x="290679" y="1118922"/>
                    </a:lnTo>
                    <a:lnTo>
                      <a:pt x="292583" y="1122730"/>
                    </a:lnTo>
                    <a:lnTo>
                      <a:pt x="295757" y="1125269"/>
                    </a:lnTo>
                    <a:lnTo>
                      <a:pt x="304007" y="1129077"/>
                    </a:lnTo>
                    <a:lnTo>
                      <a:pt x="309719" y="1133520"/>
                    </a:lnTo>
                    <a:lnTo>
                      <a:pt x="314797" y="1139232"/>
                    </a:lnTo>
                    <a:lnTo>
                      <a:pt x="320508" y="1143674"/>
                    </a:lnTo>
                    <a:lnTo>
                      <a:pt x="327490" y="1145578"/>
                    </a:lnTo>
                    <a:lnTo>
                      <a:pt x="339548" y="1153829"/>
                    </a:lnTo>
                    <a:lnTo>
                      <a:pt x="342722" y="1155098"/>
                    </a:lnTo>
                    <a:lnTo>
                      <a:pt x="350338" y="1154464"/>
                    </a:lnTo>
                    <a:lnTo>
                      <a:pt x="352877" y="1155098"/>
                    </a:lnTo>
                    <a:lnTo>
                      <a:pt x="359224" y="1156368"/>
                    </a:lnTo>
                    <a:lnTo>
                      <a:pt x="366205" y="1160810"/>
                    </a:lnTo>
                    <a:lnTo>
                      <a:pt x="378898" y="1171600"/>
                    </a:lnTo>
                    <a:lnTo>
                      <a:pt x="383975" y="1174139"/>
                    </a:lnTo>
                    <a:lnTo>
                      <a:pt x="396668" y="1178581"/>
                    </a:lnTo>
                    <a:lnTo>
                      <a:pt x="401746" y="1181120"/>
                    </a:lnTo>
                    <a:lnTo>
                      <a:pt x="406824" y="1188101"/>
                    </a:lnTo>
                    <a:lnTo>
                      <a:pt x="413805" y="1200795"/>
                    </a:lnTo>
                    <a:lnTo>
                      <a:pt x="418882" y="1205237"/>
                    </a:lnTo>
                    <a:lnTo>
                      <a:pt x="439192" y="1212853"/>
                    </a:lnTo>
                    <a:lnTo>
                      <a:pt x="444904" y="1216661"/>
                    </a:lnTo>
                    <a:lnTo>
                      <a:pt x="443634" y="1219835"/>
                    </a:lnTo>
                    <a:lnTo>
                      <a:pt x="444269" y="1223643"/>
                    </a:lnTo>
                    <a:lnTo>
                      <a:pt x="446173" y="1228085"/>
                    </a:lnTo>
                    <a:lnTo>
                      <a:pt x="447442" y="1232528"/>
                    </a:lnTo>
                    <a:lnTo>
                      <a:pt x="447442" y="1236971"/>
                    </a:lnTo>
                    <a:lnTo>
                      <a:pt x="446807" y="1241414"/>
                    </a:lnTo>
                    <a:lnTo>
                      <a:pt x="446807" y="1245856"/>
                    </a:lnTo>
                    <a:lnTo>
                      <a:pt x="448077" y="1250934"/>
                    </a:lnTo>
                    <a:lnTo>
                      <a:pt x="453154" y="1259184"/>
                    </a:lnTo>
                    <a:lnTo>
                      <a:pt x="459501" y="1266166"/>
                    </a:lnTo>
                    <a:lnTo>
                      <a:pt x="464579" y="1274416"/>
                    </a:lnTo>
                    <a:lnTo>
                      <a:pt x="467752" y="1284571"/>
                    </a:lnTo>
                    <a:lnTo>
                      <a:pt x="465213" y="1294091"/>
                    </a:lnTo>
                    <a:lnTo>
                      <a:pt x="458866" y="1301072"/>
                    </a:lnTo>
                    <a:lnTo>
                      <a:pt x="453154" y="1308688"/>
                    </a:lnTo>
                    <a:lnTo>
                      <a:pt x="454424" y="1318843"/>
                    </a:lnTo>
                    <a:lnTo>
                      <a:pt x="455693" y="1319478"/>
                    </a:lnTo>
                    <a:lnTo>
                      <a:pt x="459501" y="1320747"/>
                    </a:lnTo>
                    <a:lnTo>
                      <a:pt x="461405" y="1321382"/>
                    </a:lnTo>
                    <a:lnTo>
                      <a:pt x="464579" y="1323286"/>
                    </a:lnTo>
                    <a:lnTo>
                      <a:pt x="464579" y="1327094"/>
                    </a:lnTo>
                    <a:lnTo>
                      <a:pt x="465848" y="1330902"/>
                    </a:lnTo>
                    <a:lnTo>
                      <a:pt x="467752" y="1334710"/>
                    </a:lnTo>
                    <a:lnTo>
                      <a:pt x="473464" y="1342326"/>
                    </a:lnTo>
                    <a:lnTo>
                      <a:pt x="482349" y="1353115"/>
                    </a:lnTo>
                    <a:lnTo>
                      <a:pt x="485522" y="1359462"/>
                    </a:lnTo>
                    <a:lnTo>
                      <a:pt x="484888" y="1367078"/>
                    </a:lnTo>
                    <a:lnTo>
                      <a:pt x="488695" y="1370251"/>
                    </a:lnTo>
                    <a:lnTo>
                      <a:pt x="499485" y="1377867"/>
                    </a:lnTo>
                    <a:lnTo>
                      <a:pt x="508371" y="1380406"/>
                    </a:lnTo>
                    <a:lnTo>
                      <a:pt x="510274" y="1379771"/>
                    </a:lnTo>
                    <a:lnTo>
                      <a:pt x="510909" y="1377233"/>
                    </a:lnTo>
                    <a:lnTo>
                      <a:pt x="510274" y="1373425"/>
                    </a:lnTo>
                    <a:lnTo>
                      <a:pt x="508371" y="1371521"/>
                    </a:lnTo>
                    <a:lnTo>
                      <a:pt x="506467" y="1370251"/>
                    </a:lnTo>
                    <a:lnTo>
                      <a:pt x="504562" y="1368347"/>
                    </a:lnTo>
                    <a:lnTo>
                      <a:pt x="502024" y="1363270"/>
                    </a:lnTo>
                    <a:lnTo>
                      <a:pt x="502659" y="1360731"/>
                    </a:lnTo>
                    <a:lnTo>
                      <a:pt x="506467" y="1359462"/>
                    </a:lnTo>
                    <a:lnTo>
                      <a:pt x="511544" y="1359462"/>
                    </a:lnTo>
                    <a:lnTo>
                      <a:pt x="512813" y="1360097"/>
                    </a:lnTo>
                    <a:lnTo>
                      <a:pt x="514082" y="1366443"/>
                    </a:lnTo>
                    <a:lnTo>
                      <a:pt x="514718" y="1368347"/>
                    </a:lnTo>
                    <a:lnTo>
                      <a:pt x="517256" y="1369617"/>
                    </a:lnTo>
                    <a:lnTo>
                      <a:pt x="521699" y="1372155"/>
                    </a:lnTo>
                    <a:lnTo>
                      <a:pt x="522968" y="1373425"/>
                    </a:lnTo>
                    <a:lnTo>
                      <a:pt x="524238" y="1375963"/>
                    </a:lnTo>
                    <a:lnTo>
                      <a:pt x="524872" y="1378502"/>
                    </a:lnTo>
                    <a:lnTo>
                      <a:pt x="526141" y="1381041"/>
                    </a:lnTo>
                    <a:lnTo>
                      <a:pt x="528045" y="1382945"/>
                    </a:lnTo>
                    <a:lnTo>
                      <a:pt x="530584" y="1383579"/>
                    </a:lnTo>
                    <a:lnTo>
                      <a:pt x="533122" y="1382945"/>
                    </a:lnTo>
                    <a:lnTo>
                      <a:pt x="535027" y="1381675"/>
                    </a:lnTo>
                    <a:lnTo>
                      <a:pt x="536931" y="1381041"/>
                    </a:lnTo>
                    <a:lnTo>
                      <a:pt x="541373" y="1382310"/>
                    </a:lnTo>
                    <a:lnTo>
                      <a:pt x="533758" y="1374694"/>
                    </a:lnTo>
                    <a:lnTo>
                      <a:pt x="529315" y="1368982"/>
                    </a:lnTo>
                    <a:lnTo>
                      <a:pt x="528045" y="1362635"/>
                    </a:lnTo>
                    <a:lnTo>
                      <a:pt x="531853" y="1355019"/>
                    </a:lnTo>
                    <a:lnTo>
                      <a:pt x="537566" y="1346134"/>
                    </a:lnTo>
                    <a:lnTo>
                      <a:pt x="543278" y="1333441"/>
                    </a:lnTo>
                    <a:lnTo>
                      <a:pt x="545181" y="1330267"/>
                    </a:lnTo>
                    <a:lnTo>
                      <a:pt x="551528" y="1323921"/>
                    </a:lnTo>
                    <a:lnTo>
                      <a:pt x="559779" y="1319478"/>
                    </a:lnTo>
                    <a:lnTo>
                      <a:pt x="568664" y="1317574"/>
                    </a:lnTo>
                    <a:lnTo>
                      <a:pt x="578185" y="1318209"/>
                    </a:lnTo>
                    <a:lnTo>
                      <a:pt x="635939" y="1338518"/>
                    </a:lnTo>
                    <a:lnTo>
                      <a:pt x="651171" y="1346769"/>
                    </a:lnTo>
                    <a:lnTo>
                      <a:pt x="659422" y="1348038"/>
                    </a:lnTo>
                    <a:lnTo>
                      <a:pt x="666403" y="1346134"/>
                    </a:lnTo>
                    <a:lnTo>
                      <a:pt x="671481" y="1339787"/>
                    </a:lnTo>
                    <a:lnTo>
                      <a:pt x="674654" y="1329633"/>
                    </a:lnTo>
                    <a:lnTo>
                      <a:pt x="674019" y="1321382"/>
                    </a:lnTo>
                    <a:lnTo>
                      <a:pt x="669576" y="1314400"/>
                    </a:lnTo>
                    <a:lnTo>
                      <a:pt x="662595" y="1306150"/>
                    </a:lnTo>
                    <a:lnTo>
                      <a:pt x="657518" y="1298534"/>
                    </a:lnTo>
                    <a:lnTo>
                      <a:pt x="654979" y="1289648"/>
                    </a:lnTo>
                    <a:lnTo>
                      <a:pt x="654979" y="1280128"/>
                    </a:lnTo>
                    <a:lnTo>
                      <a:pt x="657518" y="1269339"/>
                    </a:lnTo>
                    <a:lnTo>
                      <a:pt x="659422" y="1265531"/>
                    </a:lnTo>
                    <a:lnTo>
                      <a:pt x="661326" y="1262358"/>
                    </a:lnTo>
                    <a:lnTo>
                      <a:pt x="664499" y="1260454"/>
                    </a:lnTo>
                    <a:lnTo>
                      <a:pt x="668942" y="1259819"/>
                    </a:lnTo>
                    <a:lnTo>
                      <a:pt x="677827" y="1258549"/>
                    </a:lnTo>
                    <a:lnTo>
                      <a:pt x="681001" y="1257280"/>
                    </a:lnTo>
                    <a:lnTo>
                      <a:pt x="691790" y="1249664"/>
                    </a:lnTo>
                    <a:lnTo>
                      <a:pt x="727966" y="1238875"/>
                    </a:lnTo>
                    <a:lnTo>
                      <a:pt x="733679" y="1234432"/>
                    </a:lnTo>
                    <a:lnTo>
                      <a:pt x="734313" y="1227451"/>
                    </a:lnTo>
                    <a:lnTo>
                      <a:pt x="729235" y="1217296"/>
                    </a:lnTo>
                    <a:lnTo>
                      <a:pt x="722254" y="1211584"/>
                    </a:lnTo>
                    <a:lnTo>
                      <a:pt x="721620" y="1210315"/>
                    </a:lnTo>
                    <a:lnTo>
                      <a:pt x="717177" y="1203333"/>
                    </a:lnTo>
                    <a:lnTo>
                      <a:pt x="715273" y="1198891"/>
                    </a:lnTo>
                    <a:lnTo>
                      <a:pt x="715907" y="1193179"/>
                    </a:lnTo>
                    <a:lnTo>
                      <a:pt x="718446" y="1187467"/>
                    </a:lnTo>
                    <a:lnTo>
                      <a:pt x="720350" y="1183659"/>
                    </a:lnTo>
                    <a:lnTo>
                      <a:pt x="730505" y="1172869"/>
                    </a:lnTo>
                    <a:lnTo>
                      <a:pt x="733043" y="1169696"/>
                    </a:lnTo>
                    <a:lnTo>
                      <a:pt x="734313" y="1163984"/>
                    </a:lnTo>
                    <a:lnTo>
                      <a:pt x="733679" y="1158906"/>
                    </a:lnTo>
                    <a:lnTo>
                      <a:pt x="734313" y="1155098"/>
                    </a:lnTo>
                    <a:lnTo>
                      <a:pt x="729235" y="1153829"/>
                    </a:lnTo>
                    <a:lnTo>
                      <a:pt x="725428" y="1153829"/>
                    </a:lnTo>
                    <a:lnTo>
                      <a:pt x="724158" y="1153829"/>
                    </a:lnTo>
                    <a:lnTo>
                      <a:pt x="723523" y="1152560"/>
                    </a:lnTo>
                    <a:lnTo>
                      <a:pt x="723523" y="1151290"/>
                    </a:lnTo>
                    <a:lnTo>
                      <a:pt x="724158" y="1150656"/>
                    </a:lnTo>
                    <a:lnTo>
                      <a:pt x="729870" y="1150656"/>
                    </a:lnTo>
                    <a:lnTo>
                      <a:pt x="733043" y="1150021"/>
                    </a:lnTo>
                    <a:lnTo>
                      <a:pt x="734948" y="1148752"/>
                    </a:lnTo>
                    <a:lnTo>
                      <a:pt x="733043" y="1146213"/>
                    </a:lnTo>
                    <a:lnTo>
                      <a:pt x="722254" y="1137962"/>
                    </a:lnTo>
                    <a:lnTo>
                      <a:pt x="718446" y="1134154"/>
                    </a:lnTo>
                    <a:lnTo>
                      <a:pt x="727966" y="1134789"/>
                    </a:lnTo>
                    <a:lnTo>
                      <a:pt x="729870" y="1134789"/>
                    </a:lnTo>
                    <a:lnTo>
                      <a:pt x="732409" y="1132885"/>
                    </a:lnTo>
                    <a:lnTo>
                      <a:pt x="733043" y="1130981"/>
                    </a:lnTo>
                    <a:lnTo>
                      <a:pt x="732409" y="1128442"/>
                    </a:lnTo>
                    <a:lnTo>
                      <a:pt x="731140" y="1125269"/>
                    </a:lnTo>
                    <a:lnTo>
                      <a:pt x="729870" y="1120192"/>
                    </a:lnTo>
                    <a:lnTo>
                      <a:pt x="729235" y="1117018"/>
                    </a:lnTo>
                    <a:lnTo>
                      <a:pt x="731140" y="1115749"/>
                    </a:lnTo>
                    <a:lnTo>
                      <a:pt x="731774" y="1113845"/>
                    </a:lnTo>
                    <a:lnTo>
                      <a:pt x="731140" y="1110037"/>
                    </a:lnTo>
                    <a:lnTo>
                      <a:pt x="730505" y="1106229"/>
                    </a:lnTo>
                    <a:lnTo>
                      <a:pt x="729235" y="1103690"/>
                    </a:lnTo>
                    <a:lnTo>
                      <a:pt x="731140" y="1100517"/>
                    </a:lnTo>
                    <a:lnTo>
                      <a:pt x="727966" y="1094805"/>
                    </a:lnTo>
                    <a:lnTo>
                      <a:pt x="729870" y="1093535"/>
                    </a:lnTo>
                    <a:lnTo>
                      <a:pt x="733679" y="1092901"/>
                    </a:lnTo>
                    <a:lnTo>
                      <a:pt x="736852" y="1090362"/>
                    </a:lnTo>
                    <a:lnTo>
                      <a:pt x="740025" y="1088458"/>
                    </a:lnTo>
                    <a:lnTo>
                      <a:pt x="742563" y="1085285"/>
                    </a:lnTo>
                    <a:lnTo>
                      <a:pt x="738755" y="1082746"/>
                    </a:lnTo>
                    <a:lnTo>
                      <a:pt x="733043" y="1084650"/>
                    </a:lnTo>
                    <a:lnTo>
                      <a:pt x="729870" y="1083381"/>
                    </a:lnTo>
                    <a:lnTo>
                      <a:pt x="733679" y="1079573"/>
                    </a:lnTo>
                    <a:lnTo>
                      <a:pt x="737486" y="1074495"/>
                    </a:lnTo>
                    <a:lnTo>
                      <a:pt x="739390" y="1073226"/>
                    </a:lnTo>
                    <a:lnTo>
                      <a:pt x="743833" y="1071322"/>
                    </a:lnTo>
                    <a:lnTo>
                      <a:pt x="745102" y="1070053"/>
                    </a:lnTo>
                    <a:lnTo>
                      <a:pt x="747006" y="1065610"/>
                    </a:lnTo>
                    <a:lnTo>
                      <a:pt x="744468" y="1063071"/>
                    </a:lnTo>
                    <a:lnTo>
                      <a:pt x="740025" y="1061167"/>
                    </a:lnTo>
                    <a:lnTo>
                      <a:pt x="738121" y="1059263"/>
                    </a:lnTo>
                    <a:lnTo>
                      <a:pt x="736852" y="1057994"/>
                    </a:lnTo>
                    <a:lnTo>
                      <a:pt x="735582" y="1056725"/>
                    </a:lnTo>
                    <a:lnTo>
                      <a:pt x="733679" y="1054821"/>
                    </a:lnTo>
                    <a:lnTo>
                      <a:pt x="733043" y="1052282"/>
                    </a:lnTo>
                    <a:lnTo>
                      <a:pt x="733679" y="1049109"/>
                    </a:lnTo>
                    <a:lnTo>
                      <a:pt x="734948" y="1047205"/>
                    </a:lnTo>
                    <a:lnTo>
                      <a:pt x="736217" y="1045935"/>
                    </a:lnTo>
                    <a:lnTo>
                      <a:pt x="737486" y="1043397"/>
                    </a:lnTo>
                    <a:lnTo>
                      <a:pt x="738755" y="1038954"/>
                    </a:lnTo>
                    <a:lnTo>
                      <a:pt x="739390" y="1035146"/>
                    </a:lnTo>
                    <a:lnTo>
                      <a:pt x="740660" y="1031973"/>
                    </a:lnTo>
                    <a:lnTo>
                      <a:pt x="744468" y="1030703"/>
                    </a:lnTo>
                    <a:lnTo>
                      <a:pt x="745102" y="1031973"/>
                    </a:lnTo>
                    <a:lnTo>
                      <a:pt x="747006" y="1034511"/>
                    </a:lnTo>
                    <a:lnTo>
                      <a:pt x="749545" y="1035781"/>
                    </a:lnTo>
                    <a:lnTo>
                      <a:pt x="750180" y="1030703"/>
                    </a:lnTo>
                    <a:lnTo>
                      <a:pt x="751449" y="1028799"/>
                    </a:lnTo>
                    <a:lnTo>
                      <a:pt x="752719" y="1026895"/>
                    </a:lnTo>
                    <a:lnTo>
                      <a:pt x="753988" y="1025626"/>
                    </a:lnTo>
                    <a:lnTo>
                      <a:pt x="755257" y="1026895"/>
                    </a:lnTo>
                    <a:lnTo>
                      <a:pt x="755892" y="1029434"/>
                    </a:lnTo>
                    <a:lnTo>
                      <a:pt x="757161" y="1031338"/>
                    </a:lnTo>
                    <a:lnTo>
                      <a:pt x="759065" y="1031973"/>
                    </a:lnTo>
                    <a:lnTo>
                      <a:pt x="760334" y="1030703"/>
                    </a:lnTo>
                    <a:lnTo>
                      <a:pt x="760334" y="1028165"/>
                    </a:lnTo>
                    <a:lnTo>
                      <a:pt x="760334" y="1024991"/>
                    </a:lnTo>
                    <a:lnTo>
                      <a:pt x="760334" y="1022453"/>
                    </a:lnTo>
                    <a:lnTo>
                      <a:pt x="761603" y="1019914"/>
                    </a:lnTo>
                    <a:lnTo>
                      <a:pt x="762873" y="1014202"/>
                    </a:lnTo>
                    <a:lnTo>
                      <a:pt x="764142" y="1011028"/>
                    </a:lnTo>
                    <a:lnTo>
                      <a:pt x="765412" y="1009759"/>
                    </a:lnTo>
                    <a:lnTo>
                      <a:pt x="769220" y="1007855"/>
                    </a:lnTo>
                    <a:lnTo>
                      <a:pt x="770489" y="1006586"/>
                    </a:lnTo>
                    <a:lnTo>
                      <a:pt x="773028" y="1002778"/>
                    </a:lnTo>
                    <a:lnTo>
                      <a:pt x="775567" y="997066"/>
                    </a:lnTo>
                    <a:lnTo>
                      <a:pt x="776201" y="991988"/>
                    </a:lnTo>
                    <a:lnTo>
                      <a:pt x="773028" y="989450"/>
                    </a:lnTo>
                    <a:lnTo>
                      <a:pt x="772393" y="987546"/>
                    </a:lnTo>
                    <a:lnTo>
                      <a:pt x="778105" y="985007"/>
                    </a:lnTo>
                    <a:lnTo>
                      <a:pt x="783817" y="981199"/>
                    </a:lnTo>
                    <a:lnTo>
                      <a:pt x="785721" y="979930"/>
                    </a:lnTo>
                    <a:lnTo>
                      <a:pt x="787625" y="976756"/>
                    </a:lnTo>
                    <a:lnTo>
                      <a:pt x="788894" y="975487"/>
                    </a:lnTo>
                    <a:lnTo>
                      <a:pt x="790799" y="975487"/>
                    </a:lnTo>
                    <a:lnTo>
                      <a:pt x="792068" y="976122"/>
                    </a:lnTo>
                    <a:lnTo>
                      <a:pt x="792702" y="976122"/>
                    </a:lnTo>
                    <a:lnTo>
                      <a:pt x="793972" y="973583"/>
                    </a:lnTo>
                    <a:lnTo>
                      <a:pt x="793337" y="970410"/>
                    </a:lnTo>
                    <a:lnTo>
                      <a:pt x="789529" y="965967"/>
                    </a:lnTo>
                    <a:lnTo>
                      <a:pt x="788260" y="962159"/>
                    </a:lnTo>
                    <a:lnTo>
                      <a:pt x="788894" y="958351"/>
                    </a:lnTo>
                    <a:lnTo>
                      <a:pt x="790799" y="955178"/>
                    </a:lnTo>
                    <a:lnTo>
                      <a:pt x="793337" y="952639"/>
                    </a:lnTo>
                    <a:lnTo>
                      <a:pt x="795241" y="951369"/>
                    </a:lnTo>
                    <a:lnTo>
                      <a:pt x="793972" y="951369"/>
                    </a:lnTo>
                    <a:lnTo>
                      <a:pt x="795241" y="950735"/>
                    </a:lnTo>
                    <a:lnTo>
                      <a:pt x="795876" y="950100"/>
                    </a:lnTo>
                    <a:lnTo>
                      <a:pt x="795876" y="948831"/>
                    </a:lnTo>
                    <a:lnTo>
                      <a:pt x="796510" y="947561"/>
                    </a:lnTo>
                    <a:lnTo>
                      <a:pt x="795241" y="942484"/>
                    </a:lnTo>
                    <a:lnTo>
                      <a:pt x="795876" y="937407"/>
                    </a:lnTo>
                    <a:lnTo>
                      <a:pt x="798415" y="932964"/>
                    </a:lnTo>
                    <a:lnTo>
                      <a:pt x="801588" y="929791"/>
                    </a:lnTo>
                    <a:lnTo>
                      <a:pt x="803492" y="929156"/>
                    </a:lnTo>
                    <a:lnTo>
                      <a:pt x="806030" y="929156"/>
                    </a:lnTo>
                    <a:lnTo>
                      <a:pt x="808569" y="928521"/>
                    </a:lnTo>
                    <a:lnTo>
                      <a:pt x="809204" y="926617"/>
                    </a:lnTo>
                    <a:lnTo>
                      <a:pt x="813012" y="907577"/>
                    </a:lnTo>
                    <a:lnTo>
                      <a:pt x="809839" y="898057"/>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46" name="Google Shape;446;p51"/>
              <p:cNvSpPr/>
              <p:nvPr/>
            </p:nvSpPr>
            <p:spPr>
              <a:xfrm>
                <a:off x="2078180" y="1889811"/>
                <a:ext cx="863793" cy="1315793"/>
              </a:xfrm>
              <a:custGeom>
                <a:avLst/>
                <a:gdLst/>
                <a:ahLst/>
                <a:cxnLst/>
                <a:rect l="l" t="t" r="r" b="b"/>
                <a:pathLst>
                  <a:path w="1186197" h="1806903" extrusionOk="0">
                    <a:moveTo>
                      <a:pt x="1186197" y="1198891"/>
                    </a:moveTo>
                    <a:lnTo>
                      <a:pt x="1182389" y="1236336"/>
                    </a:lnTo>
                    <a:lnTo>
                      <a:pt x="1178581" y="1274416"/>
                    </a:lnTo>
                    <a:lnTo>
                      <a:pt x="1174773" y="1311862"/>
                    </a:lnTo>
                    <a:lnTo>
                      <a:pt x="1170965" y="1349942"/>
                    </a:lnTo>
                    <a:lnTo>
                      <a:pt x="1167157" y="1388022"/>
                    </a:lnTo>
                    <a:lnTo>
                      <a:pt x="1163349" y="1426102"/>
                    </a:lnTo>
                    <a:lnTo>
                      <a:pt x="1159541" y="1464182"/>
                    </a:lnTo>
                    <a:lnTo>
                      <a:pt x="1155733" y="1502263"/>
                    </a:lnTo>
                    <a:lnTo>
                      <a:pt x="1151925" y="1540343"/>
                    </a:lnTo>
                    <a:lnTo>
                      <a:pt x="1148117" y="1578423"/>
                    </a:lnTo>
                    <a:lnTo>
                      <a:pt x="1144309" y="1616503"/>
                    </a:lnTo>
                    <a:lnTo>
                      <a:pt x="1140501" y="1654583"/>
                    </a:lnTo>
                    <a:lnTo>
                      <a:pt x="1136693" y="1692663"/>
                    </a:lnTo>
                    <a:lnTo>
                      <a:pt x="1132885" y="1730744"/>
                    </a:lnTo>
                    <a:lnTo>
                      <a:pt x="1129077" y="1768824"/>
                    </a:lnTo>
                    <a:lnTo>
                      <a:pt x="1125269" y="1806904"/>
                    </a:lnTo>
                    <a:lnTo>
                      <a:pt x="1089727" y="1803096"/>
                    </a:lnTo>
                    <a:lnTo>
                      <a:pt x="1054186" y="1799288"/>
                    </a:lnTo>
                    <a:lnTo>
                      <a:pt x="1018644" y="1795480"/>
                    </a:lnTo>
                    <a:lnTo>
                      <a:pt x="983103" y="1791672"/>
                    </a:lnTo>
                    <a:lnTo>
                      <a:pt x="947562" y="1787864"/>
                    </a:lnTo>
                    <a:lnTo>
                      <a:pt x="912020" y="1784056"/>
                    </a:lnTo>
                    <a:lnTo>
                      <a:pt x="876479" y="1780248"/>
                    </a:lnTo>
                    <a:lnTo>
                      <a:pt x="841572" y="1776440"/>
                    </a:lnTo>
                    <a:lnTo>
                      <a:pt x="806030" y="1772632"/>
                    </a:lnTo>
                    <a:lnTo>
                      <a:pt x="770489" y="1768824"/>
                    </a:lnTo>
                    <a:lnTo>
                      <a:pt x="734947" y="1764381"/>
                    </a:lnTo>
                    <a:lnTo>
                      <a:pt x="699406" y="1760573"/>
                    </a:lnTo>
                    <a:lnTo>
                      <a:pt x="664499" y="1756130"/>
                    </a:lnTo>
                    <a:lnTo>
                      <a:pt x="628957" y="1751688"/>
                    </a:lnTo>
                    <a:lnTo>
                      <a:pt x="593416" y="1747245"/>
                    </a:lnTo>
                    <a:lnTo>
                      <a:pt x="558509" y="1742802"/>
                    </a:lnTo>
                    <a:lnTo>
                      <a:pt x="523602" y="1738360"/>
                    </a:lnTo>
                    <a:lnTo>
                      <a:pt x="488695" y="1733917"/>
                    </a:lnTo>
                    <a:lnTo>
                      <a:pt x="453788" y="1729474"/>
                    </a:lnTo>
                    <a:lnTo>
                      <a:pt x="418882" y="1725032"/>
                    </a:lnTo>
                    <a:lnTo>
                      <a:pt x="383975" y="1720589"/>
                    </a:lnTo>
                    <a:lnTo>
                      <a:pt x="349068" y="1715512"/>
                    </a:lnTo>
                    <a:lnTo>
                      <a:pt x="314161" y="1710434"/>
                    </a:lnTo>
                    <a:lnTo>
                      <a:pt x="279254" y="1705357"/>
                    </a:lnTo>
                    <a:lnTo>
                      <a:pt x="244348" y="1700279"/>
                    </a:lnTo>
                    <a:lnTo>
                      <a:pt x="209441" y="1695202"/>
                    </a:lnTo>
                    <a:lnTo>
                      <a:pt x="174534" y="1690125"/>
                    </a:lnTo>
                    <a:lnTo>
                      <a:pt x="139627" y="1685047"/>
                    </a:lnTo>
                    <a:lnTo>
                      <a:pt x="104720" y="1679970"/>
                    </a:lnTo>
                    <a:lnTo>
                      <a:pt x="69814" y="1674893"/>
                    </a:lnTo>
                    <a:lnTo>
                      <a:pt x="34907" y="1669815"/>
                    </a:lnTo>
                    <a:lnTo>
                      <a:pt x="0" y="1664738"/>
                    </a:lnTo>
                    <a:lnTo>
                      <a:pt x="3808" y="1639986"/>
                    </a:lnTo>
                    <a:lnTo>
                      <a:pt x="7616" y="1615234"/>
                    </a:lnTo>
                    <a:lnTo>
                      <a:pt x="11424" y="1589847"/>
                    </a:lnTo>
                    <a:lnTo>
                      <a:pt x="15232" y="1565095"/>
                    </a:lnTo>
                    <a:lnTo>
                      <a:pt x="19040" y="1540343"/>
                    </a:lnTo>
                    <a:lnTo>
                      <a:pt x="22848" y="1515591"/>
                    </a:lnTo>
                    <a:lnTo>
                      <a:pt x="26656" y="1490838"/>
                    </a:lnTo>
                    <a:lnTo>
                      <a:pt x="30464" y="1466086"/>
                    </a:lnTo>
                    <a:lnTo>
                      <a:pt x="34272" y="1441334"/>
                    </a:lnTo>
                    <a:lnTo>
                      <a:pt x="38080" y="1416582"/>
                    </a:lnTo>
                    <a:lnTo>
                      <a:pt x="41888" y="1391830"/>
                    </a:lnTo>
                    <a:lnTo>
                      <a:pt x="45696" y="1367078"/>
                    </a:lnTo>
                    <a:lnTo>
                      <a:pt x="49504" y="1342326"/>
                    </a:lnTo>
                    <a:lnTo>
                      <a:pt x="53312" y="1316939"/>
                    </a:lnTo>
                    <a:lnTo>
                      <a:pt x="57120" y="1292187"/>
                    </a:lnTo>
                    <a:lnTo>
                      <a:pt x="60928" y="1267435"/>
                    </a:lnTo>
                    <a:lnTo>
                      <a:pt x="62832" y="1256645"/>
                    </a:lnTo>
                    <a:lnTo>
                      <a:pt x="66006" y="1235067"/>
                    </a:lnTo>
                    <a:lnTo>
                      <a:pt x="66006" y="1231893"/>
                    </a:lnTo>
                    <a:lnTo>
                      <a:pt x="66006" y="1231893"/>
                    </a:lnTo>
                    <a:lnTo>
                      <a:pt x="66006" y="1229989"/>
                    </a:lnTo>
                    <a:lnTo>
                      <a:pt x="65371" y="1224277"/>
                    </a:lnTo>
                    <a:lnTo>
                      <a:pt x="69179" y="1220469"/>
                    </a:lnTo>
                    <a:lnTo>
                      <a:pt x="73622" y="1217931"/>
                    </a:lnTo>
                    <a:lnTo>
                      <a:pt x="76160" y="1215392"/>
                    </a:lnTo>
                    <a:lnTo>
                      <a:pt x="79334" y="1210315"/>
                    </a:lnTo>
                    <a:lnTo>
                      <a:pt x="80603" y="1204603"/>
                    </a:lnTo>
                    <a:lnTo>
                      <a:pt x="84411" y="1196987"/>
                    </a:lnTo>
                    <a:lnTo>
                      <a:pt x="86950" y="1187467"/>
                    </a:lnTo>
                    <a:lnTo>
                      <a:pt x="88219" y="1184928"/>
                    </a:lnTo>
                    <a:lnTo>
                      <a:pt x="89488" y="1183024"/>
                    </a:lnTo>
                    <a:lnTo>
                      <a:pt x="90123" y="1181120"/>
                    </a:lnTo>
                    <a:lnTo>
                      <a:pt x="90758" y="1178581"/>
                    </a:lnTo>
                    <a:lnTo>
                      <a:pt x="90123" y="1173504"/>
                    </a:lnTo>
                    <a:lnTo>
                      <a:pt x="86315" y="1164618"/>
                    </a:lnTo>
                    <a:lnTo>
                      <a:pt x="86950" y="1160810"/>
                    </a:lnTo>
                    <a:lnTo>
                      <a:pt x="89488" y="1158906"/>
                    </a:lnTo>
                    <a:lnTo>
                      <a:pt x="92027" y="1158906"/>
                    </a:lnTo>
                    <a:lnTo>
                      <a:pt x="94566" y="1159541"/>
                    </a:lnTo>
                    <a:lnTo>
                      <a:pt x="97104" y="1158906"/>
                    </a:lnTo>
                    <a:lnTo>
                      <a:pt x="99008" y="1156368"/>
                    </a:lnTo>
                    <a:lnTo>
                      <a:pt x="100278" y="1153829"/>
                    </a:lnTo>
                    <a:lnTo>
                      <a:pt x="100912" y="1151290"/>
                    </a:lnTo>
                    <a:lnTo>
                      <a:pt x="101547" y="1148752"/>
                    </a:lnTo>
                    <a:lnTo>
                      <a:pt x="102182" y="1147482"/>
                    </a:lnTo>
                    <a:lnTo>
                      <a:pt x="103451" y="1146213"/>
                    </a:lnTo>
                    <a:lnTo>
                      <a:pt x="104086" y="1144309"/>
                    </a:lnTo>
                    <a:lnTo>
                      <a:pt x="103451" y="1141770"/>
                    </a:lnTo>
                    <a:lnTo>
                      <a:pt x="100278" y="1137962"/>
                    </a:lnTo>
                    <a:lnTo>
                      <a:pt x="97739" y="1135424"/>
                    </a:lnTo>
                    <a:lnTo>
                      <a:pt x="93931" y="1132885"/>
                    </a:lnTo>
                    <a:lnTo>
                      <a:pt x="93296" y="1131616"/>
                    </a:lnTo>
                    <a:lnTo>
                      <a:pt x="92662" y="1127808"/>
                    </a:lnTo>
                    <a:lnTo>
                      <a:pt x="92662" y="1125269"/>
                    </a:lnTo>
                    <a:lnTo>
                      <a:pt x="93296" y="1122730"/>
                    </a:lnTo>
                    <a:lnTo>
                      <a:pt x="92662" y="1120192"/>
                    </a:lnTo>
                    <a:lnTo>
                      <a:pt x="90758" y="1118922"/>
                    </a:lnTo>
                    <a:lnTo>
                      <a:pt x="86315" y="1118922"/>
                    </a:lnTo>
                    <a:lnTo>
                      <a:pt x="82507" y="1119557"/>
                    </a:lnTo>
                    <a:lnTo>
                      <a:pt x="79334" y="1120192"/>
                    </a:lnTo>
                    <a:lnTo>
                      <a:pt x="75526" y="1118288"/>
                    </a:lnTo>
                    <a:lnTo>
                      <a:pt x="74256" y="1116384"/>
                    </a:lnTo>
                    <a:lnTo>
                      <a:pt x="73622" y="1113845"/>
                    </a:lnTo>
                    <a:lnTo>
                      <a:pt x="72352" y="1111306"/>
                    </a:lnTo>
                    <a:lnTo>
                      <a:pt x="69814" y="1110672"/>
                    </a:lnTo>
                    <a:lnTo>
                      <a:pt x="67275" y="1111306"/>
                    </a:lnTo>
                    <a:lnTo>
                      <a:pt x="65371" y="1112576"/>
                    </a:lnTo>
                    <a:lnTo>
                      <a:pt x="63467" y="1114480"/>
                    </a:lnTo>
                    <a:lnTo>
                      <a:pt x="61563" y="1116384"/>
                    </a:lnTo>
                    <a:lnTo>
                      <a:pt x="55216" y="1110672"/>
                    </a:lnTo>
                    <a:lnTo>
                      <a:pt x="52677" y="1106864"/>
                    </a:lnTo>
                    <a:lnTo>
                      <a:pt x="52043" y="1102421"/>
                    </a:lnTo>
                    <a:lnTo>
                      <a:pt x="52677" y="1099882"/>
                    </a:lnTo>
                    <a:lnTo>
                      <a:pt x="53947" y="1096709"/>
                    </a:lnTo>
                    <a:lnTo>
                      <a:pt x="54582" y="1094170"/>
                    </a:lnTo>
                    <a:lnTo>
                      <a:pt x="54582" y="1090997"/>
                    </a:lnTo>
                    <a:lnTo>
                      <a:pt x="52677" y="1085919"/>
                    </a:lnTo>
                    <a:lnTo>
                      <a:pt x="52043" y="1083381"/>
                    </a:lnTo>
                    <a:lnTo>
                      <a:pt x="53312" y="1077669"/>
                    </a:lnTo>
                    <a:lnTo>
                      <a:pt x="55851" y="1073226"/>
                    </a:lnTo>
                    <a:lnTo>
                      <a:pt x="57755" y="1069418"/>
                    </a:lnTo>
                    <a:lnTo>
                      <a:pt x="57120" y="1062437"/>
                    </a:lnTo>
                    <a:lnTo>
                      <a:pt x="58389" y="1061167"/>
                    </a:lnTo>
                    <a:lnTo>
                      <a:pt x="60294" y="1059898"/>
                    </a:lnTo>
                    <a:lnTo>
                      <a:pt x="60928" y="1058629"/>
                    </a:lnTo>
                    <a:lnTo>
                      <a:pt x="62198" y="1055455"/>
                    </a:lnTo>
                    <a:lnTo>
                      <a:pt x="64102" y="1054821"/>
                    </a:lnTo>
                    <a:lnTo>
                      <a:pt x="66006" y="1054821"/>
                    </a:lnTo>
                    <a:lnTo>
                      <a:pt x="68544" y="1054186"/>
                    </a:lnTo>
                    <a:lnTo>
                      <a:pt x="71083" y="1051647"/>
                    </a:lnTo>
                    <a:lnTo>
                      <a:pt x="74256" y="1047839"/>
                    </a:lnTo>
                    <a:lnTo>
                      <a:pt x="76795" y="1043397"/>
                    </a:lnTo>
                    <a:lnTo>
                      <a:pt x="79968" y="1034511"/>
                    </a:lnTo>
                    <a:lnTo>
                      <a:pt x="82507" y="1029434"/>
                    </a:lnTo>
                    <a:lnTo>
                      <a:pt x="88219" y="1021818"/>
                    </a:lnTo>
                    <a:lnTo>
                      <a:pt x="95200" y="1010394"/>
                    </a:lnTo>
                    <a:lnTo>
                      <a:pt x="97739" y="1007220"/>
                    </a:lnTo>
                    <a:lnTo>
                      <a:pt x="101547" y="1004047"/>
                    </a:lnTo>
                    <a:lnTo>
                      <a:pt x="113606" y="998970"/>
                    </a:lnTo>
                    <a:lnTo>
                      <a:pt x="117414" y="996431"/>
                    </a:lnTo>
                    <a:lnTo>
                      <a:pt x="120587" y="993892"/>
                    </a:lnTo>
                    <a:lnTo>
                      <a:pt x="132646" y="979930"/>
                    </a:lnTo>
                    <a:lnTo>
                      <a:pt x="137723" y="972314"/>
                    </a:lnTo>
                    <a:lnTo>
                      <a:pt x="140262" y="967871"/>
                    </a:lnTo>
                    <a:lnTo>
                      <a:pt x="144070" y="957082"/>
                    </a:lnTo>
                    <a:lnTo>
                      <a:pt x="144705" y="952004"/>
                    </a:lnTo>
                    <a:lnTo>
                      <a:pt x="144705" y="951370"/>
                    </a:lnTo>
                    <a:lnTo>
                      <a:pt x="144070" y="950100"/>
                    </a:lnTo>
                    <a:lnTo>
                      <a:pt x="143435" y="948196"/>
                    </a:lnTo>
                    <a:lnTo>
                      <a:pt x="143435" y="945657"/>
                    </a:lnTo>
                    <a:lnTo>
                      <a:pt x="144070" y="943119"/>
                    </a:lnTo>
                    <a:lnTo>
                      <a:pt x="145974" y="940580"/>
                    </a:lnTo>
                    <a:lnTo>
                      <a:pt x="169457" y="915828"/>
                    </a:lnTo>
                    <a:lnTo>
                      <a:pt x="174534" y="906943"/>
                    </a:lnTo>
                    <a:lnTo>
                      <a:pt x="179611" y="892980"/>
                    </a:lnTo>
                    <a:lnTo>
                      <a:pt x="182785" y="889172"/>
                    </a:lnTo>
                    <a:lnTo>
                      <a:pt x="185323" y="885364"/>
                    </a:lnTo>
                    <a:lnTo>
                      <a:pt x="187227" y="875209"/>
                    </a:lnTo>
                    <a:lnTo>
                      <a:pt x="188497" y="870132"/>
                    </a:lnTo>
                    <a:lnTo>
                      <a:pt x="191670" y="866324"/>
                    </a:lnTo>
                    <a:lnTo>
                      <a:pt x="198651" y="860612"/>
                    </a:lnTo>
                    <a:lnTo>
                      <a:pt x="202460" y="852996"/>
                    </a:lnTo>
                    <a:lnTo>
                      <a:pt x="212614" y="844110"/>
                    </a:lnTo>
                    <a:lnTo>
                      <a:pt x="213249" y="841572"/>
                    </a:lnTo>
                    <a:lnTo>
                      <a:pt x="215153" y="836494"/>
                    </a:lnTo>
                    <a:lnTo>
                      <a:pt x="219596" y="828878"/>
                    </a:lnTo>
                    <a:lnTo>
                      <a:pt x="220865" y="827609"/>
                    </a:lnTo>
                    <a:lnTo>
                      <a:pt x="227212" y="822532"/>
                    </a:lnTo>
                    <a:lnTo>
                      <a:pt x="230385" y="819358"/>
                    </a:lnTo>
                    <a:lnTo>
                      <a:pt x="232289" y="814916"/>
                    </a:lnTo>
                    <a:lnTo>
                      <a:pt x="232924" y="809838"/>
                    </a:lnTo>
                    <a:lnTo>
                      <a:pt x="232289" y="804761"/>
                    </a:lnTo>
                    <a:lnTo>
                      <a:pt x="227846" y="792067"/>
                    </a:lnTo>
                    <a:lnTo>
                      <a:pt x="225942" y="781913"/>
                    </a:lnTo>
                    <a:lnTo>
                      <a:pt x="224038" y="776835"/>
                    </a:lnTo>
                    <a:lnTo>
                      <a:pt x="222134" y="773662"/>
                    </a:lnTo>
                    <a:lnTo>
                      <a:pt x="219596" y="771123"/>
                    </a:lnTo>
                    <a:lnTo>
                      <a:pt x="212614" y="768585"/>
                    </a:lnTo>
                    <a:lnTo>
                      <a:pt x="203094" y="760969"/>
                    </a:lnTo>
                    <a:lnTo>
                      <a:pt x="199921" y="756526"/>
                    </a:lnTo>
                    <a:lnTo>
                      <a:pt x="198651" y="754622"/>
                    </a:lnTo>
                    <a:lnTo>
                      <a:pt x="185958" y="750179"/>
                    </a:lnTo>
                    <a:lnTo>
                      <a:pt x="184689" y="747006"/>
                    </a:lnTo>
                    <a:lnTo>
                      <a:pt x="184054" y="743198"/>
                    </a:lnTo>
                    <a:lnTo>
                      <a:pt x="175169" y="731139"/>
                    </a:lnTo>
                    <a:lnTo>
                      <a:pt x="171995" y="717176"/>
                    </a:lnTo>
                    <a:lnTo>
                      <a:pt x="171361" y="709560"/>
                    </a:lnTo>
                    <a:lnTo>
                      <a:pt x="171361" y="708291"/>
                    </a:lnTo>
                    <a:lnTo>
                      <a:pt x="168822" y="696867"/>
                    </a:lnTo>
                    <a:lnTo>
                      <a:pt x="161206" y="684174"/>
                    </a:lnTo>
                    <a:lnTo>
                      <a:pt x="160571" y="681635"/>
                    </a:lnTo>
                    <a:lnTo>
                      <a:pt x="166918" y="677192"/>
                    </a:lnTo>
                    <a:lnTo>
                      <a:pt x="169457" y="674019"/>
                    </a:lnTo>
                    <a:lnTo>
                      <a:pt x="171995" y="669576"/>
                    </a:lnTo>
                    <a:lnTo>
                      <a:pt x="172630" y="664499"/>
                    </a:lnTo>
                    <a:lnTo>
                      <a:pt x="169457" y="657518"/>
                    </a:lnTo>
                    <a:lnTo>
                      <a:pt x="169457" y="645459"/>
                    </a:lnTo>
                    <a:lnTo>
                      <a:pt x="167553" y="640382"/>
                    </a:lnTo>
                    <a:lnTo>
                      <a:pt x="163110" y="630227"/>
                    </a:lnTo>
                    <a:lnTo>
                      <a:pt x="156129" y="618803"/>
                    </a:lnTo>
                    <a:lnTo>
                      <a:pt x="155494" y="614995"/>
                    </a:lnTo>
                    <a:lnTo>
                      <a:pt x="156763" y="610552"/>
                    </a:lnTo>
                    <a:lnTo>
                      <a:pt x="160571" y="603571"/>
                    </a:lnTo>
                    <a:lnTo>
                      <a:pt x="161206" y="596589"/>
                    </a:lnTo>
                    <a:lnTo>
                      <a:pt x="166918" y="559144"/>
                    </a:lnTo>
                    <a:lnTo>
                      <a:pt x="172630" y="521698"/>
                    </a:lnTo>
                    <a:lnTo>
                      <a:pt x="178342" y="484253"/>
                    </a:lnTo>
                    <a:lnTo>
                      <a:pt x="184054" y="446807"/>
                    </a:lnTo>
                    <a:lnTo>
                      <a:pt x="189766" y="409362"/>
                    </a:lnTo>
                    <a:lnTo>
                      <a:pt x="195478" y="371916"/>
                    </a:lnTo>
                    <a:lnTo>
                      <a:pt x="201190" y="334471"/>
                    </a:lnTo>
                    <a:lnTo>
                      <a:pt x="206902" y="297025"/>
                    </a:lnTo>
                    <a:lnTo>
                      <a:pt x="212614" y="259580"/>
                    </a:lnTo>
                    <a:lnTo>
                      <a:pt x="218326" y="222134"/>
                    </a:lnTo>
                    <a:lnTo>
                      <a:pt x="224038" y="184689"/>
                    </a:lnTo>
                    <a:lnTo>
                      <a:pt x="229750" y="147878"/>
                    </a:lnTo>
                    <a:lnTo>
                      <a:pt x="235462" y="111067"/>
                    </a:lnTo>
                    <a:lnTo>
                      <a:pt x="241174" y="73622"/>
                    </a:lnTo>
                    <a:lnTo>
                      <a:pt x="246886" y="36811"/>
                    </a:lnTo>
                    <a:lnTo>
                      <a:pt x="252599" y="0"/>
                    </a:lnTo>
                    <a:lnTo>
                      <a:pt x="269734" y="2539"/>
                    </a:lnTo>
                    <a:lnTo>
                      <a:pt x="307815" y="8251"/>
                    </a:lnTo>
                    <a:lnTo>
                      <a:pt x="345895" y="13963"/>
                    </a:lnTo>
                    <a:lnTo>
                      <a:pt x="383975" y="19675"/>
                    </a:lnTo>
                    <a:lnTo>
                      <a:pt x="422055" y="25387"/>
                    </a:lnTo>
                    <a:lnTo>
                      <a:pt x="423959" y="25387"/>
                    </a:lnTo>
                    <a:lnTo>
                      <a:pt x="424594" y="48235"/>
                    </a:lnTo>
                    <a:lnTo>
                      <a:pt x="420786" y="75526"/>
                    </a:lnTo>
                    <a:lnTo>
                      <a:pt x="416978" y="102816"/>
                    </a:lnTo>
                    <a:lnTo>
                      <a:pt x="413170" y="130742"/>
                    </a:lnTo>
                    <a:lnTo>
                      <a:pt x="409362" y="158033"/>
                    </a:lnTo>
                    <a:lnTo>
                      <a:pt x="405554" y="185958"/>
                    </a:lnTo>
                    <a:lnTo>
                      <a:pt x="401746" y="213249"/>
                    </a:lnTo>
                    <a:lnTo>
                      <a:pt x="397938" y="241174"/>
                    </a:lnTo>
                    <a:lnTo>
                      <a:pt x="396034" y="252598"/>
                    </a:lnTo>
                    <a:lnTo>
                      <a:pt x="396668" y="253868"/>
                    </a:lnTo>
                    <a:lnTo>
                      <a:pt x="397938" y="256406"/>
                    </a:lnTo>
                    <a:lnTo>
                      <a:pt x="401111" y="260214"/>
                    </a:lnTo>
                    <a:lnTo>
                      <a:pt x="405554" y="267196"/>
                    </a:lnTo>
                    <a:lnTo>
                      <a:pt x="407458" y="271004"/>
                    </a:lnTo>
                    <a:lnTo>
                      <a:pt x="411266" y="276716"/>
                    </a:lnTo>
                    <a:lnTo>
                      <a:pt x="411900" y="279255"/>
                    </a:lnTo>
                    <a:lnTo>
                      <a:pt x="412535" y="280524"/>
                    </a:lnTo>
                    <a:lnTo>
                      <a:pt x="413170" y="281793"/>
                    </a:lnTo>
                    <a:lnTo>
                      <a:pt x="415074" y="283697"/>
                    </a:lnTo>
                    <a:lnTo>
                      <a:pt x="416978" y="285601"/>
                    </a:lnTo>
                    <a:lnTo>
                      <a:pt x="418247" y="288140"/>
                    </a:lnTo>
                    <a:lnTo>
                      <a:pt x="419517" y="290044"/>
                    </a:lnTo>
                    <a:lnTo>
                      <a:pt x="423324" y="293217"/>
                    </a:lnTo>
                    <a:lnTo>
                      <a:pt x="424594" y="294487"/>
                    </a:lnTo>
                    <a:lnTo>
                      <a:pt x="425228" y="296391"/>
                    </a:lnTo>
                    <a:lnTo>
                      <a:pt x="425863" y="297660"/>
                    </a:lnTo>
                    <a:lnTo>
                      <a:pt x="427767" y="309719"/>
                    </a:lnTo>
                    <a:lnTo>
                      <a:pt x="428402" y="310988"/>
                    </a:lnTo>
                    <a:lnTo>
                      <a:pt x="429671" y="312257"/>
                    </a:lnTo>
                    <a:lnTo>
                      <a:pt x="434114" y="315431"/>
                    </a:lnTo>
                    <a:lnTo>
                      <a:pt x="435383" y="316700"/>
                    </a:lnTo>
                    <a:lnTo>
                      <a:pt x="436018" y="319239"/>
                    </a:lnTo>
                    <a:lnTo>
                      <a:pt x="436018" y="321143"/>
                    </a:lnTo>
                    <a:lnTo>
                      <a:pt x="436653" y="323047"/>
                    </a:lnTo>
                    <a:lnTo>
                      <a:pt x="437287" y="324316"/>
                    </a:lnTo>
                    <a:lnTo>
                      <a:pt x="441730" y="328124"/>
                    </a:lnTo>
                    <a:lnTo>
                      <a:pt x="442999" y="329393"/>
                    </a:lnTo>
                    <a:lnTo>
                      <a:pt x="443634" y="331932"/>
                    </a:lnTo>
                    <a:lnTo>
                      <a:pt x="444268" y="333836"/>
                    </a:lnTo>
                    <a:lnTo>
                      <a:pt x="444268" y="335740"/>
                    </a:lnTo>
                    <a:lnTo>
                      <a:pt x="442999" y="341452"/>
                    </a:lnTo>
                    <a:lnTo>
                      <a:pt x="443634" y="343356"/>
                    </a:lnTo>
                    <a:lnTo>
                      <a:pt x="447442" y="350972"/>
                    </a:lnTo>
                    <a:lnTo>
                      <a:pt x="448077" y="353511"/>
                    </a:lnTo>
                    <a:lnTo>
                      <a:pt x="448077" y="355415"/>
                    </a:lnTo>
                    <a:lnTo>
                      <a:pt x="447442" y="356684"/>
                    </a:lnTo>
                    <a:lnTo>
                      <a:pt x="446173" y="359223"/>
                    </a:lnTo>
                    <a:lnTo>
                      <a:pt x="445538" y="359858"/>
                    </a:lnTo>
                    <a:lnTo>
                      <a:pt x="444903" y="360492"/>
                    </a:lnTo>
                    <a:lnTo>
                      <a:pt x="444268" y="361127"/>
                    </a:lnTo>
                    <a:lnTo>
                      <a:pt x="439826" y="363031"/>
                    </a:lnTo>
                    <a:lnTo>
                      <a:pt x="438557" y="363666"/>
                    </a:lnTo>
                    <a:lnTo>
                      <a:pt x="437922" y="364300"/>
                    </a:lnTo>
                    <a:lnTo>
                      <a:pt x="437922" y="365570"/>
                    </a:lnTo>
                    <a:lnTo>
                      <a:pt x="438557" y="366839"/>
                    </a:lnTo>
                    <a:lnTo>
                      <a:pt x="442999" y="370647"/>
                    </a:lnTo>
                    <a:lnTo>
                      <a:pt x="444268" y="372551"/>
                    </a:lnTo>
                    <a:lnTo>
                      <a:pt x="445538" y="375090"/>
                    </a:lnTo>
                    <a:lnTo>
                      <a:pt x="445538" y="380167"/>
                    </a:lnTo>
                    <a:lnTo>
                      <a:pt x="445538" y="380167"/>
                    </a:lnTo>
                    <a:lnTo>
                      <a:pt x="446807" y="381436"/>
                    </a:lnTo>
                    <a:lnTo>
                      <a:pt x="449346" y="383340"/>
                    </a:lnTo>
                    <a:lnTo>
                      <a:pt x="450615" y="384610"/>
                    </a:lnTo>
                    <a:lnTo>
                      <a:pt x="451250" y="386514"/>
                    </a:lnTo>
                    <a:lnTo>
                      <a:pt x="450615" y="387783"/>
                    </a:lnTo>
                    <a:lnTo>
                      <a:pt x="449981" y="388418"/>
                    </a:lnTo>
                    <a:lnTo>
                      <a:pt x="448711" y="389052"/>
                    </a:lnTo>
                    <a:lnTo>
                      <a:pt x="447442" y="389687"/>
                    </a:lnTo>
                    <a:lnTo>
                      <a:pt x="446173" y="389687"/>
                    </a:lnTo>
                    <a:lnTo>
                      <a:pt x="438557" y="389052"/>
                    </a:lnTo>
                    <a:lnTo>
                      <a:pt x="437287" y="389052"/>
                    </a:lnTo>
                    <a:lnTo>
                      <a:pt x="436653" y="389687"/>
                    </a:lnTo>
                    <a:lnTo>
                      <a:pt x="436018" y="390322"/>
                    </a:lnTo>
                    <a:lnTo>
                      <a:pt x="435383" y="390956"/>
                    </a:lnTo>
                    <a:lnTo>
                      <a:pt x="434748" y="392226"/>
                    </a:lnTo>
                    <a:lnTo>
                      <a:pt x="434748" y="393495"/>
                    </a:lnTo>
                    <a:lnTo>
                      <a:pt x="436018" y="394764"/>
                    </a:lnTo>
                    <a:lnTo>
                      <a:pt x="438557" y="396668"/>
                    </a:lnTo>
                    <a:lnTo>
                      <a:pt x="444903" y="399842"/>
                    </a:lnTo>
                    <a:lnTo>
                      <a:pt x="456962" y="409996"/>
                    </a:lnTo>
                    <a:lnTo>
                      <a:pt x="458231" y="411266"/>
                    </a:lnTo>
                    <a:lnTo>
                      <a:pt x="463309" y="418247"/>
                    </a:lnTo>
                    <a:lnTo>
                      <a:pt x="465847" y="422690"/>
                    </a:lnTo>
                    <a:lnTo>
                      <a:pt x="467117" y="426498"/>
                    </a:lnTo>
                    <a:lnTo>
                      <a:pt x="468386" y="429671"/>
                    </a:lnTo>
                    <a:lnTo>
                      <a:pt x="469021" y="430941"/>
                    </a:lnTo>
                    <a:lnTo>
                      <a:pt x="470290" y="432210"/>
                    </a:lnTo>
                    <a:lnTo>
                      <a:pt x="472829" y="433479"/>
                    </a:lnTo>
                    <a:lnTo>
                      <a:pt x="481714" y="436018"/>
                    </a:lnTo>
                    <a:lnTo>
                      <a:pt x="496946" y="444269"/>
                    </a:lnTo>
                    <a:lnTo>
                      <a:pt x="498215" y="445538"/>
                    </a:lnTo>
                    <a:lnTo>
                      <a:pt x="499485" y="446807"/>
                    </a:lnTo>
                    <a:lnTo>
                      <a:pt x="500754" y="449981"/>
                    </a:lnTo>
                    <a:lnTo>
                      <a:pt x="502024" y="453789"/>
                    </a:lnTo>
                    <a:lnTo>
                      <a:pt x="502658" y="455058"/>
                    </a:lnTo>
                    <a:lnTo>
                      <a:pt x="503293" y="456327"/>
                    </a:lnTo>
                    <a:lnTo>
                      <a:pt x="503928" y="457597"/>
                    </a:lnTo>
                    <a:lnTo>
                      <a:pt x="504562" y="458866"/>
                    </a:lnTo>
                    <a:lnTo>
                      <a:pt x="504562" y="461405"/>
                    </a:lnTo>
                    <a:lnTo>
                      <a:pt x="505197" y="462674"/>
                    </a:lnTo>
                    <a:lnTo>
                      <a:pt x="505831" y="463943"/>
                    </a:lnTo>
                    <a:lnTo>
                      <a:pt x="507735" y="465213"/>
                    </a:lnTo>
                    <a:lnTo>
                      <a:pt x="509005" y="466482"/>
                    </a:lnTo>
                    <a:lnTo>
                      <a:pt x="509640" y="467751"/>
                    </a:lnTo>
                    <a:lnTo>
                      <a:pt x="510909" y="470290"/>
                    </a:lnTo>
                    <a:lnTo>
                      <a:pt x="512178" y="472194"/>
                    </a:lnTo>
                    <a:lnTo>
                      <a:pt x="516621" y="476002"/>
                    </a:lnTo>
                    <a:lnTo>
                      <a:pt x="518525" y="477906"/>
                    </a:lnTo>
                    <a:lnTo>
                      <a:pt x="522333" y="484887"/>
                    </a:lnTo>
                    <a:lnTo>
                      <a:pt x="524237" y="490599"/>
                    </a:lnTo>
                    <a:lnTo>
                      <a:pt x="537565" y="509005"/>
                    </a:lnTo>
                    <a:lnTo>
                      <a:pt x="537565" y="510274"/>
                    </a:lnTo>
                    <a:lnTo>
                      <a:pt x="538200" y="514717"/>
                    </a:lnTo>
                    <a:lnTo>
                      <a:pt x="538200" y="515352"/>
                    </a:lnTo>
                    <a:lnTo>
                      <a:pt x="538200" y="515986"/>
                    </a:lnTo>
                    <a:lnTo>
                      <a:pt x="538834" y="517256"/>
                    </a:lnTo>
                    <a:lnTo>
                      <a:pt x="540104" y="518525"/>
                    </a:lnTo>
                    <a:lnTo>
                      <a:pt x="542642" y="519794"/>
                    </a:lnTo>
                    <a:lnTo>
                      <a:pt x="545816" y="521064"/>
                    </a:lnTo>
                    <a:lnTo>
                      <a:pt x="547085" y="521698"/>
                    </a:lnTo>
                    <a:lnTo>
                      <a:pt x="547720" y="522968"/>
                    </a:lnTo>
                    <a:lnTo>
                      <a:pt x="551528" y="529949"/>
                    </a:lnTo>
                    <a:lnTo>
                      <a:pt x="552797" y="531218"/>
                    </a:lnTo>
                    <a:lnTo>
                      <a:pt x="554067" y="532488"/>
                    </a:lnTo>
                    <a:lnTo>
                      <a:pt x="557874" y="535661"/>
                    </a:lnTo>
                    <a:lnTo>
                      <a:pt x="558509" y="536930"/>
                    </a:lnTo>
                    <a:lnTo>
                      <a:pt x="558509" y="538200"/>
                    </a:lnTo>
                    <a:lnTo>
                      <a:pt x="557874" y="539469"/>
                    </a:lnTo>
                    <a:lnTo>
                      <a:pt x="557240" y="540738"/>
                    </a:lnTo>
                    <a:lnTo>
                      <a:pt x="556605" y="542008"/>
                    </a:lnTo>
                    <a:lnTo>
                      <a:pt x="555971" y="543277"/>
                    </a:lnTo>
                    <a:lnTo>
                      <a:pt x="555971" y="547085"/>
                    </a:lnTo>
                    <a:lnTo>
                      <a:pt x="555971" y="549624"/>
                    </a:lnTo>
                    <a:lnTo>
                      <a:pt x="556605" y="552162"/>
                    </a:lnTo>
                    <a:lnTo>
                      <a:pt x="557874" y="555970"/>
                    </a:lnTo>
                    <a:lnTo>
                      <a:pt x="558509" y="557240"/>
                    </a:lnTo>
                    <a:lnTo>
                      <a:pt x="559778" y="558509"/>
                    </a:lnTo>
                    <a:lnTo>
                      <a:pt x="564856" y="562317"/>
                    </a:lnTo>
                    <a:lnTo>
                      <a:pt x="566760" y="564221"/>
                    </a:lnTo>
                    <a:lnTo>
                      <a:pt x="569298" y="567395"/>
                    </a:lnTo>
                    <a:lnTo>
                      <a:pt x="571202" y="569299"/>
                    </a:lnTo>
                    <a:lnTo>
                      <a:pt x="573741" y="570568"/>
                    </a:lnTo>
                    <a:lnTo>
                      <a:pt x="578818" y="572472"/>
                    </a:lnTo>
                    <a:lnTo>
                      <a:pt x="580088" y="573107"/>
                    </a:lnTo>
                    <a:lnTo>
                      <a:pt x="580722" y="574376"/>
                    </a:lnTo>
                    <a:lnTo>
                      <a:pt x="581357" y="576280"/>
                    </a:lnTo>
                    <a:lnTo>
                      <a:pt x="581357" y="578184"/>
                    </a:lnTo>
                    <a:lnTo>
                      <a:pt x="581357" y="579453"/>
                    </a:lnTo>
                    <a:lnTo>
                      <a:pt x="579453" y="585165"/>
                    </a:lnTo>
                    <a:lnTo>
                      <a:pt x="579453" y="586435"/>
                    </a:lnTo>
                    <a:lnTo>
                      <a:pt x="580088" y="587704"/>
                    </a:lnTo>
                    <a:lnTo>
                      <a:pt x="580722" y="588973"/>
                    </a:lnTo>
                    <a:lnTo>
                      <a:pt x="582627" y="589608"/>
                    </a:lnTo>
                    <a:lnTo>
                      <a:pt x="583896" y="589608"/>
                    </a:lnTo>
                    <a:lnTo>
                      <a:pt x="585165" y="588973"/>
                    </a:lnTo>
                    <a:lnTo>
                      <a:pt x="589608" y="585165"/>
                    </a:lnTo>
                    <a:lnTo>
                      <a:pt x="592781" y="583261"/>
                    </a:lnTo>
                    <a:lnTo>
                      <a:pt x="594051" y="582627"/>
                    </a:lnTo>
                    <a:lnTo>
                      <a:pt x="595320" y="582627"/>
                    </a:lnTo>
                    <a:lnTo>
                      <a:pt x="596589" y="582627"/>
                    </a:lnTo>
                    <a:lnTo>
                      <a:pt x="597859" y="583261"/>
                    </a:lnTo>
                    <a:lnTo>
                      <a:pt x="599128" y="583896"/>
                    </a:lnTo>
                    <a:lnTo>
                      <a:pt x="602936" y="587704"/>
                    </a:lnTo>
                    <a:lnTo>
                      <a:pt x="603571" y="588973"/>
                    </a:lnTo>
                    <a:lnTo>
                      <a:pt x="604840" y="591512"/>
                    </a:lnTo>
                    <a:lnTo>
                      <a:pt x="604840" y="593416"/>
                    </a:lnTo>
                    <a:lnTo>
                      <a:pt x="604205" y="594685"/>
                    </a:lnTo>
                    <a:lnTo>
                      <a:pt x="601667" y="597224"/>
                    </a:lnTo>
                    <a:lnTo>
                      <a:pt x="601032" y="598493"/>
                    </a:lnTo>
                    <a:lnTo>
                      <a:pt x="600397" y="599763"/>
                    </a:lnTo>
                    <a:lnTo>
                      <a:pt x="600397" y="601032"/>
                    </a:lnTo>
                    <a:lnTo>
                      <a:pt x="600397" y="602301"/>
                    </a:lnTo>
                    <a:lnTo>
                      <a:pt x="601667" y="604205"/>
                    </a:lnTo>
                    <a:lnTo>
                      <a:pt x="603571" y="606109"/>
                    </a:lnTo>
                    <a:lnTo>
                      <a:pt x="607379" y="609283"/>
                    </a:lnTo>
                    <a:lnTo>
                      <a:pt x="609917" y="610552"/>
                    </a:lnTo>
                    <a:lnTo>
                      <a:pt x="612456" y="611187"/>
                    </a:lnTo>
                    <a:lnTo>
                      <a:pt x="615629" y="611187"/>
                    </a:lnTo>
                    <a:lnTo>
                      <a:pt x="618168" y="610552"/>
                    </a:lnTo>
                    <a:lnTo>
                      <a:pt x="622611" y="609917"/>
                    </a:lnTo>
                    <a:lnTo>
                      <a:pt x="623880" y="609917"/>
                    </a:lnTo>
                    <a:lnTo>
                      <a:pt x="625149" y="610552"/>
                    </a:lnTo>
                    <a:lnTo>
                      <a:pt x="627688" y="611821"/>
                    </a:lnTo>
                    <a:lnTo>
                      <a:pt x="628957" y="612456"/>
                    </a:lnTo>
                    <a:lnTo>
                      <a:pt x="630227" y="612456"/>
                    </a:lnTo>
                    <a:lnTo>
                      <a:pt x="631496" y="612456"/>
                    </a:lnTo>
                    <a:lnTo>
                      <a:pt x="634035" y="611821"/>
                    </a:lnTo>
                    <a:lnTo>
                      <a:pt x="637208" y="609917"/>
                    </a:lnTo>
                    <a:lnTo>
                      <a:pt x="638478" y="609917"/>
                    </a:lnTo>
                    <a:lnTo>
                      <a:pt x="651171" y="608648"/>
                    </a:lnTo>
                    <a:lnTo>
                      <a:pt x="652440" y="608648"/>
                    </a:lnTo>
                    <a:lnTo>
                      <a:pt x="653709" y="609283"/>
                    </a:lnTo>
                    <a:lnTo>
                      <a:pt x="654979" y="609917"/>
                    </a:lnTo>
                    <a:lnTo>
                      <a:pt x="655614" y="611187"/>
                    </a:lnTo>
                    <a:lnTo>
                      <a:pt x="656248" y="613091"/>
                    </a:lnTo>
                    <a:lnTo>
                      <a:pt x="656248" y="614360"/>
                    </a:lnTo>
                    <a:lnTo>
                      <a:pt x="656248" y="615629"/>
                    </a:lnTo>
                    <a:lnTo>
                      <a:pt x="655614" y="620072"/>
                    </a:lnTo>
                    <a:lnTo>
                      <a:pt x="654979" y="622611"/>
                    </a:lnTo>
                    <a:lnTo>
                      <a:pt x="653709" y="625149"/>
                    </a:lnTo>
                    <a:lnTo>
                      <a:pt x="653075" y="626419"/>
                    </a:lnTo>
                    <a:lnTo>
                      <a:pt x="652440" y="627688"/>
                    </a:lnTo>
                    <a:lnTo>
                      <a:pt x="652440" y="628957"/>
                    </a:lnTo>
                    <a:lnTo>
                      <a:pt x="652440" y="630227"/>
                    </a:lnTo>
                    <a:lnTo>
                      <a:pt x="652440" y="631496"/>
                    </a:lnTo>
                    <a:lnTo>
                      <a:pt x="651805" y="632765"/>
                    </a:lnTo>
                    <a:lnTo>
                      <a:pt x="651171" y="634035"/>
                    </a:lnTo>
                    <a:lnTo>
                      <a:pt x="649267" y="635939"/>
                    </a:lnTo>
                    <a:lnTo>
                      <a:pt x="648632" y="637208"/>
                    </a:lnTo>
                    <a:lnTo>
                      <a:pt x="648632" y="638477"/>
                    </a:lnTo>
                    <a:lnTo>
                      <a:pt x="648632" y="639747"/>
                    </a:lnTo>
                    <a:lnTo>
                      <a:pt x="649267" y="641016"/>
                    </a:lnTo>
                    <a:lnTo>
                      <a:pt x="649267" y="642286"/>
                    </a:lnTo>
                    <a:lnTo>
                      <a:pt x="649267" y="643555"/>
                    </a:lnTo>
                    <a:lnTo>
                      <a:pt x="648632" y="644824"/>
                    </a:lnTo>
                    <a:lnTo>
                      <a:pt x="647998" y="645459"/>
                    </a:lnTo>
                    <a:lnTo>
                      <a:pt x="647363" y="646093"/>
                    </a:lnTo>
                    <a:lnTo>
                      <a:pt x="646094" y="646728"/>
                    </a:lnTo>
                    <a:lnTo>
                      <a:pt x="644824" y="647363"/>
                    </a:lnTo>
                    <a:lnTo>
                      <a:pt x="639747" y="648632"/>
                    </a:lnTo>
                    <a:lnTo>
                      <a:pt x="638478" y="649267"/>
                    </a:lnTo>
                    <a:lnTo>
                      <a:pt x="637843" y="649902"/>
                    </a:lnTo>
                    <a:lnTo>
                      <a:pt x="637208" y="651171"/>
                    </a:lnTo>
                    <a:lnTo>
                      <a:pt x="637208" y="651171"/>
                    </a:lnTo>
                    <a:lnTo>
                      <a:pt x="637208" y="651806"/>
                    </a:lnTo>
                    <a:lnTo>
                      <a:pt x="637843" y="653075"/>
                    </a:lnTo>
                    <a:lnTo>
                      <a:pt x="640381" y="656248"/>
                    </a:lnTo>
                    <a:lnTo>
                      <a:pt x="641016" y="657518"/>
                    </a:lnTo>
                    <a:lnTo>
                      <a:pt x="641651" y="658787"/>
                    </a:lnTo>
                    <a:lnTo>
                      <a:pt x="641651" y="660056"/>
                    </a:lnTo>
                    <a:lnTo>
                      <a:pt x="641651" y="661326"/>
                    </a:lnTo>
                    <a:lnTo>
                      <a:pt x="641016" y="662595"/>
                    </a:lnTo>
                    <a:lnTo>
                      <a:pt x="640381" y="663864"/>
                    </a:lnTo>
                    <a:lnTo>
                      <a:pt x="639747" y="665134"/>
                    </a:lnTo>
                    <a:lnTo>
                      <a:pt x="634669" y="672750"/>
                    </a:lnTo>
                    <a:lnTo>
                      <a:pt x="633400" y="675288"/>
                    </a:lnTo>
                    <a:lnTo>
                      <a:pt x="632765" y="677827"/>
                    </a:lnTo>
                    <a:lnTo>
                      <a:pt x="632131" y="681000"/>
                    </a:lnTo>
                    <a:lnTo>
                      <a:pt x="632131" y="684174"/>
                    </a:lnTo>
                    <a:lnTo>
                      <a:pt x="632131" y="685443"/>
                    </a:lnTo>
                    <a:lnTo>
                      <a:pt x="631496" y="686712"/>
                    </a:lnTo>
                    <a:lnTo>
                      <a:pt x="630861" y="687347"/>
                    </a:lnTo>
                    <a:lnTo>
                      <a:pt x="626419" y="691790"/>
                    </a:lnTo>
                    <a:lnTo>
                      <a:pt x="625784" y="693059"/>
                    </a:lnTo>
                    <a:lnTo>
                      <a:pt x="625149" y="694328"/>
                    </a:lnTo>
                    <a:lnTo>
                      <a:pt x="624515" y="696867"/>
                    </a:lnTo>
                    <a:lnTo>
                      <a:pt x="623880" y="698136"/>
                    </a:lnTo>
                    <a:lnTo>
                      <a:pt x="623245" y="699406"/>
                    </a:lnTo>
                    <a:lnTo>
                      <a:pt x="621341" y="701310"/>
                    </a:lnTo>
                    <a:lnTo>
                      <a:pt x="620707" y="701944"/>
                    </a:lnTo>
                    <a:lnTo>
                      <a:pt x="620072" y="703214"/>
                    </a:lnTo>
                    <a:lnTo>
                      <a:pt x="620072" y="704483"/>
                    </a:lnTo>
                    <a:lnTo>
                      <a:pt x="620707" y="705752"/>
                    </a:lnTo>
                    <a:lnTo>
                      <a:pt x="621341" y="707656"/>
                    </a:lnTo>
                    <a:lnTo>
                      <a:pt x="621976" y="710195"/>
                    </a:lnTo>
                    <a:lnTo>
                      <a:pt x="621976" y="711464"/>
                    </a:lnTo>
                    <a:lnTo>
                      <a:pt x="621976" y="712734"/>
                    </a:lnTo>
                    <a:lnTo>
                      <a:pt x="621976" y="717176"/>
                    </a:lnTo>
                    <a:lnTo>
                      <a:pt x="621976" y="719715"/>
                    </a:lnTo>
                    <a:lnTo>
                      <a:pt x="621976" y="720985"/>
                    </a:lnTo>
                    <a:lnTo>
                      <a:pt x="621341" y="722254"/>
                    </a:lnTo>
                    <a:lnTo>
                      <a:pt x="620707" y="722889"/>
                    </a:lnTo>
                    <a:lnTo>
                      <a:pt x="620072" y="723523"/>
                    </a:lnTo>
                    <a:lnTo>
                      <a:pt x="618803" y="724158"/>
                    </a:lnTo>
                    <a:lnTo>
                      <a:pt x="617534" y="724158"/>
                    </a:lnTo>
                    <a:lnTo>
                      <a:pt x="611187" y="724158"/>
                    </a:lnTo>
                    <a:lnTo>
                      <a:pt x="609917" y="724793"/>
                    </a:lnTo>
                    <a:lnTo>
                      <a:pt x="609283" y="725427"/>
                    </a:lnTo>
                    <a:lnTo>
                      <a:pt x="608648" y="726062"/>
                    </a:lnTo>
                    <a:lnTo>
                      <a:pt x="608013" y="726696"/>
                    </a:lnTo>
                    <a:lnTo>
                      <a:pt x="607379" y="727966"/>
                    </a:lnTo>
                    <a:lnTo>
                      <a:pt x="607379" y="729235"/>
                    </a:lnTo>
                    <a:lnTo>
                      <a:pt x="608013" y="730505"/>
                    </a:lnTo>
                    <a:lnTo>
                      <a:pt x="614360" y="738755"/>
                    </a:lnTo>
                    <a:lnTo>
                      <a:pt x="614995" y="740025"/>
                    </a:lnTo>
                    <a:lnTo>
                      <a:pt x="615629" y="741294"/>
                    </a:lnTo>
                    <a:lnTo>
                      <a:pt x="615629" y="742563"/>
                    </a:lnTo>
                    <a:lnTo>
                      <a:pt x="614995" y="743833"/>
                    </a:lnTo>
                    <a:lnTo>
                      <a:pt x="614360" y="745102"/>
                    </a:lnTo>
                    <a:lnTo>
                      <a:pt x="613725" y="746371"/>
                    </a:lnTo>
                    <a:lnTo>
                      <a:pt x="609283" y="750814"/>
                    </a:lnTo>
                    <a:lnTo>
                      <a:pt x="608648" y="752083"/>
                    </a:lnTo>
                    <a:lnTo>
                      <a:pt x="608013" y="753353"/>
                    </a:lnTo>
                    <a:lnTo>
                      <a:pt x="608013" y="754622"/>
                    </a:lnTo>
                    <a:lnTo>
                      <a:pt x="608648" y="756526"/>
                    </a:lnTo>
                    <a:lnTo>
                      <a:pt x="609917" y="759065"/>
                    </a:lnTo>
                    <a:lnTo>
                      <a:pt x="609917" y="760969"/>
                    </a:lnTo>
                    <a:lnTo>
                      <a:pt x="609283" y="762238"/>
                    </a:lnTo>
                    <a:lnTo>
                      <a:pt x="608648" y="763507"/>
                    </a:lnTo>
                    <a:lnTo>
                      <a:pt x="609283" y="764777"/>
                    </a:lnTo>
                    <a:lnTo>
                      <a:pt x="610552" y="766681"/>
                    </a:lnTo>
                    <a:lnTo>
                      <a:pt x="614360" y="769219"/>
                    </a:lnTo>
                    <a:lnTo>
                      <a:pt x="618803" y="771123"/>
                    </a:lnTo>
                    <a:lnTo>
                      <a:pt x="620072" y="771758"/>
                    </a:lnTo>
                    <a:lnTo>
                      <a:pt x="620707" y="773027"/>
                    </a:lnTo>
                    <a:lnTo>
                      <a:pt x="620707" y="774931"/>
                    </a:lnTo>
                    <a:lnTo>
                      <a:pt x="620072" y="776201"/>
                    </a:lnTo>
                    <a:lnTo>
                      <a:pt x="617534" y="779374"/>
                    </a:lnTo>
                    <a:lnTo>
                      <a:pt x="616899" y="780643"/>
                    </a:lnTo>
                    <a:lnTo>
                      <a:pt x="616264" y="781913"/>
                    </a:lnTo>
                    <a:lnTo>
                      <a:pt x="615629" y="783182"/>
                    </a:lnTo>
                    <a:lnTo>
                      <a:pt x="615629" y="784451"/>
                    </a:lnTo>
                    <a:lnTo>
                      <a:pt x="615629" y="785721"/>
                    </a:lnTo>
                    <a:lnTo>
                      <a:pt x="616264" y="786990"/>
                    </a:lnTo>
                    <a:lnTo>
                      <a:pt x="619437" y="793337"/>
                    </a:lnTo>
                    <a:lnTo>
                      <a:pt x="619437" y="795241"/>
                    </a:lnTo>
                    <a:lnTo>
                      <a:pt x="618803" y="796510"/>
                    </a:lnTo>
                    <a:lnTo>
                      <a:pt x="618168" y="797145"/>
                    </a:lnTo>
                    <a:lnTo>
                      <a:pt x="613091" y="800953"/>
                    </a:lnTo>
                    <a:lnTo>
                      <a:pt x="611821" y="801588"/>
                    </a:lnTo>
                    <a:lnTo>
                      <a:pt x="610552" y="802222"/>
                    </a:lnTo>
                    <a:lnTo>
                      <a:pt x="609283" y="802222"/>
                    </a:lnTo>
                    <a:lnTo>
                      <a:pt x="602936" y="801588"/>
                    </a:lnTo>
                    <a:lnTo>
                      <a:pt x="601667" y="801588"/>
                    </a:lnTo>
                    <a:lnTo>
                      <a:pt x="600397" y="802222"/>
                    </a:lnTo>
                    <a:lnTo>
                      <a:pt x="598493" y="803492"/>
                    </a:lnTo>
                    <a:lnTo>
                      <a:pt x="597859" y="804126"/>
                    </a:lnTo>
                    <a:lnTo>
                      <a:pt x="597224" y="804761"/>
                    </a:lnTo>
                    <a:lnTo>
                      <a:pt x="595955" y="806665"/>
                    </a:lnTo>
                    <a:lnTo>
                      <a:pt x="593416" y="809204"/>
                    </a:lnTo>
                    <a:lnTo>
                      <a:pt x="592147" y="811108"/>
                    </a:lnTo>
                    <a:lnTo>
                      <a:pt x="591512" y="812377"/>
                    </a:lnTo>
                    <a:lnTo>
                      <a:pt x="590877" y="813646"/>
                    </a:lnTo>
                    <a:lnTo>
                      <a:pt x="589608" y="814281"/>
                    </a:lnTo>
                    <a:lnTo>
                      <a:pt x="587704" y="815550"/>
                    </a:lnTo>
                    <a:lnTo>
                      <a:pt x="587069" y="816185"/>
                    </a:lnTo>
                    <a:lnTo>
                      <a:pt x="586435" y="817454"/>
                    </a:lnTo>
                    <a:lnTo>
                      <a:pt x="586435" y="819358"/>
                    </a:lnTo>
                    <a:lnTo>
                      <a:pt x="587704" y="821897"/>
                    </a:lnTo>
                    <a:lnTo>
                      <a:pt x="588338" y="825070"/>
                    </a:lnTo>
                    <a:lnTo>
                      <a:pt x="588338" y="826340"/>
                    </a:lnTo>
                    <a:lnTo>
                      <a:pt x="588973" y="827609"/>
                    </a:lnTo>
                    <a:lnTo>
                      <a:pt x="592781" y="832686"/>
                    </a:lnTo>
                    <a:lnTo>
                      <a:pt x="593416" y="834590"/>
                    </a:lnTo>
                    <a:lnTo>
                      <a:pt x="593416" y="836494"/>
                    </a:lnTo>
                    <a:lnTo>
                      <a:pt x="592781" y="839033"/>
                    </a:lnTo>
                    <a:lnTo>
                      <a:pt x="592781" y="840302"/>
                    </a:lnTo>
                    <a:lnTo>
                      <a:pt x="593416" y="842841"/>
                    </a:lnTo>
                    <a:lnTo>
                      <a:pt x="593416" y="844110"/>
                    </a:lnTo>
                    <a:lnTo>
                      <a:pt x="592781" y="845380"/>
                    </a:lnTo>
                    <a:lnTo>
                      <a:pt x="592147" y="846649"/>
                    </a:lnTo>
                    <a:lnTo>
                      <a:pt x="591512" y="847284"/>
                    </a:lnTo>
                    <a:lnTo>
                      <a:pt x="590877" y="847918"/>
                    </a:lnTo>
                    <a:lnTo>
                      <a:pt x="588338" y="849822"/>
                    </a:lnTo>
                    <a:lnTo>
                      <a:pt x="584531" y="852361"/>
                    </a:lnTo>
                    <a:lnTo>
                      <a:pt x="583896" y="852996"/>
                    </a:lnTo>
                    <a:lnTo>
                      <a:pt x="583261" y="854265"/>
                    </a:lnTo>
                    <a:lnTo>
                      <a:pt x="583261" y="855534"/>
                    </a:lnTo>
                    <a:lnTo>
                      <a:pt x="583896" y="858073"/>
                    </a:lnTo>
                    <a:lnTo>
                      <a:pt x="584531" y="859342"/>
                    </a:lnTo>
                    <a:lnTo>
                      <a:pt x="584531" y="860612"/>
                    </a:lnTo>
                    <a:lnTo>
                      <a:pt x="583896" y="861881"/>
                    </a:lnTo>
                    <a:lnTo>
                      <a:pt x="583261" y="863150"/>
                    </a:lnTo>
                    <a:lnTo>
                      <a:pt x="580722" y="865689"/>
                    </a:lnTo>
                    <a:lnTo>
                      <a:pt x="580722" y="866324"/>
                    </a:lnTo>
                    <a:lnTo>
                      <a:pt x="581357" y="866958"/>
                    </a:lnTo>
                    <a:lnTo>
                      <a:pt x="583896" y="867593"/>
                    </a:lnTo>
                    <a:lnTo>
                      <a:pt x="587704" y="868228"/>
                    </a:lnTo>
                    <a:lnTo>
                      <a:pt x="595955" y="870767"/>
                    </a:lnTo>
                    <a:lnTo>
                      <a:pt x="597859" y="871401"/>
                    </a:lnTo>
                    <a:lnTo>
                      <a:pt x="603571" y="876479"/>
                    </a:lnTo>
                    <a:lnTo>
                      <a:pt x="604205" y="877748"/>
                    </a:lnTo>
                    <a:lnTo>
                      <a:pt x="604205" y="879017"/>
                    </a:lnTo>
                    <a:lnTo>
                      <a:pt x="604205" y="880287"/>
                    </a:lnTo>
                    <a:lnTo>
                      <a:pt x="604840" y="881556"/>
                    </a:lnTo>
                    <a:lnTo>
                      <a:pt x="606744" y="882825"/>
                    </a:lnTo>
                    <a:lnTo>
                      <a:pt x="612456" y="886633"/>
                    </a:lnTo>
                    <a:lnTo>
                      <a:pt x="613091" y="888537"/>
                    </a:lnTo>
                    <a:lnTo>
                      <a:pt x="613725" y="889172"/>
                    </a:lnTo>
                    <a:lnTo>
                      <a:pt x="614995" y="890441"/>
                    </a:lnTo>
                    <a:lnTo>
                      <a:pt x="616899" y="891076"/>
                    </a:lnTo>
                    <a:lnTo>
                      <a:pt x="620707" y="891711"/>
                    </a:lnTo>
                    <a:lnTo>
                      <a:pt x="622611" y="891711"/>
                    </a:lnTo>
                    <a:lnTo>
                      <a:pt x="624515" y="891076"/>
                    </a:lnTo>
                    <a:lnTo>
                      <a:pt x="625784" y="890441"/>
                    </a:lnTo>
                    <a:lnTo>
                      <a:pt x="630227" y="889172"/>
                    </a:lnTo>
                    <a:lnTo>
                      <a:pt x="630861" y="888537"/>
                    </a:lnTo>
                    <a:lnTo>
                      <a:pt x="630861" y="888537"/>
                    </a:lnTo>
                    <a:lnTo>
                      <a:pt x="631496" y="887268"/>
                    </a:lnTo>
                    <a:lnTo>
                      <a:pt x="634035" y="882190"/>
                    </a:lnTo>
                    <a:lnTo>
                      <a:pt x="634669" y="880921"/>
                    </a:lnTo>
                    <a:lnTo>
                      <a:pt x="635304" y="880287"/>
                    </a:lnTo>
                    <a:lnTo>
                      <a:pt x="635939" y="879652"/>
                    </a:lnTo>
                    <a:lnTo>
                      <a:pt x="637208" y="879017"/>
                    </a:lnTo>
                    <a:lnTo>
                      <a:pt x="638478" y="878383"/>
                    </a:lnTo>
                    <a:lnTo>
                      <a:pt x="639747" y="878383"/>
                    </a:lnTo>
                    <a:lnTo>
                      <a:pt x="642920" y="879017"/>
                    </a:lnTo>
                    <a:lnTo>
                      <a:pt x="644189" y="879017"/>
                    </a:lnTo>
                    <a:lnTo>
                      <a:pt x="645459" y="878383"/>
                    </a:lnTo>
                    <a:lnTo>
                      <a:pt x="649902" y="876479"/>
                    </a:lnTo>
                    <a:lnTo>
                      <a:pt x="657518" y="874574"/>
                    </a:lnTo>
                    <a:lnTo>
                      <a:pt x="658787" y="873940"/>
                    </a:lnTo>
                    <a:lnTo>
                      <a:pt x="659422" y="873305"/>
                    </a:lnTo>
                    <a:lnTo>
                      <a:pt x="660056" y="872036"/>
                    </a:lnTo>
                    <a:lnTo>
                      <a:pt x="660691" y="870767"/>
                    </a:lnTo>
                    <a:lnTo>
                      <a:pt x="661325" y="869497"/>
                    </a:lnTo>
                    <a:lnTo>
                      <a:pt x="662595" y="868862"/>
                    </a:lnTo>
                    <a:lnTo>
                      <a:pt x="665768" y="867593"/>
                    </a:lnTo>
                    <a:lnTo>
                      <a:pt x="666403" y="866958"/>
                    </a:lnTo>
                    <a:lnTo>
                      <a:pt x="667038" y="865689"/>
                    </a:lnTo>
                    <a:lnTo>
                      <a:pt x="667672" y="864420"/>
                    </a:lnTo>
                    <a:lnTo>
                      <a:pt x="668307" y="863150"/>
                    </a:lnTo>
                    <a:lnTo>
                      <a:pt x="669576" y="860612"/>
                    </a:lnTo>
                    <a:lnTo>
                      <a:pt x="670211" y="859977"/>
                    </a:lnTo>
                    <a:lnTo>
                      <a:pt x="670846" y="859342"/>
                    </a:lnTo>
                    <a:lnTo>
                      <a:pt x="672115" y="858708"/>
                    </a:lnTo>
                    <a:lnTo>
                      <a:pt x="673384" y="858073"/>
                    </a:lnTo>
                    <a:lnTo>
                      <a:pt x="678462" y="857438"/>
                    </a:lnTo>
                    <a:lnTo>
                      <a:pt x="679096" y="856804"/>
                    </a:lnTo>
                    <a:lnTo>
                      <a:pt x="679731" y="856169"/>
                    </a:lnTo>
                    <a:lnTo>
                      <a:pt x="680366" y="855534"/>
                    </a:lnTo>
                    <a:lnTo>
                      <a:pt x="680366" y="854265"/>
                    </a:lnTo>
                    <a:lnTo>
                      <a:pt x="680366" y="852996"/>
                    </a:lnTo>
                    <a:lnTo>
                      <a:pt x="679731" y="851092"/>
                    </a:lnTo>
                    <a:lnTo>
                      <a:pt x="679731" y="849822"/>
                    </a:lnTo>
                    <a:lnTo>
                      <a:pt x="679731" y="848553"/>
                    </a:lnTo>
                    <a:lnTo>
                      <a:pt x="679731" y="847284"/>
                    </a:lnTo>
                    <a:lnTo>
                      <a:pt x="680366" y="846014"/>
                    </a:lnTo>
                    <a:lnTo>
                      <a:pt x="681000" y="845380"/>
                    </a:lnTo>
                    <a:lnTo>
                      <a:pt x="681635" y="844745"/>
                    </a:lnTo>
                    <a:lnTo>
                      <a:pt x="682904" y="844745"/>
                    </a:lnTo>
                    <a:lnTo>
                      <a:pt x="685443" y="846014"/>
                    </a:lnTo>
                    <a:lnTo>
                      <a:pt x="688616" y="847918"/>
                    </a:lnTo>
                    <a:lnTo>
                      <a:pt x="694328" y="852996"/>
                    </a:lnTo>
                    <a:lnTo>
                      <a:pt x="698771" y="857438"/>
                    </a:lnTo>
                    <a:lnTo>
                      <a:pt x="699406" y="858708"/>
                    </a:lnTo>
                    <a:lnTo>
                      <a:pt x="699406" y="859977"/>
                    </a:lnTo>
                    <a:lnTo>
                      <a:pt x="699406" y="862516"/>
                    </a:lnTo>
                    <a:lnTo>
                      <a:pt x="700675" y="863785"/>
                    </a:lnTo>
                    <a:lnTo>
                      <a:pt x="702579" y="865054"/>
                    </a:lnTo>
                    <a:lnTo>
                      <a:pt x="711465" y="869497"/>
                    </a:lnTo>
                    <a:lnTo>
                      <a:pt x="712734" y="870132"/>
                    </a:lnTo>
                    <a:lnTo>
                      <a:pt x="714003" y="871401"/>
                    </a:lnTo>
                    <a:lnTo>
                      <a:pt x="715272" y="873305"/>
                    </a:lnTo>
                    <a:lnTo>
                      <a:pt x="715907" y="874574"/>
                    </a:lnTo>
                    <a:lnTo>
                      <a:pt x="715907" y="875844"/>
                    </a:lnTo>
                    <a:lnTo>
                      <a:pt x="715272" y="877113"/>
                    </a:lnTo>
                    <a:lnTo>
                      <a:pt x="714638" y="878383"/>
                    </a:lnTo>
                    <a:lnTo>
                      <a:pt x="712734" y="880287"/>
                    </a:lnTo>
                    <a:lnTo>
                      <a:pt x="712099" y="881556"/>
                    </a:lnTo>
                    <a:lnTo>
                      <a:pt x="710830" y="884095"/>
                    </a:lnTo>
                    <a:lnTo>
                      <a:pt x="710195" y="887268"/>
                    </a:lnTo>
                    <a:lnTo>
                      <a:pt x="709561" y="888537"/>
                    </a:lnTo>
                    <a:lnTo>
                      <a:pt x="710195" y="889807"/>
                    </a:lnTo>
                    <a:lnTo>
                      <a:pt x="711465" y="891076"/>
                    </a:lnTo>
                    <a:lnTo>
                      <a:pt x="716542" y="894249"/>
                    </a:lnTo>
                    <a:lnTo>
                      <a:pt x="718446" y="896153"/>
                    </a:lnTo>
                    <a:lnTo>
                      <a:pt x="719081" y="898057"/>
                    </a:lnTo>
                    <a:lnTo>
                      <a:pt x="719081" y="898057"/>
                    </a:lnTo>
                    <a:lnTo>
                      <a:pt x="719081" y="899327"/>
                    </a:lnTo>
                    <a:lnTo>
                      <a:pt x="719081" y="903135"/>
                    </a:lnTo>
                    <a:lnTo>
                      <a:pt x="719081" y="904404"/>
                    </a:lnTo>
                    <a:lnTo>
                      <a:pt x="718446" y="905673"/>
                    </a:lnTo>
                    <a:lnTo>
                      <a:pt x="717176" y="908212"/>
                    </a:lnTo>
                    <a:lnTo>
                      <a:pt x="716542" y="909481"/>
                    </a:lnTo>
                    <a:lnTo>
                      <a:pt x="715907" y="910751"/>
                    </a:lnTo>
                    <a:lnTo>
                      <a:pt x="715907" y="912020"/>
                    </a:lnTo>
                    <a:lnTo>
                      <a:pt x="715907" y="913289"/>
                    </a:lnTo>
                    <a:lnTo>
                      <a:pt x="715907" y="914559"/>
                    </a:lnTo>
                    <a:lnTo>
                      <a:pt x="715907" y="917097"/>
                    </a:lnTo>
                    <a:lnTo>
                      <a:pt x="716542" y="919001"/>
                    </a:lnTo>
                    <a:lnTo>
                      <a:pt x="720985" y="923444"/>
                    </a:lnTo>
                    <a:lnTo>
                      <a:pt x="722254" y="925348"/>
                    </a:lnTo>
                    <a:lnTo>
                      <a:pt x="722888" y="927252"/>
                    </a:lnTo>
                    <a:lnTo>
                      <a:pt x="722254" y="930425"/>
                    </a:lnTo>
                    <a:lnTo>
                      <a:pt x="720985" y="936137"/>
                    </a:lnTo>
                    <a:lnTo>
                      <a:pt x="720350" y="938676"/>
                    </a:lnTo>
                    <a:lnTo>
                      <a:pt x="720350" y="939945"/>
                    </a:lnTo>
                    <a:lnTo>
                      <a:pt x="720350" y="942484"/>
                    </a:lnTo>
                    <a:lnTo>
                      <a:pt x="720985" y="943754"/>
                    </a:lnTo>
                    <a:lnTo>
                      <a:pt x="721619" y="945023"/>
                    </a:lnTo>
                    <a:lnTo>
                      <a:pt x="722254" y="946292"/>
                    </a:lnTo>
                    <a:lnTo>
                      <a:pt x="726062" y="949465"/>
                    </a:lnTo>
                    <a:lnTo>
                      <a:pt x="727331" y="950735"/>
                    </a:lnTo>
                    <a:lnTo>
                      <a:pt x="727966" y="952004"/>
                    </a:lnTo>
                    <a:lnTo>
                      <a:pt x="727966" y="953274"/>
                    </a:lnTo>
                    <a:lnTo>
                      <a:pt x="727966" y="955812"/>
                    </a:lnTo>
                    <a:lnTo>
                      <a:pt x="727966" y="957082"/>
                    </a:lnTo>
                    <a:lnTo>
                      <a:pt x="728601" y="958351"/>
                    </a:lnTo>
                    <a:lnTo>
                      <a:pt x="731139" y="960890"/>
                    </a:lnTo>
                    <a:lnTo>
                      <a:pt x="734312" y="965332"/>
                    </a:lnTo>
                    <a:lnTo>
                      <a:pt x="736851" y="967871"/>
                    </a:lnTo>
                    <a:lnTo>
                      <a:pt x="739390" y="971044"/>
                    </a:lnTo>
                    <a:lnTo>
                      <a:pt x="740025" y="972948"/>
                    </a:lnTo>
                    <a:lnTo>
                      <a:pt x="740659" y="974218"/>
                    </a:lnTo>
                    <a:lnTo>
                      <a:pt x="741294" y="976756"/>
                    </a:lnTo>
                    <a:lnTo>
                      <a:pt x="741294" y="978026"/>
                    </a:lnTo>
                    <a:lnTo>
                      <a:pt x="741294" y="979295"/>
                    </a:lnTo>
                    <a:lnTo>
                      <a:pt x="741294" y="980564"/>
                    </a:lnTo>
                    <a:lnTo>
                      <a:pt x="742563" y="983103"/>
                    </a:lnTo>
                    <a:lnTo>
                      <a:pt x="743198" y="983738"/>
                    </a:lnTo>
                    <a:lnTo>
                      <a:pt x="743198" y="985007"/>
                    </a:lnTo>
                    <a:lnTo>
                      <a:pt x="742563" y="988180"/>
                    </a:lnTo>
                    <a:lnTo>
                      <a:pt x="742563" y="989450"/>
                    </a:lnTo>
                    <a:lnTo>
                      <a:pt x="743198" y="990084"/>
                    </a:lnTo>
                    <a:lnTo>
                      <a:pt x="744467" y="990719"/>
                    </a:lnTo>
                    <a:lnTo>
                      <a:pt x="750179" y="991354"/>
                    </a:lnTo>
                    <a:lnTo>
                      <a:pt x="751449" y="991988"/>
                    </a:lnTo>
                    <a:lnTo>
                      <a:pt x="752718" y="993892"/>
                    </a:lnTo>
                    <a:lnTo>
                      <a:pt x="753353" y="998335"/>
                    </a:lnTo>
                    <a:lnTo>
                      <a:pt x="753987" y="999604"/>
                    </a:lnTo>
                    <a:lnTo>
                      <a:pt x="759065" y="1007855"/>
                    </a:lnTo>
                    <a:lnTo>
                      <a:pt x="759699" y="1010394"/>
                    </a:lnTo>
                    <a:lnTo>
                      <a:pt x="761603" y="1017375"/>
                    </a:lnTo>
                    <a:lnTo>
                      <a:pt x="761603" y="1018644"/>
                    </a:lnTo>
                    <a:lnTo>
                      <a:pt x="762238" y="1022452"/>
                    </a:lnTo>
                    <a:lnTo>
                      <a:pt x="762238" y="1023087"/>
                    </a:lnTo>
                    <a:lnTo>
                      <a:pt x="761603" y="1024357"/>
                    </a:lnTo>
                    <a:lnTo>
                      <a:pt x="759699" y="1030068"/>
                    </a:lnTo>
                    <a:lnTo>
                      <a:pt x="759065" y="1031338"/>
                    </a:lnTo>
                    <a:lnTo>
                      <a:pt x="758430" y="1032607"/>
                    </a:lnTo>
                    <a:lnTo>
                      <a:pt x="757795" y="1033242"/>
                    </a:lnTo>
                    <a:lnTo>
                      <a:pt x="757161" y="1033877"/>
                    </a:lnTo>
                    <a:lnTo>
                      <a:pt x="753353" y="1035146"/>
                    </a:lnTo>
                    <a:lnTo>
                      <a:pt x="752718" y="1035781"/>
                    </a:lnTo>
                    <a:lnTo>
                      <a:pt x="752083" y="1036415"/>
                    </a:lnTo>
                    <a:lnTo>
                      <a:pt x="754622" y="1044666"/>
                    </a:lnTo>
                    <a:lnTo>
                      <a:pt x="754622" y="1045935"/>
                    </a:lnTo>
                    <a:lnTo>
                      <a:pt x="755256" y="1047205"/>
                    </a:lnTo>
                    <a:lnTo>
                      <a:pt x="756526" y="1049109"/>
                    </a:lnTo>
                    <a:lnTo>
                      <a:pt x="757795" y="1051013"/>
                    </a:lnTo>
                    <a:lnTo>
                      <a:pt x="758430" y="1053551"/>
                    </a:lnTo>
                    <a:lnTo>
                      <a:pt x="760334" y="1061167"/>
                    </a:lnTo>
                    <a:lnTo>
                      <a:pt x="760969" y="1063706"/>
                    </a:lnTo>
                    <a:lnTo>
                      <a:pt x="762238" y="1065610"/>
                    </a:lnTo>
                    <a:lnTo>
                      <a:pt x="764142" y="1067514"/>
                    </a:lnTo>
                    <a:lnTo>
                      <a:pt x="772393" y="1072591"/>
                    </a:lnTo>
                    <a:lnTo>
                      <a:pt x="774931" y="1074495"/>
                    </a:lnTo>
                    <a:lnTo>
                      <a:pt x="776201" y="1075765"/>
                    </a:lnTo>
                    <a:lnTo>
                      <a:pt x="776201" y="1077034"/>
                    </a:lnTo>
                    <a:lnTo>
                      <a:pt x="776201" y="1080842"/>
                    </a:lnTo>
                    <a:lnTo>
                      <a:pt x="776835" y="1082111"/>
                    </a:lnTo>
                    <a:lnTo>
                      <a:pt x="778739" y="1082746"/>
                    </a:lnTo>
                    <a:lnTo>
                      <a:pt x="781913" y="1082746"/>
                    </a:lnTo>
                    <a:lnTo>
                      <a:pt x="783817" y="1082111"/>
                    </a:lnTo>
                    <a:lnTo>
                      <a:pt x="785086" y="1081477"/>
                    </a:lnTo>
                    <a:lnTo>
                      <a:pt x="788894" y="1078938"/>
                    </a:lnTo>
                    <a:lnTo>
                      <a:pt x="789529" y="1078303"/>
                    </a:lnTo>
                    <a:lnTo>
                      <a:pt x="790798" y="1077669"/>
                    </a:lnTo>
                    <a:lnTo>
                      <a:pt x="792068" y="1077034"/>
                    </a:lnTo>
                    <a:lnTo>
                      <a:pt x="795241" y="1077669"/>
                    </a:lnTo>
                    <a:lnTo>
                      <a:pt x="799049" y="1078938"/>
                    </a:lnTo>
                    <a:lnTo>
                      <a:pt x="803492" y="1082111"/>
                    </a:lnTo>
                    <a:lnTo>
                      <a:pt x="807299" y="1085919"/>
                    </a:lnTo>
                    <a:lnTo>
                      <a:pt x="810473" y="1089728"/>
                    </a:lnTo>
                    <a:lnTo>
                      <a:pt x="811108" y="1090997"/>
                    </a:lnTo>
                    <a:lnTo>
                      <a:pt x="813012" y="1095439"/>
                    </a:lnTo>
                    <a:lnTo>
                      <a:pt x="813646" y="1096709"/>
                    </a:lnTo>
                    <a:lnTo>
                      <a:pt x="816185" y="1099248"/>
                    </a:lnTo>
                    <a:lnTo>
                      <a:pt x="816819" y="1100517"/>
                    </a:lnTo>
                    <a:lnTo>
                      <a:pt x="817454" y="1101786"/>
                    </a:lnTo>
                    <a:lnTo>
                      <a:pt x="817454" y="1103056"/>
                    </a:lnTo>
                    <a:lnTo>
                      <a:pt x="817454" y="1104325"/>
                    </a:lnTo>
                    <a:lnTo>
                      <a:pt x="817454" y="1105594"/>
                    </a:lnTo>
                    <a:lnTo>
                      <a:pt x="818089" y="1106864"/>
                    </a:lnTo>
                    <a:lnTo>
                      <a:pt x="818723" y="1108133"/>
                    </a:lnTo>
                    <a:lnTo>
                      <a:pt x="819993" y="1110037"/>
                    </a:lnTo>
                    <a:lnTo>
                      <a:pt x="820628" y="1111306"/>
                    </a:lnTo>
                    <a:lnTo>
                      <a:pt x="821262" y="1112576"/>
                    </a:lnTo>
                    <a:lnTo>
                      <a:pt x="821897" y="1116384"/>
                    </a:lnTo>
                    <a:lnTo>
                      <a:pt x="822532" y="1117653"/>
                    </a:lnTo>
                    <a:lnTo>
                      <a:pt x="824436" y="1120826"/>
                    </a:lnTo>
                    <a:lnTo>
                      <a:pt x="825070" y="1123365"/>
                    </a:lnTo>
                    <a:lnTo>
                      <a:pt x="825070" y="1124634"/>
                    </a:lnTo>
                    <a:lnTo>
                      <a:pt x="825070" y="1125904"/>
                    </a:lnTo>
                    <a:lnTo>
                      <a:pt x="825070" y="1127173"/>
                    </a:lnTo>
                    <a:lnTo>
                      <a:pt x="824436" y="1127808"/>
                    </a:lnTo>
                    <a:lnTo>
                      <a:pt x="823801" y="1128442"/>
                    </a:lnTo>
                    <a:lnTo>
                      <a:pt x="821897" y="1129712"/>
                    </a:lnTo>
                    <a:lnTo>
                      <a:pt x="821262" y="1130346"/>
                    </a:lnTo>
                    <a:lnTo>
                      <a:pt x="820628" y="1130981"/>
                    </a:lnTo>
                    <a:lnTo>
                      <a:pt x="820628" y="1132250"/>
                    </a:lnTo>
                    <a:lnTo>
                      <a:pt x="820628" y="1133520"/>
                    </a:lnTo>
                    <a:lnTo>
                      <a:pt x="821262" y="1134789"/>
                    </a:lnTo>
                    <a:lnTo>
                      <a:pt x="825705" y="1140501"/>
                    </a:lnTo>
                    <a:lnTo>
                      <a:pt x="826340" y="1141770"/>
                    </a:lnTo>
                    <a:lnTo>
                      <a:pt x="826340" y="1143040"/>
                    </a:lnTo>
                    <a:lnTo>
                      <a:pt x="825705" y="1145578"/>
                    </a:lnTo>
                    <a:lnTo>
                      <a:pt x="826340" y="1146848"/>
                    </a:lnTo>
                    <a:lnTo>
                      <a:pt x="827609" y="1148117"/>
                    </a:lnTo>
                    <a:lnTo>
                      <a:pt x="830148" y="1150021"/>
                    </a:lnTo>
                    <a:lnTo>
                      <a:pt x="831417" y="1151290"/>
                    </a:lnTo>
                    <a:lnTo>
                      <a:pt x="832052" y="1152560"/>
                    </a:lnTo>
                    <a:lnTo>
                      <a:pt x="831417" y="1153829"/>
                    </a:lnTo>
                    <a:lnTo>
                      <a:pt x="828878" y="1157637"/>
                    </a:lnTo>
                    <a:lnTo>
                      <a:pt x="828243" y="1160176"/>
                    </a:lnTo>
                    <a:lnTo>
                      <a:pt x="828243" y="1160810"/>
                    </a:lnTo>
                    <a:lnTo>
                      <a:pt x="828243" y="1162080"/>
                    </a:lnTo>
                    <a:lnTo>
                      <a:pt x="829513" y="1165253"/>
                    </a:lnTo>
                    <a:lnTo>
                      <a:pt x="829513" y="1166522"/>
                    </a:lnTo>
                    <a:lnTo>
                      <a:pt x="829513" y="1169061"/>
                    </a:lnTo>
                    <a:lnTo>
                      <a:pt x="830148" y="1170331"/>
                    </a:lnTo>
                    <a:lnTo>
                      <a:pt x="831417" y="1171600"/>
                    </a:lnTo>
                    <a:lnTo>
                      <a:pt x="834590" y="1172869"/>
                    </a:lnTo>
                    <a:lnTo>
                      <a:pt x="835860" y="1174138"/>
                    </a:lnTo>
                    <a:lnTo>
                      <a:pt x="836494" y="1175408"/>
                    </a:lnTo>
                    <a:lnTo>
                      <a:pt x="839033" y="1179216"/>
                    </a:lnTo>
                    <a:lnTo>
                      <a:pt x="839668" y="1179851"/>
                    </a:lnTo>
                    <a:lnTo>
                      <a:pt x="840937" y="1180485"/>
                    </a:lnTo>
                    <a:lnTo>
                      <a:pt x="849188" y="1184293"/>
                    </a:lnTo>
                    <a:lnTo>
                      <a:pt x="849822" y="1184928"/>
                    </a:lnTo>
                    <a:lnTo>
                      <a:pt x="850457" y="1185563"/>
                    </a:lnTo>
                    <a:lnTo>
                      <a:pt x="854265" y="1191909"/>
                    </a:lnTo>
                    <a:lnTo>
                      <a:pt x="854900" y="1192544"/>
                    </a:lnTo>
                    <a:lnTo>
                      <a:pt x="856804" y="1193179"/>
                    </a:lnTo>
                    <a:lnTo>
                      <a:pt x="859977" y="1191909"/>
                    </a:lnTo>
                    <a:lnTo>
                      <a:pt x="860612" y="1190640"/>
                    </a:lnTo>
                    <a:lnTo>
                      <a:pt x="861246" y="1189371"/>
                    </a:lnTo>
                    <a:lnTo>
                      <a:pt x="858708" y="1183659"/>
                    </a:lnTo>
                    <a:lnTo>
                      <a:pt x="858073" y="1182389"/>
                    </a:lnTo>
                    <a:lnTo>
                      <a:pt x="858073" y="1181120"/>
                    </a:lnTo>
                    <a:lnTo>
                      <a:pt x="858708" y="1179851"/>
                    </a:lnTo>
                    <a:lnTo>
                      <a:pt x="859342" y="1178581"/>
                    </a:lnTo>
                    <a:lnTo>
                      <a:pt x="859977" y="1177947"/>
                    </a:lnTo>
                    <a:lnTo>
                      <a:pt x="860612" y="1177312"/>
                    </a:lnTo>
                    <a:lnTo>
                      <a:pt x="872036" y="1168426"/>
                    </a:lnTo>
                    <a:lnTo>
                      <a:pt x="873305" y="1167792"/>
                    </a:lnTo>
                    <a:lnTo>
                      <a:pt x="878383" y="1167157"/>
                    </a:lnTo>
                    <a:lnTo>
                      <a:pt x="879652" y="1166522"/>
                    </a:lnTo>
                    <a:lnTo>
                      <a:pt x="883460" y="1164618"/>
                    </a:lnTo>
                    <a:lnTo>
                      <a:pt x="884729" y="1164618"/>
                    </a:lnTo>
                    <a:lnTo>
                      <a:pt x="886633" y="1164618"/>
                    </a:lnTo>
                    <a:lnTo>
                      <a:pt x="892980" y="1167157"/>
                    </a:lnTo>
                    <a:lnTo>
                      <a:pt x="915193" y="1172235"/>
                    </a:lnTo>
                    <a:lnTo>
                      <a:pt x="916463" y="1172869"/>
                    </a:lnTo>
                    <a:lnTo>
                      <a:pt x="917097" y="1173504"/>
                    </a:lnTo>
                    <a:lnTo>
                      <a:pt x="918367" y="1175408"/>
                    </a:lnTo>
                    <a:lnTo>
                      <a:pt x="919636" y="1176042"/>
                    </a:lnTo>
                    <a:lnTo>
                      <a:pt x="924713" y="1176042"/>
                    </a:lnTo>
                    <a:lnTo>
                      <a:pt x="927252" y="1176677"/>
                    </a:lnTo>
                    <a:lnTo>
                      <a:pt x="930425" y="1177947"/>
                    </a:lnTo>
                    <a:lnTo>
                      <a:pt x="931695" y="1179216"/>
                    </a:lnTo>
                    <a:lnTo>
                      <a:pt x="932964" y="1180485"/>
                    </a:lnTo>
                    <a:lnTo>
                      <a:pt x="933599" y="1181120"/>
                    </a:lnTo>
                    <a:lnTo>
                      <a:pt x="934233" y="1181755"/>
                    </a:lnTo>
                    <a:lnTo>
                      <a:pt x="936137" y="1182389"/>
                    </a:lnTo>
                    <a:lnTo>
                      <a:pt x="938042" y="1182389"/>
                    </a:lnTo>
                    <a:lnTo>
                      <a:pt x="941215" y="1181755"/>
                    </a:lnTo>
                    <a:lnTo>
                      <a:pt x="943119" y="1181120"/>
                    </a:lnTo>
                    <a:lnTo>
                      <a:pt x="944388" y="1179851"/>
                    </a:lnTo>
                    <a:lnTo>
                      <a:pt x="948196" y="1172235"/>
                    </a:lnTo>
                    <a:lnTo>
                      <a:pt x="950100" y="1166522"/>
                    </a:lnTo>
                    <a:lnTo>
                      <a:pt x="950735" y="1165253"/>
                    </a:lnTo>
                    <a:lnTo>
                      <a:pt x="951369" y="1164618"/>
                    </a:lnTo>
                    <a:lnTo>
                      <a:pt x="952639" y="1163984"/>
                    </a:lnTo>
                    <a:lnTo>
                      <a:pt x="955177" y="1163349"/>
                    </a:lnTo>
                    <a:lnTo>
                      <a:pt x="958351" y="1162714"/>
                    </a:lnTo>
                    <a:lnTo>
                      <a:pt x="963428" y="1162080"/>
                    </a:lnTo>
                    <a:lnTo>
                      <a:pt x="964697" y="1161445"/>
                    </a:lnTo>
                    <a:lnTo>
                      <a:pt x="965332" y="1160810"/>
                    </a:lnTo>
                    <a:lnTo>
                      <a:pt x="967236" y="1159541"/>
                    </a:lnTo>
                    <a:lnTo>
                      <a:pt x="968506" y="1158906"/>
                    </a:lnTo>
                    <a:lnTo>
                      <a:pt x="970410" y="1158906"/>
                    </a:lnTo>
                    <a:lnTo>
                      <a:pt x="972948" y="1160176"/>
                    </a:lnTo>
                    <a:lnTo>
                      <a:pt x="975487" y="1162714"/>
                    </a:lnTo>
                    <a:lnTo>
                      <a:pt x="976756" y="1163349"/>
                    </a:lnTo>
                    <a:lnTo>
                      <a:pt x="978660" y="1163984"/>
                    </a:lnTo>
                    <a:lnTo>
                      <a:pt x="983103" y="1164618"/>
                    </a:lnTo>
                    <a:lnTo>
                      <a:pt x="986276" y="1165253"/>
                    </a:lnTo>
                    <a:lnTo>
                      <a:pt x="991354" y="1167157"/>
                    </a:lnTo>
                    <a:lnTo>
                      <a:pt x="995796" y="1169061"/>
                    </a:lnTo>
                    <a:lnTo>
                      <a:pt x="997700" y="1169696"/>
                    </a:lnTo>
                    <a:lnTo>
                      <a:pt x="1015471" y="1168426"/>
                    </a:lnTo>
                    <a:lnTo>
                      <a:pt x="1018644" y="1169061"/>
                    </a:lnTo>
                    <a:lnTo>
                      <a:pt x="1022453" y="1169061"/>
                    </a:lnTo>
                    <a:lnTo>
                      <a:pt x="1024356" y="1168426"/>
                    </a:lnTo>
                    <a:lnTo>
                      <a:pt x="1025626" y="1167792"/>
                    </a:lnTo>
                    <a:lnTo>
                      <a:pt x="1026260" y="1167157"/>
                    </a:lnTo>
                    <a:lnTo>
                      <a:pt x="1027530" y="1167157"/>
                    </a:lnTo>
                    <a:lnTo>
                      <a:pt x="1029434" y="1167157"/>
                    </a:lnTo>
                    <a:lnTo>
                      <a:pt x="1037050" y="1168426"/>
                    </a:lnTo>
                    <a:lnTo>
                      <a:pt x="1040223" y="1169696"/>
                    </a:lnTo>
                    <a:lnTo>
                      <a:pt x="1042127" y="1170965"/>
                    </a:lnTo>
                    <a:lnTo>
                      <a:pt x="1043397" y="1172235"/>
                    </a:lnTo>
                    <a:lnTo>
                      <a:pt x="1044666" y="1174138"/>
                    </a:lnTo>
                    <a:lnTo>
                      <a:pt x="1045300" y="1175408"/>
                    </a:lnTo>
                    <a:lnTo>
                      <a:pt x="1045935" y="1176677"/>
                    </a:lnTo>
                    <a:lnTo>
                      <a:pt x="1046570" y="1177312"/>
                    </a:lnTo>
                    <a:lnTo>
                      <a:pt x="1047839" y="1177947"/>
                    </a:lnTo>
                    <a:lnTo>
                      <a:pt x="1049743" y="1177947"/>
                    </a:lnTo>
                    <a:lnTo>
                      <a:pt x="1053551" y="1176677"/>
                    </a:lnTo>
                    <a:lnTo>
                      <a:pt x="1055455" y="1176042"/>
                    </a:lnTo>
                    <a:lnTo>
                      <a:pt x="1059263" y="1176042"/>
                    </a:lnTo>
                    <a:lnTo>
                      <a:pt x="1062437" y="1175408"/>
                    </a:lnTo>
                    <a:lnTo>
                      <a:pt x="1063706" y="1174773"/>
                    </a:lnTo>
                    <a:lnTo>
                      <a:pt x="1072591" y="1170331"/>
                    </a:lnTo>
                    <a:lnTo>
                      <a:pt x="1075130" y="1170331"/>
                    </a:lnTo>
                    <a:lnTo>
                      <a:pt x="1094805" y="1172869"/>
                    </a:lnTo>
                    <a:lnTo>
                      <a:pt x="1097343" y="1173504"/>
                    </a:lnTo>
                    <a:lnTo>
                      <a:pt x="1102421" y="1176677"/>
                    </a:lnTo>
                    <a:lnTo>
                      <a:pt x="1104325" y="1178581"/>
                    </a:lnTo>
                    <a:lnTo>
                      <a:pt x="1105594" y="1179216"/>
                    </a:lnTo>
                    <a:lnTo>
                      <a:pt x="1107498" y="1179851"/>
                    </a:lnTo>
                    <a:lnTo>
                      <a:pt x="1110671" y="1179851"/>
                    </a:lnTo>
                    <a:lnTo>
                      <a:pt x="1112576" y="1179216"/>
                    </a:lnTo>
                    <a:lnTo>
                      <a:pt x="1113845" y="1178581"/>
                    </a:lnTo>
                    <a:lnTo>
                      <a:pt x="1113845" y="1177312"/>
                    </a:lnTo>
                    <a:lnTo>
                      <a:pt x="1113210" y="1176677"/>
                    </a:lnTo>
                    <a:lnTo>
                      <a:pt x="1112576" y="1176042"/>
                    </a:lnTo>
                    <a:lnTo>
                      <a:pt x="1108767" y="1174138"/>
                    </a:lnTo>
                    <a:lnTo>
                      <a:pt x="1107498" y="1173504"/>
                    </a:lnTo>
                    <a:lnTo>
                      <a:pt x="1106864" y="1172869"/>
                    </a:lnTo>
                    <a:lnTo>
                      <a:pt x="1106229" y="1172235"/>
                    </a:lnTo>
                    <a:lnTo>
                      <a:pt x="1105594" y="1171600"/>
                    </a:lnTo>
                    <a:lnTo>
                      <a:pt x="1105594" y="1170331"/>
                    </a:lnTo>
                    <a:lnTo>
                      <a:pt x="1104960" y="1167792"/>
                    </a:lnTo>
                    <a:lnTo>
                      <a:pt x="1104960" y="1166522"/>
                    </a:lnTo>
                    <a:lnTo>
                      <a:pt x="1104960" y="1165253"/>
                    </a:lnTo>
                    <a:lnTo>
                      <a:pt x="1105594" y="1163984"/>
                    </a:lnTo>
                    <a:lnTo>
                      <a:pt x="1106229" y="1162714"/>
                    </a:lnTo>
                    <a:lnTo>
                      <a:pt x="1108133" y="1160176"/>
                    </a:lnTo>
                    <a:lnTo>
                      <a:pt x="1108767" y="1158906"/>
                    </a:lnTo>
                    <a:lnTo>
                      <a:pt x="1109402" y="1156368"/>
                    </a:lnTo>
                    <a:lnTo>
                      <a:pt x="1110037" y="1155733"/>
                    </a:lnTo>
                    <a:lnTo>
                      <a:pt x="1110671" y="1155098"/>
                    </a:lnTo>
                    <a:lnTo>
                      <a:pt x="1115749" y="1153829"/>
                    </a:lnTo>
                    <a:lnTo>
                      <a:pt x="1117018" y="1153194"/>
                    </a:lnTo>
                    <a:lnTo>
                      <a:pt x="1117653" y="1152560"/>
                    </a:lnTo>
                    <a:lnTo>
                      <a:pt x="1118288" y="1151290"/>
                    </a:lnTo>
                    <a:lnTo>
                      <a:pt x="1118288" y="1150021"/>
                    </a:lnTo>
                    <a:lnTo>
                      <a:pt x="1118288" y="1148752"/>
                    </a:lnTo>
                    <a:lnTo>
                      <a:pt x="1118288" y="1147482"/>
                    </a:lnTo>
                    <a:lnTo>
                      <a:pt x="1117653" y="1146213"/>
                    </a:lnTo>
                    <a:lnTo>
                      <a:pt x="1117018" y="1145578"/>
                    </a:lnTo>
                    <a:lnTo>
                      <a:pt x="1116384" y="1144309"/>
                    </a:lnTo>
                    <a:lnTo>
                      <a:pt x="1115749" y="1143040"/>
                    </a:lnTo>
                    <a:lnTo>
                      <a:pt x="1116384" y="1141770"/>
                    </a:lnTo>
                    <a:lnTo>
                      <a:pt x="1117018" y="1140501"/>
                    </a:lnTo>
                    <a:lnTo>
                      <a:pt x="1118922" y="1139232"/>
                    </a:lnTo>
                    <a:lnTo>
                      <a:pt x="1121461" y="1137962"/>
                    </a:lnTo>
                    <a:lnTo>
                      <a:pt x="1122730" y="1137328"/>
                    </a:lnTo>
                    <a:lnTo>
                      <a:pt x="1127808" y="1137328"/>
                    </a:lnTo>
                    <a:lnTo>
                      <a:pt x="1129077" y="1136693"/>
                    </a:lnTo>
                    <a:lnTo>
                      <a:pt x="1130346" y="1136058"/>
                    </a:lnTo>
                    <a:lnTo>
                      <a:pt x="1132885" y="1132885"/>
                    </a:lnTo>
                    <a:lnTo>
                      <a:pt x="1133520" y="1132250"/>
                    </a:lnTo>
                    <a:lnTo>
                      <a:pt x="1134789" y="1132250"/>
                    </a:lnTo>
                    <a:lnTo>
                      <a:pt x="1137328" y="1132885"/>
                    </a:lnTo>
                    <a:lnTo>
                      <a:pt x="1143674" y="1137328"/>
                    </a:lnTo>
                    <a:lnTo>
                      <a:pt x="1145578" y="1138597"/>
                    </a:lnTo>
                    <a:lnTo>
                      <a:pt x="1146848" y="1143040"/>
                    </a:lnTo>
                    <a:lnTo>
                      <a:pt x="1153194" y="1155098"/>
                    </a:lnTo>
                    <a:lnTo>
                      <a:pt x="1154464" y="1158272"/>
                    </a:lnTo>
                    <a:lnTo>
                      <a:pt x="1155098" y="1159541"/>
                    </a:lnTo>
                    <a:lnTo>
                      <a:pt x="1157003" y="1160176"/>
                    </a:lnTo>
                    <a:lnTo>
                      <a:pt x="1158272" y="1161445"/>
                    </a:lnTo>
                    <a:lnTo>
                      <a:pt x="1158907" y="1162714"/>
                    </a:lnTo>
                    <a:lnTo>
                      <a:pt x="1159541" y="1164618"/>
                    </a:lnTo>
                    <a:lnTo>
                      <a:pt x="1159541" y="1165888"/>
                    </a:lnTo>
                    <a:lnTo>
                      <a:pt x="1159541" y="1167792"/>
                    </a:lnTo>
                    <a:lnTo>
                      <a:pt x="1159541" y="1170965"/>
                    </a:lnTo>
                    <a:lnTo>
                      <a:pt x="1159541" y="1172235"/>
                    </a:lnTo>
                    <a:lnTo>
                      <a:pt x="1160176" y="1173504"/>
                    </a:lnTo>
                    <a:lnTo>
                      <a:pt x="1160810" y="1174773"/>
                    </a:lnTo>
                    <a:lnTo>
                      <a:pt x="1161445" y="1176042"/>
                    </a:lnTo>
                    <a:lnTo>
                      <a:pt x="1162714" y="1177312"/>
                    </a:lnTo>
                    <a:lnTo>
                      <a:pt x="1165253" y="1179216"/>
                    </a:lnTo>
                    <a:lnTo>
                      <a:pt x="1167157" y="1181120"/>
                    </a:lnTo>
                    <a:lnTo>
                      <a:pt x="1169696" y="1184293"/>
                    </a:lnTo>
                    <a:lnTo>
                      <a:pt x="1172234" y="1190005"/>
                    </a:lnTo>
                    <a:lnTo>
                      <a:pt x="1176677" y="1196987"/>
                    </a:lnTo>
                    <a:lnTo>
                      <a:pt x="1179216" y="1199525"/>
                    </a:lnTo>
                    <a:lnTo>
                      <a:pt x="1186197" y="1198891"/>
                    </a:lnTo>
                    <a:lnTo>
                      <a:pt x="1186197" y="1198891"/>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47" name="Google Shape;447;p51"/>
              <p:cNvSpPr/>
              <p:nvPr/>
            </p:nvSpPr>
            <p:spPr>
              <a:xfrm>
                <a:off x="4878920" y="2963890"/>
                <a:ext cx="902615" cy="560610"/>
              </a:xfrm>
              <a:custGeom>
                <a:avLst/>
                <a:gdLst/>
                <a:ahLst/>
                <a:cxnLst/>
                <a:rect l="l" t="t" r="r" b="b"/>
                <a:pathLst>
                  <a:path w="1239509" h="769854" extrusionOk="0">
                    <a:moveTo>
                      <a:pt x="1134789" y="236097"/>
                    </a:moveTo>
                    <a:lnTo>
                      <a:pt x="1132885" y="241809"/>
                    </a:lnTo>
                    <a:lnTo>
                      <a:pt x="1135424" y="244982"/>
                    </a:lnTo>
                    <a:lnTo>
                      <a:pt x="1141771" y="247521"/>
                    </a:lnTo>
                    <a:lnTo>
                      <a:pt x="1144944" y="250060"/>
                    </a:lnTo>
                    <a:lnTo>
                      <a:pt x="1148117" y="253233"/>
                    </a:lnTo>
                    <a:lnTo>
                      <a:pt x="1154464" y="257676"/>
                    </a:lnTo>
                    <a:lnTo>
                      <a:pt x="1171600" y="266561"/>
                    </a:lnTo>
                    <a:lnTo>
                      <a:pt x="1177946" y="271639"/>
                    </a:lnTo>
                    <a:lnTo>
                      <a:pt x="1181755" y="279889"/>
                    </a:lnTo>
                    <a:lnTo>
                      <a:pt x="1181755" y="277985"/>
                    </a:lnTo>
                    <a:lnTo>
                      <a:pt x="1183659" y="291948"/>
                    </a:lnTo>
                    <a:lnTo>
                      <a:pt x="1186197" y="297660"/>
                    </a:lnTo>
                    <a:lnTo>
                      <a:pt x="1192544" y="300833"/>
                    </a:lnTo>
                    <a:lnTo>
                      <a:pt x="1196986" y="305911"/>
                    </a:lnTo>
                    <a:lnTo>
                      <a:pt x="1199525" y="307180"/>
                    </a:lnTo>
                    <a:lnTo>
                      <a:pt x="1202064" y="307815"/>
                    </a:lnTo>
                    <a:lnTo>
                      <a:pt x="1219200" y="316066"/>
                    </a:lnTo>
                    <a:lnTo>
                      <a:pt x="1221104" y="317969"/>
                    </a:lnTo>
                    <a:lnTo>
                      <a:pt x="1226182" y="323047"/>
                    </a:lnTo>
                    <a:lnTo>
                      <a:pt x="1228085" y="324316"/>
                    </a:lnTo>
                    <a:lnTo>
                      <a:pt x="1231259" y="324316"/>
                    </a:lnTo>
                    <a:lnTo>
                      <a:pt x="1232529" y="326220"/>
                    </a:lnTo>
                    <a:lnTo>
                      <a:pt x="1233163" y="329394"/>
                    </a:lnTo>
                    <a:lnTo>
                      <a:pt x="1233163" y="333201"/>
                    </a:lnTo>
                    <a:lnTo>
                      <a:pt x="1233798" y="336375"/>
                    </a:lnTo>
                    <a:lnTo>
                      <a:pt x="1239510" y="347164"/>
                    </a:lnTo>
                    <a:lnTo>
                      <a:pt x="1238875" y="350338"/>
                    </a:lnTo>
                    <a:lnTo>
                      <a:pt x="1238875" y="360492"/>
                    </a:lnTo>
                    <a:lnTo>
                      <a:pt x="1236336" y="369378"/>
                    </a:lnTo>
                    <a:lnTo>
                      <a:pt x="1236336" y="384610"/>
                    </a:lnTo>
                    <a:lnTo>
                      <a:pt x="1234432" y="396034"/>
                    </a:lnTo>
                    <a:lnTo>
                      <a:pt x="1232529" y="401111"/>
                    </a:lnTo>
                    <a:lnTo>
                      <a:pt x="1229355" y="403650"/>
                    </a:lnTo>
                    <a:lnTo>
                      <a:pt x="1226182" y="404919"/>
                    </a:lnTo>
                    <a:lnTo>
                      <a:pt x="1218565" y="411901"/>
                    </a:lnTo>
                    <a:lnTo>
                      <a:pt x="1216027" y="414439"/>
                    </a:lnTo>
                    <a:lnTo>
                      <a:pt x="1213489" y="418247"/>
                    </a:lnTo>
                    <a:lnTo>
                      <a:pt x="1210950" y="423325"/>
                    </a:lnTo>
                    <a:lnTo>
                      <a:pt x="1209680" y="429037"/>
                    </a:lnTo>
                    <a:lnTo>
                      <a:pt x="1209045" y="434114"/>
                    </a:lnTo>
                    <a:lnTo>
                      <a:pt x="1206507" y="439191"/>
                    </a:lnTo>
                    <a:lnTo>
                      <a:pt x="1207142" y="439826"/>
                    </a:lnTo>
                    <a:lnTo>
                      <a:pt x="1208411" y="441095"/>
                    </a:lnTo>
                    <a:lnTo>
                      <a:pt x="1209045" y="442365"/>
                    </a:lnTo>
                    <a:lnTo>
                      <a:pt x="1209680" y="448077"/>
                    </a:lnTo>
                    <a:lnTo>
                      <a:pt x="1209680" y="450615"/>
                    </a:lnTo>
                    <a:lnTo>
                      <a:pt x="1209045" y="453154"/>
                    </a:lnTo>
                    <a:lnTo>
                      <a:pt x="1206507" y="456327"/>
                    </a:lnTo>
                    <a:lnTo>
                      <a:pt x="1198256" y="461405"/>
                    </a:lnTo>
                    <a:lnTo>
                      <a:pt x="1196986" y="463309"/>
                    </a:lnTo>
                    <a:lnTo>
                      <a:pt x="1195717" y="467117"/>
                    </a:lnTo>
                    <a:lnTo>
                      <a:pt x="1192544" y="469655"/>
                    </a:lnTo>
                    <a:lnTo>
                      <a:pt x="1184928" y="473463"/>
                    </a:lnTo>
                    <a:lnTo>
                      <a:pt x="1166523" y="478541"/>
                    </a:lnTo>
                    <a:lnTo>
                      <a:pt x="1162715" y="480445"/>
                    </a:lnTo>
                    <a:lnTo>
                      <a:pt x="1156368" y="489330"/>
                    </a:lnTo>
                    <a:lnTo>
                      <a:pt x="1152560" y="493138"/>
                    </a:lnTo>
                    <a:lnTo>
                      <a:pt x="1144309" y="496312"/>
                    </a:lnTo>
                    <a:lnTo>
                      <a:pt x="1090362" y="505197"/>
                    </a:lnTo>
                    <a:lnTo>
                      <a:pt x="1083381" y="510909"/>
                    </a:lnTo>
                    <a:lnTo>
                      <a:pt x="1079573" y="519160"/>
                    </a:lnTo>
                    <a:lnTo>
                      <a:pt x="1076399" y="529314"/>
                    </a:lnTo>
                    <a:lnTo>
                      <a:pt x="1074496" y="540104"/>
                    </a:lnTo>
                    <a:lnTo>
                      <a:pt x="1073861" y="550893"/>
                    </a:lnTo>
                    <a:lnTo>
                      <a:pt x="1074496" y="555970"/>
                    </a:lnTo>
                    <a:lnTo>
                      <a:pt x="1075765" y="561682"/>
                    </a:lnTo>
                    <a:lnTo>
                      <a:pt x="1078304" y="566760"/>
                    </a:lnTo>
                    <a:lnTo>
                      <a:pt x="1082111" y="568664"/>
                    </a:lnTo>
                    <a:lnTo>
                      <a:pt x="1084650" y="569299"/>
                    </a:lnTo>
                    <a:lnTo>
                      <a:pt x="1094805" y="575645"/>
                    </a:lnTo>
                    <a:lnTo>
                      <a:pt x="1101152" y="582627"/>
                    </a:lnTo>
                    <a:lnTo>
                      <a:pt x="1104959" y="592781"/>
                    </a:lnTo>
                    <a:lnTo>
                      <a:pt x="1107498" y="604205"/>
                    </a:lnTo>
                    <a:lnTo>
                      <a:pt x="1107498" y="615629"/>
                    </a:lnTo>
                    <a:lnTo>
                      <a:pt x="1104959" y="624515"/>
                    </a:lnTo>
                    <a:lnTo>
                      <a:pt x="1087824" y="647363"/>
                    </a:lnTo>
                    <a:lnTo>
                      <a:pt x="1084650" y="652440"/>
                    </a:lnTo>
                    <a:lnTo>
                      <a:pt x="1082746" y="656248"/>
                    </a:lnTo>
                    <a:lnTo>
                      <a:pt x="1082111" y="660056"/>
                    </a:lnTo>
                    <a:lnTo>
                      <a:pt x="1082111" y="670846"/>
                    </a:lnTo>
                    <a:lnTo>
                      <a:pt x="1081477" y="675923"/>
                    </a:lnTo>
                    <a:lnTo>
                      <a:pt x="1078304" y="686078"/>
                    </a:lnTo>
                    <a:lnTo>
                      <a:pt x="1073861" y="693694"/>
                    </a:lnTo>
                    <a:lnTo>
                      <a:pt x="1067515" y="698771"/>
                    </a:lnTo>
                    <a:lnTo>
                      <a:pt x="1059898" y="701944"/>
                    </a:lnTo>
                    <a:lnTo>
                      <a:pt x="1052282" y="703214"/>
                    </a:lnTo>
                    <a:lnTo>
                      <a:pt x="1046570" y="705118"/>
                    </a:lnTo>
                    <a:lnTo>
                      <a:pt x="1038319" y="709561"/>
                    </a:lnTo>
                    <a:lnTo>
                      <a:pt x="1030703" y="714638"/>
                    </a:lnTo>
                    <a:lnTo>
                      <a:pt x="1027530" y="719081"/>
                    </a:lnTo>
                    <a:lnTo>
                      <a:pt x="1026895" y="720985"/>
                    </a:lnTo>
                    <a:lnTo>
                      <a:pt x="1025626" y="723523"/>
                    </a:lnTo>
                    <a:lnTo>
                      <a:pt x="1024991" y="726062"/>
                    </a:lnTo>
                    <a:lnTo>
                      <a:pt x="1025626" y="727966"/>
                    </a:lnTo>
                    <a:lnTo>
                      <a:pt x="1031338" y="732409"/>
                    </a:lnTo>
                    <a:lnTo>
                      <a:pt x="1033242" y="736217"/>
                    </a:lnTo>
                    <a:lnTo>
                      <a:pt x="1033877" y="740659"/>
                    </a:lnTo>
                    <a:lnTo>
                      <a:pt x="1033242" y="748275"/>
                    </a:lnTo>
                    <a:lnTo>
                      <a:pt x="1033877" y="752718"/>
                    </a:lnTo>
                    <a:lnTo>
                      <a:pt x="1035146" y="759065"/>
                    </a:lnTo>
                    <a:lnTo>
                      <a:pt x="1035781" y="762873"/>
                    </a:lnTo>
                    <a:lnTo>
                      <a:pt x="1034511" y="765411"/>
                    </a:lnTo>
                    <a:lnTo>
                      <a:pt x="1023088" y="769854"/>
                    </a:lnTo>
                    <a:lnTo>
                      <a:pt x="1020549" y="767950"/>
                    </a:lnTo>
                    <a:lnTo>
                      <a:pt x="1014837" y="766046"/>
                    </a:lnTo>
                    <a:lnTo>
                      <a:pt x="1012298" y="764142"/>
                    </a:lnTo>
                    <a:lnTo>
                      <a:pt x="1004682" y="757795"/>
                    </a:lnTo>
                    <a:lnTo>
                      <a:pt x="1002778" y="755257"/>
                    </a:lnTo>
                    <a:lnTo>
                      <a:pt x="1003412" y="753353"/>
                    </a:lnTo>
                    <a:lnTo>
                      <a:pt x="1003412" y="751449"/>
                    </a:lnTo>
                    <a:lnTo>
                      <a:pt x="1002778" y="749545"/>
                    </a:lnTo>
                    <a:lnTo>
                      <a:pt x="1001509" y="747641"/>
                    </a:lnTo>
                    <a:lnTo>
                      <a:pt x="999604" y="746371"/>
                    </a:lnTo>
                    <a:lnTo>
                      <a:pt x="995797" y="745102"/>
                    </a:lnTo>
                    <a:lnTo>
                      <a:pt x="993892" y="743833"/>
                    </a:lnTo>
                    <a:lnTo>
                      <a:pt x="993258" y="742563"/>
                    </a:lnTo>
                    <a:lnTo>
                      <a:pt x="992623" y="741294"/>
                    </a:lnTo>
                    <a:lnTo>
                      <a:pt x="991989" y="740025"/>
                    </a:lnTo>
                    <a:lnTo>
                      <a:pt x="990719" y="739390"/>
                    </a:lnTo>
                    <a:lnTo>
                      <a:pt x="988815" y="739390"/>
                    </a:lnTo>
                    <a:lnTo>
                      <a:pt x="988181" y="739390"/>
                    </a:lnTo>
                    <a:lnTo>
                      <a:pt x="987546" y="738755"/>
                    </a:lnTo>
                    <a:lnTo>
                      <a:pt x="986911" y="737486"/>
                    </a:lnTo>
                    <a:lnTo>
                      <a:pt x="985642" y="734313"/>
                    </a:lnTo>
                    <a:lnTo>
                      <a:pt x="985007" y="733678"/>
                    </a:lnTo>
                    <a:lnTo>
                      <a:pt x="980564" y="731139"/>
                    </a:lnTo>
                    <a:lnTo>
                      <a:pt x="976122" y="730505"/>
                    </a:lnTo>
                    <a:lnTo>
                      <a:pt x="974218" y="729870"/>
                    </a:lnTo>
                    <a:lnTo>
                      <a:pt x="972314" y="727966"/>
                    </a:lnTo>
                    <a:lnTo>
                      <a:pt x="971679" y="726062"/>
                    </a:lnTo>
                    <a:lnTo>
                      <a:pt x="971044" y="723523"/>
                    </a:lnTo>
                    <a:lnTo>
                      <a:pt x="970410" y="720350"/>
                    </a:lnTo>
                    <a:lnTo>
                      <a:pt x="969775" y="719081"/>
                    </a:lnTo>
                    <a:lnTo>
                      <a:pt x="965967" y="716542"/>
                    </a:lnTo>
                    <a:lnTo>
                      <a:pt x="965332" y="715273"/>
                    </a:lnTo>
                    <a:lnTo>
                      <a:pt x="963429" y="711464"/>
                    </a:lnTo>
                    <a:lnTo>
                      <a:pt x="955812" y="712099"/>
                    </a:lnTo>
                    <a:lnTo>
                      <a:pt x="937407" y="713369"/>
                    </a:lnTo>
                    <a:lnTo>
                      <a:pt x="890442" y="717176"/>
                    </a:lnTo>
                    <a:lnTo>
                      <a:pt x="843476" y="720985"/>
                    </a:lnTo>
                    <a:lnTo>
                      <a:pt x="796510" y="724793"/>
                    </a:lnTo>
                    <a:lnTo>
                      <a:pt x="749544" y="727966"/>
                    </a:lnTo>
                    <a:lnTo>
                      <a:pt x="702580" y="731139"/>
                    </a:lnTo>
                    <a:lnTo>
                      <a:pt x="655614" y="734313"/>
                    </a:lnTo>
                    <a:lnTo>
                      <a:pt x="608648" y="737486"/>
                    </a:lnTo>
                    <a:lnTo>
                      <a:pt x="561682" y="740659"/>
                    </a:lnTo>
                    <a:lnTo>
                      <a:pt x="514717" y="743833"/>
                    </a:lnTo>
                    <a:lnTo>
                      <a:pt x="467752" y="746371"/>
                    </a:lnTo>
                    <a:lnTo>
                      <a:pt x="420786" y="748910"/>
                    </a:lnTo>
                    <a:lnTo>
                      <a:pt x="373820" y="751449"/>
                    </a:lnTo>
                    <a:lnTo>
                      <a:pt x="326855" y="753987"/>
                    </a:lnTo>
                    <a:lnTo>
                      <a:pt x="279889" y="756526"/>
                    </a:lnTo>
                    <a:lnTo>
                      <a:pt x="232924" y="759065"/>
                    </a:lnTo>
                    <a:lnTo>
                      <a:pt x="185958" y="761603"/>
                    </a:lnTo>
                    <a:lnTo>
                      <a:pt x="185958" y="761603"/>
                    </a:lnTo>
                    <a:lnTo>
                      <a:pt x="185958" y="761603"/>
                    </a:lnTo>
                    <a:lnTo>
                      <a:pt x="185958" y="761603"/>
                    </a:lnTo>
                    <a:lnTo>
                      <a:pt x="185958" y="761603"/>
                    </a:lnTo>
                    <a:lnTo>
                      <a:pt x="185958" y="761603"/>
                    </a:lnTo>
                    <a:lnTo>
                      <a:pt x="185958" y="761603"/>
                    </a:lnTo>
                    <a:lnTo>
                      <a:pt x="185958" y="761603"/>
                    </a:lnTo>
                    <a:lnTo>
                      <a:pt x="185958" y="761603"/>
                    </a:lnTo>
                    <a:lnTo>
                      <a:pt x="185958" y="761603"/>
                    </a:lnTo>
                    <a:lnTo>
                      <a:pt x="185958" y="761603"/>
                    </a:lnTo>
                    <a:lnTo>
                      <a:pt x="185958" y="761603"/>
                    </a:lnTo>
                    <a:lnTo>
                      <a:pt x="185958" y="761603"/>
                    </a:lnTo>
                    <a:lnTo>
                      <a:pt x="185958" y="761603"/>
                    </a:lnTo>
                    <a:lnTo>
                      <a:pt x="185958" y="761603"/>
                    </a:lnTo>
                    <a:lnTo>
                      <a:pt x="185958" y="761603"/>
                    </a:lnTo>
                    <a:lnTo>
                      <a:pt x="185958" y="761603"/>
                    </a:lnTo>
                    <a:lnTo>
                      <a:pt x="186593" y="757795"/>
                    </a:lnTo>
                    <a:lnTo>
                      <a:pt x="186593" y="752718"/>
                    </a:lnTo>
                    <a:lnTo>
                      <a:pt x="184689" y="747641"/>
                    </a:lnTo>
                    <a:lnTo>
                      <a:pt x="180881" y="745102"/>
                    </a:lnTo>
                    <a:lnTo>
                      <a:pt x="170726" y="741294"/>
                    </a:lnTo>
                    <a:lnTo>
                      <a:pt x="168187" y="737486"/>
                    </a:lnTo>
                    <a:lnTo>
                      <a:pt x="167553" y="734947"/>
                    </a:lnTo>
                    <a:lnTo>
                      <a:pt x="166284" y="733043"/>
                    </a:lnTo>
                    <a:lnTo>
                      <a:pt x="165649" y="731139"/>
                    </a:lnTo>
                    <a:lnTo>
                      <a:pt x="165014" y="727331"/>
                    </a:lnTo>
                    <a:lnTo>
                      <a:pt x="165649" y="724793"/>
                    </a:lnTo>
                    <a:lnTo>
                      <a:pt x="166284" y="723523"/>
                    </a:lnTo>
                    <a:lnTo>
                      <a:pt x="168822" y="720350"/>
                    </a:lnTo>
                    <a:lnTo>
                      <a:pt x="172631" y="714003"/>
                    </a:lnTo>
                    <a:lnTo>
                      <a:pt x="171995" y="712099"/>
                    </a:lnTo>
                    <a:lnTo>
                      <a:pt x="170092" y="708926"/>
                    </a:lnTo>
                    <a:lnTo>
                      <a:pt x="169457" y="705753"/>
                    </a:lnTo>
                    <a:lnTo>
                      <a:pt x="170092" y="700041"/>
                    </a:lnTo>
                    <a:lnTo>
                      <a:pt x="171361" y="695598"/>
                    </a:lnTo>
                    <a:lnTo>
                      <a:pt x="171995" y="690520"/>
                    </a:lnTo>
                    <a:lnTo>
                      <a:pt x="171361" y="684174"/>
                    </a:lnTo>
                    <a:lnTo>
                      <a:pt x="168822" y="678462"/>
                    </a:lnTo>
                    <a:lnTo>
                      <a:pt x="168187" y="675288"/>
                    </a:lnTo>
                    <a:lnTo>
                      <a:pt x="168822" y="670211"/>
                    </a:lnTo>
                    <a:lnTo>
                      <a:pt x="168822" y="667672"/>
                    </a:lnTo>
                    <a:lnTo>
                      <a:pt x="167553" y="665134"/>
                    </a:lnTo>
                    <a:lnTo>
                      <a:pt x="163745" y="662595"/>
                    </a:lnTo>
                    <a:lnTo>
                      <a:pt x="161841" y="660691"/>
                    </a:lnTo>
                    <a:lnTo>
                      <a:pt x="160572" y="658152"/>
                    </a:lnTo>
                    <a:lnTo>
                      <a:pt x="161206" y="655614"/>
                    </a:lnTo>
                    <a:lnTo>
                      <a:pt x="162475" y="654344"/>
                    </a:lnTo>
                    <a:lnTo>
                      <a:pt x="163111" y="653075"/>
                    </a:lnTo>
                    <a:lnTo>
                      <a:pt x="161841" y="651171"/>
                    </a:lnTo>
                    <a:lnTo>
                      <a:pt x="161206" y="649902"/>
                    </a:lnTo>
                    <a:lnTo>
                      <a:pt x="160572" y="649267"/>
                    </a:lnTo>
                    <a:lnTo>
                      <a:pt x="159937" y="648632"/>
                    </a:lnTo>
                    <a:lnTo>
                      <a:pt x="159302" y="647998"/>
                    </a:lnTo>
                    <a:lnTo>
                      <a:pt x="159302" y="646728"/>
                    </a:lnTo>
                    <a:lnTo>
                      <a:pt x="160572" y="644824"/>
                    </a:lnTo>
                    <a:lnTo>
                      <a:pt x="163111" y="637843"/>
                    </a:lnTo>
                    <a:lnTo>
                      <a:pt x="161841" y="634669"/>
                    </a:lnTo>
                    <a:lnTo>
                      <a:pt x="161206" y="626419"/>
                    </a:lnTo>
                    <a:lnTo>
                      <a:pt x="159937" y="622611"/>
                    </a:lnTo>
                    <a:lnTo>
                      <a:pt x="164380" y="620072"/>
                    </a:lnTo>
                    <a:lnTo>
                      <a:pt x="161841" y="618168"/>
                    </a:lnTo>
                    <a:lnTo>
                      <a:pt x="152955" y="615629"/>
                    </a:lnTo>
                    <a:lnTo>
                      <a:pt x="150417" y="612456"/>
                    </a:lnTo>
                    <a:lnTo>
                      <a:pt x="150417" y="608648"/>
                    </a:lnTo>
                    <a:lnTo>
                      <a:pt x="151686" y="597859"/>
                    </a:lnTo>
                    <a:lnTo>
                      <a:pt x="153590" y="596589"/>
                    </a:lnTo>
                    <a:lnTo>
                      <a:pt x="157398" y="592147"/>
                    </a:lnTo>
                    <a:lnTo>
                      <a:pt x="159937" y="587069"/>
                    </a:lnTo>
                    <a:lnTo>
                      <a:pt x="158033" y="585165"/>
                    </a:lnTo>
                    <a:lnTo>
                      <a:pt x="154860" y="584531"/>
                    </a:lnTo>
                    <a:lnTo>
                      <a:pt x="145974" y="581992"/>
                    </a:lnTo>
                    <a:lnTo>
                      <a:pt x="142801" y="580088"/>
                    </a:lnTo>
                    <a:lnTo>
                      <a:pt x="146608" y="564221"/>
                    </a:lnTo>
                    <a:lnTo>
                      <a:pt x="146608" y="561682"/>
                    </a:lnTo>
                    <a:lnTo>
                      <a:pt x="147878" y="551528"/>
                    </a:lnTo>
                    <a:lnTo>
                      <a:pt x="146608" y="548989"/>
                    </a:lnTo>
                    <a:lnTo>
                      <a:pt x="145339" y="548355"/>
                    </a:lnTo>
                    <a:lnTo>
                      <a:pt x="143435" y="548355"/>
                    </a:lnTo>
                    <a:lnTo>
                      <a:pt x="135819" y="547085"/>
                    </a:lnTo>
                    <a:lnTo>
                      <a:pt x="133281" y="545816"/>
                    </a:lnTo>
                    <a:lnTo>
                      <a:pt x="132012" y="543277"/>
                    </a:lnTo>
                    <a:lnTo>
                      <a:pt x="132646" y="540738"/>
                    </a:lnTo>
                    <a:lnTo>
                      <a:pt x="133281" y="537565"/>
                    </a:lnTo>
                    <a:lnTo>
                      <a:pt x="133915" y="534392"/>
                    </a:lnTo>
                    <a:lnTo>
                      <a:pt x="134550" y="533122"/>
                    </a:lnTo>
                    <a:lnTo>
                      <a:pt x="134550" y="532488"/>
                    </a:lnTo>
                    <a:lnTo>
                      <a:pt x="133281" y="530584"/>
                    </a:lnTo>
                    <a:lnTo>
                      <a:pt x="130742" y="528680"/>
                    </a:lnTo>
                    <a:lnTo>
                      <a:pt x="128204" y="528045"/>
                    </a:lnTo>
                    <a:lnTo>
                      <a:pt x="126299" y="528680"/>
                    </a:lnTo>
                    <a:lnTo>
                      <a:pt x="122492" y="531218"/>
                    </a:lnTo>
                    <a:lnTo>
                      <a:pt x="119953" y="531218"/>
                    </a:lnTo>
                    <a:lnTo>
                      <a:pt x="115510" y="528680"/>
                    </a:lnTo>
                    <a:lnTo>
                      <a:pt x="114875" y="523602"/>
                    </a:lnTo>
                    <a:lnTo>
                      <a:pt x="115510" y="518525"/>
                    </a:lnTo>
                    <a:lnTo>
                      <a:pt x="115510" y="516621"/>
                    </a:lnTo>
                    <a:lnTo>
                      <a:pt x="112971" y="514717"/>
                    </a:lnTo>
                    <a:lnTo>
                      <a:pt x="111702" y="510274"/>
                    </a:lnTo>
                    <a:lnTo>
                      <a:pt x="111067" y="504562"/>
                    </a:lnTo>
                    <a:lnTo>
                      <a:pt x="110433" y="494408"/>
                    </a:lnTo>
                    <a:lnTo>
                      <a:pt x="111067" y="492504"/>
                    </a:lnTo>
                    <a:lnTo>
                      <a:pt x="112337" y="490600"/>
                    </a:lnTo>
                    <a:lnTo>
                      <a:pt x="114241" y="488061"/>
                    </a:lnTo>
                    <a:lnTo>
                      <a:pt x="114875" y="486792"/>
                    </a:lnTo>
                    <a:lnTo>
                      <a:pt x="114241" y="485522"/>
                    </a:lnTo>
                    <a:lnTo>
                      <a:pt x="113606" y="482349"/>
                    </a:lnTo>
                    <a:lnTo>
                      <a:pt x="114241" y="477906"/>
                    </a:lnTo>
                    <a:lnTo>
                      <a:pt x="115510" y="473463"/>
                    </a:lnTo>
                    <a:lnTo>
                      <a:pt x="116145" y="468386"/>
                    </a:lnTo>
                    <a:lnTo>
                      <a:pt x="114241" y="462674"/>
                    </a:lnTo>
                    <a:lnTo>
                      <a:pt x="102817" y="451250"/>
                    </a:lnTo>
                    <a:lnTo>
                      <a:pt x="102182" y="449981"/>
                    </a:lnTo>
                    <a:lnTo>
                      <a:pt x="99008" y="443634"/>
                    </a:lnTo>
                    <a:lnTo>
                      <a:pt x="98374" y="441095"/>
                    </a:lnTo>
                    <a:lnTo>
                      <a:pt x="98374" y="438557"/>
                    </a:lnTo>
                    <a:lnTo>
                      <a:pt x="100278" y="433479"/>
                    </a:lnTo>
                    <a:lnTo>
                      <a:pt x="100913" y="430941"/>
                    </a:lnTo>
                    <a:lnTo>
                      <a:pt x="98374" y="421421"/>
                    </a:lnTo>
                    <a:lnTo>
                      <a:pt x="91393" y="416343"/>
                    </a:lnTo>
                    <a:lnTo>
                      <a:pt x="83142" y="411901"/>
                    </a:lnTo>
                    <a:lnTo>
                      <a:pt x="77430" y="404919"/>
                    </a:lnTo>
                    <a:lnTo>
                      <a:pt x="76795" y="399207"/>
                    </a:lnTo>
                    <a:lnTo>
                      <a:pt x="76795" y="394130"/>
                    </a:lnTo>
                    <a:lnTo>
                      <a:pt x="76160" y="389687"/>
                    </a:lnTo>
                    <a:lnTo>
                      <a:pt x="73622" y="385879"/>
                    </a:lnTo>
                    <a:lnTo>
                      <a:pt x="69814" y="382706"/>
                    </a:lnTo>
                    <a:lnTo>
                      <a:pt x="63467" y="378898"/>
                    </a:lnTo>
                    <a:lnTo>
                      <a:pt x="60928" y="375090"/>
                    </a:lnTo>
                    <a:lnTo>
                      <a:pt x="59025" y="369378"/>
                    </a:lnTo>
                    <a:lnTo>
                      <a:pt x="59659" y="364935"/>
                    </a:lnTo>
                    <a:lnTo>
                      <a:pt x="60928" y="360492"/>
                    </a:lnTo>
                    <a:lnTo>
                      <a:pt x="61563" y="356050"/>
                    </a:lnTo>
                    <a:lnTo>
                      <a:pt x="60928" y="350338"/>
                    </a:lnTo>
                    <a:lnTo>
                      <a:pt x="59659" y="346530"/>
                    </a:lnTo>
                    <a:lnTo>
                      <a:pt x="57120" y="343356"/>
                    </a:lnTo>
                    <a:lnTo>
                      <a:pt x="54581" y="341452"/>
                    </a:lnTo>
                    <a:lnTo>
                      <a:pt x="53947" y="337644"/>
                    </a:lnTo>
                    <a:lnTo>
                      <a:pt x="47600" y="330028"/>
                    </a:lnTo>
                    <a:lnTo>
                      <a:pt x="48235" y="319874"/>
                    </a:lnTo>
                    <a:lnTo>
                      <a:pt x="50774" y="309084"/>
                    </a:lnTo>
                    <a:lnTo>
                      <a:pt x="47600" y="298929"/>
                    </a:lnTo>
                    <a:lnTo>
                      <a:pt x="44427" y="296391"/>
                    </a:lnTo>
                    <a:lnTo>
                      <a:pt x="39984" y="295121"/>
                    </a:lnTo>
                    <a:lnTo>
                      <a:pt x="31733" y="293852"/>
                    </a:lnTo>
                    <a:lnTo>
                      <a:pt x="31099" y="284967"/>
                    </a:lnTo>
                    <a:lnTo>
                      <a:pt x="29830" y="281793"/>
                    </a:lnTo>
                    <a:lnTo>
                      <a:pt x="28560" y="281159"/>
                    </a:lnTo>
                    <a:lnTo>
                      <a:pt x="27926" y="279889"/>
                    </a:lnTo>
                    <a:lnTo>
                      <a:pt x="27926" y="278620"/>
                    </a:lnTo>
                    <a:lnTo>
                      <a:pt x="27926" y="276716"/>
                    </a:lnTo>
                    <a:lnTo>
                      <a:pt x="27926" y="275447"/>
                    </a:lnTo>
                    <a:lnTo>
                      <a:pt x="27291" y="274177"/>
                    </a:lnTo>
                    <a:lnTo>
                      <a:pt x="26021" y="271639"/>
                    </a:lnTo>
                    <a:lnTo>
                      <a:pt x="25387" y="270369"/>
                    </a:lnTo>
                    <a:lnTo>
                      <a:pt x="24752" y="269735"/>
                    </a:lnTo>
                    <a:lnTo>
                      <a:pt x="23483" y="269100"/>
                    </a:lnTo>
                    <a:lnTo>
                      <a:pt x="20310" y="267196"/>
                    </a:lnTo>
                    <a:lnTo>
                      <a:pt x="19675" y="266561"/>
                    </a:lnTo>
                    <a:lnTo>
                      <a:pt x="19675" y="265927"/>
                    </a:lnTo>
                    <a:lnTo>
                      <a:pt x="20310" y="265292"/>
                    </a:lnTo>
                    <a:lnTo>
                      <a:pt x="20310" y="264657"/>
                    </a:lnTo>
                    <a:lnTo>
                      <a:pt x="22213" y="262753"/>
                    </a:lnTo>
                    <a:lnTo>
                      <a:pt x="22848" y="261484"/>
                    </a:lnTo>
                    <a:lnTo>
                      <a:pt x="22848" y="260214"/>
                    </a:lnTo>
                    <a:lnTo>
                      <a:pt x="22213" y="259580"/>
                    </a:lnTo>
                    <a:lnTo>
                      <a:pt x="20944" y="257676"/>
                    </a:lnTo>
                    <a:lnTo>
                      <a:pt x="19040" y="256407"/>
                    </a:lnTo>
                    <a:lnTo>
                      <a:pt x="8886" y="249425"/>
                    </a:lnTo>
                    <a:lnTo>
                      <a:pt x="6981" y="248156"/>
                    </a:lnTo>
                    <a:lnTo>
                      <a:pt x="5078" y="246252"/>
                    </a:lnTo>
                    <a:lnTo>
                      <a:pt x="1904" y="241809"/>
                    </a:lnTo>
                    <a:lnTo>
                      <a:pt x="635" y="239270"/>
                    </a:lnTo>
                    <a:lnTo>
                      <a:pt x="0" y="237367"/>
                    </a:lnTo>
                    <a:lnTo>
                      <a:pt x="635" y="234193"/>
                    </a:lnTo>
                    <a:lnTo>
                      <a:pt x="1270" y="231654"/>
                    </a:lnTo>
                    <a:lnTo>
                      <a:pt x="2539" y="227846"/>
                    </a:lnTo>
                    <a:lnTo>
                      <a:pt x="5078" y="224038"/>
                    </a:lnTo>
                    <a:lnTo>
                      <a:pt x="5712" y="222769"/>
                    </a:lnTo>
                    <a:lnTo>
                      <a:pt x="6347" y="221500"/>
                    </a:lnTo>
                    <a:lnTo>
                      <a:pt x="6347" y="220230"/>
                    </a:lnTo>
                    <a:lnTo>
                      <a:pt x="6981" y="218961"/>
                    </a:lnTo>
                    <a:lnTo>
                      <a:pt x="7616" y="217692"/>
                    </a:lnTo>
                    <a:lnTo>
                      <a:pt x="8251" y="217057"/>
                    </a:lnTo>
                    <a:lnTo>
                      <a:pt x="8886" y="216422"/>
                    </a:lnTo>
                    <a:lnTo>
                      <a:pt x="9520" y="215788"/>
                    </a:lnTo>
                    <a:lnTo>
                      <a:pt x="12059" y="214518"/>
                    </a:lnTo>
                    <a:lnTo>
                      <a:pt x="12693" y="213884"/>
                    </a:lnTo>
                    <a:lnTo>
                      <a:pt x="13328" y="213249"/>
                    </a:lnTo>
                    <a:lnTo>
                      <a:pt x="13328" y="211980"/>
                    </a:lnTo>
                    <a:lnTo>
                      <a:pt x="13328" y="208806"/>
                    </a:lnTo>
                    <a:lnTo>
                      <a:pt x="13963" y="207537"/>
                    </a:lnTo>
                    <a:lnTo>
                      <a:pt x="14598" y="206268"/>
                    </a:lnTo>
                    <a:lnTo>
                      <a:pt x="15232" y="205633"/>
                    </a:lnTo>
                    <a:lnTo>
                      <a:pt x="15867" y="204998"/>
                    </a:lnTo>
                    <a:lnTo>
                      <a:pt x="16501" y="203729"/>
                    </a:lnTo>
                    <a:lnTo>
                      <a:pt x="17137" y="201825"/>
                    </a:lnTo>
                    <a:lnTo>
                      <a:pt x="17137" y="194844"/>
                    </a:lnTo>
                    <a:lnTo>
                      <a:pt x="17137" y="192940"/>
                    </a:lnTo>
                    <a:lnTo>
                      <a:pt x="17137" y="192305"/>
                    </a:lnTo>
                    <a:lnTo>
                      <a:pt x="20310" y="188497"/>
                    </a:lnTo>
                    <a:lnTo>
                      <a:pt x="20944" y="187227"/>
                    </a:lnTo>
                    <a:lnTo>
                      <a:pt x="21579" y="184054"/>
                    </a:lnTo>
                    <a:lnTo>
                      <a:pt x="20944" y="179612"/>
                    </a:lnTo>
                    <a:lnTo>
                      <a:pt x="20944" y="178977"/>
                    </a:lnTo>
                    <a:lnTo>
                      <a:pt x="20944" y="178342"/>
                    </a:lnTo>
                    <a:lnTo>
                      <a:pt x="20944" y="177707"/>
                    </a:lnTo>
                    <a:lnTo>
                      <a:pt x="21579" y="176438"/>
                    </a:lnTo>
                    <a:lnTo>
                      <a:pt x="22848" y="173265"/>
                    </a:lnTo>
                    <a:lnTo>
                      <a:pt x="23483" y="171361"/>
                    </a:lnTo>
                    <a:lnTo>
                      <a:pt x="23483" y="170092"/>
                    </a:lnTo>
                    <a:lnTo>
                      <a:pt x="22848" y="169457"/>
                    </a:lnTo>
                    <a:lnTo>
                      <a:pt x="22213" y="168822"/>
                    </a:lnTo>
                    <a:lnTo>
                      <a:pt x="21579" y="167553"/>
                    </a:lnTo>
                    <a:lnTo>
                      <a:pt x="21579" y="166283"/>
                    </a:lnTo>
                    <a:lnTo>
                      <a:pt x="22213" y="165014"/>
                    </a:lnTo>
                    <a:lnTo>
                      <a:pt x="27926" y="159302"/>
                    </a:lnTo>
                    <a:lnTo>
                      <a:pt x="28560" y="158033"/>
                    </a:lnTo>
                    <a:lnTo>
                      <a:pt x="29195" y="156129"/>
                    </a:lnTo>
                    <a:lnTo>
                      <a:pt x="31099" y="145974"/>
                    </a:lnTo>
                    <a:lnTo>
                      <a:pt x="31099" y="144070"/>
                    </a:lnTo>
                    <a:lnTo>
                      <a:pt x="30464" y="142801"/>
                    </a:lnTo>
                    <a:lnTo>
                      <a:pt x="29830" y="140897"/>
                    </a:lnTo>
                    <a:lnTo>
                      <a:pt x="29195" y="138358"/>
                    </a:lnTo>
                    <a:lnTo>
                      <a:pt x="27291" y="127569"/>
                    </a:lnTo>
                    <a:lnTo>
                      <a:pt x="26657" y="125030"/>
                    </a:lnTo>
                    <a:lnTo>
                      <a:pt x="26021" y="123761"/>
                    </a:lnTo>
                    <a:lnTo>
                      <a:pt x="25387" y="123126"/>
                    </a:lnTo>
                    <a:lnTo>
                      <a:pt x="24118" y="122491"/>
                    </a:lnTo>
                    <a:lnTo>
                      <a:pt x="22848" y="122491"/>
                    </a:lnTo>
                    <a:lnTo>
                      <a:pt x="20944" y="122491"/>
                    </a:lnTo>
                    <a:lnTo>
                      <a:pt x="19675" y="122491"/>
                    </a:lnTo>
                    <a:lnTo>
                      <a:pt x="15867" y="121857"/>
                    </a:lnTo>
                    <a:lnTo>
                      <a:pt x="12693" y="122491"/>
                    </a:lnTo>
                    <a:lnTo>
                      <a:pt x="10790" y="122491"/>
                    </a:lnTo>
                    <a:lnTo>
                      <a:pt x="9520" y="121857"/>
                    </a:lnTo>
                    <a:lnTo>
                      <a:pt x="8251" y="120587"/>
                    </a:lnTo>
                    <a:lnTo>
                      <a:pt x="7616" y="119318"/>
                    </a:lnTo>
                    <a:lnTo>
                      <a:pt x="7616" y="118049"/>
                    </a:lnTo>
                    <a:lnTo>
                      <a:pt x="8251" y="116779"/>
                    </a:lnTo>
                    <a:lnTo>
                      <a:pt x="10155" y="114875"/>
                    </a:lnTo>
                    <a:lnTo>
                      <a:pt x="10790" y="114241"/>
                    </a:lnTo>
                    <a:lnTo>
                      <a:pt x="10155" y="113606"/>
                    </a:lnTo>
                    <a:lnTo>
                      <a:pt x="9520" y="112971"/>
                    </a:lnTo>
                    <a:lnTo>
                      <a:pt x="8251" y="112337"/>
                    </a:lnTo>
                    <a:lnTo>
                      <a:pt x="6347" y="109798"/>
                    </a:lnTo>
                    <a:lnTo>
                      <a:pt x="6347" y="107894"/>
                    </a:lnTo>
                    <a:lnTo>
                      <a:pt x="6981" y="106625"/>
                    </a:lnTo>
                    <a:lnTo>
                      <a:pt x="8251" y="105990"/>
                    </a:lnTo>
                    <a:lnTo>
                      <a:pt x="10790" y="106625"/>
                    </a:lnTo>
                    <a:lnTo>
                      <a:pt x="12059" y="105990"/>
                    </a:lnTo>
                    <a:lnTo>
                      <a:pt x="12693" y="105355"/>
                    </a:lnTo>
                    <a:lnTo>
                      <a:pt x="13328" y="104720"/>
                    </a:lnTo>
                    <a:lnTo>
                      <a:pt x="13963" y="104086"/>
                    </a:lnTo>
                    <a:lnTo>
                      <a:pt x="14598" y="98374"/>
                    </a:lnTo>
                    <a:lnTo>
                      <a:pt x="13963" y="85680"/>
                    </a:lnTo>
                    <a:lnTo>
                      <a:pt x="13328" y="83142"/>
                    </a:lnTo>
                    <a:lnTo>
                      <a:pt x="12693" y="82507"/>
                    </a:lnTo>
                    <a:lnTo>
                      <a:pt x="9520" y="79334"/>
                    </a:lnTo>
                    <a:lnTo>
                      <a:pt x="8251" y="77430"/>
                    </a:lnTo>
                    <a:lnTo>
                      <a:pt x="4443" y="73622"/>
                    </a:lnTo>
                    <a:lnTo>
                      <a:pt x="3808" y="72352"/>
                    </a:lnTo>
                    <a:lnTo>
                      <a:pt x="3173" y="69814"/>
                    </a:lnTo>
                    <a:lnTo>
                      <a:pt x="3173" y="67910"/>
                    </a:lnTo>
                    <a:lnTo>
                      <a:pt x="3173" y="65371"/>
                    </a:lnTo>
                    <a:lnTo>
                      <a:pt x="3808" y="62832"/>
                    </a:lnTo>
                    <a:lnTo>
                      <a:pt x="3808" y="60928"/>
                    </a:lnTo>
                    <a:lnTo>
                      <a:pt x="3173" y="59024"/>
                    </a:lnTo>
                    <a:lnTo>
                      <a:pt x="2539" y="57755"/>
                    </a:lnTo>
                    <a:lnTo>
                      <a:pt x="1904" y="56486"/>
                    </a:lnTo>
                    <a:lnTo>
                      <a:pt x="2539" y="55851"/>
                    </a:lnTo>
                    <a:lnTo>
                      <a:pt x="29195" y="54582"/>
                    </a:lnTo>
                    <a:lnTo>
                      <a:pt x="89488" y="52678"/>
                    </a:lnTo>
                    <a:lnTo>
                      <a:pt x="149782" y="50139"/>
                    </a:lnTo>
                    <a:lnTo>
                      <a:pt x="210075" y="47600"/>
                    </a:lnTo>
                    <a:lnTo>
                      <a:pt x="271004" y="45062"/>
                    </a:lnTo>
                    <a:lnTo>
                      <a:pt x="331298" y="42523"/>
                    </a:lnTo>
                    <a:lnTo>
                      <a:pt x="391592" y="39350"/>
                    </a:lnTo>
                    <a:lnTo>
                      <a:pt x="451885" y="36176"/>
                    </a:lnTo>
                    <a:lnTo>
                      <a:pt x="512179" y="33003"/>
                    </a:lnTo>
                    <a:lnTo>
                      <a:pt x="572472" y="29195"/>
                    </a:lnTo>
                    <a:lnTo>
                      <a:pt x="632766" y="25387"/>
                    </a:lnTo>
                    <a:lnTo>
                      <a:pt x="693060" y="21579"/>
                    </a:lnTo>
                    <a:lnTo>
                      <a:pt x="753353" y="17771"/>
                    </a:lnTo>
                    <a:lnTo>
                      <a:pt x="813647" y="13963"/>
                    </a:lnTo>
                    <a:lnTo>
                      <a:pt x="873940" y="9520"/>
                    </a:lnTo>
                    <a:lnTo>
                      <a:pt x="934234" y="5077"/>
                    </a:lnTo>
                    <a:lnTo>
                      <a:pt x="994528" y="0"/>
                    </a:lnTo>
                    <a:lnTo>
                      <a:pt x="994528" y="635"/>
                    </a:lnTo>
                    <a:lnTo>
                      <a:pt x="994528" y="3808"/>
                    </a:lnTo>
                    <a:lnTo>
                      <a:pt x="995162" y="6981"/>
                    </a:lnTo>
                    <a:lnTo>
                      <a:pt x="995797" y="9520"/>
                    </a:lnTo>
                    <a:lnTo>
                      <a:pt x="997066" y="12059"/>
                    </a:lnTo>
                    <a:lnTo>
                      <a:pt x="1000239" y="17136"/>
                    </a:lnTo>
                    <a:lnTo>
                      <a:pt x="1001509" y="19675"/>
                    </a:lnTo>
                    <a:lnTo>
                      <a:pt x="1002143" y="22213"/>
                    </a:lnTo>
                    <a:lnTo>
                      <a:pt x="1003412" y="29195"/>
                    </a:lnTo>
                    <a:lnTo>
                      <a:pt x="1005317" y="31733"/>
                    </a:lnTo>
                    <a:lnTo>
                      <a:pt x="1007855" y="33003"/>
                    </a:lnTo>
                    <a:lnTo>
                      <a:pt x="1024357" y="38080"/>
                    </a:lnTo>
                    <a:lnTo>
                      <a:pt x="1029434" y="43158"/>
                    </a:lnTo>
                    <a:lnTo>
                      <a:pt x="1030703" y="52043"/>
                    </a:lnTo>
                    <a:lnTo>
                      <a:pt x="1027530" y="59659"/>
                    </a:lnTo>
                    <a:lnTo>
                      <a:pt x="1018644" y="73622"/>
                    </a:lnTo>
                    <a:lnTo>
                      <a:pt x="1017375" y="82507"/>
                    </a:lnTo>
                    <a:lnTo>
                      <a:pt x="1019914" y="99643"/>
                    </a:lnTo>
                    <a:lnTo>
                      <a:pt x="1021818" y="107894"/>
                    </a:lnTo>
                    <a:lnTo>
                      <a:pt x="1022452" y="116779"/>
                    </a:lnTo>
                    <a:lnTo>
                      <a:pt x="1023088" y="119318"/>
                    </a:lnTo>
                    <a:lnTo>
                      <a:pt x="1024357" y="121857"/>
                    </a:lnTo>
                    <a:lnTo>
                      <a:pt x="1025626" y="133281"/>
                    </a:lnTo>
                    <a:lnTo>
                      <a:pt x="1026895" y="138358"/>
                    </a:lnTo>
                    <a:lnTo>
                      <a:pt x="1029434" y="142166"/>
                    </a:lnTo>
                    <a:lnTo>
                      <a:pt x="1035146" y="147878"/>
                    </a:lnTo>
                    <a:lnTo>
                      <a:pt x="1037685" y="151051"/>
                    </a:lnTo>
                    <a:lnTo>
                      <a:pt x="1038954" y="155494"/>
                    </a:lnTo>
                    <a:lnTo>
                      <a:pt x="1040223" y="165649"/>
                    </a:lnTo>
                    <a:lnTo>
                      <a:pt x="1041492" y="170092"/>
                    </a:lnTo>
                    <a:lnTo>
                      <a:pt x="1048474" y="181516"/>
                    </a:lnTo>
                    <a:lnTo>
                      <a:pt x="1051013" y="184689"/>
                    </a:lnTo>
                    <a:lnTo>
                      <a:pt x="1055456" y="187227"/>
                    </a:lnTo>
                    <a:lnTo>
                      <a:pt x="1063706" y="189766"/>
                    </a:lnTo>
                    <a:lnTo>
                      <a:pt x="1096075" y="193574"/>
                    </a:lnTo>
                    <a:lnTo>
                      <a:pt x="1104959" y="196113"/>
                    </a:lnTo>
                    <a:lnTo>
                      <a:pt x="1109403" y="196113"/>
                    </a:lnTo>
                    <a:lnTo>
                      <a:pt x="1113845" y="197382"/>
                    </a:lnTo>
                    <a:lnTo>
                      <a:pt x="1117018" y="200556"/>
                    </a:lnTo>
                    <a:lnTo>
                      <a:pt x="1121461" y="210076"/>
                    </a:lnTo>
                    <a:lnTo>
                      <a:pt x="1123365" y="212614"/>
                    </a:lnTo>
                    <a:lnTo>
                      <a:pt x="1128443" y="218961"/>
                    </a:lnTo>
                    <a:lnTo>
                      <a:pt x="1130346" y="222769"/>
                    </a:lnTo>
                    <a:lnTo>
                      <a:pt x="1130346" y="225308"/>
                    </a:lnTo>
                    <a:lnTo>
                      <a:pt x="1134789" y="236097"/>
                    </a:lnTo>
                    <a:lnTo>
                      <a:pt x="1134789" y="236097"/>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48" name="Google Shape;448;p51"/>
              <p:cNvSpPr/>
              <p:nvPr/>
            </p:nvSpPr>
            <p:spPr>
              <a:xfrm>
                <a:off x="2501987" y="5583461"/>
                <a:ext cx="1085171" cy="661363"/>
              </a:xfrm>
              <a:custGeom>
                <a:avLst/>
                <a:gdLst/>
                <a:ahLst/>
                <a:cxnLst/>
                <a:rect l="l" t="t" r="r" b="b"/>
                <a:pathLst>
                  <a:path w="1490203" h="908212" extrusionOk="0">
                    <a:moveTo>
                      <a:pt x="1162080" y="415074"/>
                    </a:moveTo>
                    <a:lnTo>
                      <a:pt x="1165253" y="404919"/>
                    </a:lnTo>
                    <a:lnTo>
                      <a:pt x="1161445" y="395399"/>
                    </a:lnTo>
                    <a:lnTo>
                      <a:pt x="1145578" y="387148"/>
                    </a:lnTo>
                    <a:lnTo>
                      <a:pt x="1141771" y="385879"/>
                    </a:lnTo>
                    <a:lnTo>
                      <a:pt x="1129712" y="383975"/>
                    </a:lnTo>
                    <a:lnTo>
                      <a:pt x="1127173" y="381437"/>
                    </a:lnTo>
                    <a:lnTo>
                      <a:pt x="1125904" y="375724"/>
                    </a:lnTo>
                    <a:lnTo>
                      <a:pt x="1124000" y="373186"/>
                    </a:lnTo>
                    <a:lnTo>
                      <a:pt x="1114480" y="371282"/>
                    </a:lnTo>
                    <a:lnTo>
                      <a:pt x="1108133" y="369378"/>
                    </a:lnTo>
                    <a:lnTo>
                      <a:pt x="1105594" y="366204"/>
                    </a:lnTo>
                    <a:lnTo>
                      <a:pt x="1103690" y="363031"/>
                    </a:lnTo>
                    <a:lnTo>
                      <a:pt x="1099882" y="359223"/>
                    </a:lnTo>
                    <a:lnTo>
                      <a:pt x="1095440" y="356684"/>
                    </a:lnTo>
                    <a:lnTo>
                      <a:pt x="1091632" y="357954"/>
                    </a:lnTo>
                    <a:lnTo>
                      <a:pt x="1090997" y="356684"/>
                    </a:lnTo>
                    <a:lnTo>
                      <a:pt x="1090362" y="356050"/>
                    </a:lnTo>
                    <a:lnTo>
                      <a:pt x="1089728" y="356050"/>
                    </a:lnTo>
                    <a:lnTo>
                      <a:pt x="1088458" y="356050"/>
                    </a:lnTo>
                    <a:lnTo>
                      <a:pt x="1084650" y="354780"/>
                    </a:lnTo>
                    <a:lnTo>
                      <a:pt x="1080208" y="354146"/>
                    </a:lnTo>
                    <a:lnTo>
                      <a:pt x="1075765" y="354146"/>
                    </a:lnTo>
                    <a:lnTo>
                      <a:pt x="1071322" y="354780"/>
                    </a:lnTo>
                    <a:lnTo>
                      <a:pt x="1066880" y="356050"/>
                    </a:lnTo>
                    <a:lnTo>
                      <a:pt x="1057994" y="361762"/>
                    </a:lnTo>
                    <a:lnTo>
                      <a:pt x="1054821" y="362396"/>
                    </a:lnTo>
                    <a:lnTo>
                      <a:pt x="1046570" y="363031"/>
                    </a:lnTo>
                    <a:lnTo>
                      <a:pt x="1042762" y="363666"/>
                    </a:lnTo>
                    <a:lnTo>
                      <a:pt x="1038319" y="365570"/>
                    </a:lnTo>
                    <a:lnTo>
                      <a:pt x="1035146" y="367474"/>
                    </a:lnTo>
                    <a:lnTo>
                      <a:pt x="1031973" y="368108"/>
                    </a:lnTo>
                    <a:lnTo>
                      <a:pt x="1028165" y="365570"/>
                    </a:lnTo>
                    <a:lnTo>
                      <a:pt x="1020548" y="347799"/>
                    </a:lnTo>
                    <a:lnTo>
                      <a:pt x="1018644" y="344626"/>
                    </a:lnTo>
                    <a:lnTo>
                      <a:pt x="1016106" y="342087"/>
                    </a:lnTo>
                    <a:lnTo>
                      <a:pt x="1005317" y="331932"/>
                    </a:lnTo>
                    <a:lnTo>
                      <a:pt x="1002143" y="330028"/>
                    </a:lnTo>
                    <a:lnTo>
                      <a:pt x="997700" y="326220"/>
                    </a:lnTo>
                    <a:lnTo>
                      <a:pt x="995162" y="325586"/>
                    </a:lnTo>
                    <a:lnTo>
                      <a:pt x="993893" y="328124"/>
                    </a:lnTo>
                    <a:lnTo>
                      <a:pt x="993258" y="329394"/>
                    </a:lnTo>
                    <a:lnTo>
                      <a:pt x="991354" y="330028"/>
                    </a:lnTo>
                    <a:lnTo>
                      <a:pt x="988815" y="330028"/>
                    </a:lnTo>
                    <a:lnTo>
                      <a:pt x="986911" y="329394"/>
                    </a:lnTo>
                    <a:lnTo>
                      <a:pt x="986277" y="331298"/>
                    </a:lnTo>
                    <a:lnTo>
                      <a:pt x="985007" y="334471"/>
                    </a:lnTo>
                    <a:lnTo>
                      <a:pt x="985007" y="336375"/>
                    </a:lnTo>
                    <a:lnTo>
                      <a:pt x="983738" y="335740"/>
                    </a:lnTo>
                    <a:lnTo>
                      <a:pt x="980564" y="335106"/>
                    </a:lnTo>
                    <a:lnTo>
                      <a:pt x="979295" y="334471"/>
                    </a:lnTo>
                    <a:lnTo>
                      <a:pt x="978026" y="340818"/>
                    </a:lnTo>
                    <a:lnTo>
                      <a:pt x="967871" y="360493"/>
                    </a:lnTo>
                    <a:lnTo>
                      <a:pt x="986277" y="385244"/>
                    </a:lnTo>
                    <a:lnTo>
                      <a:pt x="988180" y="386514"/>
                    </a:lnTo>
                    <a:lnTo>
                      <a:pt x="990084" y="387148"/>
                    </a:lnTo>
                    <a:lnTo>
                      <a:pt x="996431" y="389687"/>
                    </a:lnTo>
                    <a:lnTo>
                      <a:pt x="1001508" y="392861"/>
                    </a:lnTo>
                    <a:lnTo>
                      <a:pt x="1009124" y="396034"/>
                    </a:lnTo>
                    <a:lnTo>
                      <a:pt x="1012933" y="396034"/>
                    </a:lnTo>
                    <a:lnTo>
                      <a:pt x="1015471" y="395399"/>
                    </a:lnTo>
                    <a:lnTo>
                      <a:pt x="1018010" y="394764"/>
                    </a:lnTo>
                    <a:lnTo>
                      <a:pt x="1021183" y="394130"/>
                    </a:lnTo>
                    <a:lnTo>
                      <a:pt x="1027530" y="394130"/>
                    </a:lnTo>
                    <a:lnTo>
                      <a:pt x="1030703" y="394764"/>
                    </a:lnTo>
                    <a:lnTo>
                      <a:pt x="1031973" y="396668"/>
                    </a:lnTo>
                    <a:lnTo>
                      <a:pt x="1033242" y="402381"/>
                    </a:lnTo>
                    <a:lnTo>
                      <a:pt x="1033877" y="405554"/>
                    </a:lnTo>
                    <a:lnTo>
                      <a:pt x="1035146" y="406823"/>
                    </a:lnTo>
                    <a:lnTo>
                      <a:pt x="1037685" y="408727"/>
                    </a:lnTo>
                    <a:lnTo>
                      <a:pt x="1038954" y="413805"/>
                    </a:lnTo>
                    <a:lnTo>
                      <a:pt x="1039589" y="436653"/>
                    </a:lnTo>
                    <a:lnTo>
                      <a:pt x="1042762" y="445538"/>
                    </a:lnTo>
                    <a:lnTo>
                      <a:pt x="1049743" y="450615"/>
                    </a:lnTo>
                    <a:lnTo>
                      <a:pt x="1061802" y="450615"/>
                    </a:lnTo>
                    <a:lnTo>
                      <a:pt x="1066880" y="448077"/>
                    </a:lnTo>
                    <a:lnTo>
                      <a:pt x="1070053" y="446807"/>
                    </a:lnTo>
                    <a:lnTo>
                      <a:pt x="1071322" y="447442"/>
                    </a:lnTo>
                    <a:lnTo>
                      <a:pt x="1072591" y="448711"/>
                    </a:lnTo>
                    <a:lnTo>
                      <a:pt x="1075765" y="448711"/>
                    </a:lnTo>
                    <a:lnTo>
                      <a:pt x="1085920" y="446807"/>
                    </a:lnTo>
                    <a:lnTo>
                      <a:pt x="1101152" y="436653"/>
                    </a:lnTo>
                    <a:lnTo>
                      <a:pt x="1106229" y="435383"/>
                    </a:lnTo>
                    <a:lnTo>
                      <a:pt x="1111306" y="436018"/>
                    </a:lnTo>
                    <a:lnTo>
                      <a:pt x="1116384" y="437287"/>
                    </a:lnTo>
                    <a:lnTo>
                      <a:pt x="1122096" y="437922"/>
                    </a:lnTo>
                    <a:lnTo>
                      <a:pt x="1127173" y="436653"/>
                    </a:lnTo>
                    <a:lnTo>
                      <a:pt x="1145578" y="426498"/>
                    </a:lnTo>
                    <a:lnTo>
                      <a:pt x="1153829" y="420151"/>
                    </a:lnTo>
                    <a:lnTo>
                      <a:pt x="1162080" y="415074"/>
                    </a:lnTo>
                    <a:close/>
                    <a:moveTo>
                      <a:pt x="1010394" y="451885"/>
                    </a:moveTo>
                    <a:lnTo>
                      <a:pt x="1005951" y="448077"/>
                    </a:lnTo>
                    <a:lnTo>
                      <a:pt x="1000874" y="448711"/>
                    </a:lnTo>
                    <a:lnTo>
                      <a:pt x="995797" y="451885"/>
                    </a:lnTo>
                    <a:lnTo>
                      <a:pt x="987546" y="457597"/>
                    </a:lnTo>
                    <a:lnTo>
                      <a:pt x="977391" y="461405"/>
                    </a:lnTo>
                    <a:lnTo>
                      <a:pt x="973583" y="463944"/>
                    </a:lnTo>
                    <a:lnTo>
                      <a:pt x="971044" y="468386"/>
                    </a:lnTo>
                    <a:lnTo>
                      <a:pt x="979295" y="473464"/>
                    </a:lnTo>
                    <a:lnTo>
                      <a:pt x="983103" y="474098"/>
                    </a:lnTo>
                    <a:lnTo>
                      <a:pt x="989450" y="470925"/>
                    </a:lnTo>
                    <a:lnTo>
                      <a:pt x="991988" y="470290"/>
                    </a:lnTo>
                    <a:lnTo>
                      <a:pt x="1004047" y="470925"/>
                    </a:lnTo>
                    <a:lnTo>
                      <a:pt x="1010394" y="469655"/>
                    </a:lnTo>
                    <a:lnTo>
                      <a:pt x="1013567" y="466482"/>
                    </a:lnTo>
                    <a:lnTo>
                      <a:pt x="1009759" y="463944"/>
                    </a:lnTo>
                    <a:lnTo>
                      <a:pt x="1010394" y="451885"/>
                    </a:lnTo>
                    <a:close/>
                    <a:moveTo>
                      <a:pt x="1471164" y="727331"/>
                    </a:moveTo>
                    <a:lnTo>
                      <a:pt x="1457201" y="720350"/>
                    </a:lnTo>
                    <a:lnTo>
                      <a:pt x="1446412" y="709561"/>
                    </a:lnTo>
                    <a:lnTo>
                      <a:pt x="1444508" y="705753"/>
                    </a:lnTo>
                    <a:lnTo>
                      <a:pt x="1441969" y="691790"/>
                    </a:lnTo>
                    <a:lnTo>
                      <a:pt x="1440700" y="687347"/>
                    </a:lnTo>
                    <a:lnTo>
                      <a:pt x="1437526" y="684808"/>
                    </a:lnTo>
                    <a:lnTo>
                      <a:pt x="1430545" y="684174"/>
                    </a:lnTo>
                    <a:lnTo>
                      <a:pt x="1419756" y="686078"/>
                    </a:lnTo>
                    <a:lnTo>
                      <a:pt x="1416582" y="684808"/>
                    </a:lnTo>
                    <a:lnTo>
                      <a:pt x="1414678" y="679096"/>
                    </a:lnTo>
                    <a:lnTo>
                      <a:pt x="1414678" y="657518"/>
                    </a:lnTo>
                    <a:lnTo>
                      <a:pt x="1413409" y="651171"/>
                    </a:lnTo>
                    <a:lnTo>
                      <a:pt x="1410870" y="646094"/>
                    </a:lnTo>
                    <a:lnTo>
                      <a:pt x="1388022" y="621342"/>
                    </a:lnTo>
                    <a:lnTo>
                      <a:pt x="1378502" y="614360"/>
                    </a:lnTo>
                    <a:lnTo>
                      <a:pt x="1342961" y="597224"/>
                    </a:lnTo>
                    <a:lnTo>
                      <a:pt x="1313131" y="585800"/>
                    </a:lnTo>
                    <a:lnTo>
                      <a:pt x="1301072" y="583896"/>
                    </a:lnTo>
                    <a:lnTo>
                      <a:pt x="1290918" y="577549"/>
                    </a:lnTo>
                    <a:lnTo>
                      <a:pt x="1285206" y="575645"/>
                    </a:lnTo>
                    <a:lnTo>
                      <a:pt x="1282667" y="576280"/>
                    </a:lnTo>
                    <a:lnTo>
                      <a:pt x="1280128" y="578184"/>
                    </a:lnTo>
                    <a:lnTo>
                      <a:pt x="1276955" y="578819"/>
                    </a:lnTo>
                    <a:lnTo>
                      <a:pt x="1273147" y="576915"/>
                    </a:lnTo>
                    <a:lnTo>
                      <a:pt x="1269974" y="573741"/>
                    </a:lnTo>
                    <a:lnTo>
                      <a:pt x="1268070" y="572472"/>
                    </a:lnTo>
                    <a:lnTo>
                      <a:pt x="1262992" y="571203"/>
                    </a:lnTo>
                    <a:lnTo>
                      <a:pt x="1256011" y="564856"/>
                    </a:lnTo>
                    <a:lnTo>
                      <a:pt x="1239509" y="558509"/>
                    </a:lnTo>
                    <a:lnTo>
                      <a:pt x="1237605" y="557240"/>
                    </a:lnTo>
                    <a:lnTo>
                      <a:pt x="1236971" y="554701"/>
                    </a:lnTo>
                    <a:lnTo>
                      <a:pt x="1236336" y="552162"/>
                    </a:lnTo>
                    <a:lnTo>
                      <a:pt x="1235702" y="550259"/>
                    </a:lnTo>
                    <a:lnTo>
                      <a:pt x="1234432" y="548989"/>
                    </a:lnTo>
                    <a:lnTo>
                      <a:pt x="1226816" y="547720"/>
                    </a:lnTo>
                    <a:lnTo>
                      <a:pt x="1210949" y="541373"/>
                    </a:lnTo>
                    <a:lnTo>
                      <a:pt x="1202064" y="540104"/>
                    </a:lnTo>
                    <a:lnTo>
                      <a:pt x="1195083" y="547085"/>
                    </a:lnTo>
                    <a:lnTo>
                      <a:pt x="1191275" y="557875"/>
                    </a:lnTo>
                    <a:lnTo>
                      <a:pt x="1190005" y="566125"/>
                    </a:lnTo>
                    <a:lnTo>
                      <a:pt x="1192544" y="576280"/>
                    </a:lnTo>
                    <a:lnTo>
                      <a:pt x="1196987" y="585165"/>
                    </a:lnTo>
                    <a:lnTo>
                      <a:pt x="1210315" y="601667"/>
                    </a:lnTo>
                    <a:lnTo>
                      <a:pt x="1210949" y="602936"/>
                    </a:lnTo>
                    <a:lnTo>
                      <a:pt x="1214123" y="608014"/>
                    </a:lnTo>
                    <a:lnTo>
                      <a:pt x="1214123" y="612456"/>
                    </a:lnTo>
                    <a:lnTo>
                      <a:pt x="1211584" y="616264"/>
                    </a:lnTo>
                    <a:lnTo>
                      <a:pt x="1202699" y="623245"/>
                    </a:lnTo>
                    <a:lnTo>
                      <a:pt x="1200795" y="625149"/>
                    </a:lnTo>
                    <a:lnTo>
                      <a:pt x="1190640" y="640382"/>
                    </a:lnTo>
                    <a:lnTo>
                      <a:pt x="1188101" y="643555"/>
                    </a:lnTo>
                    <a:lnTo>
                      <a:pt x="1182389" y="652441"/>
                    </a:lnTo>
                    <a:lnTo>
                      <a:pt x="1170965" y="656248"/>
                    </a:lnTo>
                    <a:lnTo>
                      <a:pt x="1167157" y="659422"/>
                    </a:lnTo>
                    <a:lnTo>
                      <a:pt x="1165888" y="664499"/>
                    </a:lnTo>
                    <a:lnTo>
                      <a:pt x="1163349" y="667038"/>
                    </a:lnTo>
                    <a:lnTo>
                      <a:pt x="1157637" y="670846"/>
                    </a:lnTo>
                    <a:lnTo>
                      <a:pt x="1151925" y="675923"/>
                    </a:lnTo>
                    <a:lnTo>
                      <a:pt x="1148752" y="682270"/>
                    </a:lnTo>
                    <a:lnTo>
                      <a:pt x="1150021" y="693694"/>
                    </a:lnTo>
                    <a:lnTo>
                      <a:pt x="1155733" y="702579"/>
                    </a:lnTo>
                    <a:lnTo>
                      <a:pt x="1162715" y="710830"/>
                    </a:lnTo>
                    <a:lnTo>
                      <a:pt x="1169061" y="720350"/>
                    </a:lnTo>
                    <a:lnTo>
                      <a:pt x="1171600" y="726062"/>
                    </a:lnTo>
                    <a:lnTo>
                      <a:pt x="1173504" y="731774"/>
                    </a:lnTo>
                    <a:lnTo>
                      <a:pt x="1174773" y="737486"/>
                    </a:lnTo>
                    <a:lnTo>
                      <a:pt x="1175408" y="743833"/>
                    </a:lnTo>
                    <a:lnTo>
                      <a:pt x="1176042" y="746372"/>
                    </a:lnTo>
                    <a:lnTo>
                      <a:pt x="1179216" y="755892"/>
                    </a:lnTo>
                    <a:lnTo>
                      <a:pt x="1180485" y="755892"/>
                    </a:lnTo>
                    <a:lnTo>
                      <a:pt x="1184293" y="755257"/>
                    </a:lnTo>
                    <a:lnTo>
                      <a:pt x="1184928" y="755257"/>
                    </a:lnTo>
                    <a:lnTo>
                      <a:pt x="1184928" y="756526"/>
                    </a:lnTo>
                    <a:lnTo>
                      <a:pt x="1184293" y="759699"/>
                    </a:lnTo>
                    <a:lnTo>
                      <a:pt x="1184293" y="760969"/>
                    </a:lnTo>
                    <a:lnTo>
                      <a:pt x="1190640" y="783182"/>
                    </a:lnTo>
                    <a:lnTo>
                      <a:pt x="1194448" y="789529"/>
                    </a:lnTo>
                    <a:lnTo>
                      <a:pt x="1195717" y="792702"/>
                    </a:lnTo>
                    <a:lnTo>
                      <a:pt x="1195717" y="795241"/>
                    </a:lnTo>
                    <a:lnTo>
                      <a:pt x="1188736" y="839033"/>
                    </a:lnTo>
                    <a:lnTo>
                      <a:pt x="1188736" y="861881"/>
                    </a:lnTo>
                    <a:lnTo>
                      <a:pt x="1190005" y="867593"/>
                    </a:lnTo>
                    <a:lnTo>
                      <a:pt x="1193179" y="870132"/>
                    </a:lnTo>
                    <a:lnTo>
                      <a:pt x="1196352" y="871401"/>
                    </a:lnTo>
                    <a:lnTo>
                      <a:pt x="1197621" y="874575"/>
                    </a:lnTo>
                    <a:lnTo>
                      <a:pt x="1198256" y="878383"/>
                    </a:lnTo>
                    <a:lnTo>
                      <a:pt x="1199525" y="880922"/>
                    </a:lnTo>
                    <a:lnTo>
                      <a:pt x="1202064" y="881556"/>
                    </a:lnTo>
                    <a:lnTo>
                      <a:pt x="1210949" y="880922"/>
                    </a:lnTo>
                    <a:lnTo>
                      <a:pt x="1221104" y="883460"/>
                    </a:lnTo>
                    <a:lnTo>
                      <a:pt x="1232528" y="887903"/>
                    </a:lnTo>
                    <a:lnTo>
                      <a:pt x="1242048" y="893615"/>
                    </a:lnTo>
                    <a:lnTo>
                      <a:pt x="1248395" y="899327"/>
                    </a:lnTo>
                    <a:lnTo>
                      <a:pt x="1252838" y="906943"/>
                    </a:lnTo>
                    <a:lnTo>
                      <a:pt x="1252838" y="908212"/>
                    </a:lnTo>
                    <a:lnTo>
                      <a:pt x="1256011" y="906943"/>
                    </a:lnTo>
                    <a:lnTo>
                      <a:pt x="1261088" y="901866"/>
                    </a:lnTo>
                    <a:lnTo>
                      <a:pt x="1264262" y="900596"/>
                    </a:lnTo>
                    <a:lnTo>
                      <a:pt x="1268070" y="898057"/>
                    </a:lnTo>
                    <a:lnTo>
                      <a:pt x="1280128" y="881556"/>
                    </a:lnTo>
                    <a:lnTo>
                      <a:pt x="1283936" y="866324"/>
                    </a:lnTo>
                    <a:lnTo>
                      <a:pt x="1286475" y="861881"/>
                    </a:lnTo>
                    <a:lnTo>
                      <a:pt x="1298534" y="851092"/>
                    </a:lnTo>
                    <a:lnTo>
                      <a:pt x="1302976" y="849823"/>
                    </a:lnTo>
                    <a:lnTo>
                      <a:pt x="1316939" y="842206"/>
                    </a:lnTo>
                    <a:lnTo>
                      <a:pt x="1320747" y="839668"/>
                    </a:lnTo>
                    <a:lnTo>
                      <a:pt x="1327094" y="833321"/>
                    </a:lnTo>
                    <a:lnTo>
                      <a:pt x="1330902" y="830782"/>
                    </a:lnTo>
                    <a:lnTo>
                      <a:pt x="1335345" y="829513"/>
                    </a:lnTo>
                    <a:lnTo>
                      <a:pt x="1338518" y="828244"/>
                    </a:lnTo>
                    <a:lnTo>
                      <a:pt x="1347403" y="819993"/>
                    </a:lnTo>
                    <a:lnTo>
                      <a:pt x="1353750" y="815550"/>
                    </a:lnTo>
                    <a:lnTo>
                      <a:pt x="1356923" y="814281"/>
                    </a:lnTo>
                    <a:lnTo>
                      <a:pt x="1362001" y="813012"/>
                    </a:lnTo>
                    <a:lnTo>
                      <a:pt x="1383579" y="813646"/>
                    </a:lnTo>
                    <a:lnTo>
                      <a:pt x="1388657" y="811108"/>
                    </a:lnTo>
                    <a:lnTo>
                      <a:pt x="1407062" y="807300"/>
                    </a:lnTo>
                    <a:lnTo>
                      <a:pt x="1416582" y="802222"/>
                    </a:lnTo>
                    <a:lnTo>
                      <a:pt x="1421660" y="800318"/>
                    </a:lnTo>
                    <a:lnTo>
                      <a:pt x="1428641" y="799684"/>
                    </a:lnTo>
                    <a:lnTo>
                      <a:pt x="1433084" y="798414"/>
                    </a:lnTo>
                    <a:lnTo>
                      <a:pt x="1457201" y="777470"/>
                    </a:lnTo>
                    <a:lnTo>
                      <a:pt x="1459105" y="774297"/>
                    </a:lnTo>
                    <a:lnTo>
                      <a:pt x="1481319" y="762238"/>
                    </a:lnTo>
                    <a:lnTo>
                      <a:pt x="1484492" y="757795"/>
                    </a:lnTo>
                    <a:lnTo>
                      <a:pt x="1487665" y="752083"/>
                    </a:lnTo>
                    <a:lnTo>
                      <a:pt x="1489569" y="745737"/>
                    </a:lnTo>
                    <a:lnTo>
                      <a:pt x="1490204" y="740025"/>
                    </a:lnTo>
                    <a:lnTo>
                      <a:pt x="1471164" y="727331"/>
                    </a:lnTo>
                    <a:close/>
                    <a:moveTo>
                      <a:pt x="965332" y="295756"/>
                    </a:moveTo>
                    <a:lnTo>
                      <a:pt x="957081" y="293852"/>
                    </a:lnTo>
                    <a:lnTo>
                      <a:pt x="951370" y="293852"/>
                    </a:lnTo>
                    <a:lnTo>
                      <a:pt x="951370" y="293852"/>
                    </a:lnTo>
                    <a:lnTo>
                      <a:pt x="949466" y="293217"/>
                    </a:lnTo>
                    <a:lnTo>
                      <a:pt x="948196" y="292583"/>
                    </a:lnTo>
                    <a:lnTo>
                      <a:pt x="946927" y="291948"/>
                    </a:lnTo>
                    <a:lnTo>
                      <a:pt x="945023" y="291948"/>
                    </a:lnTo>
                    <a:lnTo>
                      <a:pt x="943754" y="292583"/>
                    </a:lnTo>
                    <a:lnTo>
                      <a:pt x="940580" y="295121"/>
                    </a:lnTo>
                    <a:lnTo>
                      <a:pt x="938676" y="295756"/>
                    </a:lnTo>
                    <a:lnTo>
                      <a:pt x="919636" y="295756"/>
                    </a:lnTo>
                    <a:lnTo>
                      <a:pt x="913924" y="295121"/>
                    </a:lnTo>
                    <a:lnTo>
                      <a:pt x="910116" y="293217"/>
                    </a:lnTo>
                    <a:lnTo>
                      <a:pt x="903769" y="286871"/>
                    </a:lnTo>
                    <a:lnTo>
                      <a:pt x="898692" y="283063"/>
                    </a:lnTo>
                    <a:lnTo>
                      <a:pt x="898057" y="283697"/>
                    </a:lnTo>
                    <a:lnTo>
                      <a:pt x="898692" y="286871"/>
                    </a:lnTo>
                    <a:lnTo>
                      <a:pt x="896153" y="290044"/>
                    </a:lnTo>
                    <a:lnTo>
                      <a:pt x="892346" y="290679"/>
                    </a:lnTo>
                    <a:lnTo>
                      <a:pt x="882825" y="287506"/>
                    </a:lnTo>
                    <a:lnTo>
                      <a:pt x="878383" y="286236"/>
                    </a:lnTo>
                    <a:lnTo>
                      <a:pt x="841572" y="284332"/>
                    </a:lnTo>
                    <a:lnTo>
                      <a:pt x="838399" y="281793"/>
                    </a:lnTo>
                    <a:lnTo>
                      <a:pt x="835225" y="278620"/>
                    </a:lnTo>
                    <a:lnTo>
                      <a:pt x="832052" y="276716"/>
                    </a:lnTo>
                    <a:lnTo>
                      <a:pt x="828879" y="277351"/>
                    </a:lnTo>
                    <a:lnTo>
                      <a:pt x="826340" y="278620"/>
                    </a:lnTo>
                    <a:lnTo>
                      <a:pt x="823166" y="278620"/>
                    </a:lnTo>
                    <a:lnTo>
                      <a:pt x="820628" y="277986"/>
                    </a:lnTo>
                    <a:lnTo>
                      <a:pt x="818724" y="276716"/>
                    </a:lnTo>
                    <a:lnTo>
                      <a:pt x="818089" y="281793"/>
                    </a:lnTo>
                    <a:lnTo>
                      <a:pt x="818724" y="285601"/>
                    </a:lnTo>
                    <a:lnTo>
                      <a:pt x="818089" y="289410"/>
                    </a:lnTo>
                    <a:lnTo>
                      <a:pt x="813012" y="295121"/>
                    </a:lnTo>
                    <a:lnTo>
                      <a:pt x="810473" y="297660"/>
                    </a:lnTo>
                    <a:lnTo>
                      <a:pt x="807300" y="300833"/>
                    </a:lnTo>
                    <a:lnTo>
                      <a:pt x="805396" y="305276"/>
                    </a:lnTo>
                    <a:lnTo>
                      <a:pt x="805396" y="310354"/>
                    </a:lnTo>
                    <a:lnTo>
                      <a:pt x="808569" y="314161"/>
                    </a:lnTo>
                    <a:lnTo>
                      <a:pt x="813646" y="316066"/>
                    </a:lnTo>
                    <a:lnTo>
                      <a:pt x="819993" y="316066"/>
                    </a:lnTo>
                    <a:lnTo>
                      <a:pt x="825070" y="312892"/>
                    </a:lnTo>
                    <a:lnTo>
                      <a:pt x="829513" y="311623"/>
                    </a:lnTo>
                    <a:lnTo>
                      <a:pt x="846649" y="312257"/>
                    </a:lnTo>
                    <a:lnTo>
                      <a:pt x="870132" y="310354"/>
                    </a:lnTo>
                    <a:lnTo>
                      <a:pt x="876479" y="310988"/>
                    </a:lnTo>
                    <a:lnTo>
                      <a:pt x="903135" y="321777"/>
                    </a:lnTo>
                    <a:lnTo>
                      <a:pt x="913924" y="324951"/>
                    </a:lnTo>
                    <a:lnTo>
                      <a:pt x="924713" y="326220"/>
                    </a:lnTo>
                    <a:lnTo>
                      <a:pt x="935503" y="324316"/>
                    </a:lnTo>
                    <a:lnTo>
                      <a:pt x="945658" y="320508"/>
                    </a:lnTo>
                    <a:lnTo>
                      <a:pt x="955812" y="315431"/>
                    </a:lnTo>
                    <a:lnTo>
                      <a:pt x="964063" y="307815"/>
                    </a:lnTo>
                    <a:lnTo>
                      <a:pt x="968506" y="297026"/>
                    </a:lnTo>
                    <a:lnTo>
                      <a:pt x="965332" y="295756"/>
                    </a:lnTo>
                    <a:close/>
                    <a:moveTo>
                      <a:pt x="258311" y="25387"/>
                    </a:moveTo>
                    <a:lnTo>
                      <a:pt x="256407" y="24118"/>
                    </a:lnTo>
                    <a:lnTo>
                      <a:pt x="255137" y="21579"/>
                    </a:lnTo>
                    <a:lnTo>
                      <a:pt x="253868" y="18406"/>
                    </a:lnTo>
                    <a:lnTo>
                      <a:pt x="253233" y="15232"/>
                    </a:lnTo>
                    <a:lnTo>
                      <a:pt x="251329" y="11424"/>
                    </a:lnTo>
                    <a:lnTo>
                      <a:pt x="247521" y="7616"/>
                    </a:lnTo>
                    <a:lnTo>
                      <a:pt x="243078" y="5078"/>
                    </a:lnTo>
                    <a:lnTo>
                      <a:pt x="236097" y="3173"/>
                    </a:lnTo>
                    <a:lnTo>
                      <a:pt x="232924" y="1269"/>
                    </a:lnTo>
                    <a:lnTo>
                      <a:pt x="230385" y="0"/>
                    </a:lnTo>
                    <a:lnTo>
                      <a:pt x="227846" y="1269"/>
                    </a:lnTo>
                    <a:lnTo>
                      <a:pt x="225943" y="2539"/>
                    </a:lnTo>
                    <a:lnTo>
                      <a:pt x="223404" y="3173"/>
                    </a:lnTo>
                    <a:lnTo>
                      <a:pt x="201825" y="6347"/>
                    </a:lnTo>
                    <a:lnTo>
                      <a:pt x="199921" y="6982"/>
                    </a:lnTo>
                    <a:lnTo>
                      <a:pt x="196113" y="4443"/>
                    </a:lnTo>
                    <a:lnTo>
                      <a:pt x="191670" y="2539"/>
                    </a:lnTo>
                    <a:lnTo>
                      <a:pt x="187227" y="1904"/>
                    </a:lnTo>
                    <a:lnTo>
                      <a:pt x="183420" y="4443"/>
                    </a:lnTo>
                    <a:lnTo>
                      <a:pt x="178342" y="5712"/>
                    </a:lnTo>
                    <a:lnTo>
                      <a:pt x="163110" y="13328"/>
                    </a:lnTo>
                    <a:lnTo>
                      <a:pt x="142166" y="26656"/>
                    </a:lnTo>
                    <a:lnTo>
                      <a:pt x="141531" y="27291"/>
                    </a:lnTo>
                    <a:lnTo>
                      <a:pt x="139627" y="27926"/>
                    </a:lnTo>
                    <a:lnTo>
                      <a:pt x="138993" y="29830"/>
                    </a:lnTo>
                    <a:lnTo>
                      <a:pt x="138993" y="32368"/>
                    </a:lnTo>
                    <a:lnTo>
                      <a:pt x="138358" y="34272"/>
                    </a:lnTo>
                    <a:lnTo>
                      <a:pt x="127569" y="46966"/>
                    </a:lnTo>
                    <a:lnTo>
                      <a:pt x="124395" y="48870"/>
                    </a:lnTo>
                    <a:lnTo>
                      <a:pt x="122491" y="51408"/>
                    </a:lnTo>
                    <a:lnTo>
                      <a:pt x="125030" y="57755"/>
                    </a:lnTo>
                    <a:lnTo>
                      <a:pt x="128838" y="63467"/>
                    </a:lnTo>
                    <a:lnTo>
                      <a:pt x="130742" y="64736"/>
                    </a:lnTo>
                    <a:lnTo>
                      <a:pt x="132011" y="69179"/>
                    </a:lnTo>
                    <a:lnTo>
                      <a:pt x="135185" y="71083"/>
                    </a:lnTo>
                    <a:lnTo>
                      <a:pt x="139627" y="72352"/>
                    </a:lnTo>
                    <a:lnTo>
                      <a:pt x="144705" y="75526"/>
                    </a:lnTo>
                    <a:lnTo>
                      <a:pt x="149147" y="76795"/>
                    </a:lnTo>
                    <a:lnTo>
                      <a:pt x="155494" y="76160"/>
                    </a:lnTo>
                    <a:lnTo>
                      <a:pt x="161206" y="76795"/>
                    </a:lnTo>
                    <a:lnTo>
                      <a:pt x="165649" y="83776"/>
                    </a:lnTo>
                    <a:lnTo>
                      <a:pt x="173265" y="90123"/>
                    </a:lnTo>
                    <a:lnTo>
                      <a:pt x="175169" y="92662"/>
                    </a:lnTo>
                    <a:lnTo>
                      <a:pt x="177073" y="92662"/>
                    </a:lnTo>
                    <a:lnTo>
                      <a:pt x="183420" y="90758"/>
                    </a:lnTo>
                    <a:lnTo>
                      <a:pt x="196113" y="91393"/>
                    </a:lnTo>
                    <a:lnTo>
                      <a:pt x="208806" y="94566"/>
                    </a:lnTo>
                    <a:lnTo>
                      <a:pt x="215153" y="100278"/>
                    </a:lnTo>
                    <a:lnTo>
                      <a:pt x="230385" y="90758"/>
                    </a:lnTo>
                    <a:lnTo>
                      <a:pt x="245617" y="78065"/>
                    </a:lnTo>
                    <a:lnTo>
                      <a:pt x="244348" y="74891"/>
                    </a:lnTo>
                    <a:lnTo>
                      <a:pt x="244348" y="72987"/>
                    </a:lnTo>
                    <a:lnTo>
                      <a:pt x="246252" y="72987"/>
                    </a:lnTo>
                    <a:lnTo>
                      <a:pt x="249425" y="74256"/>
                    </a:lnTo>
                    <a:lnTo>
                      <a:pt x="249425" y="69179"/>
                    </a:lnTo>
                    <a:lnTo>
                      <a:pt x="249425" y="64102"/>
                    </a:lnTo>
                    <a:lnTo>
                      <a:pt x="248791" y="59025"/>
                    </a:lnTo>
                    <a:lnTo>
                      <a:pt x="247521" y="55216"/>
                    </a:lnTo>
                    <a:lnTo>
                      <a:pt x="257041" y="39350"/>
                    </a:lnTo>
                    <a:lnTo>
                      <a:pt x="260214" y="27926"/>
                    </a:lnTo>
                    <a:lnTo>
                      <a:pt x="260214" y="24752"/>
                    </a:lnTo>
                    <a:lnTo>
                      <a:pt x="258311" y="25387"/>
                    </a:lnTo>
                    <a:close/>
                    <a:moveTo>
                      <a:pt x="42523" y="62198"/>
                    </a:moveTo>
                    <a:lnTo>
                      <a:pt x="39350" y="63467"/>
                    </a:lnTo>
                    <a:lnTo>
                      <a:pt x="36176" y="66640"/>
                    </a:lnTo>
                    <a:lnTo>
                      <a:pt x="30464" y="74256"/>
                    </a:lnTo>
                    <a:lnTo>
                      <a:pt x="27291" y="77430"/>
                    </a:lnTo>
                    <a:lnTo>
                      <a:pt x="23483" y="79969"/>
                    </a:lnTo>
                    <a:lnTo>
                      <a:pt x="22848" y="83142"/>
                    </a:lnTo>
                    <a:lnTo>
                      <a:pt x="14597" y="85046"/>
                    </a:lnTo>
                    <a:lnTo>
                      <a:pt x="5077" y="98374"/>
                    </a:lnTo>
                    <a:lnTo>
                      <a:pt x="1269" y="105990"/>
                    </a:lnTo>
                    <a:lnTo>
                      <a:pt x="0" y="113606"/>
                    </a:lnTo>
                    <a:lnTo>
                      <a:pt x="1904" y="119953"/>
                    </a:lnTo>
                    <a:lnTo>
                      <a:pt x="8886" y="123126"/>
                    </a:lnTo>
                    <a:lnTo>
                      <a:pt x="12059" y="123126"/>
                    </a:lnTo>
                    <a:lnTo>
                      <a:pt x="14597" y="122492"/>
                    </a:lnTo>
                    <a:lnTo>
                      <a:pt x="15867" y="120587"/>
                    </a:lnTo>
                    <a:lnTo>
                      <a:pt x="17136" y="112337"/>
                    </a:lnTo>
                    <a:lnTo>
                      <a:pt x="19040" y="108529"/>
                    </a:lnTo>
                    <a:lnTo>
                      <a:pt x="28560" y="97739"/>
                    </a:lnTo>
                    <a:lnTo>
                      <a:pt x="31099" y="97105"/>
                    </a:lnTo>
                    <a:lnTo>
                      <a:pt x="36176" y="97105"/>
                    </a:lnTo>
                    <a:lnTo>
                      <a:pt x="39984" y="96470"/>
                    </a:lnTo>
                    <a:lnTo>
                      <a:pt x="45062" y="92662"/>
                    </a:lnTo>
                    <a:lnTo>
                      <a:pt x="48235" y="91393"/>
                    </a:lnTo>
                    <a:lnTo>
                      <a:pt x="46331" y="83776"/>
                    </a:lnTo>
                    <a:lnTo>
                      <a:pt x="47600" y="76795"/>
                    </a:lnTo>
                    <a:lnTo>
                      <a:pt x="50774" y="71083"/>
                    </a:lnTo>
                    <a:lnTo>
                      <a:pt x="55851" y="66640"/>
                    </a:lnTo>
                    <a:lnTo>
                      <a:pt x="52043" y="62832"/>
                    </a:lnTo>
                    <a:lnTo>
                      <a:pt x="42523" y="62198"/>
                    </a:lnTo>
                    <a:close/>
                    <a:moveTo>
                      <a:pt x="696232" y="243079"/>
                    </a:moveTo>
                    <a:lnTo>
                      <a:pt x="694963" y="238001"/>
                    </a:lnTo>
                    <a:lnTo>
                      <a:pt x="694963" y="232924"/>
                    </a:lnTo>
                    <a:lnTo>
                      <a:pt x="694329" y="229116"/>
                    </a:lnTo>
                    <a:lnTo>
                      <a:pt x="689886" y="227846"/>
                    </a:lnTo>
                    <a:lnTo>
                      <a:pt x="685443" y="225308"/>
                    </a:lnTo>
                    <a:lnTo>
                      <a:pt x="686078" y="220230"/>
                    </a:lnTo>
                    <a:lnTo>
                      <a:pt x="688616" y="215153"/>
                    </a:lnTo>
                    <a:lnTo>
                      <a:pt x="690520" y="213249"/>
                    </a:lnTo>
                    <a:lnTo>
                      <a:pt x="677192" y="213249"/>
                    </a:lnTo>
                    <a:lnTo>
                      <a:pt x="673385" y="214519"/>
                    </a:lnTo>
                    <a:lnTo>
                      <a:pt x="681000" y="220230"/>
                    </a:lnTo>
                    <a:lnTo>
                      <a:pt x="675923" y="222134"/>
                    </a:lnTo>
                    <a:lnTo>
                      <a:pt x="672750" y="222769"/>
                    </a:lnTo>
                    <a:lnTo>
                      <a:pt x="671480" y="221500"/>
                    </a:lnTo>
                    <a:lnTo>
                      <a:pt x="670211" y="221500"/>
                    </a:lnTo>
                    <a:lnTo>
                      <a:pt x="663865" y="215153"/>
                    </a:lnTo>
                    <a:lnTo>
                      <a:pt x="660056" y="211980"/>
                    </a:lnTo>
                    <a:lnTo>
                      <a:pt x="657518" y="208172"/>
                    </a:lnTo>
                    <a:lnTo>
                      <a:pt x="652440" y="198017"/>
                    </a:lnTo>
                    <a:lnTo>
                      <a:pt x="654344" y="198017"/>
                    </a:lnTo>
                    <a:lnTo>
                      <a:pt x="654979" y="198652"/>
                    </a:lnTo>
                    <a:lnTo>
                      <a:pt x="656248" y="200556"/>
                    </a:lnTo>
                    <a:lnTo>
                      <a:pt x="656248" y="195479"/>
                    </a:lnTo>
                    <a:lnTo>
                      <a:pt x="655613" y="191036"/>
                    </a:lnTo>
                    <a:lnTo>
                      <a:pt x="653710" y="187862"/>
                    </a:lnTo>
                    <a:lnTo>
                      <a:pt x="646728" y="183420"/>
                    </a:lnTo>
                    <a:lnTo>
                      <a:pt x="641651" y="177073"/>
                    </a:lnTo>
                    <a:lnTo>
                      <a:pt x="637208" y="169457"/>
                    </a:lnTo>
                    <a:lnTo>
                      <a:pt x="636573" y="165014"/>
                    </a:lnTo>
                    <a:lnTo>
                      <a:pt x="634035" y="159937"/>
                    </a:lnTo>
                    <a:lnTo>
                      <a:pt x="630862" y="155494"/>
                    </a:lnTo>
                    <a:lnTo>
                      <a:pt x="627053" y="152321"/>
                    </a:lnTo>
                    <a:lnTo>
                      <a:pt x="621976" y="150417"/>
                    </a:lnTo>
                    <a:lnTo>
                      <a:pt x="621342" y="149147"/>
                    </a:lnTo>
                    <a:lnTo>
                      <a:pt x="620707" y="148513"/>
                    </a:lnTo>
                    <a:lnTo>
                      <a:pt x="620072" y="147878"/>
                    </a:lnTo>
                    <a:lnTo>
                      <a:pt x="620072" y="146609"/>
                    </a:lnTo>
                    <a:lnTo>
                      <a:pt x="603571" y="154860"/>
                    </a:lnTo>
                    <a:lnTo>
                      <a:pt x="599128" y="158033"/>
                    </a:lnTo>
                    <a:lnTo>
                      <a:pt x="596589" y="163110"/>
                    </a:lnTo>
                    <a:lnTo>
                      <a:pt x="594685" y="166283"/>
                    </a:lnTo>
                    <a:lnTo>
                      <a:pt x="592781" y="167553"/>
                    </a:lnTo>
                    <a:lnTo>
                      <a:pt x="590878" y="168187"/>
                    </a:lnTo>
                    <a:lnTo>
                      <a:pt x="582627" y="173265"/>
                    </a:lnTo>
                    <a:lnTo>
                      <a:pt x="581357" y="175804"/>
                    </a:lnTo>
                    <a:lnTo>
                      <a:pt x="581357" y="178342"/>
                    </a:lnTo>
                    <a:lnTo>
                      <a:pt x="580088" y="180246"/>
                    </a:lnTo>
                    <a:lnTo>
                      <a:pt x="575645" y="180881"/>
                    </a:lnTo>
                    <a:lnTo>
                      <a:pt x="572472" y="180881"/>
                    </a:lnTo>
                    <a:lnTo>
                      <a:pt x="567395" y="179612"/>
                    </a:lnTo>
                    <a:lnTo>
                      <a:pt x="552162" y="178977"/>
                    </a:lnTo>
                    <a:lnTo>
                      <a:pt x="545816" y="179612"/>
                    </a:lnTo>
                    <a:lnTo>
                      <a:pt x="540738" y="181516"/>
                    </a:lnTo>
                    <a:lnTo>
                      <a:pt x="538200" y="186593"/>
                    </a:lnTo>
                    <a:lnTo>
                      <a:pt x="548355" y="194844"/>
                    </a:lnTo>
                    <a:lnTo>
                      <a:pt x="547720" y="199921"/>
                    </a:lnTo>
                    <a:lnTo>
                      <a:pt x="545816" y="205633"/>
                    </a:lnTo>
                    <a:lnTo>
                      <a:pt x="548355" y="211345"/>
                    </a:lnTo>
                    <a:lnTo>
                      <a:pt x="552797" y="215788"/>
                    </a:lnTo>
                    <a:lnTo>
                      <a:pt x="555971" y="218326"/>
                    </a:lnTo>
                    <a:lnTo>
                      <a:pt x="559144" y="222134"/>
                    </a:lnTo>
                    <a:lnTo>
                      <a:pt x="564221" y="231654"/>
                    </a:lnTo>
                    <a:lnTo>
                      <a:pt x="568029" y="236097"/>
                    </a:lnTo>
                    <a:lnTo>
                      <a:pt x="570568" y="238001"/>
                    </a:lnTo>
                    <a:lnTo>
                      <a:pt x="575011" y="239905"/>
                    </a:lnTo>
                    <a:lnTo>
                      <a:pt x="576915" y="241174"/>
                    </a:lnTo>
                    <a:lnTo>
                      <a:pt x="578184" y="243079"/>
                    </a:lnTo>
                    <a:lnTo>
                      <a:pt x="583896" y="262119"/>
                    </a:lnTo>
                    <a:lnTo>
                      <a:pt x="585165" y="262753"/>
                    </a:lnTo>
                    <a:lnTo>
                      <a:pt x="586435" y="264023"/>
                    </a:lnTo>
                    <a:lnTo>
                      <a:pt x="587704" y="264657"/>
                    </a:lnTo>
                    <a:lnTo>
                      <a:pt x="590243" y="262753"/>
                    </a:lnTo>
                    <a:lnTo>
                      <a:pt x="593416" y="260849"/>
                    </a:lnTo>
                    <a:lnTo>
                      <a:pt x="606744" y="258945"/>
                    </a:lnTo>
                    <a:lnTo>
                      <a:pt x="612456" y="258945"/>
                    </a:lnTo>
                    <a:lnTo>
                      <a:pt x="618168" y="260849"/>
                    </a:lnTo>
                    <a:lnTo>
                      <a:pt x="618803" y="252599"/>
                    </a:lnTo>
                    <a:lnTo>
                      <a:pt x="614995" y="248791"/>
                    </a:lnTo>
                    <a:lnTo>
                      <a:pt x="609283" y="246252"/>
                    </a:lnTo>
                    <a:lnTo>
                      <a:pt x="604205" y="242444"/>
                    </a:lnTo>
                    <a:lnTo>
                      <a:pt x="609283" y="242444"/>
                    </a:lnTo>
                    <a:lnTo>
                      <a:pt x="615629" y="244348"/>
                    </a:lnTo>
                    <a:lnTo>
                      <a:pt x="618803" y="243713"/>
                    </a:lnTo>
                    <a:lnTo>
                      <a:pt x="614995" y="236097"/>
                    </a:lnTo>
                    <a:lnTo>
                      <a:pt x="619438" y="238636"/>
                    </a:lnTo>
                    <a:lnTo>
                      <a:pt x="620707" y="239905"/>
                    </a:lnTo>
                    <a:lnTo>
                      <a:pt x="622611" y="238636"/>
                    </a:lnTo>
                    <a:lnTo>
                      <a:pt x="625149" y="238636"/>
                    </a:lnTo>
                    <a:lnTo>
                      <a:pt x="627053" y="239905"/>
                    </a:lnTo>
                    <a:lnTo>
                      <a:pt x="628323" y="242444"/>
                    </a:lnTo>
                    <a:lnTo>
                      <a:pt x="627688" y="246252"/>
                    </a:lnTo>
                    <a:lnTo>
                      <a:pt x="625149" y="247521"/>
                    </a:lnTo>
                    <a:lnTo>
                      <a:pt x="621976" y="248156"/>
                    </a:lnTo>
                    <a:lnTo>
                      <a:pt x="620072" y="250060"/>
                    </a:lnTo>
                    <a:lnTo>
                      <a:pt x="621342" y="255772"/>
                    </a:lnTo>
                    <a:lnTo>
                      <a:pt x="627053" y="257041"/>
                    </a:lnTo>
                    <a:lnTo>
                      <a:pt x="633400" y="255137"/>
                    </a:lnTo>
                    <a:lnTo>
                      <a:pt x="637208" y="251329"/>
                    </a:lnTo>
                    <a:lnTo>
                      <a:pt x="642920" y="254503"/>
                    </a:lnTo>
                    <a:lnTo>
                      <a:pt x="645459" y="256407"/>
                    </a:lnTo>
                    <a:lnTo>
                      <a:pt x="647998" y="258945"/>
                    </a:lnTo>
                    <a:lnTo>
                      <a:pt x="646728" y="261484"/>
                    </a:lnTo>
                    <a:lnTo>
                      <a:pt x="649267" y="264023"/>
                    </a:lnTo>
                    <a:lnTo>
                      <a:pt x="657518" y="268465"/>
                    </a:lnTo>
                    <a:lnTo>
                      <a:pt x="661326" y="271639"/>
                    </a:lnTo>
                    <a:lnTo>
                      <a:pt x="663230" y="272273"/>
                    </a:lnTo>
                    <a:lnTo>
                      <a:pt x="667672" y="272273"/>
                    </a:lnTo>
                    <a:lnTo>
                      <a:pt x="674019" y="270369"/>
                    </a:lnTo>
                    <a:lnTo>
                      <a:pt x="681000" y="267831"/>
                    </a:lnTo>
                    <a:lnTo>
                      <a:pt x="687347" y="267196"/>
                    </a:lnTo>
                    <a:lnTo>
                      <a:pt x="691155" y="272273"/>
                    </a:lnTo>
                    <a:lnTo>
                      <a:pt x="695598" y="268465"/>
                    </a:lnTo>
                    <a:lnTo>
                      <a:pt x="710195" y="258945"/>
                    </a:lnTo>
                    <a:lnTo>
                      <a:pt x="706387" y="255137"/>
                    </a:lnTo>
                    <a:lnTo>
                      <a:pt x="696232" y="243079"/>
                    </a:lnTo>
                    <a:close/>
                    <a:moveTo>
                      <a:pt x="931695" y="375724"/>
                    </a:moveTo>
                    <a:lnTo>
                      <a:pt x="929791" y="374455"/>
                    </a:lnTo>
                    <a:lnTo>
                      <a:pt x="925983" y="372551"/>
                    </a:lnTo>
                    <a:lnTo>
                      <a:pt x="912020" y="359858"/>
                    </a:lnTo>
                    <a:lnTo>
                      <a:pt x="880287" y="361762"/>
                    </a:lnTo>
                    <a:lnTo>
                      <a:pt x="872036" y="366204"/>
                    </a:lnTo>
                    <a:lnTo>
                      <a:pt x="877748" y="374455"/>
                    </a:lnTo>
                    <a:lnTo>
                      <a:pt x="887268" y="379533"/>
                    </a:lnTo>
                    <a:lnTo>
                      <a:pt x="889807" y="382706"/>
                    </a:lnTo>
                    <a:lnTo>
                      <a:pt x="891076" y="388418"/>
                    </a:lnTo>
                    <a:lnTo>
                      <a:pt x="891076" y="394764"/>
                    </a:lnTo>
                    <a:lnTo>
                      <a:pt x="891711" y="401111"/>
                    </a:lnTo>
                    <a:lnTo>
                      <a:pt x="893615" y="406188"/>
                    </a:lnTo>
                    <a:lnTo>
                      <a:pt x="898057" y="409997"/>
                    </a:lnTo>
                    <a:lnTo>
                      <a:pt x="909481" y="411901"/>
                    </a:lnTo>
                    <a:lnTo>
                      <a:pt x="920906" y="408727"/>
                    </a:lnTo>
                    <a:lnTo>
                      <a:pt x="931060" y="401746"/>
                    </a:lnTo>
                    <a:lnTo>
                      <a:pt x="937407" y="393495"/>
                    </a:lnTo>
                    <a:lnTo>
                      <a:pt x="939946" y="389053"/>
                    </a:lnTo>
                    <a:lnTo>
                      <a:pt x="939946" y="386514"/>
                    </a:lnTo>
                    <a:lnTo>
                      <a:pt x="938041" y="383341"/>
                    </a:lnTo>
                    <a:lnTo>
                      <a:pt x="931695" y="375724"/>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49" name="Google Shape;449;p51"/>
              <p:cNvSpPr/>
              <p:nvPr/>
            </p:nvSpPr>
            <p:spPr>
              <a:xfrm>
                <a:off x="6569995" y="4351782"/>
                <a:ext cx="800938" cy="810181"/>
              </a:xfrm>
              <a:custGeom>
                <a:avLst/>
                <a:gdLst/>
                <a:ahLst/>
                <a:cxnLst/>
                <a:rect l="l" t="t" r="r" b="b"/>
                <a:pathLst>
                  <a:path w="1099882" h="1112575" extrusionOk="0">
                    <a:moveTo>
                      <a:pt x="1016106" y="985642"/>
                    </a:moveTo>
                    <a:lnTo>
                      <a:pt x="1015471" y="981834"/>
                    </a:lnTo>
                    <a:lnTo>
                      <a:pt x="1018010" y="974218"/>
                    </a:lnTo>
                    <a:lnTo>
                      <a:pt x="1018644" y="965332"/>
                    </a:lnTo>
                    <a:lnTo>
                      <a:pt x="1018010" y="957716"/>
                    </a:lnTo>
                    <a:lnTo>
                      <a:pt x="1018644" y="949466"/>
                    </a:lnTo>
                    <a:lnTo>
                      <a:pt x="1018010" y="943119"/>
                    </a:lnTo>
                    <a:lnTo>
                      <a:pt x="1017375" y="938042"/>
                    </a:lnTo>
                    <a:lnTo>
                      <a:pt x="1016106" y="938042"/>
                    </a:lnTo>
                    <a:lnTo>
                      <a:pt x="1015471" y="946292"/>
                    </a:lnTo>
                    <a:lnTo>
                      <a:pt x="1006586" y="956447"/>
                    </a:lnTo>
                    <a:lnTo>
                      <a:pt x="1005951" y="964063"/>
                    </a:lnTo>
                    <a:lnTo>
                      <a:pt x="1006586" y="965332"/>
                    </a:lnTo>
                    <a:lnTo>
                      <a:pt x="1009124" y="969775"/>
                    </a:lnTo>
                    <a:lnTo>
                      <a:pt x="1009759" y="972314"/>
                    </a:lnTo>
                    <a:lnTo>
                      <a:pt x="1010393" y="974218"/>
                    </a:lnTo>
                    <a:lnTo>
                      <a:pt x="1011029" y="980564"/>
                    </a:lnTo>
                    <a:lnTo>
                      <a:pt x="1016106" y="998970"/>
                    </a:lnTo>
                    <a:lnTo>
                      <a:pt x="1018010" y="999604"/>
                    </a:lnTo>
                    <a:lnTo>
                      <a:pt x="1019279" y="997066"/>
                    </a:lnTo>
                    <a:lnTo>
                      <a:pt x="1019279" y="991989"/>
                    </a:lnTo>
                    <a:lnTo>
                      <a:pt x="1016106" y="985642"/>
                    </a:lnTo>
                    <a:close/>
                    <a:moveTo>
                      <a:pt x="1091632" y="658787"/>
                    </a:moveTo>
                    <a:lnTo>
                      <a:pt x="1087824" y="658152"/>
                    </a:lnTo>
                    <a:lnTo>
                      <a:pt x="1084650" y="658787"/>
                    </a:lnTo>
                    <a:lnTo>
                      <a:pt x="1082111" y="658152"/>
                    </a:lnTo>
                    <a:lnTo>
                      <a:pt x="1082111" y="657518"/>
                    </a:lnTo>
                    <a:lnTo>
                      <a:pt x="1082111" y="657518"/>
                    </a:lnTo>
                    <a:lnTo>
                      <a:pt x="1077669" y="658152"/>
                    </a:lnTo>
                    <a:lnTo>
                      <a:pt x="1073860" y="657518"/>
                    </a:lnTo>
                    <a:lnTo>
                      <a:pt x="1070053" y="655614"/>
                    </a:lnTo>
                    <a:lnTo>
                      <a:pt x="1068149" y="652441"/>
                    </a:lnTo>
                    <a:lnTo>
                      <a:pt x="1066245" y="650536"/>
                    </a:lnTo>
                    <a:lnTo>
                      <a:pt x="1057359" y="647998"/>
                    </a:lnTo>
                    <a:lnTo>
                      <a:pt x="1052282" y="647363"/>
                    </a:lnTo>
                    <a:lnTo>
                      <a:pt x="1040223" y="650536"/>
                    </a:lnTo>
                    <a:lnTo>
                      <a:pt x="1038319" y="649902"/>
                    </a:lnTo>
                    <a:lnTo>
                      <a:pt x="1031338" y="643555"/>
                    </a:lnTo>
                    <a:lnTo>
                      <a:pt x="1030069" y="642920"/>
                    </a:lnTo>
                    <a:lnTo>
                      <a:pt x="1027530" y="642286"/>
                    </a:lnTo>
                    <a:lnTo>
                      <a:pt x="1026260" y="641651"/>
                    </a:lnTo>
                    <a:lnTo>
                      <a:pt x="1025626" y="639747"/>
                    </a:lnTo>
                    <a:lnTo>
                      <a:pt x="1025626" y="638478"/>
                    </a:lnTo>
                    <a:lnTo>
                      <a:pt x="1026260" y="637208"/>
                    </a:lnTo>
                    <a:lnTo>
                      <a:pt x="1026260" y="636574"/>
                    </a:lnTo>
                    <a:lnTo>
                      <a:pt x="1021183" y="629592"/>
                    </a:lnTo>
                    <a:lnTo>
                      <a:pt x="1020549" y="627688"/>
                    </a:lnTo>
                    <a:lnTo>
                      <a:pt x="1020549" y="625149"/>
                    </a:lnTo>
                    <a:lnTo>
                      <a:pt x="1021818" y="620707"/>
                    </a:lnTo>
                    <a:lnTo>
                      <a:pt x="1021818" y="618803"/>
                    </a:lnTo>
                    <a:lnTo>
                      <a:pt x="1020549" y="612456"/>
                    </a:lnTo>
                    <a:lnTo>
                      <a:pt x="1020549" y="609918"/>
                    </a:lnTo>
                    <a:lnTo>
                      <a:pt x="1021183" y="607379"/>
                    </a:lnTo>
                    <a:lnTo>
                      <a:pt x="1022452" y="603571"/>
                    </a:lnTo>
                    <a:lnTo>
                      <a:pt x="1022452" y="600398"/>
                    </a:lnTo>
                    <a:lnTo>
                      <a:pt x="1021183" y="595320"/>
                    </a:lnTo>
                    <a:lnTo>
                      <a:pt x="1018644" y="591512"/>
                    </a:lnTo>
                    <a:lnTo>
                      <a:pt x="1015471" y="588974"/>
                    </a:lnTo>
                    <a:lnTo>
                      <a:pt x="1012298" y="588339"/>
                    </a:lnTo>
                    <a:lnTo>
                      <a:pt x="1002143" y="569299"/>
                    </a:lnTo>
                    <a:lnTo>
                      <a:pt x="1000873" y="561682"/>
                    </a:lnTo>
                    <a:lnTo>
                      <a:pt x="998970" y="557875"/>
                    </a:lnTo>
                    <a:lnTo>
                      <a:pt x="995797" y="556605"/>
                    </a:lnTo>
                    <a:lnTo>
                      <a:pt x="992623" y="555971"/>
                    </a:lnTo>
                    <a:lnTo>
                      <a:pt x="991353" y="553432"/>
                    </a:lnTo>
                    <a:lnTo>
                      <a:pt x="990719" y="550893"/>
                    </a:lnTo>
                    <a:lnTo>
                      <a:pt x="989450" y="548989"/>
                    </a:lnTo>
                    <a:lnTo>
                      <a:pt x="988180" y="548355"/>
                    </a:lnTo>
                    <a:lnTo>
                      <a:pt x="983103" y="546451"/>
                    </a:lnTo>
                    <a:lnTo>
                      <a:pt x="982469" y="546451"/>
                    </a:lnTo>
                    <a:lnTo>
                      <a:pt x="981199" y="545816"/>
                    </a:lnTo>
                    <a:lnTo>
                      <a:pt x="977391" y="542642"/>
                    </a:lnTo>
                    <a:lnTo>
                      <a:pt x="975487" y="541373"/>
                    </a:lnTo>
                    <a:lnTo>
                      <a:pt x="973583" y="540104"/>
                    </a:lnTo>
                    <a:lnTo>
                      <a:pt x="971679" y="539469"/>
                    </a:lnTo>
                    <a:lnTo>
                      <a:pt x="965332" y="539469"/>
                    </a:lnTo>
                    <a:lnTo>
                      <a:pt x="960890" y="538200"/>
                    </a:lnTo>
                    <a:lnTo>
                      <a:pt x="956447" y="536296"/>
                    </a:lnTo>
                    <a:lnTo>
                      <a:pt x="953273" y="533757"/>
                    </a:lnTo>
                    <a:lnTo>
                      <a:pt x="950735" y="529949"/>
                    </a:lnTo>
                    <a:lnTo>
                      <a:pt x="950100" y="526141"/>
                    </a:lnTo>
                    <a:lnTo>
                      <a:pt x="950735" y="522333"/>
                    </a:lnTo>
                    <a:lnTo>
                      <a:pt x="950735" y="517256"/>
                    </a:lnTo>
                    <a:lnTo>
                      <a:pt x="950100" y="515352"/>
                    </a:lnTo>
                    <a:lnTo>
                      <a:pt x="948831" y="513448"/>
                    </a:lnTo>
                    <a:lnTo>
                      <a:pt x="947562" y="512178"/>
                    </a:lnTo>
                    <a:lnTo>
                      <a:pt x="946292" y="511544"/>
                    </a:lnTo>
                    <a:lnTo>
                      <a:pt x="945658" y="510274"/>
                    </a:lnTo>
                    <a:lnTo>
                      <a:pt x="946292" y="507736"/>
                    </a:lnTo>
                    <a:lnTo>
                      <a:pt x="946292" y="504562"/>
                    </a:lnTo>
                    <a:lnTo>
                      <a:pt x="946927" y="502658"/>
                    </a:lnTo>
                    <a:lnTo>
                      <a:pt x="946927" y="499485"/>
                    </a:lnTo>
                    <a:lnTo>
                      <a:pt x="945023" y="495677"/>
                    </a:lnTo>
                    <a:lnTo>
                      <a:pt x="942484" y="492504"/>
                    </a:lnTo>
                    <a:lnTo>
                      <a:pt x="940580" y="488695"/>
                    </a:lnTo>
                    <a:lnTo>
                      <a:pt x="939945" y="484888"/>
                    </a:lnTo>
                    <a:lnTo>
                      <a:pt x="938676" y="481080"/>
                    </a:lnTo>
                    <a:lnTo>
                      <a:pt x="935503" y="474733"/>
                    </a:lnTo>
                    <a:lnTo>
                      <a:pt x="921540" y="458231"/>
                    </a:lnTo>
                    <a:lnTo>
                      <a:pt x="919002" y="456327"/>
                    </a:lnTo>
                    <a:lnTo>
                      <a:pt x="918366" y="451250"/>
                    </a:lnTo>
                    <a:lnTo>
                      <a:pt x="918366" y="442365"/>
                    </a:lnTo>
                    <a:lnTo>
                      <a:pt x="917097" y="438557"/>
                    </a:lnTo>
                    <a:lnTo>
                      <a:pt x="914559" y="434114"/>
                    </a:lnTo>
                    <a:lnTo>
                      <a:pt x="911385" y="430306"/>
                    </a:lnTo>
                    <a:lnTo>
                      <a:pt x="908212" y="429037"/>
                    </a:lnTo>
                    <a:lnTo>
                      <a:pt x="903769" y="429037"/>
                    </a:lnTo>
                    <a:lnTo>
                      <a:pt x="900596" y="427767"/>
                    </a:lnTo>
                    <a:lnTo>
                      <a:pt x="893615" y="423325"/>
                    </a:lnTo>
                    <a:lnTo>
                      <a:pt x="884095" y="419517"/>
                    </a:lnTo>
                    <a:lnTo>
                      <a:pt x="865055" y="415074"/>
                    </a:lnTo>
                    <a:lnTo>
                      <a:pt x="856804" y="409997"/>
                    </a:lnTo>
                    <a:lnTo>
                      <a:pt x="854899" y="406823"/>
                    </a:lnTo>
                    <a:lnTo>
                      <a:pt x="851726" y="397303"/>
                    </a:lnTo>
                    <a:lnTo>
                      <a:pt x="849823" y="395399"/>
                    </a:lnTo>
                    <a:lnTo>
                      <a:pt x="845379" y="396034"/>
                    </a:lnTo>
                    <a:lnTo>
                      <a:pt x="841572" y="395399"/>
                    </a:lnTo>
                    <a:lnTo>
                      <a:pt x="837764" y="392861"/>
                    </a:lnTo>
                    <a:lnTo>
                      <a:pt x="833956" y="387783"/>
                    </a:lnTo>
                    <a:lnTo>
                      <a:pt x="836495" y="385244"/>
                    </a:lnTo>
                    <a:lnTo>
                      <a:pt x="836495" y="382706"/>
                    </a:lnTo>
                    <a:lnTo>
                      <a:pt x="834590" y="380167"/>
                    </a:lnTo>
                    <a:lnTo>
                      <a:pt x="830782" y="377628"/>
                    </a:lnTo>
                    <a:lnTo>
                      <a:pt x="833321" y="375724"/>
                    </a:lnTo>
                    <a:lnTo>
                      <a:pt x="832686" y="373820"/>
                    </a:lnTo>
                    <a:lnTo>
                      <a:pt x="831417" y="373186"/>
                    </a:lnTo>
                    <a:lnTo>
                      <a:pt x="828878" y="372551"/>
                    </a:lnTo>
                    <a:lnTo>
                      <a:pt x="826339" y="372551"/>
                    </a:lnTo>
                    <a:lnTo>
                      <a:pt x="825705" y="373820"/>
                    </a:lnTo>
                    <a:lnTo>
                      <a:pt x="825070" y="375090"/>
                    </a:lnTo>
                    <a:lnTo>
                      <a:pt x="823166" y="373820"/>
                    </a:lnTo>
                    <a:lnTo>
                      <a:pt x="813011" y="364935"/>
                    </a:lnTo>
                    <a:lnTo>
                      <a:pt x="811108" y="361762"/>
                    </a:lnTo>
                    <a:lnTo>
                      <a:pt x="813646" y="359858"/>
                    </a:lnTo>
                    <a:lnTo>
                      <a:pt x="810473" y="354146"/>
                    </a:lnTo>
                    <a:lnTo>
                      <a:pt x="810473" y="352242"/>
                    </a:lnTo>
                    <a:lnTo>
                      <a:pt x="813646" y="350973"/>
                    </a:lnTo>
                    <a:lnTo>
                      <a:pt x="811108" y="347799"/>
                    </a:lnTo>
                    <a:lnTo>
                      <a:pt x="809838" y="346530"/>
                    </a:lnTo>
                    <a:lnTo>
                      <a:pt x="810473" y="340818"/>
                    </a:lnTo>
                    <a:lnTo>
                      <a:pt x="806665" y="337010"/>
                    </a:lnTo>
                    <a:lnTo>
                      <a:pt x="797145" y="332567"/>
                    </a:lnTo>
                    <a:lnTo>
                      <a:pt x="792068" y="329394"/>
                    </a:lnTo>
                    <a:lnTo>
                      <a:pt x="781278" y="319874"/>
                    </a:lnTo>
                    <a:lnTo>
                      <a:pt x="776201" y="317335"/>
                    </a:lnTo>
                    <a:lnTo>
                      <a:pt x="771758" y="316066"/>
                    </a:lnTo>
                    <a:lnTo>
                      <a:pt x="761603" y="314796"/>
                    </a:lnTo>
                    <a:lnTo>
                      <a:pt x="757161" y="313527"/>
                    </a:lnTo>
                    <a:lnTo>
                      <a:pt x="752083" y="310988"/>
                    </a:lnTo>
                    <a:lnTo>
                      <a:pt x="747006" y="307180"/>
                    </a:lnTo>
                    <a:lnTo>
                      <a:pt x="742563" y="300199"/>
                    </a:lnTo>
                    <a:lnTo>
                      <a:pt x="740024" y="295121"/>
                    </a:lnTo>
                    <a:lnTo>
                      <a:pt x="736217" y="290679"/>
                    </a:lnTo>
                    <a:lnTo>
                      <a:pt x="731774" y="279889"/>
                    </a:lnTo>
                    <a:lnTo>
                      <a:pt x="724792" y="274177"/>
                    </a:lnTo>
                    <a:lnTo>
                      <a:pt x="713369" y="266561"/>
                    </a:lnTo>
                    <a:lnTo>
                      <a:pt x="703849" y="260849"/>
                    </a:lnTo>
                    <a:lnTo>
                      <a:pt x="694963" y="257041"/>
                    </a:lnTo>
                    <a:lnTo>
                      <a:pt x="687982" y="255137"/>
                    </a:lnTo>
                    <a:lnTo>
                      <a:pt x="681001" y="251964"/>
                    </a:lnTo>
                    <a:lnTo>
                      <a:pt x="675288" y="246887"/>
                    </a:lnTo>
                    <a:lnTo>
                      <a:pt x="670845" y="242444"/>
                    </a:lnTo>
                    <a:lnTo>
                      <a:pt x="667037" y="239905"/>
                    </a:lnTo>
                    <a:lnTo>
                      <a:pt x="663230" y="240540"/>
                    </a:lnTo>
                    <a:lnTo>
                      <a:pt x="659422" y="239905"/>
                    </a:lnTo>
                    <a:lnTo>
                      <a:pt x="656248" y="237367"/>
                    </a:lnTo>
                    <a:lnTo>
                      <a:pt x="653710" y="231020"/>
                    </a:lnTo>
                    <a:lnTo>
                      <a:pt x="650536" y="225308"/>
                    </a:lnTo>
                    <a:lnTo>
                      <a:pt x="647363" y="218961"/>
                    </a:lnTo>
                    <a:lnTo>
                      <a:pt x="644824" y="216423"/>
                    </a:lnTo>
                    <a:lnTo>
                      <a:pt x="639747" y="214519"/>
                    </a:lnTo>
                    <a:lnTo>
                      <a:pt x="637208" y="211345"/>
                    </a:lnTo>
                    <a:lnTo>
                      <a:pt x="634035" y="204999"/>
                    </a:lnTo>
                    <a:lnTo>
                      <a:pt x="632131" y="202460"/>
                    </a:lnTo>
                    <a:lnTo>
                      <a:pt x="629592" y="199921"/>
                    </a:lnTo>
                    <a:lnTo>
                      <a:pt x="626418" y="198017"/>
                    </a:lnTo>
                    <a:lnTo>
                      <a:pt x="621342" y="196748"/>
                    </a:lnTo>
                    <a:lnTo>
                      <a:pt x="617534" y="192940"/>
                    </a:lnTo>
                    <a:lnTo>
                      <a:pt x="615629" y="192305"/>
                    </a:lnTo>
                    <a:lnTo>
                      <a:pt x="613725" y="189132"/>
                    </a:lnTo>
                    <a:lnTo>
                      <a:pt x="606744" y="168822"/>
                    </a:lnTo>
                    <a:lnTo>
                      <a:pt x="604205" y="163745"/>
                    </a:lnTo>
                    <a:lnTo>
                      <a:pt x="589608" y="147878"/>
                    </a:lnTo>
                    <a:lnTo>
                      <a:pt x="587069" y="145974"/>
                    </a:lnTo>
                    <a:lnTo>
                      <a:pt x="583261" y="138358"/>
                    </a:lnTo>
                    <a:lnTo>
                      <a:pt x="581357" y="132012"/>
                    </a:lnTo>
                    <a:lnTo>
                      <a:pt x="578184" y="125665"/>
                    </a:lnTo>
                    <a:lnTo>
                      <a:pt x="568664" y="121857"/>
                    </a:lnTo>
                    <a:lnTo>
                      <a:pt x="554701" y="123761"/>
                    </a:lnTo>
                    <a:lnTo>
                      <a:pt x="545181" y="125665"/>
                    </a:lnTo>
                    <a:lnTo>
                      <a:pt x="538200" y="123126"/>
                    </a:lnTo>
                    <a:lnTo>
                      <a:pt x="534391" y="119953"/>
                    </a:lnTo>
                    <a:lnTo>
                      <a:pt x="529949" y="114875"/>
                    </a:lnTo>
                    <a:lnTo>
                      <a:pt x="525507" y="112337"/>
                    </a:lnTo>
                    <a:lnTo>
                      <a:pt x="520429" y="107259"/>
                    </a:lnTo>
                    <a:lnTo>
                      <a:pt x="512178" y="104086"/>
                    </a:lnTo>
                    <a:lnTo>
                      <a:pt x="510274" y="101547"/>
                    </a:lnTo>
                    <a:lnTo>
                      <a:pt x="509640" y="98374"/>
                    </a:lnTo>
                    <a:lnTo>
                      <a:pt x="508370" y="98374"/>
                    </a:lnTo>
                    <a:lnTo>
                      <a:pt x="503293" y="100913"/>
                    </a:lnTo>
                    <a:lnTo>
                      <a:pt x="496311" y="98374"/>
                    </a:lnTo>
                    <a:lnTo>
                      <a:pt x="476002" y="88854"/>
                    </a:lnTo>
                    <a:lnTo>
                      <a:pt x="468386" y="80603"/>
                    </a:lnTo>
                    <a:lnTo>
                      <a:pt x="469021" y="69814"/>
                    </a:lnTo>
                    <a:lnTo>
                      <a:pt x="471560" y="64736"/>
                    </a:lnTo>
                    <a:lnTo>
                      <a:pt x="472194" y="62198"/>
                    </a:lnTo>
                    <a:lnTo>
                      <a:pt x="472194" y="60294"/>
                    </a:lnTo>
                    <a:lnTo>
                      <a:pt x="472194" y="58390"/>
                    </a:lnTo>
                    <a:lnTo>
                      <a:pt x="472194" y="56486"/>
                    </a:lnTo>
                    <a:lnTo>
                      <a:pt x="472829" y="55216"/>
                    </a:lnTo>
                    <a:lnTo>
                      <a:pt x="474098" y="51408"/>
                    </a:lnTo>
                    <a:lnTo>
                      <a:pt x="476637" y="48235"/>
                    </a:lnTo>
                    <a:lnTo>
                      <a:pt x="479175" y="45696"/>
                    </a:lnTo>
                    <a:lnTo>
                      <a:pt x="481714" y="43158"/>
                    </a:lnTo>
                    <a:lnTo>
                      <a:pt x="482983" y="39350"/>
                    </a:lnTo>
                    <a:lnTo>
                      <a:pt x="484888" y="31099"/>
                    </a:lnTo>
                    <a:lnTo>
                      <a:pt x="486157" y="27291"/>
                    </a:lnTo>
                    <a:lnTo>
                      <a:pt x="488061" y="24118"/>
                    </a:lnTo>
                    <a:lnTo>
                      <a:pt x="495042" y="17136"/>
                    </a:lnTo>
                    <a:lnTo>
                      <a:pt x="497581" y="15232"/>
                    </a:lnTo>
                    <a:lnTo>
                      <a:pt x="502658" y="12693"/>
                    </a:lnTo>
                    <a:lnTo>
                      <a:pt x="504562" y="10155"/>
                    </a:lnTo>
                    <a:lnTo>
                      <a:pt x="505831" y="6982"/>
                    </a:lnTo>
                    <a:lnTo>
                      <a:pt x="506467" y="3808"/>
                    </a:lnTo>
                    <a:lnTo>
                      <a:pt x="506467" y="635"/>
                    </a:lnTo>
                    <a:lnTo>
                      <a:pt x="506467" y="0"/>
                    </a:lnTo>
                    <a:lnTo>
                      <a:pt x="491234" y="2539"/>
                    </a:lnTo>
                    <a:lnTo>
                      <a:pt x="476002" y="5078"/>
                    </a:lnTo>
                    <a:lnTo>
                      <a:pt x="460770" y="7616"/>
                    </a:lnTo>
                    <a:lnTo>
                      <a:pt x="445538" y="10155"/>
                    </a:lnTo>
                    <a:lnTo>
                      <a:pt x="430306" y="12693"/>
                    </a:lnTo>
                    <a:lnTo>
                      <a:pt x="415074" y="15232"/>
                    </a:lnTo>
                    <a:lnTo>
                      <a:pt x="399842" y="17771"/>
                    </a:lnTo>
                    <a:lnTo>
                      <a:pt x="384610" y="20310"/>
                    </a:lnTo>
                    <a:lnTo>
                      <a:pt x="369377" y="22848"/>
                    </a:lnTo>
                    <a:lnTo>
                      <a:pt x="338914" y="27926"/>
                    </a:lnTo>
                    <a:lnTo>
                      <a:pt x="323681" y="30464"/>
                    </a:lnTo>
                    <a:lnTo>
                      <a:pt x="308449" y="33003"/>
                    </a:lnTo>
                    <a:lnTo>
                      <a:pt x="293217" y="35542"/>
                    </a:lnTo>
                    <a:lnTo>
                      <a:pt x="277986" y="38080"/>
                    </a:lnTo>
                    <a:lnTo>
                      <a:pt x="262753" y="40619"/>
                    </a:lnTo>
                    <a:lnTo>
                      <a:pt x="244982" y="42523"/>
                    </a:lnTo>
                    <a:lnTo>
                      <a:pt x="225942" y="44427"/>
                    </a:lnTo>
                    <a:lnTo>
                      <a:pt x="211345" y="45696"/>
                    </a:lnTo>
                    <a:lnTo>
                      <a:pt x="210075" y="45062"/>
                    </a:lnTo>
                    <a:lnTo>
                      <a:pt x="203094" y="45696"/>
                    </a:lnTo>
                    <a:lnTo>
                      <a:pt x="177707" y="49505"/>
                    </a:lnTo>
                    <a:lnTo>
                      <a:pt x="152321" y="53312"/>
                    </a:lnTo>
                    <a:lnTo>
                      <a:pt x="126934" y="57120"/>
                    </a:lnTo>
                    <a:lnTo>
                      <a:pt x="101547" y="60928"/>
                    </a:lnTo>
                    <a:lnTo>
                      <a:pt x="76160" y="64102"/>
                    </a:lnTo>
                    <a:lnTo>
                      <a:pt x="50774" y="67275"/>
                    </a:lnTo>
                    <a:lnTo>
                      <a:pt x="25387" y="71083"/>
                    </a:lnTo>
                    <a:lnTo>
                      <a:pt x="0" y="74256"/>
                    </a:lnTo>
                    <a:lnTo>
                      <a:pt x="635" y="75526"/>
                    </a:lnTo>
                    <a:lnTo>
                      <a:pt x="1904" y="79334"/>
                    </a:lnTo>
                    <a:lnTo>
                      <a:pt x="4442" y="86315"/>
                    </a:lnTo>
                    <a:lnTo>
                      <a:pt x="6981" y="95200"/>
                    </a:lnTo>
                    <a:lnTo>
                      <a:pt x="10789" y="105990"/>
                    </a:lnTo>
                    <a:lnTo>
                      <a:pt x="14598" y="118683"/>
                    </a:lnTo>
                    <a:lnTo>
                      <a:pt x="19040" y="133281"/>
                    </a:lnTo>
                    <a:lnTo>
                      <a:pt x="24118" y="149782"/>
                    </a:lnTo>
                    <a:lnTo>
                      <a:pt x="29829" y="167553"/>
                    </a:lnTo>
                    <a:lnTo>
                      <a:pt x="35541" y="186593"/>
                    </a:lnTo>
                    <a:lnTo>
                      <a:pt x="41888" y="206902"/>
                    </a:lnTo>
                    <a:lnTo>
                      <a:pt x="48235" y="227846"/>
                    </a:lnTo>
                    <a:lnTo>
                      <a:pt x="55216" y="249425"/>
                    </a:lnTo>
                    <a:lnTo>
                      <a:pt x="62198" y="271639"/>
                    </a:lnTo>
                    <a:lnTo>
                      <a:pt x="69179" y="294487"/>
                    </a:lnTo>
                    <a:lnTo>
                      <a:pt x="76160" y="317335"/>
                    </a:lnTo>
                    <a:lnTo>
                      <a:pt x="83142" y="340183"/>
                    </a:lnTo>
                    <a:lnTo>
                      <a:pt x="90123" y="363031"/>
                    </a:lnTo>
                    <a:lnTo>
                      <a:pt x="97105" y="385244"/>
                    </a:lnTo>
                    <a:lnTo>
                      <a:pt x="104086" y="406823"/>
                    </a:lnTo>
                    <a:lnTo>
                      <a:pt x="110433" y="427767"/>
                    </a:lnTo>
                    <a:lnTo>
                      <a:pt x="116779" y="448077"/>
                    </a:lnTo>
                    <a:lnTo>
                      <a:pt x="122492" y="467117"/>
                    </a:lnTo>
                    <a:lnTo>
                      <a:pt x="128203" y="484888"/>
                    </a:lnTo>
                    <a:lnTo>
                      <a:pt x="133281" y="501389"/>
                    </a:lnTo>
                    <a:lnTo>
                      <a:pt x="137723" y="515987"/>
                    </a:lnTo>
                    <a:lnTo>
                      <a:pt x="141532" y="528680"/>
                    </a:lnTo>
                    <a:lnTo>
                      <a:pt x="145339" y="540104"/>
                    </a:lnTo>
                    <a:lnTo>
                      <a:pt x="147878" y="548989"/>
                    </a:lnTo>
                    <a:lnTo>
                      <a:pt x="149782" y="555336"/>
                    </a:lnTo>
                    <a:lnTo>
                      <a:pt x="151052" y="559144"/>
                    </a:lnTo>
                    <a:lnTo>
                      <a:pt x="151686" y="560413"/>
                    </a:lnTo>
                    <a:lnTo>
                      <a:pt x="154860" y="569933"/>
                    </a:lnTo>
                    <a:lnTo>
                      <a:pt x="154860" y="572472"/>
                    </a:lnTo>
                    <a:lnTo>
                      <a:pt x="163745" y="589608"/>
                    </a:lnTo>
                    <a:lnTo>
                      <a:pt x="164380" y="596589"/>
                    </a:lnTo>
                    <a:lnTo>
                      <a:pt x="165014" y="598494"/>
                    </a:lnTo>
                    <a:lnTo>
                      <a:pt x="165649" y="600398"/>
                    </a:lnTo>
                    <a:lnTo>
                      <a:pt x="166918" y="602301"/>
                    </a:lnTo>
                    <a:lnTo>
                      <a:pt x="168187" y="603571"/>
                    </a:lnTo>
                    <a:lnTo>
                      <a:pt x="173265" y="607379"/>
                    </a:lnTo>
                    <a:lnTo>
                      <a:pt x="174534" y="608648"/>
                    </a:lnTo>
                    <a:lnTo>
                      <a:pt x="173265" y="611187"/>
                    </a:lnTo>
                    <a:lnTo>
                      <a:pt x="174534" y="613725"/>
                    </a:lnTo>
                    <a:lnTo>
                      <a:pt x="177073" y="616264"/>
                    </a:lnTo>
                    <a:lnTo>
                      <a:pt x="178976" y="618803"/>
                    </a:lnTo>
                    <a:lnTo>
                      <a:pt x="181515" y="627054"/>
                    </a:lnTo>
                    <a:lnTo>
                      <a:pt x="184054" y="632131"/>
                    </a:lnTo>
                    <a:lnTo>
                      <a:pt x="184689" y="635304"/>
                    </a:lnTo>
                    <a:lnTo>
                      <a:pt x="184689" y="639747"/>
                    </a:lnTo>
                    <a:lnTo>
                      <a:pt x="185958" y="642286"/>
                    </a:lnTo>
                    <a:lnTo>
                      <a:pt x="188497" y="643555"/>
                    </a:lnTo>
                    <a:lnTo>
                      <a:pt x="190401" y="645459"/>
                    </a:lnTo>
                    <a:lnTo>
                      <a:pt x="189766" y="649267"/>
                    </a:lnTo>
                    <a:lnTo>
                      <a:pt x="206902" y="665768"/>
                    </a:lnTo>
                    <a:lnTo>
                      <a:pt x="210075" y="669576"/>
                    </a:lnTo>
                    <a:lnTo>
                      <a:pt x="211345" y="672750"/>
                    </a:lnTo>
                    <a:lnTo>
                      <a:pt x="213249" y="680366"/>
                    </a:lnTo>
                    <a:lnTo>
                      <a:pt x="215788" y="684174"/>
                    </a:lnTo>
                    <a:lnTo>
                      <a:pt x="218326" y="687347"/>
                    </a:lnTo>
                    <a:lnTo>
                      <a:pt x="220865" y="690521"/>
                    </a:lnTo>
                    <a:lnTo>
                      <a:pt x="221500" y="693694"/>
                    </a:lnTo>
                    <a:lnTo>
                      <a:pt x="221500" y="693059"/>
                    </a:lnTo>
                    <a:lnTo>
                      <a:pt x="221500" y="694963"/>
                    </a:lnTo>
                    <a:lnTo>
                      <a:pt x="221500" y="694329"/>
                    </a:lnTo>
                    <a:lnTo>
                      <a:pt x="221500" y="697502"/>
                    </a:lnTo>
                    <a:lnTo>
                      <a:pt x="220230" y="700675"/>
                    </a:lnTo>
                    <a:lnTo>
                      <a:pt x="219595" y="703214"/>
                    </a:lnTo>
                    <a:lnTo>
                      <a:pt x="220865" y="705753"/>
                    </a:lnTo>
                    <a:lnTo>
                      <a:pt x="217057" y="711465"/>
                    </a:lnTo>
                    <a:lnTo>
                      <a:pt x="218326" y="715907"/>
                    </a:lnTo>
                    <a:lnTo>
                      <a:pt x="222769" y="719715"/>
                    </a:lnTo>
                    <a:lnTo>
                      <a:pt x="233559" y="724158"/>
                    </a:lnTo>
                    <a:lnTo>
                      <a:pt x="236097" y="725427"/>
                    </a:lnTo>
                    <a:lnTo>
                      <a:pt x="238001" y="727966"/>
                    </a:lnTo>
                    <a:lnTo>
                      <a:pt x="238636" y="727966"/>
                    </a:lnTo>
                    <a:lnTo>
                      <a:pt x="239270" y="728601"/>
                    </a:lnTo>
                    <a:lnTo>
                      <a:pt x="239905" y="730505"/>
                    </a:lnTo>
                    <a:lnTo>
                      <a:pt x="239270" y="732409"/>
                    </a:lnTo>
                    <a:lnTo>
                      <a:pt x="238001" y="734313"/>
                    </a:lnTo>
                    <a:lnTo>
                      <a:pt x="236097" y="734948"/>
                    </a:lnTo>
                    <a:lnTo>
                      <a:pt x="234193" y="735582"/>
                    </a:lnTo>
                    <a:lnTo>
                      <a:pt x="236097" y="738121"/>
                    </a:lnTo>
                    <a:lnTo>
                      <a:pt x="236097" y="740659"/>
                    </a:lnTo>
                    <a:lnTo>
                      <a:pt x="234828" y="742563"/>
                    </a:lnTo>
                    <a:lnTo>
                      <a:pt x="232923" y="743833"/>
                    </a:lnTo>
                    <a:lnTo>
                      <a:pt x="229116" y="742563"/>
                    </a:lnTo>
                    <a:lnTo>
                      <a:pt x="225942" y="743833"/>
                    </a:lnTo>
                    <a:lnTo>
                      <a:pt x="225308" y="745737"/>
                    </a:lnTo>
                    <a:lnTo>
                      <a:pt x="229116" y="747641"/>
                    </a:lnTo>
                    <a:lnTo>
                      <a:pt x="226577" y="750179"/>
                    </a:lnTo>
                    <a:lnTo>
                      <a:pt x="223403" y="752083"/>
                    </a:lnTo>
                    <a:lnTo>
                      <a:pt x="220230" y="753353"/>
                    </a:lnTo>
                    <a:lnTo>
                      <a:pt x="217692" y="753988"/>
                    </a:lnTo>
                    <a:lnTo>
                      <a:pt x="216422" y="755257"/>
                    </a:lnTo>
                    <a:lnTo>
                      <a:pt x="215153" y="757795"/>
                    </a:lnTo>
                    <a:lnTo>
                      <a:pt x="212614" y="766046"/>
                    </a:lnTo>
                    <a:lnTo>
                      <a:pt x="212614" y="768585"/>
                    </a:lnTo>
                    <a:lnTo>
                      <a:pt x="213249" y="774932"/>
                    </a:lnTo>
                    <a:lnTo>
                      <a:pt x="213249" y="778105"/>
                    </a:lnTo>
                    <a:lnTo>
                      <a:pt x="211980" y="782548"/>
                    </a:lnTo>
                    <a:lnTo>
                      <a:pt x="211980" y="788260"/>
                    </a:lnTo>
                    <a:lnTo>
                      <a:pt x="214519" y="793337"/>
                    </a:lnTo>
                    <a:lnTo>
                      <a:pt x="214519" y="799684"/>
                    </a:lnTo>
                    <a:lnTo>
                      <a:pt x="214519" y="800318"/>
                    </a:lnTo>
                    <a:lnTo>
                      <a:pt x="213249" y="804126"/>
                    </a:lnTo>
                    <a:lnTo>
                      <a:pt x="212614" y="805396"/>
                    </a:lnTo>
                    <a:lnTo>
                      <a:pt x="208172" y="816185"/>
                    </a:lnTo>
                    <a:lnTo>
                      <a:pt x="205633" y="826340"/>
                    </a:lnTo>
                    <a:lnTo>
                      <a:pt x="204999" y="834590"/>
                    </a:lnTo>
                    <a:lnTo>
                      <a:pt x="204363" y="837764"/>
                    </a:lnTo>
                    <a:lnTo>
                      <a:pt x="204363" y="839033"/>
                    </a:lnTo>
                    <a:lnTo>
                      <a:pt x="204363" y="840303"/>
                    </a:lnTo>
                    <a:lnTo>
                      <a:pt x="203729" y="846015"/>
                    </a:lnTo>
                    <a:lnTo>
                      <a:pt x="205633" y="851092"/>
                    </a:lnTo>
                    <a:lnTo>
                      <a:pt x="215153" y="877748"/>
                    </a:lnTo>
                    <a:lnTo>
                      <a:pt x="217692" y="881556"/>
                    </a:lnTo>
                    <a:lnTo>
                      <a:pt x="225942" y="890442"/>
                    </a:lnTo>
                    <a:lnTo>
                      <a:pt x="228481" y="894884"/>
                    </a:lnTo>
                    <a:lnTo>
                      <a:pt x="229116" y="898057"/>
                    </a:lnTo>
                    <a:lnTo>
                      <a:pt x="230385" y="905039"/>
                    </a:lnTo>
                    <a:lnTo>
                      <a:pt x="231020" y="906943"/>
                    </a:lnTo>
                    <a:lnTo>
                      <a:pt x="233559" y="911386"/>
                    </a:lnTo>
                    <a:lnTo>
                      <a:pt x="234193" y="914559"/>
                    </a:lnTo>
                    <a:lnTo>
                      <a:pt x="233559" y="920906"/>
                    </a:lnTo>
                    <a:lnTo>
                      <a:pt x="231654" y="925983"/>
                    </a:lnTo>
                    <a:lnTo>
                      <a:pt x="231020" y="931060"/>
                    </a:lnTo>
                    <a:lnTo>
                      <a:pt x="234193" y="938042"/>
                    </a:lnTo>
                    <a:lnTo>
                      <a:pt x="230385" y="944388"/>
                    </a:lnTo>
                    <a:lnTo>
                      <a:pt x="230385" y="953908"/>
                    </a:lnTo>
                    <a:lnTo>
                      <a:pt x="231654" y="972949"/>
                    </a:lnTo>
                    <a:lnTo>
                      <a:pt x="231020" y="975487"/>
                    </a:lnTo>
                    <a:lnTo>
                      <a:pt x="228481" y="979930"/>
                    </a:lnTo>
                    <a:lnTo>
                      <a:pt x="228481" y="982469"/>
                    </a:lnTo>
                    <a:lnTo>
                      <a:pt x="229116" y="984373"/>
                    </a:lnTo>
                    <a:lnTo>
                      <a:pt x="231654" y="988815"/>
                    </a:lnTo>
                    <a:lnTo>
                      <a:pt x="232289" y="990719"/>
                    </a:lnTo>
                    <a:lnTo>
                      <a:pt x="232289" y="999604"/>
                    </a:lnTo>
                    <a:lnTo>
                      <a:pt x="232923" y="1003413"/>
                    </a:lnTo>
                    <a:lnTo>
                      <a:pt x="235462" y="1005951"/>
                    </a:lnTo>
                    <a:lnTo>
                      <a:pt x="239905" y="1007855"/>
                    </a:lnTo>
                    <a:lnTo>
                      <a:pt x="246887" y="1014837"/>
                    </a:lnTo>
                    <a:lnTo>
                      <a:pt x="253233" y="1024991"/>
                    </a:lnTo>
                    <a:lnTo>
                      <a:pt x="257676" y="1036416"/>
                    </a:lnTo>
                    <a:lnTo>
                      <a:pt x="260214" y="1038954"/>
                    </a:lnTo>
                    <a:lnTo>
                      <a:pt x="260849" y="1041493"/>
                    </a:lnTo>
                    <a:lnTo>
                      <a:pt x="260214" y="1043397"/>
                    </a:lnTo>
                    <a:lnTo>
                      <a:pt x="258945" y="1045301"/>
                    </a:lnTo>
                    <a:lnTo>
                      <a:pt x="258310" y="1046570"/>
                    </a:lnTo>
                    <a:lnTo>
                      <a:pt x="257676" y="1047205"/>
                    </a:lnTo>
                    <a:lnTo>
                      <a:pt x="258310" y="1050378"/>
                    </a:lnTo>
                    <a:lnTo>
                      <a:pt x="258945" y="1051013"/>
                    </a:lnTo>
                    <a:lnTo>
                      <a:pt x="262753" y="1052917"/>
                    </a:lnTo>
                    <a:lnTo>
                      <a:pt x="264022" y="1054186"/>
                    </a:lnTo>
                    <a:lnTo>
                      <a:pt x="265927" y="1056725"/>
                    </a:lnTo>
                    <a:lnTo>
                      <a:pt x="268465" y="1063706"/>
                    </a:lnTo>
                    <a:lnTo>
                      <a:pt x="270369" y="1064976"/>
                    </a:lnTo>
                    <a:lnTo>
                      <a:pt x="274177" y="1070687"/>
                    </a:lnTo>
                    <a:lnTo>
                      <a:pt x="276716" y="1076400"/>
                    </a:lnTo>
                    <a:lnTo>
                      <a:pt x="278620" y="1086554"/>
                    </a:lnTo>
                    <a:lnTo>
                      <a:pt x="284332" y="1102421"/>
                    </a:lnTo>
                    <a:lnTo>
                      <a:pt x="295121" y="1111306"/>
                    </a:lnTo>
                    <a:lnTo>
                      <a:pt x="297026" y="1110672"/>
                    </a:lnTo>
                    <a:lnTo>
                      <a:pt x="304007" y="1110037"/>
                    </a:lnTo>
                    <a:lnTo>
                      <a:pt x="305276" y="1110037"/>
                    </a:lnTo>
                    <a:lnTo>
                      <a:pt x="309084" y="1109403"/>
                    </a:lnTo>
                    <a:lnTo>
                      <a:pt x="315430" y="1108768"/>
                    </a:lnTo>
                    <a:lnTo>
                      <a:pt x="324316" y="1108133"/>
                    </a:lnTo>
                    <a:lnTo>
                      <a:pt x="335106" y="1107498"/>
                    </a:lnTo>
                    <a:lnTo>
                      <a:pt x="347799" y="1106864"/>
                    </a:lnTo>
                    <a:lnTo>
                      <a:pt x="362396" y="1105594"/>
                    </a:lnTo>
                    <a:lnTo>
                      <a:pt x="378897" y="1104325"/>
                    </a:lnTo>
                    <a:lnTo>
                      <a:pt x="396668" y="1103056"/>
                    </a:lnTo>
                    <a:lnTo>
                      <a:pt x="415709" y="1101786"/>
                    </a:lnTo>
                    <a:lnTo>
                      <a:pt x="436018" y="1100517"/>
                    </a:lnTo>
                    <a:lnTo>
                      <a:pt x="457597" y="1099248"/>
                    </a:lnTo>
                    <a:lnTo>
                      <a:pt x="479810" y="1097344"/>
                    </a:lnTo>
                    <a:lnTo>
                      <a:pt x="502658" y="1095440"/>
                    </a:lnTo>
                    <a:lnTo>
                      <a:pt x="526141" y="1093536"/>
                    </a:lnTo>
                    <a:lnTo>
                      <a:pt x="550258" y="1091631"/>
                    </a:lnTo>
                    <a:lnTo>
                      <a:pt x="574376" y="1089728"/>
                    </a:lnTo>
                    <a:lnTo>
                      <a:pt x="598494" y="1087824"/>
                    </a:lnTo>
                    <a:lnTo>
                      <a:pt x="622611" y="1085920"/>
                    </a:lnTo>
                    <a:lnTo>
                      <a:pt x="646094" y="1084016"/>
                    </a:lnTo>
                    <a:lnTo>
                      <a:pt x="669576" y="1082111"/>
                    </a:lnTo>
                    <a:lnTo>
                      <a:pt x="692424" y="1080208"/>
                    </a:lnTo>
                    <a:lnTo>
                      <a:pt x="714638" y="1078304"/>
                    </a:lnTo>
                    <a:lnTo>
                      <a:pt x="735582" y="1076400"/>
                    </a:lnTo>
                    <a:lnTo>
                      <a:pt x="755891" y="1074496"/>
                    </a:lnTo>
                    <a:lnTo>
                      <a:pt x="774931" y="1072591"/>
                    </a:lnTo>
                    <a:lnTo>
                      <a:pt x="792068" y="1071322"/>
                    </a:lnTo>
                    <a:lnTo>
                      <a:pt x="807935" y="1070053"/>
                    </a:lnTo>
                    <a:lnTo>
                      <a:pt x="821897" y="1068784"/>
                    </a:lnTo>
                    <a:lnTo>
                      <a:pt x="833956" y="1067514"/>
                    </a:lnTo>
                    <a:lnTo>
                      <a:pt x="844110" y="1066880"/>
                    </a:lnTo>
                    <a:lnTo>
                      <a:pt x="851726" y="1066245"/>
                    </a:lnTo>
                    <a:lnTo>
                      <a:pt x="860612" y="1065610"/>
                    </a:lnTo>
                    <a:lnTo>
                      <a:pt x="861246" y="1066245"/>
                    </a:lnTo>
                    <a:lnTo>
                      <a:pt x="861246" y="1066880"/>
                    </a:lnTo>
                    <a:lnTo>
                      <a:pt x="861246" y="1068784"/>
                    </a:lnTo>
                    <a:lnTo>
                      <a:pt x="860612" y="1070687"/>
                    </a:lnTo>
                    <a:lnTo>
                      <a:pt x="860612" y="1071322"/>
                    </a:lnTo>
                    <a:lnTo>
                      <a:pt x="860612" y="1071957"/>
                    </a:lnTo>
                    <a:lnTo>
                      <a:pt x="861246" y="1072591"/>
                    </a:lnTo>
                    <a:lnTo>
                      <a:pt x="862516" y="1074496"/>
                    </a:lnTo>
                    <a:lnTo>
                      <a:pt x="868863" y="1080208"/>
                    </a:lnTo>
                    <a:lnTo>
                      <a:pt x="870132" y="1081477"/>
                    </a:lnTo>
                    <a:lnTo>
                      <a:pt x="871401" y="1083381"/>
                    </a:lnTo>
                    <a:lnTo>
                      <a:pt x="872036" y="1084650"/>
                    </a:lnTo>
                    <a:lnTo>
                      <a:pt x="872671" y="1085920"/>
                    </a:lnTo>
                    <a:lnTo>
                      <a:pt x="872671" y="1087189"/>
                    </a:lnTo>
                    <a:lnTo>
                      <a:pt x="872671" y="1088458"/>
                    </a:lnTo>
                    <a:lnTo>
                      <a:pt x="872036" y="1092266"/>
                    </a:lnTo>
                    <a:lnTo>
                      <a:pt x="872036" y="1095440"/>
                    </a:lnTo>
                    <a:lnTo>
                      <a:pt x="872036" y="1096709"/>
                    </a:lnTo>
                    <a:lnTo>
                      <a:pt x="872036" y="1097978"/>
                    </a:lnTo>
                    <a:lnTo>
                      <a:pt x="872671" y="1099882"/>
                    </a:lnTo>
                    <a:lnTo>
                      <a:pt x="877113" y="1108768"/>
                    </a:lnTo>
                    <a:lnTo>
                      <a:pt x="878383" y="1110672"/>
                    </a:lnTo>
                    <a:lnTo>
                      <a:pt x="879017" y="1111306"/>
                    </a:lnTo>
                    <a:lnTo>
                      <a:pt x="880286" y="1111941"/>
                    </a:lnTo>
                    <a:lnTo>
                      <a:pt x="882191" y="1112576"/>
                    </a:lnTo>
                    <a:lnTo>
                      <a:pt x="884095" y="1112576"/>
                    </a:lnTo>
                    <a:lnTo>
                      <a:pt x="893615" y="1110037"/>
                    </a:lnTo>
                    <a:lnTo>
                      <a:pt x="894884" y="1110037"/>
                    </a:lnTo>
                    <a:lnTo>
                      <a:pt x="898692" y="1110672"/>
                    </a:lnTo>
                    <a:lnTo>
                      <a:pt x="899962" y="1110672"/>
                    </a:lnTo>
                    <a:lnTo>
                      <a:pt x="900596" y="1110672"/>
                    </a:lnTo>
                    <a:lnTo>
                      <a:pt x="906308" y="1108133"/>
                    </a:lnTo>
                    <a:lnTo>
                      <a:pt x="907577" y="1107498"/>
                    </a:lnTo>
                    <a:lnTo>
                      <a:pt x="908212" y="1106229"/>
                    </a:lnTo>
                    <a:lnTo>
                      <a:pt x="908212" y="1104325"/>
                    </a:lnTo>
                    <a:lnTo>
                      <a:pt x="908212" y="1103056"/>
                    </a:lnTo>
                    <a:lnTo>
                      <a:pt x="906308" y="1096074"/>
                    </a:lnTo>
                    <a:lnTo>
                      <a:pt x="906308" y="1094805"/>
                    </a:lnTo>
                    <a:lnTo>
                      <a:pt x="906308" y="1091631"/>
                    </a:lnTo>
                    <a:lnTo>
                      <a:pt x="908212" y="1075765"/>
                    </a:lnTo>
                    <a:lnTo>
                      <a:pt x="908212" y="1058629"/>
                    </a:lnTo>
                    <a:lnTo>
                      <a:pt x="907577" y="1056090"/>
                    </a:lnTo>
                    <a:lnTo>
                      <a:pt x="906943" y="1053551"/>
                    </a:lnTo>
                    <a:lnTo>
                      <a:pt x="906308" y="1052282"/>
                    </a:lnTo>
                    <a:lnTo>
                      <a:pt x="905039" y="1050378"/>
                    </a:lnTo>
                    <a:lnTo>
                      <a:pt x="899962" y="1045301"/>
                    </a:lnTo>
                    <a:lnTo>
                      <a:pt x="898692" y="1043397"/>
                    </a:lnTo>
                    <a:lnTo>
                      <a:pt x="897423" y="1041493"/>
                    </a:lnTo>
                    <a:lnTo>
                      <a:pt x="896788" y="1039589"/>
                    </a:lnTo>
                    <a:lnTo>
                      <a:pt x="896153" y="1037050"/>
                    </a:lnTo>
                    <a:lnTo>
                      <a:pt x="896153" y="1035781"/>
                    </a:lnTo>
                    <a:lnTo>
                      <a:pt x="896788" y="1030069"/>
                    </a:lnTo>
                    <a:lnTo>
                      <a:pt x="896788" y="1028165"/>
                    </a:lnTo>
                    <a:lnTo>
                      <a:pt x="896788" y="1026895"/>
                    </a:lnTo>
                    <a:lnTo>
                      <a:pt x="894884" y="1021183"/>
                    </a:lnTo>
                    <a:lnTo>
                      <a:pt x="894884" y="1018644"/>
                    </a:lnTo>
                    <a:lnTo>
                      <a:pt x="894884" y="1017375"/>
                    </a:lnTo>
                    <a:lnTo>
                      <a:pt x="894884" y="1016106"/>
                    </a:lnTo>
                    <a:lnTo>
                      <a:pt x="895518" y="1015471"/>
                    </a:lnTo>
                    <a:lnTo>
                      <a:pt x="897423" y="1012298"/>
                    </a:lnTo>
                    <a:lnTo>
                      <a:pt x="898057" y="1011029"/>
                    </a:lnTo>
                    <a:lnTo>
                      <a:pt x="898057" y="1009759"/>
                    </a:lnTo>
                    <a:lnTo>
                      <a:pt x="898057" y="1007220"/>
                    </a:lnTo>
                    <a:lnTo>
                      <a:pt x="898692" y="1006586"/>
                    </a:lnTo>
                    <a:lnTo>
                      <a:pt x="899962" y="1005951"/>
                    </a:lnTo>
                    <a:lnTo>
                      <a:pt x="902500" y="1006586"/>
                    </a:lnTo>
                    <a:lnTo>
                      <a:pt x="904404" y="1006586"/>
                    </a:lnTo>
                    <a:lnTo>
                      <a:pt x="906308" y="1005951"/>
                    </a:lnTo>
                    <a:lnTo>
                      <a:pt x="906943" y="1005317"/>
                    </a:lnTo>
                    <a:lnTo>
                      <a:pt x="907577" y="1004047"/>
                    </a:lnTo>
                    <a:lnTo>
                      <a:pt x="907577" y="1002778"/>
                    </a:lnTo>
                    <a:lnTo>
                      <a:pt x="907577" y="1000874"/>
                    </a:lnTo>
                    <a:lnTo>
                      <a:pt x="907577" y="1000239"/>
                    </a:lnTo>
                    <a:lnTo>
                      <a:pt x="907577" y="998335"/>
                    </a:lnTo>
                    <a:lnTo>
                      <a:pt x="908212" y="997066"/>
                    </a:lnTo>
                    <a:lnTo>
                      <a:pt x="908846" y="996431"/>
                    </a:lnTo>
                    <a:lnTo>
                      <a:pt x="910751" y="995797"/>
                    </a:lnTo>
                    <a:lnTo>
                      <a:pt x="912655" y="995162"/>
                    </a:lnTo>
                    <a:lnTo>
                      <a:pt x="915828" y="994527"/>
                    </a:lnTo>
                    <a:lnTo>
                      <a:pt x="917097" y="994527"/>
                    </a:lnTo>
                    <a:lnTo>
                      <a:pt x="919002" y="994527"/>
                    </a:lnTo>
                    <a:lnTo>
                      <a:pt x="920905" y="994527"/>
                    </a:lnTo>
                    <a:lnTo>
                      <a:pt x="924713" y="995797"/>
                    </a:lnTo>
                    <a:lnTo>
                      <a:pt x="926617" y="997066"/>
                    </a:lnTo>
                    <a:lnTo>
                      <a:pt x="929791" y="998335"/>
                    </a:lnTo>
                    <a:lnTo>
                      <a:pt x="950100" y="1003413"/>
                    </a:lnTo>
                    <a:lnTo>
                      <a:pt x="952004" y="1002778"/>
                    </a:lnTo>
                    <a:lnTo>
                      <a:pt x="953909" y="1002778"/>
                    </a:lnTo>
                    <a:lnTo>
                      <a:pt x="957082" y="1002778"/>
                    </a:lnTo>
                    <a:lnTo>
                      <a:pt x="959620" y="1004047"/>
                    </a:lnTo>
                    <a:lnTo>
                      <a:pt x="960890" y="1004682"/>
                    </a:lnTo>
                    <a:lnTo>
                      <a:pt x="963429" y="1005951"/>
                    </a:lnTo>
                    <a:lnTo>
                      <a:pt x="966602" y="1006586"/>
                    </a:lnTo>
                    <a:lnTo>
                      <a:pt x="977391" y="1007855"/>
                    </a:lnTo>
                    <a:lnTo>
                      <a:pt x="979930" y="1007855"/>
                    </a:lnTo>
                    <a:lnTo>
                      <a:pt x="982469" y="1007220"/>
                    </a:lnTo>
                    <a:lnTo>
                      <a:pt x="983738" y="1007220"/>
                    </a:lnTo>
                    <a:lnTo>
                      <a:pt x="986911" y="1008490"/>
                    </a:lnTo>
                    <a:lnTo>
                      <a:pt x="989450" y="1009124"/>
                    </a:lnTo>
                    <a:lnTo>
                      <a:pt x="998335" y="1009759"/>
                    </a:lnTo>
                    <a:lnTo>
                      <a:pt x="1000239" y="1009124"/>
                    </a:lnTo>
                    <a:lnTo>
                      <a:pt x="1006586" y="1005951"/>
                    </a:lnTo>
                    <a:lnTo>
                      <a:pt x="1010393" y="1006586"/>
                    </a:lnTo>
                    <a:lnTo>
                      <a:pt x="1012298" y="1006586"/>
                    </a:lnTo>
                    <a:lnTo>
                      <a:pt x="1011663" y="1003413"/>
                    </a:lnTo>
                    <a:lnTo>
                      <a:pt x="1012298" y="997066"/>
                    </a:lnTo>
                    <a:lnTo>
                      <a:pt x="1011663" y="991354"/>
                    </a:lnTo>
                    <a:lnTo>
                      <a:pt x="1010393" y="988815"/>
                    </a:lnTo>
                    <a:lnTo>
                      <a:pt x="1007220" y="986276"/>
                    </a:lnTo>
                    <a:lnTo>
                      <a:pt x="1005951" y="984373"/>
                    </a:lnTo>
                    <a:lnTo>
                      <a:pt x="1005317" y="981199"/>
                    </a:lnTo>
                    <a:lnTo>
                      <a:pt x="1004682" y="978026"/>
                    </a:lnTo>
                    <a:lnTo>
                      <a:pt x="1003412" y="975487"/>
                    </a:lnTo>
                    <a:lnTo>
                      <a:pt x="1000239" y="974853"/>
                    </a:lnTo>
                    <a:lnTo>
                      <a:pt x="999604" y="972949"/>
                    </a:lnTo>
                    <a:lnTo>
                      <a:pt x="1002143" y="972314"/>
                    </a:lnTo>
                    <a:lnTo>
                      <a:pt x="1004682" y="972314"/>
                    </a:lnTo>
                    <a:lnTo>
                      <a:pt x="1007220" y="972949"/>
                    </a:lnTo>
                    <a:lnTo>
                      <a:pt x="1009759" y="973583"/>
                    </a:lnTo>
                    <a:lnTo>
                      <a:pt x="1009124" y="970410"/>
                    </a:lnTo>
                    <a:lnTo>
                      <a:pt x="1007855" y="968506"/>
                    </a:lnTo>
                    <a:lnTo>
                      <a:pt x="1006586" y="967236"/>
                    </a:lnTo>
                    <a:lnTo>
                      <a:pt x="1005317" y="964698"/>
                    </a:lnTo>
                    <a:lnTo>
                      <a:pt x="1005317" y="963429"/>
                    </a:lnTo>
                    <a:lnTo>
                      <a:pt x="1005951" y="959620"/>
                    </a:lnTo>
                    <a:lnTo>
                      <a:pt x="1005951" y="957716"/>
                    </a:lnTo>
                    <a:lnTo>
                      <a:pt x="1006586" y="953908"/>
                    </a:lnTo>
                    <a:lnTo>
                      <a:pt x="1011663" y="945657"/>
                    </a:lnTo>
                    <a:lnTo>
                      <a:pt x="1013567" y="941850"/>
                    </a:lnTo>
                    <a:lnTo>
                      <a:pt x="1010393" y="941215"/>
                    </a:lnTo>
                    <a:lnTo>
                      <a:pt x="1003412" y="942484"/>
                    </a:lnTo>
                    <a:lnTo>
                      <a:pt x="998335" y="941215"/>
                    </a:lnTo>
                    <a:lnTo>
                      <a:pt x="998335" y="939311"/>
                    </a:lnTo>
                    <a:lnTo>
                      <a:pt x="1007855" y="935503"/>
                    </a:lnTo>
                    <a:lnTo>
                      <a:pt x="1011029" y="932330"/>
                    </a:lnTo>
                    <a:lnTo>
                      <a:pt x="1011663" y="927252"/>
                    </a:lnTo>
                    <a:lnTo>
                      <a:pt x="1009124" y="923444"/>
                    </a:lnTo>
                    <a:lnTo>
                      <a:pt x="998970" y="915828"/>
                    </a:lnTo>
                    <a:lnTo>
                      <a:pt x="995162" y="912020"/>
                    </a:lnTo>
                    <a:lnTo>
                      <a:pt x="1000873" y="912655"/>
                    </a:lnTo>
                    <a:lnTo>
                      <a:pt x="1006586" y="916463"/>
                    </a:lnTo>
                    <a:lnTo>
                      <a:pt x="1012298" y="921540"/>
                    </a:lnTo>
                    <a:lnTo>
                      <a:pt x="1015471" y="925983"/>
                    </a:lnTo>
                    <a:lnTo>
                      <a:pt x="1016740" y="925348"/>
                    </a:lnTo>
                    <a:lnTo>
                      <a:pt x="1017375" y="907577"/>
                    </a:lnTo>
                    <a:lnTo>
                      <a:pt x="1016740" y="901231"/>
                    </a:lnTo>
                    <a:lnTo>
                      <a:pt x="1012932" y="906308"/>
                    </a:lnTo>
                    <a:lnTo>
                      <a:pt x="1012298" y="909482"/>
                    </a:lnTo>
                    <a:lnTo>
                      <a:pt x="1012932" y="914559"/>
                    </a:lnTo>
                    <a:lnTo>
                      <a:pt x="1010393" y="913289"/>
                    </a:lnTo>
                    <a:lnTo>
                      <a:pt x="1004682" y="908847"/>
                    </a:lnTo>
                    <a:lnTo>
                      <a:pt x="998335" y="906943"/>
                    </a:lnTo>
                    <a:lnTo>
                      <a:pt x="997066" y="903769"/>
                    </a:lnTo>
                    <a:lnTo>
                      <a:pt x="998335" y="901231"/>
                    </a:lnTo>
                    <a:lnTo>
                      <a:pt x="1006586" y="904404"/>
                    </a:lnTo>
                    <a:lnTo>
                      <a:pt x="1007220" y="900596"/>
                    </a:lnTo>
                    <a:lnTo>
                      <a:pt x="1005951" y="895519"/>
                    </a:lnTo>
                    <a:lnTo>
                      <a:pt x="1002778" y="885999"/>
                    </a:lnTo>
                    <a:lnTo>
                      <a:pt x="1002778" y="882191"/>
                    </a:lnTo>
                    <a:lnTo>
                      <a:pt x="1004682" y="879017"/>
                    </a:lnTo>
                    <a:lnTo>
                      <a:pt x="1009124" y="877748"/>
                    </a:lnTo>
                    <a:lnTo>
                      <a:pt x="1011029" y="880287"/>
                    </a:lnTo>
                    <a:lnTo>
                      <a:pt x="1012298" y="891711"/>
                    </a:lnTo>
                    <a:lnTo>
                      <a:pt x="1012932" y="894249"/>
                    </a:lnTo>
                    <a:lnTo>
                      <a:pt x="1015471" y="894884"/>
                    </a:lnTo>
                    <a:lnTo>
                      <a:pt x="1020549" y="894249"/>
                    </a:lnTo>
                    <a:lnTo>
                      <a:pt x="1024357" y="890442"/>
                    </a:lnTo>
                    <a:lnTo>
                      <a:pt x="1028165" y="882825"/>
                    </a:lnTo>
                    <a:lnTo>
                      <a:pt x="1033877" y="869497"/>
                    </a:lnTo>
                    <a:lnTo>
                      <a:pt x="1038319" y="871401"/>
                    </a:lnTo>
                    <a:lnTo>
                      <a:pt x="1040858" y="867593"/>
                    </a:lnTo>
                    <a:lnTo>
                      <a:pt x="1041492" y="861881"/>
                    </a:lnTo>
                    <a:lnTo>
                      <a:pt x="1040223" y="858073"/>
                    </a:lnTo>
                    <a:lnTo>
                      <a:pt x="1036416" y="855535"/>
                    </a:lnTo>
                    <a:lnTo>
                      <a:pt x="1026260" y="850457"/>
                    </a:lnTo>
                    <a:lnTo>
                      <a:pt x="1022452" y="849823"/>
                    </a:lnTo>
                    <a:lnTo>
                      <a:pt x="1014202" y="850457"/>
                    </a:lnTo>
                    <a:lnTo>
                      <a:pt x="1004047" y="849823"/>
                    </a:lnTo>
                    <a:lnTo>
                      <a:pt x="995162" y="847284"/>
                    </a:lnTo>
                    <a:lnTo>
                      <a:pt x="988815" y="843476"/>
                    </a:lnTo>
                    <a:lnTo>
                      <a:pt x="991353" y="841572"/>
                    </a:lnTo>
                    <a:lnTo>
                      <a:pt x="993258" y="841572"/>
                    </a:lnTo>
                    <a:lnTo>
                      <a:pt x="997700" y="843476"/>
                    </a:lnTo>
                    <a:lnTo>
                      <a:pt x="1002778" y="844745"/>
                    </a:lnTo>
                    <a:lnTo>
                      <a:pt x="1025626" y="846015"/>
                    </a:lnTo>
                    <a:lnTo>
                      <a:pt x="1033877" y="844745"/>
                    </a:lnTo>
                    <a:lnTo>
                      <a:pt x="1035780" y="842206"/>
                    </a:lnTo>
                    <a:lnTo>
                      <a:pt x="1033877" y="837129"/>
                    </a:lnTo>
                    <a:lnTo>
                      <a:pt x="1030703" y="833956"/>
                    </a:lnTo>
                    <a:lnTo>
                      <a:pt x="1023087" y="828879"/>
                    </a:lnTo>
                    <a:lnTo>
                      <a:pt x="1021183" y="825070"/>
                    </a:lnTo>
                    <a:lnTo>
                      <a:pt x="1020549" y="821897"/>
                    </a:lnTo>
                    <a:lnTo>
                      <a:pt x="1021183" y="821262"/>
                    </a:lnTo>
                    <a:lnTo>
                      <a:pt x="1022452" y="819358"/>
                    </a:lnTo>
                    <a:lnTo>
                      <a:pt x="1024357" y="818089"/>
                    </a:lnTo>
                    <a:lnTo>
                      <a:pt x="1025626" y="819358"/>
                    </a:lnTo>
                    <a:lnTo>
                      <a:pt x="1026895" y="821262"/>
                    </a:lnTo>
                    <a:lnTo>
                      <a:pt x="1027530" y="823801"/>
                    </a:lnTo>
                    <a:lnTo>
                      <a:pt x="1028165" y="826340"/>
                    </a:lnTo>
                    <a:lnTo>
                      <a:pt x="1030069" y="828879"/>
                    </a:lnTo>
                    <a:lnTo>
                      <a:pt x="1031972" y="830782"/>
                    </a:lnTo>
                    <a:lnTo>
                      <a:pt x="1033877" y="831417"/>
                    </a:lnTo>
                    <a:lnTo>
                      <a:pt x="1036416" y="830148"/>
                    </a:lnTo>
                    <a:lnTo>
                      <a:pt x="1036416" y="828244"/>
                    </a:lnTo>
                    <a:lnTo>
                      <a:pt x="1035780" y="825705"/>
                    </a:lnTo>
                    <a:lnTo>
                      <a:pt x="1035780" y="823166"/>
                    </a:lnTo>
                    <a:lnTo>
                      <a:pt x="1047205" y="799049"/>
                    </a:lnTo>
                    <a:lnTo>
                      <a:pt x="1049743" y="789529"/>
                    </a:lnTo>
                    <a:lnTo>
                      <a:pt x="1042762" y="791433"/>
                    </a:lnTo>
                    <a:lnTo>
                      <a:pt x="1037050" y="795876"/>
                    </a:lnTo>
                    <a:lnTo>
                      <a:pt x="1026260" y="806030"/>
                    </a:lnTo>
                    <a:lnTo>
                      <a:pt x="1027530" y="802222"/>
                    </a:lnTo>
                    <a:lnTo>
                      <a:pt x="1029434" y="799049"/>
                    </a:lnTo>
                    <a:lnTo>
                      <a:pt x="1030069" y="796510"/>
                    </a:lnTo>
                    <a:lnTo>
                      <a:pt x="1027530" y="793972"/>
                    </a:lnTo>
                    <a:lnTo>
                      <a:pt x="1026895" y="794606"/>
                    </a:lnTo>
                    <a:lnTo>
                      <a:pt x="1020549" y="795241"/>
                    </a:lnTo>
                    <a:lnTo>
                      <a:pt x="1019279" y="795241"/>
                    </a:lnTo>
                    <a:lnTo>
                      <a:pt x="1017375" y="793972"/>
                    </a:lnTo>
                    <a:lnTo>
                      <a:pt x="1016106" y="792702"/>
                    </a:lnTo>
                    <a:lnTo>
                      <a:pt x="1014837" y="791433"/>
                    </a:lnTo>
                    <a:lnTo>
                      <a:pt x="1018010" y="789529"/>
                    </a:lnTo>
                    <a:lnTo>
                      <a:pt x="1021183" y="786990"/>
                    </a:lnTo>
                    <a:lnTo>
                      <a:pt x="1024991" y="785721"/>
                    </a:lnTo>
                    <a:lnTo>
                      <a:pt x="1029434" y="787625"/>
                    </a:lnTo>
                    <a:lnTo>
                      <a:pt x="1033242" y="788260"/>
                    </a:lnTo>
                    <a:lnTo>
                      <a:pt x="1037050" y="785086"/>
                    </a:lnTo>
                    <a:lnTo>
                      <a:pt x="1042127" y="778105"/>
                    </a:lnTo>
                    <a:lnTo>
                      <a:pt x="1038954" y="775566"/>
                    </a:lnTo>
                    <a:lnTo>
                      <a:pt x="1033242" y="771758"/>
                    </a:lnTo>
                    <a:lnTo>
                      <a:pt x="1030069" y="768585"/>
                    </a:lnTo>
                    <a:lnTo>
                      <a:pt x="1035146" y="767950"/>
                    </a:lnTo>
                    <a:lnTo>
                      <a:pt x="1038954" y="769219"/>
                    </a:lnTo>
                    <a:lnTo>
                      <a:pt x="1042127" y="771758"/>
                    </a:lnTo>
                    <a:lnTo>
                      <a:pt x="1044666" y="774932"/>
                    </a:lnTo>
                    <a:lnTo>
                      <a:pt x="1048474" y="783817"/>
                    </a:lnTo>
                    <a:lnTo>
                      <a:pt x="1049743" y="784452"/>
                    </a:lnTo>
                    <a:lnTo>
                      <a:pt x="1051013" y="783182"/>
                    </a:lnTo>
                    <a:lnTo>
                      <a:pt x="1051647" y="780643"/>
                    </a:lnTo>
                    <a:lnTo>
                      <a:pt x="1054186" y="764142"/>
                    </a:lnTo>
                    <a:lnTo>
                      <a:pt x="1054186" y="757795"/>
                    </a:lnTo>
                    <a:lnTo>
                      <a:pt x="1052917" y="752718"/>
                    </a:lnTo>
                    <a:lnTo>
                      <a:pt x="1049743" y="750179"/>
                    </a:lnTo>
                    <a:lnTo>
                      <a:pt x="1046570" y="751449"/>
                    </a:lnTo>
                    <a:lnTo>
                      <a:pt x="1045300" y="754622"/>
                    </a:lnTo>
                    <a:lnTo>
                      <a:pt x="1047839" y="757161"/>
                    </a:lnTo>
                    <a:lnTo>
                      <a:pt x="1048474" y="759065"/>
                    </a:lnTo>
                    <a:lnTo>
                      <a:pt x="1035780" y="762873"/>
                    </a:lnTo>
                    <a:lnTo>
                      <a:pt x="1031338" y="763508"/>
                    </a:lnTo>
                    <a:lnTo>
                      <a:pt x="1038319" y="753353"/>
                    </a:lnTo>
                    <a:lnTo>
                      <a:pt x="1038319" y="748910"/>
                    </a:lnTo>
                    <a:lnTo>
                      <a:pt x="1031338" y="745102"/>
                    </a:lnTo>
                    <a:lnTo>
                      <a:pt x="1024357" y="744468"/>
                    </a:lnTo>
                    <a:lnTo>
                      <a:pt x="1021183" y="743198"/>
                    </a:lnTo>
                    <a:lnTo>
                      <a:pt x="1019914" y="740025"/>
                    </a:lnTo>
                    <a:lnTo>
                      <a:pt x="1021183" y="738121"/>
                    </a:lnTo>
                    <a:lnTo>
                      <a:pt x="1024357" y="738121"/>
                    </a:lnTo>
                    <a:lnTo>
                      <a:pt x="1027530" y="739390"/>
                    </a:lnTo>
                    <a:lnTo>
                      <a:pt x="1030069" y="741294"/>
                    </a:lnTo>
                    <a:lnTo>
                      <a:pt x="1035780" y="743833"/>
                    </a:lnTo>
                    <a:lnTo>
                      <a:pt x="1042762" y="743833"/>
                    </a:lnTo>
                    <a:lnTo>
                      <a:pt x="1053551" y="741929"/>
                    </a:lnTo>
                    <a:lnTo>
                      <a:pt x="1056090" y="740025"/>
                    </a:lnTo>
                    <a:lnTo>
                      <a:pt x="1058629" y="736851"/>
                    </a:lnTo>
                    <a:lnTo>
                      <a:pt x="1063706" y="727331"/>
                    </a:lnTo>
                    <a:lnTo>
                      <a:pt x="1064976" y="720350"/>
                    </a:lnTo>
                    <a:lnTo>
                      <a:pt x="1066245" y="716542"/>
                    </a:lnTo>
                    <a:lnTo>
                      <a:pt x="1064976" y="716542"/>
                    </a:lnTo>
                    <a:lnTo>
                      <a:pt x="1061802" y="717176"/>
                    </a:lnTo>
                    <a:lnTo>
                      <a:pt x="1056725" y="713369"/>
                    </a:lnTo>
                    <a:lnTo>
                      <a:pt x="1055456" y="712734"/>
                    </a:lnTo>
                    <a:lnTo>
                      <a:pt x="1043397" y="712734"/>
                    </a:lnTo>
                    <a:lnTo>
                      <a:pt x="1045936" y="708926"/>
                    </a:lnTo>
                    <a:lnTo>
                      <a:pt x="1053551" y="705118"/>
                    </a:lnTo>
                    <a:lnTo>
                      <a:pt x="1052917" y="702579"/>
                    </a:lnTo>
                    <a:lnTo>
                      <a:pt x="1047839" y="700041"/>
                    </a:lnTo>
                    <a:lnTo>
                      <a:pt x="1045936" y="698136"/>
                    </a:lnTo>
                    <a:lnTo>
                      <a:pt x="1047839" y="695598"/>
                    </a:lnTo>
                    <a:lnTo>
                      <a:pt x="1050378" y="694963"/>
                    </a:lnTo>
                    <a:lnTo>
                      <a:pt x="1052282" y="696867"/>
                    </a:lnTo>
                    <a:lnTo>
                      <a:pt x="1054186" y="699406"/>
                    </a:lnTo>
                    <a:lnTo>
                      <a:pt x="1055456" y="701310"/>
                    </a:lnTo>
                    <a:lnTo>
                      <a:pt x="1059264" y="701945"/>
                    </a:lnTo>
                    <a:lnTo>
                      <a:pt x="1068784" y="701945"/>
                    </a:lnTo>
                    <a:lnTo>
                      <a:pt x="1072591" y="703849"/>
                    </a:lnTo>
                    <a:lnTo>
                      <a:pt x="1075765" y="703214"/>
                    </a:lnTo>
                    <a:lnTo>
                      <a:pt x="1079573" y="698771"/>
                    </a:lnTo>
                    <a:lnTo>
                      <a:pt x="1085285" y="690521"/>
                    </a:lnTo>
                    <a:lnTo>
                      <a:pt x="1079573" y="690521"/>
                    </a:lnTo>
                    <a:lnTo>
                      <a:pt x="1075765" y="686712"/>
                    </a:lnTo>
                    <a:lnTo>
                      <a:pt x="1074496" y="682270"/>
                    </a:lnTo>
                    <a:lnTo>
                      <a:pt x="1076399" y="679731"/>
                    </a:lnTo>
                    <a:lnTo>
                      <a:pt x="1077669" y="678462"/>
                    </a:lnTo>
                    <a:lnTo>
                      <a:pt x="1078304" y="675923"/>
                    </a:lnTo>
                    <a:lnTo>
                      <a:pt x="1079573" y="674019"/>
                    </a:lnTo>
                    <a:lnTo>
                      <a:pt x="1082111" y="673385"/>
                    </a:lnTo>
                    <a:lnTo>
                      <a:pt x="1082111" y="674019"/>
                    </a:lnTo>
                    <a:lnTo>
                      <a:pt x="1083380" y="675923"/>
                    </a:lnTo>
                    <a:lnTo>
                      <a:pt x="1085285" y="677827"/>
                    </a:lnTo>
                    <a:lnTo>
                      <a:pt x="1087824" y="678462"/>
                    </a:lnTo>
                    <a:lnTo>
                      <a:pt x="1096709" y="668942"/>
                    </a:lnTo>
                    <a:lnTo>
                      <a:pt x="1099883" y="663230"/>
                    </a:lnTo>
                    <a:lnTo>
                      <a:pt x="1091632" y="658787"/>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50" name="Google Shape;450;p51"/>
              <p:cNvSpPr/>
              <p:nvPr/>
            </p:nvSpPr>
            <p:spPr>
              <a:xfrm>
                <a:off x="7672267" y="3479208"/>
                <a:ext cx="28654" cy="35587"/>
              </a:xfrm>
              <a:custGeom>
                <a:avLst/>
                <a:gdLst/>
                <a:ahLst/>
                <a:cxnLst/>
                <a:rect l="l" t="t" r="r" b="b"/>
                <a:pathLst>
                  <a:path w="39349" h="48869" extrusionOk="0">
                    <a:moveTo>
                      <a:pt x="26656" y="48870"/>
                    </a:moveTo>
                    <a:lnTo>
                      <a:pt x="25387" y="40619"/>
                    </a:lnTo>
                    <a:lnTo>
                      <a:pt x="21579" y="29195"/>
                    </a:lnTo>
                    <a:lnTo>
                      <a:pt x="12693" y="26021"/>
                    </a:lnTo>
                    <a:lnTo>
                      <a:pt x="12693" y="26021"/>
                    </a:lnTo>
                    <a:lnTo>
                      <a:pt x="10155" y="24118"/>
                    </a:lnTo>
                    <a:lnTo>
                      <a:pt x="1269" y="19675"/>
                    </a:lnTo>
                    <a:lnTo>
                      <a:pt x="0" y="19040"/>
                    </a:lnTo>
                    <a:lnTo>
                      <a:pt x="11424" y="0"/>
                    </a:lnTo>
                    <a:lnTo>
                      <a:pt x="39349" y="25387"/>
                    </a:lnTo>
                    <a:lnTo>
                      <a:pt x="26656" y="48870"/>
                    </a:lnTo>
                    <a:lnTo>
                      <a:pt x="26656" y="48870"/>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51" name="Google Shape;451;p51"/>
              <p:cNvSpPr/>
              <p:nvPr/>
            </p:nvSpPr>
            <p:spPr>
              <a:xfrm>
                <a:off x="8047548" y="2782720"/>
                <a:ext cx="253730" cy="239865"/>
              </a:xfrm>
              <a:custGeom>
                <a:avLst/>
                <a:gdLst/>
                <a:ahLst/>
                <a:cxnLst/>
                <a:rect l="l" t="t" r="r" b="b"/>
                <a:pathLst>
                  <a:path w="348433" h="329393" extrusionOk="0">
                    <a:moveTo>
                      <a:pt x="311623" y="4443"/>
                    </a:moveTo>
                    <a:lnTo>
                      <a:pt x="315431" y="17771"/>
                    </a:lnTo>
                    <a:lnTo>
                      <a:pt x="319239" y="31733"/>
                    </a:lnTo>
                    <a:lnTo>
                      <a:pt x="323047" y="45696"/>
                    </a:lnTo>
                    <a:lnTo>
                      <a:pt x="326855" y="59659"/>
                    </a:lnTo>
                    <a:lnTo>
                      <a:pt x="330663" y="73622"/>
                    </a:lnTo>
                    <a:lnTo>
                      <a:pt x="334471" y="86950"/>
                    </a:lnTo>
                    <a:lnTo>
                      <a:pt x="338279" y="100912"/>
                    </a:lnTo>
                    <a:lnTo>
                      <a:pt x="342087" y="114875"/>
                    </a:lnTo>
                    <a:lnTo>
                      <a:pt x="343991" y="121857"/>
                    </a:lnTo>
                    <a:lnTo>
                      <a:pt x="345895" y="132011"/>
                    </a:lnTo>
                    <a:lnTo>
                      <a:pt x="348434" y="146609"/>
                    </a:lnTo>
                    <a:lnTo>
                      <a:pt x="345895" y="147878"/>
                    </a:lnTo>
                    <a:lnTo>
                      <a:pt x="345260" y="149782"/>
                    </a:lnTo>
                    <a:lnTo>
                      <a:pt x="344626" y="153590"/>
                    </a:lnTo>
                    <a:lnTo>
                      <a:pt x="345895" y="166283"/>
                    </a:lnTo>
                    <a:lnTo>
                      <a:pt x="345895" y="171361"/>
                    </a:lnTo>
                    <a:lnTo>
                      <a:pt x="340183" y="173899"/>
                    </a:lnTo>
                    <a:lnTo>
                      <a:pt x="339548" y="171995"/>
                    </a:lnTo>
                    <a:lnTo>
                      <a:pt x="342087" y="170726"/>
                    </a:lnTo>
                    <a:lnTo>
                      <a:pt x="341452" y="169457"/>
                    </a:lnTo>
                    <a:lnTo>
                      <a:pt x="339548" y="168187"/>
                    </a:lnTo>
                    <a:lnTo>
                      <a:pt x="337010" y="167553"/>
                    </a:lnTo>
                    <a:lnTo>
                      <a:pt x="334471" y="167553"/>
                    </a:lnTo>
                    <a:lnTo>
                      <a:pt x="322412" y="171361"/>
                    </a:lnTo>
                    <a:lnTo>
                      <a:pt x="320508" y="171995"/>
                    </a:lnTo>
                    <a:lnTo>
                      <a:pt x="310354" y="180881"/>
                    </a:lnTo>
                    <a:lnTo>
                      <a:pt x="299564" y="175169"/>
                    </a:lnTo>
                    <a:lnTo>
                      <a:pt x="297660" y="177073"/>
                    </a:lnTo>
                    <a:lnTo>
                      <a:pt x="298295" y="182785"/>
                    </a:lnTo>
                    <a:lnTo>
                      <a:pt x="297026" y="185958"/>
                    </a:lnTo>
                    <a:lnTo>
                      <a:pt x="292583" y="186593"/>
                    </a:lnTo>
                    <a:lnTo>
                      <a:pt x="285601" y="185958"/>
                    </a:lnTo>
                    <a:lnTo>
                      <a:pt x="280524" y="186593"/>
                    </a:lnTo>
                    <a:lnTo>
                      <a:pt x="281159" y="193574"/>
                    </a:lnTo>
                    <a:lnTo>
                      <a:pt x="275447" y="191670"/>
                    </a:lnTo>
                    <a:lnTo>
                      <a:pt x="265927" y="201190"/>
                    </a:lnTo>
                    <a:lnTo>
                      <a:pt x="259580" y="199921"/>
                    </a:lnTo>
                    <a:lnTo>
                      <a:pt x="257676" y="199286"/>
                    </a:lnTo>
                    <a:lnTo>
                      <a:pt x="255138" y="198651"/>
                    </a:lnTo>
                    <a:lnTo>
                      <a:pt x="253868" y="198017"/>
                    </a:lnTo>
                    <a:lnTo>
                      <a:pt x="253233" y="196113"/>
                    </a:lnTo>
                    <a:lnTo>
                      <a:pt x="253233" y="194209"/>
                    </a:lnTo>
                    <a:lnTo>
                      <a:pt x="253233" y="192305"/>
                    </a:lnTo>
                    <a:lnTo>
                      <a:pt x="252599" y="189766"/>
                    </a:lnTo>
                    <a:lnTo>
                      <a:pt x="250694" y="187227"/>
                    </a:lnTo>
                    <a:lnTo>
                      <a:pt x="248156" y="185323"/>
                    </a:lnTo>
                    <a:lnTo>
                      <a:pt x="244983" y="184054"/>
                    </a:lnTo>
                    <a:lnTo>
                      <a:pt x="241174" y="184689"/>
                    </a:lnTo>
                    <a:lnTo>
                      <a:pt x="244348" y="187862"/>
                    </a:lnTo>
                    <a:lnTo>
                      <a:pt x="248156" y="190401"/>
                    </a:lnTo>
                    <a:lnTo>
                      <a:pt x="250694" y="193574"/>
                    </a:lnTo>
                    <a:lnTo>
                      <a:pt x="250060" y="199921"/>
                    </a:lnTo>
                    <a:lnTo>
                      <a:pt x="252599" y="200556"/>
                    </a:lnTo>
                    <a:lnTo>
                      <a:pt x="253233" y="200556"/>
                    </a:lnTo>
                    <a:lnTo>
                      <a:pt x="250694" y="204363"/>
                    </a:lnTo>
                    <a:lnTo>
                      <a:pt x="246887" y="204998"/>
                    </a:lnTo>
                    <a:lnTo>
                      <a:pt x="238636" y="204363"/>
                    </a:lnTo>
                    <a:lnTo>
                      <a:pt x="234828" y="205633"/>
                    </a:lnTo>
                    <a:lnTo>
                      <a:pt x="231020" y="208172"/>
                    </a:lnTo>
                    <a:lnTo>
                      <a:pt x="227846" y="211980"/>
                    </a:lnTo>
                    <a:lnTo>
                      <a:pt x="225943" y="215788"/>
                    </a:lnTo>
                    <a:lnTo>
                      <a:pt x="224673" y="215153"/>
                    </a:lnTo>
                    <a:lnTo>
                      <a:pt x="224039" y="215153"/>
                    </a:lnTo>
                    <a:lnTo>
                      <a:pt x="223404" y="214518"/>
                    </a:lnTo>
                    <a:lnTo>
                      <a:pt x="222770" y="213249"/>
                    </a:lnTo>
                    <a:lnTo>
                      <a:pt x="221500" y="213883"/>
                    </a:lnTo>
                    <a:lnTo>
                      <a:pt x="219596" y="215788"/>
                    </a:lnTo>
                    <a:lnTo>
                      <a:pt x="211345" y="213883"/>
                    </a:lnTo>
                    <a:lnTo>
                      <a:pt x="206903" y="213883"/>
                    </a:lnTo>
                    <a:lnTo>
                      <a:pt x="196748" y="218961"/>
                    </a:lnTo>
                    <a:lnTo>
                      <a:pt x="195479" y="220865"/>
                    </a:lnTo>
                    <a:lnTo>
                      <a:pt x="194844" y="222769"/>
                    </a:lnTo>
                    <a:lnTo>
                      <a:pt x="193574" y="224038"/>
                    </a:lnTo>
                    <a:lnTo>
                      <a:pt x="191036" y="224673"/>
                    </a:lnTo>
                    <a:lnTo>
                      <a:pt x="189132" y="224038"/>
                    </a:lnTo>
                    <a:lnTo>
                      <a:pt x="187227" y="223404"/>
                    </a:lnTo>
                    <a:lnTo>
                      <a:pt x="184689" y="222769"/>
                    </a:lnTo>
                    <a:lnTo>
                      <a:pt x="182151" y="222769"/>
                    </a:lnTo>
                    <a:lnTo>
                      <a:pt x="175169" y="225308"/>
                    </a:lnTo>
                    <a:lnTo>
                      <a:pt x="173265" y="226577"/>
                    </a:lnTo>
                    <a:lnTo>
                      <a:pt x="170726" y="229750"/>
                    </a:lnTo>
                    <a:lnTo>
                      <a:pt x="169457" y="229750"/>
                    </a:lnTo>
                    <a:lnTo>
                      <a:pt x="167553" y="229116"/>
                    </a:lnTo>
                    <a:lnTo>
                      <a:pt x="156764" y="232289"/>
                    </a:lnTo>
                    <a:lnTo>
                      <a:pt x="154225" y="231654"/>
                    </a:lnTo>
                    <a:lnTo>
                      <a:pt x="152321" y="229750"/>
                    </a:lnTo>
                    <a:lnTo>
                      <a:pt x="150417" y="224038"/>
                    </a:lnTo>
                    <a:lnTo>
                      <a:pt x="149147" y="223404"/>
                    </a:lnTo>
                    <a:lnTo>
                      <a:pt x="147878" y="225308"/>
                    </a:lnTo>
                    <a:lnTo>
                      <a:pt x="147244" y="227846"/>
                    </a:lnTo>
                    <a:lnTo>
                      <a:pt x="147244" y="229116"/>
                    </a:lnTo>
                    <a:lnTo>
                      <a:pt x="142166" y="237366"/>
                    </a:lnTo>
                    <a:lnTo>
                      <a:pt x="138993" y="244982"/>
                    </a:lnTo>
                    <a:lnTo>
                      <a:pt x="137724" y="247521"/>
                    </a:lnTo>
                    <a:lnTo>
                      <a:pt x="135185" y="248790"/>
                    </a:lnTo>
                    <a:lnTo>
                      <a:pt x="130107" y="250694"/>
                    </a:lnTo>
                    <a:lnTo>
                      <a:pt x="128204" y="252598"/>
                    </a:lnTo>
                    <a:lnTo>
                      <a:pt x="126934" y="255137"/>
                    </a:lnTo>
                    <a:lnTo>
                      <a:pt x="123126" y="257676"/>
                    </a:lnTo>
                    <a:lnTo>
                      <a:pt x="121857" y="259580"/>
                    </a:lnTo>
                    <a:lnTo>
                      <a:pt x="120587" y="262753"/>
                    </a:lnTo>
                    <a:lnTo>
                      <a:pt x="119953" y="264023"/>
                    </a:lnTo>
                    <a:lnTo>
                      <a:pt x="119318" y="265292"/>
                    </a:lnTo>
                    <a:lnTo>
                      <a:pt x="116779" y="267196"/>
                    </a:lnTo>
                    <a:lnTo>
                      <a:pt x="113606" y="268465"/>
                    </a:lnTo>
                    <a:lnTo>
                      <a:pt x="112337" y="267830"/>
                    </a:lnTo>
                    <a:lnTo>
                      <a:pt x="111067" y="266561"/>
                    </a:lnTo>
                    <a:lnTo>
                      <a:pt x="108529" y="265926"/>
                    </a:lnTo>
                    <a:lnTo>
                      <a:pt x="107259" y="266561"/>
                    </a:lnTo>
                    <a:lnTo>
                      <a:pt x="102182" y="272908"/>
                    </a:lnTo>
                    <a:lnTo>
                      <a:pt x="101547" y="272908"/>
                    </a:lnTo>
                    <a:lnTo>
                      <a:pt x="100913" y="272273"/>
                    </a:lnTo>
                    <a:lnTo>
                      <a:pt x="100278" y="271638"/>
                    </a:lnTo>
                    <a:lnTo>
                      <a:pt x="99644" y="271638"/>
                    </a:lnTo>
                    <a:lnTo>
                      <a:pt x="99009" y="272908"/>
                    </a:lnTo>
                    <a:lnTo>
                      <a:pt x="99009" y="275447"/>
                    </a:lnTo>
                    <a:lnTo>
                      <a:pt x="98374" y="276081"/>
                    </a:lnTo>
                    <a:lnTo>
                      <a:pt x="97739" y="276716"/>
                    </a:lnTo>
                    <a:lnTo>
                      <a:pt x="95836" y="280524"/>
                    </a:lnTo>
                    <a:lnTo>
                      <a:pt x="95200" y="281793"/>
                    </a:lnTo>
                    <a:lnTo>
                      <a:pt x="93297" y="282428"/>
                    </a:lnTo>
                    <a:lnTo>
                      <a:pt x="90124" y="281793"/>
                    </a:lnTo>
                    <a:lnTo>
                      <a:pt x="88219" y="281793"/>
                    </a:lnTo>
                    <a:lnTo>
                      <a:pt x="86950" y="282428"/>
                    </a:lnTo>
                    <a:lnTo>
                      <a:pt x="85680" y="284967"/>
                    </a:lnTo>
                    <a:lnTo>
                      <a:pt x="84411" y="285601"/>
                    </a:lnTo>
                    <a:lnTo>
                      <a:pt x="81873" y="286236"/>
                    </a:lnTo>
                    <a:lnTo>
                      <a:pt x="78699" y="288140"/>
                    </a:lnTo>
                    <a:lnTo>
                      <a:pt x="75526" y="290679"/>
                    </a:lnTo>
                    <a:lnTo>
                      <a:pt x="74891" y="293852"/>
                    </a:lnTo>
                    <a:lnTo>
                      <a:pt x="73622" y="294487"/>
                    </a:lnTo>
                    <a:lnTo>
                      <a:pt x="66640" y="302103"/>
                    </a:lnTo>
                    <a:lnTo>
                      <a:pt x="64102" y="304007"/>
                    </a:lnTo>
                    <a:lnTo>
                      <a:pt x="58390" y="310353"/>
                    </a:lnTo>
                    <a:lnTo>
                      <a:pt x="56486" y="310988"/>
                    </a:lnTo>
                    <a:lnTo>
                      <a:pt x="53312" y="310353"/>
                    </a:lnTo>
                    <a:lnTo>
                      <a:pt x="50774" y="317335"/>
                    </a:lnTo>
                    <a:lnTo>
                      <a:pt x="48870" y="315431"/>
                    </a:lnTo>
                    <a:lnTo>
                      <a:pt x="46331" y="319873"/>
                    </a:lnTo>
                    <a:lnTo>
                      <a:pt x="43792" y="323047"/>
                    </a:lnTo>
                    <a:lnTo>
                      <a:pt x="39984" y="324316"/>
                    </a:lnTo>
                    <a:lnTo>
                      <a:pt x="35542" y="322412"/>
                    </a:lnTo>
                    <a:lnTo>
                      <a:pt x="34907" y="323681"/>
                    </a:lnTo>
                    <a:lnTo>
                      <a:pt x="34272" y="324316"/>
                    </a:lnTo>
                    <a:lnTo>
                      <a:pt x="32369" y="326220"/>
                    </a:lnTo>
                    <a:lnTo>
                      <a:pt x="28560" y="329393"/>
                    </a:lnTo>
                    <a:lnTo>
                      <a:pt x="27291" y="327489"/>
                    </a:lnTo>
                    <a:lnTo>
                      <a:pt x="26022" y="325585"/>
                    </a:lnTo>
                    <a:lnTo>
                      <a:pt x="25387" y="324951"/>
                    </a:lnTo>
                    <a:lnTo>
                      <a:pt x="24752" y="324951"/>
                    </a:lnTo>
                    <a:lnTo>
                      <a:pt x="23483" y="324316"/>
                    </a:lnTo>
                    <a:lnTo>
                      <a:pt x="22849" y="323681"/>
                    </a:lnTo>
                    <a:lnTo>
                      <a:pt x="16502" y="317969"/>
                    </a:lnTo>
                    <a:lnTo>
                      <a:pt x="10790" y="312257"/>
                    </a:lnTo>
                    <a:lnTo>
                      <a:pt x="9520" y="310988"/>
                    </a:lnTo>
                    <a:lnTo>
                      <a:pt x="12059" y="308449"/>
                    </a:lnTo>
                    <a:lnTo>
                      <a:pt x="19040" y="301468"/>
                    </a:lnTo>
                    <a:lnTo>
                      <a:pt x="27926" y="292583"/>
                    </a:lnTo>
                    <a:lnTo>
                      <a:pt x="37446" y="283063"/>
                    </a:lnTo>
                    <a:lnTo>
                      <a:pt x="45062" y="275447"/>
                    </a:lnTo>
                    <a:lnTo>
                      <a:pt x="47600" y="272908"/>
                    </a:lnTo>
                    <a:lnTo>
                      <a:pt x="43792" y="269735"/>
                    </a:lnTo>
                    <a:lnTo>
                      <a:pt x="39984" y="265926"/>
                    </a:lnTo>
                    <a:lnTo>
                      <a:pt x="36177" y="262118"/>
                    </a:lnTo>
                    <a:lnTo>
                      <a:pt x="31099" y="257041"/>
                    </a:lnTo>
                    <a:lnTo>
                      <a:pt x="30464" y="252598"/>
                    </a:lnTo>
                    <a:lnTo>
                      <a:pt x="28560" y="241174"/>
                    </a:lnTo>
                    <a:lnTo>
                      <a:pt x="26657" y="229750"/>
                    </a:lnTo>
                    <a:lnTo>
                      <a:pt x="24752" y="218326"/>
                    </a:lnTo>
                    <a:lnTo>
                      <a:pt x="22849" y="206902"/>
                    </a:lnTo>
                    <a:lnTo>
                      <a:pt x="20944" y="195478"/>
                    </a:lnTo>
                    <a:lnTo>
                      <a:pt x="19040" y="184054"/>
                    </a:lnTo>
                    <a:lnTo>
                      <a:pt x="17137" y="172630"/>
                    </a:lnTo>
                    <a:lnTo>
                      <a:pt x="15232" y="161206"/>
                    </a:lnTo>
                    <a:lnTo>
                      <a:pt x="13329" y="149782"/>
                    </a:lnTo>
                    <a:lnTo>
                      <a:pt x="11424" y="138358"/>
                    </a:lnTo>
                    <a:lnTo>
                      <a:pt x="9520" y="126934"/>
                    </a:lnTo>
                    <a:lnTo>
                      <a:pt x="7616" y="115510"/>
                    </a:lnTo>
                    <a:lnTo>
                      <a:pt x="5712" y="104086"/>
                    </a:lnTo>
                    <a:lnTo>
                      <a:pt x="3809" y="92662"/>
                    </a:lnTo>
                    <a:lnTo>
                      <a:pt x="1904" y="81238"/>
                    </a:lnTo>
                    <a:lnTo>
                      <a:pt x="0" y="69814"/>
                    </a:lnTo>
                    <a:lnTo>
                      <a:pt x="22849" y="64736"/>
                    </a:lnTo>
                    <a:lnTo>
                      <a:pt x="45697" y="60294"/>
                    </a:lnTo>
                    <a:lnTo>
                      <a:pt x="68545" y="55851"/>
                    </a:lnTo>
                    <a:lnTo>
                      <a:pt x="90758" y="50774"/>
                    </a:lnTo>
                    <a:lnTo>
                      <a:pt x="103451" y="48235"/>
                    </a:lnTo>
                    <a:lnTo>
                      <a:pt x="115510" y="45696"/>
                    </a:lnTo>
                    <a:lnTo>
                      <a:pt x="125665" y="43792"/>
                    </a:lnTo>
                    <a:lnTo>
                      <a:pt x="127569" y="50139"/>
                    </a:lnTo>
                    <a:lnTo>
                      <a:pt x="135185" y="47600"/>
                    </a:lnTo>
                    <a:lnTo>
                      <a:pt x="134550" y="41888"/>
                    </a:lnTo>
                    <a:lnTo>
                      <a:pt x="159937" y="35541"/>
                    </a:lnTo>
                    <a:lnTo>
                      <a:pt x="164380" y="35541"/>
                    </a:lnTo>
                    <a:lnTo>
                      <a:pt x="166918" y="35541"/>
                    </a:lnTo>
                    <a:lnTo>
                      <a:pt x="168187" y="34907"/>
                    </a:lnTo>
                    <a:lnTo>
                      <a:pt x="171361" y="32368"/>
                    </a:lnTo>
                    <a:lnTo>
                      <a:pt x="180881" y="30464"/>
                    </a:lnTo>
                    <a:lnTo>
                      <a:pt x="208172" y="24117"/>
                    </a:lnTo>
                    <a:lnTo>
                      <a:pt x="235463" y="17771"/>
                    </a:lnTo>
                    <a:lnTo>
                      <a:pt x="262753" y="11424"/>
                    </a:lnTo>
                    <a:lnTo>
                      <a:pt x="290044" y="5077"/>
                    </a:lnTo>
                    <a:lnTo>
                      <a:pt x="310988" y="0"/>
                    </a:lnTo>
                    <a:lnTo>
                      <a:pt x="311623" y="4443"/>
                    </a:lnTo>
                    <a:lnTo>
                      <a:pt x="311623" y="4443"/>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52" name="Google Shape;452;p51"/>
              <p:cNvSpPr/>
              <p:nvPr/>
            </p:nvSpPr>
            <p:spPr>
              <a:xfrm>
                <a:off x="3091253" y="3408958"/>
                <a:ext cx="1044500" cy="775518"/>
              </a:xfrm>
              <a:custGeom>
                <a:avLst/>
                <a:gdLst/>
                <a:ahLst/>
                <a:cxnLst/>
                <a:rect l="l" t="t" r="r" b="b"/>
                <a:pathLst>
                  <a:path w="1434352" h="1064975" extrusionOk="0">
                    <a:moveTo>
                      <a:pt x="1434353" y="314161"/>
                    </a:moveTo>
                    <a:lnTo>
                      <a:pt x="1433718" y="337010"/>
                    </a:lnTo>
                    <a:lnTo>
                      <a:pt x="1433084" y="360492"/>
                    </a:lnTo>
                    <a:lnTo>
                      <a:pt x="1432449" y="383975"/>
                    </a:lnTo>
                    <a:lnTo>
                      <a:pt x="1431815" y="407458"/>
                    </a:lnTo>
                    <a:lnTo>
                      <a:pt x="1431815" y="430941"/>
                    </a:lnTo>
                    <a:lnTo>
                      <a:pt x="1431180" y="454423"/>
                    </a:lnTo>
                    <a:lnTo>
                      <a:pt x="1430545" y="477906"/>
                    </a:lnTo>
                    <a:lnTo>
                      <a:pt x="1429910" y="501389"/>
                    </a:lnTo>
                    <a:lnTo>
                      <a:pt x="1429276" y="524872"/>
                    </a:lnTo>
                    <a:lnTo>
                      <a:pt x="1428641" y="548354"/>
                    </a:lnTo>
                    <a:lnTo>
                      <a:pt x="1428006" y="571837"/>
                    </a:lnTo>
                    <a:lnTo>
                      <a:pt x="1427372" y="595320"/>
                    </a:lnTo>
                    <a:lnTo>
                      <a:pt x="1426737" y="618803"/>
                    </a:lnTo>
                    <a:lnTo>
                      <a:pt x="1426102" y="642285"/>
                    </a:lnTo>
                    <a:lnTo>
                      <a:pt x="1425468" y="665768"/>
                    </a:lnTo>
                    <a:lnTo>
                      <a:pt x="1424833" y="689251"/>
                    </a:lnTo>
                    <a:lnTo>
                      <a:pt x="1424833" y="712734"/>
                    </a:lnTo>
                    <a:lnTo>
                      <a:pt x="1424198" y="736217"/>
                    </a:lnTo>
                    <a:lnTo>
                      <a:pt x="1423564" y="759699"/>
                    </a:lnTo>
                    <a:lnTo>
                      <a:pt x="1422929" y="783182"/>
                    </a:lnTo>
                    <a:lnTo>
                      <a:pt x="1422295" y="806665"/>
                    </a:lnTo>
                    <a:lnTo>
                      <a:pt x="1421660" y="830148"/>
                    </a:lnTo>
                    <a:lnTo>
                      <a:pt x="1421025" y="853630"/>
                    </a:lnTo>
                    <a:lnTo>
                      <a:pt x="1420390" y="877113"/>
                    </a:lnTo>
                    <a:lnTo>
                      <a:pt x="1420390" y="900596"/>
                    </a:lnTo>
                    <a:lnTo>
                      <a:pt x="1419756" y="924079"/>
                    </a:lnTo>
                    <a:lnTo>
                      <a:pt x="1419121" y="947561"/>
                    </a:lnTo>
                    <a:lnTo>
                      <a:pt x="1418486" y="971044"/>
                    </a:lnTo>
                    <a:lnTo>
                      <a:pt x="1417852" y="994527"/>
                    </a:lnTo>
                    <a:lnTo>
                      <a:pt x="1417217" y="1018010"/>
                    </a:lnTo>
                    <a:lnTo>
                      <a:pt x="1416582" y="1041493"/>
                    </a:lnTo>
                    <a:lnTo>
                      <a:pt x="1415948" y="1064975"/>
                    </a:lnTo>
                    <a:lnTo>
                      <a:pt x="1391196" y="1064341"/>
                    </a:lnTo>
                    <a:lnTo>
                      <a:pt x="1366443" y="1063706"/>
                    </a:lnTo>
                    <a:lnTo>
                      <a:pt x="1341691" y="1063071"/>
                    </a:lnTo>
                    <a:lnTo>
                      <a:pt x="1316939" y="1062437"/>
                    </a:lnTo>
                    <a:lnTo>
                      <a:pt x="1292187" y="1061802"/>
                    </a:lnTo>
                    <a:lnTo>
                      <a:pt x="1267435" y="1061167"/>
                    </a:lnTo>
                    <a:lnTo>
                      <a:pt x="1242683" y="1060533"/>
                    </a:lnTo>
                    <a:lnTo>
                      <a:pt x="1217931" y="1059898"/>
                    </a:lnTo>
                    <a:lnTo>
                      <a:pt x="1179851" y="1058629"/>
                    </a:lnTo>
                    <a:lnTo>
                      <a:pt x="1141771" y="1057359"/>
                    </a:lnTo>
                    <a:lnTo>
                      <a:pt x="1103690" y="1056090"/>
                    </a:lnTo>
                    <a:lnTo>
                      <a:pt x="1065610" y="1054821"/>
                    </a:lnTo>
                    <a:lnTo>
                      <a:pt x="1027530" y="1053551"/>
                    </a:lnTo>
                    <a:lnTo>
                      <a:pt x="989450" y="1052282"/>
                    </a:lnTo>
                    <a:lnTo>
                      <a:pt x="951370" y="1051013"/>
                    </a:lnTo>
                    <a:lnTo>
                      <a:pt x="913290" y="1049743"/>
                    </a:lnTo>
                    <a:lnTo>
                      <a:pt x="875209" y="1048474"/>
                    </a:lnTo>
                    <a:lnTo>
                      <a:pt x="837129" y="1046570"/>
                    </a:lnTo>
                    <a:lnTo>
                      <a:pt x="799049" y="1044666"/>
                    </a:lnTo>
                    <a:lnTo>
                      <a:pt x="760969" y="1042762"/>
                    </a:lnTo>
                    <a:lnTo>
                      <a:pt x="722889" y="1040858"/>
                    </a:lnTo>
                    <a:lnTo>
                      <a:pt x="684809" y="1038954"/>
                    </a:lnTo>
                    <a:lnTo>
                      <a:pt x="646728" y="1037050"/>
                    </a:lnTo>
                    <a:lnTo>
                      <a:pt x="608648" y="1035146"/>
                    </a:lnTo>
                    <a:lnTo>
                      <a:pt x="570568" y="1033242"/>
                    </a:lnTo>
                    <a:lnTo>
                      <a:pt x="532488" y="1030703"/>
                    </a:lnTo>
                    <a:lnTo>
                      <a:pt x="494408" y="1028164"/>
                    </a:lnTo>
                    <a:lnTo>
                      <a:pt x="456328" y="1025626"/>
                    </a:lnTo>
                    <a:lnTo>
                      <a:pt x="418247" y="1023087"/>
                    </a:lnTo>
                    <a:lnTo>
                      <a:pt x="380167" y="1020549"/>
                    </a:lnTo>
                    <a:lnTo>
                      <a:pt x="342087" y="1018010"/>
                    </a:lnTo>
                    <a:lnTo>
                      <a:pt x="304007" y="1015471"/>
                    </a:lnTo>
                    <a:lnTo>
                      <a:pt x="265927" y="1012932"/>
                    </a:lnTo>
                    <a:lnTo>
                      <a:pt x="227846" y="1010394"/>
                    </a:lnTo>
                    <a:lnTo>
                      <a:pt x="189766" y="1007855"/>
                    </a:lnTo>
                    <a:lnTo>
                      <a:pt x="152321" y="1005316"/>
                    </a:lnTo>
                    <a:lnTo>
                      <a:pt x="114241" y="1002143"/>
                    </a:lnTo>
                    <a:lnTo>
                      <a:pt x="76160" y="999604"/>
                    </a:lnTo>
                    <a:lnTo>
                      <a:pt x="38080" y="996431"/>
                    </a:lnTo>
                    <a:lnTo>
                      <a:pt x="0" y="993257"/>
                    </a:lnTo>
                    <a:lnTo>
                      <a:pt x="2539" y="962159"/>
                    </a:lnTo>
                    <a:lnTo>
                      <a:pt x="5077" y="931060"/>
                    </a:lnTo>
                    <a:lnTo>
                      <a:pt x="7616" y="899961"/>
                    </a:lnTo>
                    <a:lnTo>
                      <a:pt x="10155" y="868862"/>
                    </a:lnTo>
                    <a:lnTo>
                      <a:pt x="12693" y="837764"/>
                    </a:lnTo>
                    <a:lnTo>
                      <a:pt x="15232" y="806665"/>
                    </a:lnTo>
                    <a:lnTo>
                      <a:pt x="17771" y="775566"/>
                    </a:lnTo>
                    <a:lnTo>
                      <a:pt x="20310" y="744467"/>
                    </a:lnTo>
                    <a:lnTo>
                      <a:pt x="22848" y="713368"/>
                    </a:lnTo>
                    <a:lnTo>
                      <a:pt x="25387" y="682270"/>
                    </a:lnTo>
                    <a:lnTo>
                      <a:pt x="27926" y="651171"/>
                    </a:lnTo>
                    <a:lnTo>
                      <a:pt x="30464" y="620072"/>
                    </a:lnTo>
                    <a:lnTo>
                      <a:pt x="33003" y="588973"/>
                    </a:lnTo>
                    <a:lnTo>
                      <a:pt x="35542" y="557874"/>
                    </a:lnTo>
                    <a:lnTo>
                      <a:pt x="38080" y="526776"/>
                    </a:lnTo>
                    <a:lnTo>
                      <a:pt x="40619" y="495677"/>
                    </a:lnTo>
                    <a:lnTo>
                      <a:pt x="43157" y="464578"/>
                    </a:lnTo>
                    <a:lnTo>
                      <a:pt x="45696" y="433479"/>
                    </a:lnTo>
                    <a:lnTo>
                      <a:pt x="48235" y="402380"/>
                    </a:lnTo>
                    <a:lnTo>
                      <a:pt x="50774" y="371282"/>
                    </a:lnTo>
                    <a:lnTo>
                      <a:pt x="53312" y="340183"/>
                    </a:lnTo>
                    <a:lnTo>
                      <a:pt x="55851" y="309084"/>
                    </a:lnTo>
                    <a:lnTo>
                      <a:pt x="58390" y="277985"/>
                    </a:lnTo>
                    <a:lnTo>
                      <a:pt x="60929" y="246886"/>
                    </a:lnTo>
                    <a:lnTo>
                      <a:pt x="63467" y="215788"/>
                    </a:lnTo>
                    <a:lnTo>
                      <a:pt x="66006" y="184689"/>
                    </a:lnTo>
                    <a:lnTo>
                      <a:pt x="68544" y="154225"/>
                    </a:lnTo>
                    <a:lnTo>
                      <a:pt x="71083" y="123126"/>
                    </a:lnTo>
                    <a:lnTo>
                      <a:pt x="73622" y="92027"/>
                    </a:lnTo>
                    <a:lnTo>
                      <a:pt x="76160" y="61563"/>
                    </a:lnTo>
                    <a:lnTo>
                      <a:pt x="78699" y="30464"/>
                    </a:lnTo>
                    <a:lnTo>
                      <a:pt x="81238" y="0"/>
                    </a:lnTo>
                    <a:lnTo>
                      <a:pt x="111067" y="2539"/>
                    </a:lnTo>
                    <a:lnTo>
                      <a:pt x="140897" y="5077"/>
                    </a:lnTo>
                    <a:lnTo>
                      <a:pt x="170726" y="7616"/>
                    </a:lnTo>
                    <a:lnTo>
                      <a:pt x="200556" y="10155"/>
                    </a:lnTo>
                    <a:lnTo>
                      <a:pt x="230385" y="12693"/>
                    </a:lnTo>
                    <a:lnTo>
                      <a:pt x="260214" y="15232"/>
                    </a:lnTo>
                    <a:lnTo>
                      <a:pt x="290044" y="17136"/>
                    </a:lnTo>
                    <a:lnTo>
                      <a:pt x="319874" y="19040"/>
                    </a:lnTo>
                    <a:lnTo>
                      <a:pt x="349703" y="21579"/>
                    </a:lnTo>
                    <a:lnTo>
                      <a:pt x="379532" y="23483"/>
                    </a:lnTo>
                    <a:lnTo>
                      <a:pt x="409362" y="25387"/>
                    </a:lnTo>
                    <a:lnTo>
                      <a:pt x="439191" y="27291"/>
                    </a:lnTo>
                    <a:lnTo>
                      <a:pt x="469021" y="29195"/>
                    </a:lnTo>
                    <a:lnTo>
                      <a:pt x="498850" y="31099"/>
                    </a:lnTo>
                    <a:lnTo>
                      <a:pt x="528680" y="33003"/>
                    </a:lnTo>
                    <a:lnTo>
                      <a:pt x="558509" y="34907"/>
                    </a:lnTo>
                    <a:lnTo>
                      <a:pt x="588339" y="36811"/>
                    </a:lnTo>
                    <a:lnTo>
                      <a:pt x="618168" y="38715"/>
                    </a:lnTo>
                    <a:lnTo>
                      <a:pt x="647998" y="40619"/>
                    </a:lnTo>
                    <a:lnTo>
                      <a:pt x="678462" y="42523"/>
                    </a:lnTo>
                    <a:lnTo>
                      <a:pt x="708291" y="43792"/>
                    </a:lnTo>
                    <a:lnTo>
                      <a:pt x="738121" y="45696"/>
                    </a:lnTo>
                    <a:lnTo>
                      <a:pt x="767950" y="46966"/>
                    </a:lnTo>
                    <a:lnTo>
                      <a:pt x="797780" y="48235"/>
                    </a:lnTo>
                    <a:lnTo>
                      <a:pt x="827609" y="49504"/>
                    </a:lnTo>
                    <a:lnTo>
                      <a:pt x="857439" y="50774"/>
                    </a:lnTo>
                    <a:lnTo>
                      <a:pt x="887268" y="52043"/>
                    </a:lnTo>
                    <a:lnTo>
                      <a:pt x="917097" y="53312"/>
                    </a:lnTo>
                    <a:lnTo>
                      <a:pt x="947561" y="54582"/>
                    </a:lnTo>
                    <a:lnTo>
                      <a:pt x="977391" y="55851"/>
                    </a:lnTo>
                    <a:lnTo>
                      <a:pt x="1007221" y="57120"/>
                    </a:lnTo>
                    <a:lnTo>
                      <a:pt x="1037050" y="58389"/>
                    </a:lnTo>
                    <a:lnTo>
                      <a:pt x="1059898" y="59024"/>
                    </a:lnTo>
                    <a:lnTo>
                      <a:pt x="1082746" y="59659"/>
                    </a:lnTo>
                    <a:lnTo>
                      <a:pt x="1105594" y="60294"/>
                    </a:lnTo>
                    <a:lnTo>
                      <a:pt x="1128442" y="60928"/>
                    </a:lnTo>
                    <a:lnTo>
                      <a:pt x="1151291" y="61563"/>
                    </a:lnTo>
                    <a:lnTo>
                      <a:pt x="1174139" y="62198"/>
                    </a:lnTo>
                    <a:lnTo>
                      <a:pt x="1196987" y="62832"/>
                    </a:lnTo>
                    <a:lnTo>
                      <a:pt x="1219835" y="63467"/>
                    </a:lnTo>
                    <a:lnTo>
                      <a:pt x="1242683" y="64102"/>
                    </a:lnTo>
                    <a:lnTo>
                      <a:pt x="1265531" y="64736"/>
                    </a:lnTo>
                    <a:lnTo>
                      <a:pt x="1288379" y="65371"/>
                    </a:lnTo>
                    <a:lnTo>
                      <a:pt x="1311227" y="66006"/>
                    </a:lnTo>
                    <a:lnTo>
                      <a:pt x="1334075" y="66640"/>
                    </a:lnTo>
                    <a:lnTo>
                      <a:pt x="1356923" y="67275"/>
                    </a:lnTo>
                    <a:lnTo>
                      <a:pt x="1379772" y="67910"/>
                    </a:lnTo>
                    <a:lnTo>
                      <a:pt x="1402620" y="68544"/>
                    </a:lnTo>
                    <a:lnTo>
                      <a:pt x="1420390" y="69179"/>
                    </a:lnTo>
                    <a:lnTo>
                      <a:pt x="1419756" y="84411"/>
                    </a:lnTo>
                    <a:lnTo>
                      <a:pt x="1419756" y="99643"/>
                    </a:lnTo>
                    <a:lnTo>
                      <a:pt x="1419121" y="114875"/>
                    </a:lnTo>
                    <a:lnTo>
                      <a:pt x="1419121" y="130107"/>
                    </a:lnTo>
                    <a:lnTo>
                      <a:pt x="1418486" y="145339"/>
                    </a:lnTo>
                    <a:lnTo>
                      <a:pt x="1418486" y="160571"/>
                    </a:lnTo>
                    <a:lnTo>
                      <a:pt x="1417852" y="175803"/>
                    </a:lnTo>
                    <a:lnTo>
                      <a:pt x="1417852" y="191036"/>
                    </a:lnTo>
                    <a:lnTo>
                      <a:pt x="1417217" y="206268"/>
                    </a:lnTo>
                    <a:lnTo>
                      <a:pt x="1417217" y="221500"/>
                    </a:lnTo>
                    <a:lnTo>
                      <a:pt x="1416582" y="236732"/>
                    </a:lnTo>
                    <a:lnTo>
                      <a:pt x="1416582" y="251964"/>
                    </a:lnTo>
                    <a:lnTo>
                      <a:pt x="1415948" y="267196"/>
                    </a:lnTo>
                    <a:lnTo>
                      <a:pt x="1415948" y="282428"/>
                    </a:lnTo>
                    <a:lnTo>
                      <a:pt x="1415313" y="297660"/>
                    </a:lnTo>
                    <a:lnTo>
                      <a:pt x="1434353" y="314161"/>
                    </a:lnTo>
                    <a:lnTo>
                      <a:pt x="1434353" y="314161"/>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53" name="Google Shape;453;p51"/>
              <p:cNvSpPr/>
              <p:nvPr/>
            </p:nvSpPr>
            <p:spPr>
              <a:xfrm>
                <a:off x="1018889" y="2918135"/>
                <a:ext cx="1281593" cy="1890269"/>
              </a:xfrm>
              <a:custGeom>
                <a:avLst/>
                <a:gdLst/>
                <a:ahLst/>
                <a:cxnLst/>
                <a:rect l="l" t="t" r="r" b="b"/>
                <a:pathLst>
                  <a:path w="1759938" h="2595798" extrusionOk="0">
                    <a:moveTo>
                      <a:pt x="821262" y="2446651"/>
                    </a:moveTo>
                    <a:lnTo>
                      <a:pt x="815550" y="2435227"/>
                    </a:lnTo>
                    <a:lnTo>
                      <a:pt x="806665" y="2425707"/>
                    </a:lnTo>
                    <a:lnTo>
                      <a:pt x="802857" y="2420629"/>
                    </a:lnTo>
                    <a:lnTo>
                      <a:pt x="800953" y="2413648"/>
                    </a:lnTo>
                    <a:lnTo>
                      <a:pt x="800318" y="2411744"/>
                    </a:lnTo>
                    <a:lnTo>
                      <a:pt x="799684" y="2409205"/>
                    </a:lnTo>
                    <a:lnTo>
                      <a:pt x="799049" y="2406032"/>
                    </a:lnTo>
                    <a:lnTo>
                      <a:pt x="799049" y="2403493"/>
                    </a:lnTo>
                    <a:lnTo>
                      <a:pt x="798414" y="2400955"/>
                    </a:lnTo>
                    <a:lnTo>
                      <a:pt x="795875" y="2399685"/>
                    </a:lnTo>
                    <a:lnTo>
                      <a:pt x="793337" y="2399051"/>
                    </a:lnTo>
                    <a:lnTo>
                      <a:pt x="790798" y="2397146"/>
                    </a:lnTo>
                    <a:lnTo>
                      <a:pt x="789529" y="2402859"/>
                    </a:lnTo>
                    <a:lnTo>
                      <a:pt x="792068" y="2409840"/>
                    </a:lnTo>
                    <a:lnTo>
                      <a:pt x="794606" y="2416821"/>
                    </a:lnTo>
                    <a:lnTo>
                      <a:pt x="796510" y="2426976"/>
                    </a:lnTo>
                    <a:lnTo>
                      <a:pt x="802857" y="2439035"/>
                    </a:lnTo>
                    <a:lnTo>
                      <a:pt x="805396" y="2448555"/>
                    </a:lnTo>
                    <a:lnTo>
                      <a:pt x="809204" y="2452998"/>
                    </a:lnTo>
                    <a:lnTo>
                      <a:pt x="813646" y="2456806"/>
                    </a:lnTo>
                    <a:lnTo>
                      <a:pt x="817454" y="2459344"/>
                    </a:lnTo>
                    <a:lnTo>
                      <a:pt x="819358" y="2459979"/>
                    </a:lnTo>
                    <a:lnTo>
                      <a:pt x="820628" y="2459344"/>
                    </a:lnTo>
                    <a:lnTo>
                      <a:pt x="821897" y="2458709"/>
                    </a:lnTo>
                    <a:lnTo>
                      <a:pt x="823166" y="2458709"/>
                    </a:lnTo>
                    <a:lnTo>
                      <a:pt x="828878" y="2459979"/>
                    </a:lnTo>
                    <a:lnTo>
                      <a:pt x="831417" y="2459979"/>
                    </a:lnTo>
                    <a:lnTo>
                      <a:pt x="833956" y="2459344"/>
                    </a:lnTo>
                    <a:lnTo>
                      <a:pt x="825705" y="2450459"/>
                    </a:lnTo>
                    <a:lnTo>
                      <a:pt x="821262" y="2446651"/>
                    </a:lnTo>
                    <a:close/>
                    <a:moveTo>
                      <a:pt x="619437" y="2310197"/>
                    </a:moveTo>
                    <a:lnTo>
                      <a:pt x="613091" y="2306389"/>
                    </a:lnTo>
                    <a:lnTo>
                      <a:pt x="612456" y="2305119"/>
                    </a:lnTo>
                    <a:lnTo>
                      <a:pt x="609283" y="2302581"/>
                    </a:lnTo>
                    <a:lnTo>
                      <a:pt x="606744" y="2303850"/>
                    </a:lnTo>
                    <a:lnTo>
                      <a:pt x="604205" y="2304485"/>
                    </a:lnTo>
                    <a:lnTo>
                      <a:pt x="601667" y="2303850"/>
                    </a:lnTo>
                    <a:lnTo>
                      <a:pt x="599128" y="2301946"/>
                    </a:lnTo>
                    <a:lnTo>
                      <a:pt x="600397" y="2309562"/>
                    </a:lnTo>
                    <a:lnTo>
                      <a:pt x="604205" y="2315909"/>
                    </a:lnTo>
                    <a:lnTo>
                      <a:pt x="610552" y="2320352"/>
                    </a:lnTo>
                    <a:lnTo>
                      <a:pt x="618168" y="2322890"/>
                    </a:lnTo>
                    <a:lnTo>
                      <a:pt x="625149" y="2321621"/>
                    </a:lnTo>
                    <a:lnTo>
                      <a:pt x="624515" y="2316544"/>
                    </a:lnTo>
                    <a:lnTo>
                      <a:pt x="619437" y="2310197"/>
                    </a:lnTo>
                    <a:close/>
                    <a:moveTo>
                      <a:pt x="852996" y="2314639"/>
                    </a:moveTo>
                    <a:lnTo>
                      <a:pt x="836494" y="2304485"/>
                    </a:lnTo>
                    <a:lnTo>
                      <a:pt x="833321" y="2303215"/>
                    </a:lnTo>
                    <a:lnTo>
                      <a:pt x="821262" y="2292426"/>
                    </a:lnTo>
                    <a:lnTo>
                      <a:pt x="816185" y="2289888"/>
                    </a:lnTo>
                    <a:lnTo>
                      <a:pt x="811108" y="2289888"/>
                    </a:lnTo>
                    <a:lnTo>
                      <a:pt x="808569" y="2293061"/>
                    </a:lnTo>
                    <a:lnTo>
                      <a:pt x="810473" y="2296869"/>
                    </a:lnTo>
                    <a:lnTo>
                      <a:pt x="814916" y="2300677"/>
                    </a:lnTo>
                    <a:lnTo>
                      <a:pt x="819993" y="2303215"/>
                    </a:lnTo>
                    <a:lnTo>
                      <a:pt x="823801" y="2304485"/>
                    </a:lnTo>
                    <a:lnTo>
                      <a:pt x="828878" y="2307024"/>
                    </a:lnTo>
                    <a:lnTo>
                      <a:pt x="830148" y="2310832"/>
                    </a:lnTo>
                    <a:lnTo>
                      <a:pt x="828878" y="2320986"/>
                    </a:lnTo>
                    <a:lnTo>
                      <a:pt x="828878" y="2326698"/>
                    </a:lnTo>
                    <a:lnTo>
                      <a:pt x="830148" y="2331141"/>
                    </a:lnTo>
                    <a:lnTo>
                      <a:pt x="832686" y="2334314"/>
                    </a:lnTo>
                    <a:lnTo>
                      <a:pt x="837129" y="2336218"/>
                    </a:lnTo>
                    <a:lnTo>
                      <a:pt x="839033" y="2336218"/>
                    </a:lnTo>
                    <a:lnTo>
                      <a:pt x="844745" y="2334949"/>
                    </a:lnTo>
                    <a:lnTo>
                      <a:pt x="847284" y="2334949"/>
                    </a:lnTo>
                    <a:lnTo>
                      <a:pt x="849822" y="2336218"/>
                    </a:lnTo>
                    <a:lnTo>
                      <a:pt x="856169" y="2341931"/>
                    </a:lnTo>
                    <a:lnTo>
                      <a:pt x="859977" y="2343200"/>
                    </a:lnTo>
                    <a:lnTo>
                      <a:pt x="863785" y="2342565"/>
                    </a:lnTo>
                    <a:lnTo>
                      <a:pt x="865055" y="2339392"/>
                    </a:lnTo>
                    <a:lnTo>
                      <a:pt x="856169" y="2319082"/>
                    </a:lnTo>
                    <a:lnTo>
                      <a:pt x="852996" y="2314639"/>
                    </a:lnTo>
                    <a:close/>
                    <a:moveTo>
                      <a:pt x="536296" y="2109641"/>
                    </a:moveTo>
                    <a:lnTo>
                      <a:pt x="535026" y="2103929"/>
                    </a:lnTo>
                    <a:lnTo>
                      <a:pt x="536296" y="2097583"/>
                    </a:lnTo>
                    <a:lnTo>
                      <a:pt x="532488" y="2099487"/>
                    </a:lnTo>
                    <a:lnTo>
                      <a:pt x="528680" y="2100121"/>
                    </a:lnTo>
                    <a:lnTo>
                      <a:pt x="515986" y="2098852"/>
                    </a:lnTo>
                    <a:lnTo>
                      <a:pt x="513448" y="2099487"/>
                    </a:lnTo>
                    <a:lnTo>
                      <a:pt x="510909" y="2100121"/>
                    </a:lnTo>
                    <a:lnTo>
                      <a:pt x="507736" y="2100756"/>
                    </a:lnTo>
                    <a:lnTo>
                      <a:pt x="503293" y="2100121"/>
                    </a:lnTo>
                    <a:lnTo>
                      <a:pt x="495042" y="2096948"/>
                    </a:lnTo>
                    <a:lnTo>
                      <a:pt x="490600" y="2097583"/>
                    </a:lnTo>
                    <a:lnTo>
                      <a:pt x="493773" y="2102025"/>
                    </a:lnTo>
                    <a:lnTo>
                      <a:pt x="497581" y="2108372"/>
                    </a:lnTo>
                    <a:lnTo>
                      <a:pt x="500754" y="2114719"/>
                    </a:lnTo>
                    <a:lnTo>
                      <a:pt x="501389" y="2119796"/>
                    </a:lnTo>
                    <a:lnTo>
                      <a:pt x="502658" y="2122335"/>
                    </a:lnTo>
                    <a:lnTo>
                      <a:pt x="506466" y="2126143"/>
                    </a:lnTo>
                    <a:lnTo>
                      <a:pt x="510909" y="2129316"/>
                    </a:lnTo>
                    <a:lnTo>
                      <a:pt x="514717" y="2129316"/>
                    </a:lnTo>
                    <a:lnTo>
                      <a:pt x="517256" y="2128047"/>
                    </a:lnTo>
                    <a:lnTo>
                      <a:pt x="519160" y="2128047"/>
                    </a:lnTo>
                    <a:lnTo>
                      <a:pt x="521698" y="2128681"/>
                    </a:lnTo>
                    <a:lnTo>
                      <a:pt x="524872" y="2129951"/>
                    </a:lnTo>
                    <a:lnTo>
                      <a:pt x="527410" y="2129951"/>
                    </a:lnTo>
                    <a:lnTo>
                      <a:pt x="539469" y="2124873"/>
                    </a:lnTo>
                    <a:lnTo>
                      <a:pt x="542642" y="2122335"/>
                    </a:lnTo>
                    <a:lnTo>
                      <a:pt x="545181" y="2118527"/>
                    </a:lnTo>
                    <a:lnTo>
                      <a:pt x="546450" y="2112815"/>
                    </a:lnTo>
                    <a:lnTo>
                      <a:pt x="540104" y="2113450"/>
                    </a:lnTo>
                    <a:lnTo>
                      <a:pt x="536296" y="2109641"/>
                    </a:lnTo>
                    <a:close/>
                    <a:moveTo>
                      <a:pt x="480445" y="2087428"/>
                    </a:moveTo>
                    <a:lnTo>
                      <a:pt x="478541" y="2085524"/>
                    </a:lnTo>
                    <a:lnTo>
                      <a:pt x="476637" y="2084254"/>
                    </a:lnTo>
                    <a:lnTo>
                      <a:pt x="474098" y="2082985"/>
                    </a:lnTo>
                    <a:lnTo>
                      <a:pt x="472829" y="2081081"/>
                    </a:lnTo>
                    <a:lnTo>
                      <a:pt x="472194" y="2078543"/>
                    </a:lnTo>
                    <a:lnTo>
                      <a:pt x="470290" y="2076004"/>
                    </a:lnTo>
                    <a:lnTo>
                      <a:pt x="468386" y="2080447"/>
                    </a:lnTo>
                    <a:lnTo>
                      <a:pt x="465213" y="2081716"/>
                    </a:lnTo>
                    <a:lnTo>
                      <a:pt x="458866" y="2081081"/>
                    </a:lnTo>
                    <a:lnTo>
                      <a:pt x="454423" y="2083620"/>
                    </a:lnTo>
                    <a:lnTo>
                      <a:pt x="453154" y="2086158"/>
                    </a:lnTo>
                    <a:lnTo>
                      <a:pt x="455058" y="2086793"/>
                    </a:lnTo>
                    <a:lnTo>
                      <a:pt x="458231" y="2084254"/>
                    </a:lnTo>
                    <a:lnTo>
                      <a:pt x="463309" y="2088063"/>
                    </a:lnTo>
                    <a:lnTo>
                      <a:pt x="468386" y="2089967"/>
                    </a:lnTo>
                    <a:lnTo>
                      <a:pt x="481080" y="2091871"/>
                    </a:lnTo>
                    <a:lnTo>
                      <a:pt x="480445" y="2089332"/>
                    </a:lnTo>
                    <a:lnTo>
                      <a:pt x="480445" y="2087428"/>
                    </a:lnTo>
                    <a:close/>
                    <a:moveTo>
                      <a:pt x="634669" y="2112180"/>
                    </a:moveTo>
                    <a:lnTo>
                      <a:pt x="633400" y="2111545"/>
                    </a:lnTo>
                    <a:lnTo>
                      <a:pt x="630861" y="2110911"/>
                    </a:lnTo>
                    <a:lnTo>
                      <a:pt x="627688" y="2112180"/>
                    </a:lnTo>
                    <a:lnTo>
                      <a:pt x="618803" y="2117257"/>
                    </a:lnTo>
                    <a:lnTo>
                      <a:pt x="616899" y="2117892"/>
                    </a:lnTo>
                    <a:lnTo>
                      <a:pt x="614360" y="2117892"/>
                    </a:lnTo>
                    <a:lnTo>
                      <a:pt x="597859" y="2106468"/>
                    </a:lnTo>
                    <a:lnTo>
                      <a:pt x="594051" y="2105198"/>
                    </a:lnTo>
                    <a:lnTo>
                      <a:pt x="585165" y="2103929"/>
                    </a:lnTo>
                    <a:lnTo>
                      <a:pt x="581357" y="2102660"/>
                    </a:lnTo>
                    <a:lnTo>
                      <a:pt x="571837" y="2095044"/>
                    </a:lnTo>
                    <a:lnTo>
                      <a:pt x="566125" y="2093774"/>
                    </a:lnTo>
                    <a:lnTo>
                      <a:pt x="564221" y="2093774"/>
                    </a:lnTo>
                    <a:lnTo>
                      <a:pt x="562952" y="2094409"/>
                    </a:lnTo>
                    <a:lnTo>
                      <a:pt x="560413" y="2095678"/>
                    </a:lnTo>
                    <a:lnTo>
                      <a:pt x="559144" y="2096948"/>
                    </a:lnTo>
                    <a:lnTo>
                      <a:pt x="560413" y="2098217"/>
                    </a:lnTo>
                    <a:lnTo>
                      <a:pt x="563587" y="2099487"/>
                    </a:lnTo>
                    <a:lnTo>
                      <a:pt x="566125" y="2102025"/>
                    </a:lnTo>
                    <a:lnTo>
                      <a:pt x="568029" y="2105198"/>
                    </a:lnTo>
                    <a:lnTo>
                      <a:pt x="569299" y="2109007"/>
                    </a:lnTo>
                    <a:lnTo>
                      <a:pt x="565491" y="2114084"/>
                    </a:lnTo>
                    <a:lnTo>
                      <a:pt x="569299" y="2119796"/>
                    </a:lnTo>
                    <a:lnTo>
                      <a:pt x="577549" y="2124239"/>
                    </a:lnTo>
                    <a:lnTo>
                      <a:pt x="584531" y="2126777"/>
                    </a:lnTo>
                    <a:lnTo>
                      <a:pt x="631496" y="2125508"/>
                    </a:lnTo>
                    <a:lnTo>
                      <a:pt x="636574" y="2124239"/>
                    </a:lnTo>
                    <a:lnTo>
                      <a:pt x="639112" y="2121700"/>
                    </a:lnTo>
                    <a:lnTo>
                      <a:pt x="639747" y="2117892"/>
                    </a:lnTo>
                    <a:lnTo>
                      <a:pt x="639112" y="2117257"/>
                    </a:lnTo>
                    <a:lnTo>
                      <a:pt x="634669" y="2112180"/>
                    </a:lnTo>
                    <a:close/>
                    <a:moveTo>
                      <a:pt x="1758669" y="2219439"/>
                    </a:moveTo>
                    <a:lnTo>
                      <a:pt x="1759304" y="2216266"/>
                    </a:lnTo>
                    <a:lnTo>
                      <a:pt x="1753592" y="2211188"/>
                    </a:lnTo>
                    <a:lnTo>
                      <a:pt x="1751688" y="2208015"/>
                    </a:lnTo>
                    <a:lnTo>
                      <a:pt x="1749784" y="2206111"/>
                    </a:lnTo>
                    <a:lnTo>
                      <a:pt x="1746610" y="2203572"/>
                    </a:lnTo>
                    <a:lnTo>
                      <a:pt x="1731378" y="2188975"/>
                    </a:lnTo>
                    <a:lnTo>
                      <a:pt x="1728840" y="2185167"/>
                    </a:lnTo>
                    <a:lnTo>
                      <a:pt x="1726936" y="2183898"/>
                    </a:lnTo>
                    <a:lnTo>
                      <a:pt x="1723128" y="2180724"/>
                    </a:lnTo>
                    <a:lnTo>
                      <a:pt x="1722493" y="2180090"/>
                    </a:lnTo>
                    <a:lnTo>
                      <a:pt x="1720589" y="2177551"/>
                    </a:lnTo>
                    <a:lnTo>
                      <a:pt x="1719954" y="2176916"/>
                    </a:lnTo>
                    <a:lnTo>
                      <a:pt x="1719320" y="2176282"/>
                    </a:lnTo>
                    <a:lnTo>
                      <a:pt x="1718685" y="2175647"/>
                    </a:lnTo>
                    <a:lnTo>
                      <a:pt x="1716146" y="2175012"/>
                    </a:lnTo>
                    <a:lnTo>
                      <a:pt x="1714877" y="2174378"/>
                    </a:lnTo>
                    <a:lnTo>
                      <a:pt x="1714242" y="2173108"/>
                    </a:lnTo>
                    <a:lnTo>
                      <a:pt x="1713608" y="2171204"/>
                    </a:lnTo>
                    <a:lnTo>
                      <a:pt x="1713608" y="2168031"/>
                    </a:lnTo>
                    <a:lnTo>
                      <a:pt x="1713608" y="2165492"/>
                    </a:lnTo>
                    <a:lnTo>
                      <a:pt x="1713608" y="2165492"/>
                    </a:lnTo>
                    <a:lnTo>
                      <a:pt x="1714877" y="2161684"/>
                    </a:lnTo>
                    <a:lnTo>
                      <a:pt x="1716146" y="2158511"/>
                    </a:lnTo>
                    <a:lnTo>
                      <a:pt x="1714242" y="2155972"/>
                    </a:lnTo>
                    <a:lnTo>
                      <a:pt x="1713608" y="2155972"/>
                    </a:lnTo>
                    <a:lnTo>
                      <a:pt x="1712973" y="2150895"/>
                    </a:lnTo>
                    <a:lnTo>
                      <a:pt x="1711069" y="2148356"/>
                    </a:lnTo>
                    <a:lnTo>
                      <a:pt x="1708530" y="2145817"/>
                    </a:lnTo>
                    <a:lnTo>
                      <a:pt x="1706626" y="2141375"/>
                    </a:lnTo>
                    <a:lnTo>
                      <a:pt x="1706626" y="2139471"/>
                    </a:lnTo>
                    <a:lnTo>
                      <a:pt x="1707896" y="2133759"/>
                    </a:lnTo>
                    <a:lnTo>
                      <a:pt x="1707896" y="2131855"/>
                    </a:lnTo>
                    <a:lnTo>
                      <a:pt x="1707261" y="2130585"/>
                    </a:lnTo>
                    <a:lnTo>
                      <a:pt x="1706626" y="2129316"/>
                    </a:lnTo>
                    <a:lnTo>
                      <a:pt x="1697106" y="2100121"/>
                    </a:lnTo>
                    <a:lnTo>
                      <a:pt x="1692029" y="2098217"/>
                    </a:lnTo>
                    <a:lnTo>
                      <a:pt x="1688221" y="2095044"/>
                    </a:lnTo>
                    <a:lnTo>
                      <a:pt x="1686317" y="2089967"/>
                    </a:lnTo>
                    <a:lnTo>
                      <a:pt x="1686952" y="2082985"/>
                    </a:lnTo>
                    <a:lnTo>
                      <a:pt x="1686317" y="2079812"/>
                    </a:lnTo>
                    <a:lnTo>
                      <a:pt x="1685047" y="2076004"/>
                    </a:lnTo>
                    <a:lnTo>
                      <a:pt x="1683144" y="2072196"/>
                    </a:lnTo>
                    <a:lnTo>
                      <a:pt x="1680605" y="2070292"/>
                    </a:lnTo>
                    <a:lnTo>
                      <a:pt x="1677432" y="2069023"/>
                    </a:lnTo>
                    <a:lnTo>
                      <a:pt x="1676162" y="2065849"/>
                    </a:lnTo>
                    <a:lnTo>
                      <a:pt x="1678066" y="2036654"/>
                    </a:lnTo>
                    <a:lnTo>
                      <a:pt x="1678066" y="2034750"/>
                    </a:lnTo>
                    <a:lnTo>
                      <a:pt x="1645063" y="1994766"/>
                    </a:lnTo>
                    <a:lnTo>
                      <a:pt x="1612060" y="1954147"/>
                    </a:lnTo>
                    <a:lnTo>
                      <a:pt x="1577788" y="1912259"/>
                    </a:lnTo>
                    <a:lnTo>
                      <a:pt x="1546055" y="1872275"/>
                    </a:lnTo>
                    <a:lnTo>
                      <a:pt x="1518129" y="1836733"/>
                    </a:lnTo>
                    <a:lnTo>
                      <a:pt x="1490204" y="1801192"/>
                    </a:lnTo>
                    <a:lnTo>
                      <a:pt x="1462278" y="1765650"/>
                    </a:lnTo>
                    <a:lnTo>
                      <a:pt x="1434353" y="1730109"/>
                    </a:lnTo>
                    <a:lnTo>
                      <a:pt x="1406428" y="1694568"/>
                    </a:lnTo>
                    <a:lnTo>
                      <a:pt x="1378502" y="1658391"/>
                    </a:lnTo>
                    <a:lnTo>
                      <a:pt x="1351211" y="1622850"/>
                    </a:lnTo>
                    <a:lnTo>
                      <a:pt x="1323921" y="1587308"/>
                    </a:lnTo>
                    <a:lnTo>
                      <a:pt x="1292187" y="1547959"/>
                    </a:lnTo>
                    <a:lnTo>
                      <a:pt x="1261088" y="1508609"/>
                    </a:lnTo>
                    <a:lnTo>
                      <a:pt x="1229990" y="1469260"/>
                    </a:lnTo>
                    <a:lnTo>
                      <a:pt x="1198891" y="1429276"/>
                    </a:lnTo>
                    <a:lnTo>
                      <a:pt x="1167792" y="1389926"/>
                    </a:lnTo>
                    <a:lnTo>
                      <a:pt x="1136693" y="1349942"/>
                    </a:lnTo>
                    <a:lnTo>
                      <a:pt x="1106229" y="1309958"/>
                    </a:lnTo>
                    <a:lnTo>
                      <a:pt x="1075765" y="1269974"/>
                    </a:lnTo>
                    <a:lnTo>
                      <a:pt x="1036415" y="1222373"/>
                    </a:lnTo>
                    <a:lnTo>
                      <a:pt x="997066" y="1174773"/>
                    </a:lnTo>
                    <a:lnTo>
                      <a:pt x="958351" y="1127173"/>
                    </a:lnTo>
                    <a:lnTo>
                      <a:pt x="919636" y="1079573"/>
                    </a:lnTo>
                    <a:lnTo>
                      <a:pt x="880921" y="1031973"/>
                    </a:lnTo>
                    <a:lnTo>
                      <a:pt x="842206" y="983738"/>
                    </a:lnTo>
                    <a:lnTo>
                      <a:pt x="804126" y="935503"/>
                    </a:lnTo>
                    <a:lnTo>
                      <a:pt x="766046" y="887268"/>
                    </a:lnTo>
                    <a:lnTo>
                      <a:pt x="766681" y="884095"/>
                    </a:lnTo>
                    <a:lnTo>
                      <a:pt x="769219" y="870767"/>
                    </a:lnTo>
                    <a:lnTo>
                      <a:pt x="777470" y="826340"/>
                    </a:lnTo>
                    <a:lnTo>
                      <a:pt x="785721" y="781913"/>
                    </a:lnTo>
                    <a:lnTo>
                      <a:pt x="793972" y="737486"/>
                    </a:lnTo>
                    <a:lnTo>
                      <a:pt x="802222" y="693059"/>
                    </a:lnTo>
                    <a:lnTo>
                      <a:pt x="810473" y="648632"/>
                    </a:lnTo>
                    <a:lnTo>
                      <a:pt x="818724" y="604205"/>
                    </a:lnTo>
                    <a:lnTo>
                      <a:pt x="826974" y="559779"/>
                    </a:lnTo>
                    <a:lnTo>
                      <a:pt x="835225" y="515352"/>
                    </a:lnTo>
                    <a:lnTo>
                      <a:pt x="843476" y="470925"/>
                    </a:lnTo>
                    <a:lnTo>
                      <a:pt x="851727" y="426498"/>
                    </a:lnTo>
                    <a:lnTo>
                      <a:pt x="859977" y="382071"/>
                    </a:lnTo>
                    <a:lnTo>
                      <a:pt x="868228" y="337644"/>
                    </a:lnTo>
                    <a:lnTo>
                      <a:pt x="876479" y="293217"/>
                    </a:lnTo>
                    <a:lnTo>
                      <a:pt x="884729" y="248791"/>
                    </a:lnTo>
                    <a:lnTo>
                      <a:pt x="892980" y="204364"/>
                    </a:lnTo>
                    <a:lnTo>
                      <a:pt x="901231" y="159937"/>
                    </a:lnTo>
                    <a:lnTo>
                      <a:pt x="852361" y="151051"/>
                    </a:lnTo>
                    <a:lnTo>
                      <a:pt x="803492" y="142166"/>
                    </a:lnTo>
                    <a:lnTo>
                      <a:pt x="754622" y="133281"/>
                    </a:lnTo>
                    <a:lnTo>
                      <a:pt x="705753" y="123761"/>
                    </a:lnTo>
                    <a:lnTo>
                      <a:pt x="656883" y="114241"/>
                    </a:lnTo>
                    <a:lnTo>
                      <a:pt x="608013" y="104720"/>
                    </a:lnTo>
                    <a:lnTo>
                      <a:pt x="559144" y="95200"/>
                    </a:lnTo>
                    <a:lnTo>
                      <a:pt x="510274" y="85046"/>
                    </a:lnTo>
                    <a:lnTo>
                      <a:pt x="461405" y="74891"/>
                    </a:lnTo>
                    <a:lnTo>
                      <a:pt x="412535" y="64736"/>
                    </a:lnTo>
                    <a:lnTo>
                      <a:pt x="363666" y="54582"/>
                    </a:lnTo>
                    <a:lnTo>
                      <a:pt x="315431" y="44427"/>
                    </a:lnTo>
                    <a:lnTo>
                      <a:pt x="266561" y="34272"/>
                    </a:lnTo>
                    <a:lnTo>
                      <a:pt x="218326" y="23483"/>
                    </a:lnTo>
                    <a:lnTo>
                      <a:pt x="170092" y="12693"/>
                    </a:lnTo>
                    <a:lnTo>
                      <a:pt x="121857" y="1904"/>
                    </a:lnTo>
                    <a:lnTo>
                      <a:pt x="121222" y="1269"/>
                    </a:lnTo>
                    <a:lnTo>
                      <a:pt x="116145" y="0"/>
                    </a:lnTo>
                    <a:lnTo>
                      <a:pt x="117414" y="5077"/>
                    </a:lnTo>
                    <a:lnTo>
                      <a:pt x="117414" y="7616"/>
                    </a:lnTo>
                    <a:lnTo>
                      <a:pt x="117414" y="10155"/>
                    </a:lnTo>
                    <a:lnTo>
                      <a:pt x="111702" y="31733"/>
                    </a:lnTo>
                    <a:lnTo>
                      <a:pt x="109163" y="35542"/>
                    </a:lnTo>
                    <a:lnTo>
                      <a:pt x="102817" y="43792"/>
                    </a:lnTo>
                    <a:lnTo>
                      <a:pt x="96470" y="48870"/>
                    </a:lnTo>
                    <a:lnTo>
                      <a:pt x="95835" y="50139"/>
                    </a:lnTo>
                    <a:lnTo>
                      <a:pt x="101547" y="53947"/>
                    </a:lnTo>
                    <a:lnTo>
                      <a:pt x="109163" y="62832"/>
                    </a:lnTo>
                    <a:lnTo>
                      <a:pt x="114875" y="72352"/>
                    </a:lnTo>
                    <a:lnTo>
                      <a:pt x="114241" y="79334"/>
                    </a:lnTo>
                    <a:lnTo>
                      <a:pt x="112971" y="83142"/>
                    </a:lnTo>
                    <a:lnTo>
                      <a:pt x="114241" y="89488"/>
                    </a:lnTo>
                    <a:lnTo>
                      <a:pt x="114875" y="95200"/>
                    </a:lnTo>
                    <a:lnTo>
                      <a:pt x="116145" y="97739"/>
                    </a:lnTo>
                    <a:lnTo>
                      <a:pt x="116779" y="99008"/>
                    </a:lnTo>
                    <a:lnTo>
                      <a:pt x="115510" y="105355"/>
                    </a:lnTo>
                    <a:lnTo>
                      <a:pt x="114875" y="107894"/>
                    </a:lnTo>
                    <a:lnTo>
                      <a:pt x="115510" y="110432"/>
                    </a:lnTo>
                    <a:lnTo>
                      <a:pt x="116779" y="112971"/>
                    </a:lnTo>
                    <a:lnTo>
                      <a:pt x="118049" y="114875"/>
                    </a:lnTo>
                    <a:lnTo>
                      <a:pt x="119952" y="116145"/>
                    </a:lnTo>
                    <a:lnTo>
                      <a:pt x="116145" y="119952"/>
                    </a:lnTo>
                    <a:lnTo>
                      <a:pt x="115510" y="127569"/>
                    </a:lnTo>
                    <a:lnTo>
                      <a:pt x="115510" y="142801"/>
                    </a:lnTo>
                    <a:lnTo>
                      <a:pt x="113606" y="149782"/>
                    </a:lnTo>
                    <a:lnTo>
                      <a:pt x="106625" y="162475"/>
                    </a:lnTo>
                    <a:lnTo>
                      <a:pt x="102182" y="174534"/>
                    </a:lnTo>
                    <a:lnTo>
                      <a:pt x="94566" y="189766"/>
                    </a:lnTo>
                    <a:lnTo>
                      <a:pt x="89488" y="197382"/>
                    </a:lnTo>
                    <a:lnTo>
                      <a:pt x="85680" y="205633"/>
                    </a:lnTo>
                    <a:lnTo>
                      <a:pt x="81872" y="208806"/>
                    </a:lnTo>
                    <a:lnTo>
                      <a:pt x="80603" y="212614"/>
                    </a:lnTo>
                    <a:lnTo>
                      <a:pt x="79968" y="217057"/>
                    </a:lnTo>
                    <a:lnTo>
                      <a:pt x="79968" y="220230"/>
                    </a:lnTo>
                    <a:lnTo>
                      <a:pt x="78699" y="223404"/>
                    </a:lnTo>
                    <a:lnTo>
                      <a:pt x="82507" y="234193"/>
                    </a:lnTo>
                    <a:lnTo>
                      <a:pt x="83142" y="239905"/>
                    </a:lnTo>
                    <a:lnTo>
                      <a:pt x="81872" y="244982"/>
                    </a:lnTo>
                    <a:lnTo>
                      <a:pt x="62832" y="278620"/>
                    </a:lnTo>
                    <a:lnTo>
                      <a:pt x="51408" y="290044"/>
                    </a:lnTo>
                    <a:lnTo>
                      <a:pt x="48235" y="295121"/>
                    </a:lnTo>
                    <a:lnTo>
                      <a:pt x="52043" y="293852"/>
                    </a:lnTo>
                    <a:lnTo>
                      <a:pt x="55851" y="290044"/>
                    </a:lnTo>
                    <a:lnTo>
                      <a:pt x="67275" y="277351"/>
                    </a:lnTo>
                    <a:lnTo>
                      <a:pt x="68544" y="276716"/>
                    </a:lnTo>
                    <a:lnTo>
                      <a:pt x="76160" y="279255"/>
                    </a:lnTo>
                    <a:lnTo>
                      <a:pt x="78699" y="278620"/>
                    </a:lnTo>
                    <a:lnTo>
                      <a:pt x="79968" y="280524"/>
                    </a:lnTo>
                    <a:lnTo>
                      <a:pt x="80603" y="281159"/>
                    </a:lnTo>
                    <a:lnTo>
                      <a:pt x="76160" y="286236"/>
                    </a:lnTo>
                    <a:lnTo>
                      <a:pt x="72352" y="287505"/>
                    </a:lnTo>
                    <a:lnTo>
                      <a:pt x="67910" y="287505"/>
                    </a:lnTo>
                    <a:lnTo>
                      <a:pt x="62832" y="288140"/>
                    </a:lnTo>
                    <a:lnTo>
                      <a:pt x="59659" y="290679"/>
                    </a:lnTo>
                    <a:lnTo>
                      <a:pt x="52678" y="298929"/>
                    </a:lnTo>
                    <a:lnTo>
                      <a:pt x="50139" y="300833"/>
                    </a:lnTo>
                    <a:lnTo>
                      <a:pt x="47600" y="310353"/>
                    </a:lnTo>
                    <a:lnTo>
                      <a:pt x="45062" y="314796"/>
                    </a:lnTo>
                    <a:lnTo>
                      <a:pt x="41254" y="311623"/>
                    </a:lnTo>
                    <a:lnTo>
                      <a:pt x="38715" y="308449"/>
                    </a:lnTo>
                    <a:lnTo>
                      <a:pt x="39350" y="307815"/>
                    </a:lnTo>
                    <a:lnTo>
                      <a:pt x="41254" y="303372"/>
                    </a:lnTo>
                    <a:lnTo>
                      <a:pt x="42523" y="301468"/>
                    </a:lnTo>
                    <a:lnTo>
                      <a:pt x="35542" y="307815"/>
                    </a:lnTo>
                    <a:lnTo>
                      <a:pt x="31099" y="312892"/>
                    </a:lnTo>
                    <a:lnTo>
                      <a:pt x="27291" y="319873"/>
                    </a:lnTo>
                    <a:lnTo>
                      <a:pt x="27291" y="320508"/>
                    </a:lnTo>
                    <a:lnTo>
                      <a:pt x="27926" y="321777"/>
                    </a:lnTo>
                    <a:lnTo>
                      <a:pt x="27926" y="323047"/>
                    </a:lnTo>
                    <a:lnTo>
                      <a:pt x="27291" y="323047"/>
                    </a:lnTo>
                    <a:lnTo>
                      <a:pt x="26656" y="323047"/>
                    </a:lnTo>
                    <a:lnTo>
                      <a:pt x="26021" y="323681"/>
                    </a:lnTo>
                    <a:lnTo>
                      <a:pt x="25387" y="324316"/>
                    </a:lnTo>
                    <a:lnTo>
                      <a:pt x="24752" y="326855"/>
                    </a:lnTo>
                    <a:lnTo>
                      <a:pt x="17136" y="335106"/>
                    </a:lnTo>
                    <a:lnTo>
                      <a:pt x="14597" y="338279"/>
                    </a:lnTo>
                    <a:lnTo>
                      <a:pt x="11424" y="344626"/>
                    </a:lnTo>
                    <a:lnTo>
                      <a:pt x="8251" y="350972"/>
                    </a:lnTo>
                    <a:lnTo>
                      <a:pt x="6981" y="354780"/>
                    </a:lnTo>
                    <a:lnTo>
                      <a:pt x="5077" y="357954"/>
                    </a:lnTo>
                    <a:lnTo>
                      <a:pt x="2539" y="361762"/>
                    </a:lnTo>
                    <a:lnTo>
                      <a:pt x="635" y="365570"/>
                    </a:lnTo>
                    <a:lnTo>
                      <a:pt x="635" y="368743"/>
                    </a:lnTo>
                    <a:lnTo>
                      <a:pt x="2539" y="374455"/>
                    </a:lnTo>
                    <a:lnTo>
                      <a:pt x="5077" y="390322"/>
                    </a:lnTo>
                    <a:lnTo>
                      <a:pt x="5077" y="396668"/>
                    </a:lnTo>
                    <a:lnTo>
                      <a:pt x="635" y="407458"/>
                    </a:lnTo>
                    <a:lnTo>
                      <a:pt x="0" y="413170"/>
                    </a:lnTo>
                    <a:lnTo>
                      <a:pt x="2539" y="416343"/>
                    </a:lnTo>
                    <a:lnTo>
                      <a:pt x="5077" y="418247"/>
                    </a:lnTo>
                    <a:lnTo>
                      <a:pt x="25387" y="446173"/>
                    </a:lnTo>
                    <a:lnTo>
                      <a:pt x="34272" y="454423"/>
                    </a:lnTo>
                    <a:lnTo>
                      <a:pt x="36811" y="458231"/>
                    </a:lnTo>
                    <a:lnTo>
                      <a:pt x="41888" y="470290"/>
                    </a:lnTo>
                    <a:lnTo>
                      <a:pt x="41888" y="472194"/>
                    </a:lnTo>
                    <a:lnTo>
                      <a:pt x="41254" y="477906"/>
                    </a:lnTo>
                    <a:lnTo>
                      <a:pt x="41888" y="480445"/>
                    </a:lnTo>
                    <a:lnTo>
                      <a:pt x="43158" y="481714"/>
                    </a:lnTo>
                    <a:lnTo>
                      <a:pt x="47600" y="484253"/>
                    </a:lnTo>
                    <a:lnTo>
                      <a:pt x="48870" y="485522"/>
                    </a:lnTo>
                    <a:lnTo>
                      <a:pt x="53947" y="492504"/>
                    </a:lnTo>
                    <a:lnTo>
                      <a:pt x="72352" y="537565"/>
                    </a:lnTo>
                    <a:lnTo>
                      <a:pt x="72352" y="542008"/>
                    </a:lnTo>
                    <a:lnTo>
                      <a:pt x="71083" y="552797"/>
                    </a:lnTo>
                    <a:lnTo>
                      <a:pt x="71718" y="558509"/>
                    </a:lnTo>
                    <a:lnTo>
                      <a:pt x="72352" y="561682"/>
                    </a:lnTo>
                    <a:lnTo>
                      <a:pt x="72987" y="563587"/>
                    </a:lnTo>
                    <a:lnTo>
                      <a:pt x="74891" y="564856"/>
                    </a:lnTo>
                    <a:lnTo>
                      <a:pt x="75526" y="567394"/>
                    </a:lnTo>
                    <a:lnTo>
                      <a:pt x="76160" y="569933"/>
                    </a:lnTo>
                    <a:lnTo>
                      <a:pt x="76795" y="572472"/>
                    </a:lnTo>
                    <a:lnTo>
                      <a:pt x="77430" y="576280"/>
                    </a:lnTo>
                    <a:lnTo>
                      <a:pt x="72987" y="593416"/>
                    </a:lnTo>
                    <a:lnTo>
                      <a:pt x="75526" y="608648"/>
                    </a:lnTo>
                    <a:lnTo>
                      <a:pt x="74256" y="610552"/>
                    </a:lnTo>
                    <a:lnTo>
                      <a:pt x="71083" y="612456"/>
                    </a:lnTo>
                    <a:lnTo>
                      <a:pt x="67910" y="617534"/>
                    </a:lnTo>
                    <a:lnTo>
                      <a:pt x="63467" y="627688"/>
                    </a:lnTo>
                    <a:lnTo>
                      <a:pt x="57755" y="644190"/>
                    </a:lnTo>
                    <a:lnTo>
                      <a:pt x="52678" y="652440"/>
                    </a:lnTo>
                    <a:lnTo>
                      <a:pt x="54582" y="661960"/>
                    </a:lnTo>
                    <a:lnTo>
                      <a:pt x="53312" y="666403"/>
                    </a:lnTo>
                    <a:lnTo>
                      <a:pt x="54582" y="668307"/>
                    </a:lnTo>
                    <a:lnTo>
                      <a:pt x="55216" y="672115"/>
                    </a:lnTo>
                    <a:lnTo>
                      <a:pt x="55851" y="679096"/>
                    </a:lnTo>
                    <a:lnTo>
                      <a:pt x="55851" y="690520"/>
                    </a:lnTo>
                    <a:lnTo>
                      <a:pt x="56486" y="696232"/>
                    </a:lnTo>
                    <a:lnTo>
                      <a:pt x="59024" y="698771"/>
                    </a:lnTo>
                    <a:lnTo>
                      <a:pt x="62832" y="717176"/>
                    </a:lnTo>
                    <a:lnTo>
                      <a:pt x="62832" y="719715"/>
                    </a:lnTo>
                    <a:lnTo>
                      <a:pt x="60928" y="727966"/>
                    </a:lnTo>
                    <a:lnTo>
                      <a:pt x="60928" y="730505"/>
                    </a:lnTo>
                    <a:lnTo>
                      <a:pt x="61563" y="735582"/>
                    </a:lnTo>
                    <a:lnTo>
                      <a:pt x="61563" y="738121"/>
                    </a:lnTo>
                    <a:lnTo>
                      <a:pt x="59024" y="743833"/>
                    </a:lnTo>
                    <a:lnTo>
                      <a:pt x="56486" y="746371"/>
                    </a:lnTo>
                    <a:lnTo>
                      <a:pt x="53312" y="748275"/>
                    </a:lnTo>
                    <a:lnTo>
                      <a:pt x="49504" y="752083"/>
                    </a:lnTo>
                    <a:lnTo>
                      <a:pt x="48870" y="759699"/>
                    </a:lnTo>
                    <a:lnTo>
                      <a:pt x="52678" y="769219"/>
                    </a:lnTo>
                    <a:lnTo>
                      <a:pt x="62832" y="786990"/>
                    </a:lnTo>
                    <a:lnTo>
                      <a:pt x="71083" y="797145"/>
                    </a:lnTo>
                    <a:lnTo>
                      <a:pt x="72352" y="800318"/>
                    </a:lnTo>
                    <a:lnTo>
                      <a:pt x="72987" y="804126"/>
                    </a:lnTo>
                    <a:lnTo>
                      <a:pt x="76160" y="808569"/>
                    </a:lnTo>
                    <a:lnTo>
                      <a:pt x="82507" y="815550"/>
                    </a:lnTo>
                    <a:lnTo>
                      <a:pt x="86950" y="822532"/>
                    </a:lnTo>
                    <a:lnTo>
                      <a:pt x="110432" y="872670"/>
                    </a:lnTo>
                    <a:lnTo>
                      <a:pt x="115510" y="879652"/>
                    </a:lnTo>
                    <a:lnTo>
                      <a:pt x="136454" y="896788"/>
                    </a:lnTo>
                    <a:lnTo>
                      <a:pt x="140897" y="904404"/>
                    </a:lnTo>
                    <a:lnTo>
                      <a:pt x="142801" y="919636"/>
                    </a:lnTo>
                    <a:lnTo>
                      <a:pt x="146609" y="925348"/>
                    </a:lnTo>
                    <a:lnTo>
                      <a:pt x="144070" y="937407"/>
                    </a:lnTo>
                    <a:lnTo>
                      <a:pt x="145339" y="941849"/>
                    </a:lnTo>
                    <a:lnTo>
                      <a:pt x="145339" y="939945"/>
                    </a:lnTo>
                    <a:lnTo>
                      <a:pt x="146609" y="934868"/>
                    </a:lnTo>
                    <a:lnTo>
                      <a:pt x="156129" y="945023"/>
                    </a:lnTo>
                    <a:lnTo>
                      <a:pt x="158667" y="949466"/>
                    </a:lnTo>
                    <a:lnTo>
                      <a:pt x="159302" y="951369"/>
                    </a:lnTo>
                    <a:lnTo>
                      <a:pt x="159302" y="956447"/>
                    </a:lnTo>
                    <a:lnTo>
                      <a:pt x="159937" y="958986"/>
                    </a:lnTo>
                    <a:lnTo>
                      <a:pt x="163745" y="966602"/>
                    </a:lnTo>
                    <a:lnTo>
                      <a:pt x="169457" y="983103"/>
                    </a:lnTo>
                    <a:lnTo>
                      <a:pt x="175169" y="993892"/>
                    </a:lnTo>
                    <a:lnTo>
                      <a:pt x="177073" y="999604"/>
                    </a:lnTo>
                    <a:lnTo>
                      <a:pt x="177073" y="1005316"/>
                    </a:lnTo>
                    <a:lnTo>
                      <a:pt x="174534" y="999604"/>
                    </a:lnTo>
                    <a:lnTo>
                      <a:pt x="170726" y="994527"/>
                    </a:lnTo>
                    <a:lnTo>
                      <a:pt x="167553" y="988815"/>
                    </a:lnTo>
                    <a:lnTo>
                      <a:pt x="166918" y="981834"/>
                    </a:lnTo>
                    <a:lnTo>
                      <a:pt x="165649" y="977391"/>
                    </a:lnTo>
                    <a:lnTo>
                      <a:pt x="157398" y="964698"/>
                    </a:lnTo>
                    <a:lnTo>
                      <a:pt x="154225" y="960890"/>
                    </a:lnTo>
                    <a:lnTo>
                      <a:pt x="156763" y="976756"/>
                    </a:lnTo>
                    <a:lnTo>
                      <a:pt x="156129" y="983738"/>
                    </a:lnTo>
                    <a:lnTo>
                      <a:pt x="144705" y="1006586"/>
                    </a:lnTo>
                    <a:lnTo>
                      <a:pt x="137089" y="1014836"/>
                    </a:lnTo>
                    <a:lnTo>
                      <a:pt x="133915" y="1016106"/>
                    </a:lnTo>
                    <a:lnTo>
                      <a:pt x="138993" y="1017375"/>
                    </a:lnTo>
                    <a:lnTo>
                      <a:pt x="140262" y="1017375"/>
                    </a:lnTo>
                    <a:lnTo>
                      <a:pt x="142166" y="1016741"/>
                    </a:lnTo>
                    <a:lnTo>
                      <a:pt x="142801" y="1016106"/>
                    </a:lnTo>
                    <a:lnTo>
                      <a:pt x="142801" y="1015471"/>
                    </a:lnTo>
                    <a:lnTo>
                      <a:pt x="145974" y="1012932"/>
                    </a:lnTo>
                    <a:lnTo>
                      <a:pt x="147243" y="1011029"/>
                    </a:lnTo>
                    <a:lnTo>
                      <a:pt x="149147" y="1009124"/>
                    </a:lnTo>
                    <a:lnTo>
                      <a:pt x="152321" y="1007855"/>
                    </a:lnTo>
                    <a:lnTo>
                      <a:pt x="151051" y="1006586"/>
                    </a:lnTo>
                    <a:lnTo>
                      <a:pt x="150417" y="1005316"/>
                    </a:lnTo>
                    <a:lnTo>
                      <a:pt x="149147" y="1001509"/>
                    </a:lnTo>
                    <a:lnTo>
                      <a:pt x="151051" y="1001509"/>
                    </a:lnTo>
                    <a:lnTo>
                      <a:pt x="152321" y="1000874"/>
                    </a:lnTo>
                    <a:lnTo>
                      <a:pt x="153590" y="999604"/>
                    </a:lnTo>
                    <a:lnTo>
                      <a:pt x="154859" y="997700"/>
                    </a:lnTo>
                    <a:lnTo>
                      <a:pt x="156763" y="1005951"/>
                    </a:lnTo>
                    <a:lnTo>
                      <a:pt x="161206" y="1011663"/>
                    </a:lnTo>
                    <a:lnTo>
                      <a:pt x="172630" y="1020549"/>
                    </a:lnTo>
                    <a:lnTo>
                      <a:pt x="173265" y="1021818"/>
                    </a:lnTo>
                    <a:lnTo>
                      <a:pt x="175169" y="1024356"/>
                    </a:lnTo>
                    <a:lnTo>
                      <a:pt x="176438" y="1027530"/>
                    </a:lnTo>
                    <a:lnTo>
                      <a:pt x="177073" y="1034511"/>
                    </a:lnTo>
                    <a:lnTo>
                      <a:pt x="178977" y="1037050"/>
                    </a:lnTo>
                    <a:lnTo>
                      <a:pt x="183419" y="1040223"/>
                    </a:lnTo>
                    <a:lnTo>
                      <a:pt x="185324" y="1042762"/>
                    </a:lnTo>
                    <a:lnTo>
                      <a:pt x="188497" y="1050378"/>
                    </a:lnTo>
                    <a:lnTo>
                      <a:pt x="191036" y="1052282"/>
                    </a:lnTo>
                    <a:lnTo>
                      <a:pt x="193574" y="1051013"/>
                    </a:lnTo>
                    <a:lnTo>
                      <a:pt x="195478" y="1047839"/>
                    </a:lnTo>
                    <a:lnTo>
                      <a:pt x="195478" y="1044031"/>
                    </a:lnTo>
                    <a:lnTo>
                      <a:pt x="204364" y="1055455"/>
                    </a:lnTo>
                    <a:lnTo>
                      <a:pt x="208806" y="1063071"/>
                    </a:lnTo>
                    <a:lnTo>
                      <a:pt x="214518" y="1068783"/>
                    </a:lnTo>
                    <a:lnTo>
                      <a:pt x="217057" y="1071957"/>
                    </a:lnTo>
                    <a:lnTo>
                      <a:pt x="220230" y="1075130"/>
                    </a:lnTo>
                    <a:lnTo>
                      <a:pt x="224673" y="1077669"/>
                    </a:lnTo>
                    <a:lnTo>
                      <a:pt x="229116" y="1078303"/>
                    </a:lnTo>
                    <a:lnTo>
                      <a:pt x="232289" y="1075765"/>
                    </a:lnTo>
                    <a:lnTo>
                      <a:pt x="232924" y="1071322"/>
                    </a:lnTo>
                    <a:lnTo>
                      <a:pt x="231654" y="1067514"/>
                    </a:lnTo>
                    <a:lnTo>
                      <a:pt x="231020" y="1064341"/>
                    </a:lnTo>
                    <a:lnTo>
                      <a:pt x="234193" y="1061802"/>
                    </a:lnTo>
                    <a:lnTo>
                      <a:pt x="234828" y="1065610"/>
                    </a:lnTo>
                    <a:lnTo>
                      <a:pt x="237366" y="1067514"/>
                    </a:lnTo>
                    <a:lnTo>
                      <a:pt x="239270" y="1066879"/>
                    </a:lnTo>
                    <a:lnTo>
                      <a:pt x="239905" y="1063071"/>
                    </a:lnTo>
                    <a:lnTo>
                      <a:pt x="238636" y="1059263"/>
                    </a:lnTo>
                    <a:lnTo>
                      <a:pt x="233558" y="1052917"/>
                    </a:lnTo>
                    <a:lnTo>
                      <a:pt x="231654" y="1049109"/>
                    </a:lnTo>
                    <a:lnTo>
                      <a:pt x="232924" y="1048474"/>
                    </a:lnTo>
                    <a:lnTo>
                      <a:pt x="234828" y="1047205"/>
                    </a:lnTo>
                    <a:lnTo>
                      <a:pt x="236097" y="1046570"/>
                    </a:lnTo>
                    <a:lnTo>
                      <a:pt x="234828" y="1043397"/>
                    </a:lnTo>
                    <a:lnTo>
                      <a:pt x="235462" y="1040858"/>
                    </a:lnTo>
                    <a:lnTo>
                      <a:pt x="238001" y="1038954"/>
                    </a:lnTo>
                    <a:lnTo>
                      <a:pt x="243713" y="1038319"/>
                    </a:lnTo>
                    <a:lnTo>
                      <a:pt x="242444" y="1035781"/>
                    </a:lnTo>
                    <a:lnTo>
                      <a:pt x="238001" y="1031338"/>
                    </a:lnTo>
                    <a:lnTo>
                      <a:pt x="237366" y="1026261"/>
                    </a:lnTo>
                    <a:lnTo>
                      <a:pt x="239905" y="1012298"/>
                    </a:lnTo>
                    <a:lnTo>
                      <a:pt x="240540" y="1005951"/>
                    </a:lnTo>
                    <a:lnTo>
                      <a:pt x="248156" y="1007220"/>
                    </a:lnTo>
                    <a:lnTo>
                      <a:pt x="253233" y="1007220"/>
                    </a:lnTo>
                    <a:lnTo>
                      <a:pt x="257676" y="1004682"/>
                    </a:lnTo>
                    <a:lnTo>
                      <a:pt x="262753" y="998970"/>
                    </a:lnTo>
                    <a:lnTo>
                      <a:pt x="281159" y="1014836"/>
                    </a:lnTo>
                    <a:lnTo>
                      <a:pt x="283697" y="1019914"/>
                    </a:lnTo>
                    <a:lnTo>
                      <a:pt x="284332" y="1022453"/>
                    </a:lnTo>
                    <a:lnTo>
                      <a:pt x="286236" y="1024991"/>
                    </a:lnTo>
                    <a:lnTo>
                      <a:pt x="288775" y="1026895"/>
                    </a:lnTo>
                    <a:lnTo>
                      <a:pt x="294487" y="1029434"/>
                    </a:lnTo>
                    <a:lnTo>
                      <a:pt x="303372" y="1035781"/>
                    </a:lnTo>
                    <a:lnTo>
                      <a:pt x="307180" y="1036415"/>
                    </a:lnTo>
                    <a:lnTo>
                      <a:pt x="309719" y="1036415"/>
                    </a:lnTo>
                    <a:lnTo>
                      <a:pt x="312257" y="1035146"/>
                    </a:lnTo>
                    <a:lnTo>
                      <a:pt x="320508" y="1030069"/>
                    </a:lnTo>
                    <a:lnTo>
                      <a:pt x="321778" y="1028799"/>
                    </a:lnTo>
                    <a:lnTo>
                      <a:pt x="323047" y="1026895"/>
                    </a:lnTo>
                    <a:lnTo>
                      <a:pt x="325586" y="1022453"/>
                    </a:lnTo>
                    <a:lnTo>
                      <a:pt x="326220" y="1021183"/>
                    </a:lnTo>
                    <a:lnTo>
                      <a:pt x="328759" y="1019914"/>
                    </a:lnTo>
                    <a:lnTo>
                      <a:pt x="332567" y="1018644"/>
                    </a:lnTo>
                    <a:lnTo>
                      <a:pt x="336375" y="1018010"/>
                    </a:lnTo>
                    <a:lnTo>
                      <a:pt x="339548" y="1018644"/>
                    </a:lnTo>
                    <a:lnTo>
                      <a:pt x="342087" y="1021818"/>
                    </a:lnTo>
                    <a:lnTo>
                      <a:pt x="341452" y="1024991"/>
                    </a:lnTo>
                    <a:lnTo>
                      <a:pt x="336375" y="1031973"/>
                    </a:lnTo>
                    <a:lnTo>
                      <a:pt x="344626" y="1036415"/>
                    </a:lnTo>
                    <a:lnTo>
                      <a:pt x="354146" y="1038954"/>
                    </a:lnTo>
                    <a:lnTo>
                      <a:pt x="351607" y="1041493"/>
                    </a:lnTo>
                    <a:lnTo>
                      <a:pt x="350338" y="1042127"/>
                    </a:lnTo>
                    <a:lnTo>
                      <a:pt x="348434" y="1042762"/>
                    </a:lnTo>
                    <a:lnTo>
                      <a:pt x="350972" y="1044031"/>
                    </a:lnTo>
                    <a:lnTo>
                      <a:pt x="354146" y="1044666"/>
                    </a:lnTo>
                    <a:lnTo>
                      <a:pt x="357954" y="1044666"/>
                    </a:lnTo>
                    <a:lnTo>
                      <a:pt x="361127" y="1044031"/>
                    </a:lnTo>
                    <a:lnTo>
                      <a:pt x="361762" y="1041493"/>
                    </a:lnTo>
                    <a:lnTo>
                      <a:pt x="364300" y="1041493"/>
                    </a:lnTo>
                    <a:lnTo>
                      <a:pt x="371282" y="1044031"/>
                    </a:lnTo>
                    <a:lnTo>
                      <a:pt x="373820" y="1044666"/>
                    </a:lnTo>
                    <a:lnTo>
                      <a:pt x="381436" y="1044666"/>
                    </a:lnTo>
                    <a:lnTo>
                      <a:pt x="385879" y="1043397"/>
                    </a:lnTo>
                    <a:lnTo>
                      <a:pt x="390956" y="1039589"/>
                    </a:lnTo>
                    <a:lnTo>
                      <a:pt x="398573" y="1031338"/>
                    </a:lnTo>
                    <a:lnTo>
                      <a:pt x="399842" y="1031973"/>
                    </a:lnTo>
                    <a:lnTo>
                      <a:pt x="397938" y="1037050"/>
                    </a:lnTo>
                    <a:lnTo>
                      <a:pt x="395399" y="1041493"/>
                    </a:lnTo>
                    <a:lnTo>
                      <a:pt x="391591" y="1044666"/>
                    </a:lnTo>
                    <a:lnTo>
                      <a:pt x="387148" y="1046570"/>
                    </a:lnTo>
                    <a:lnTo>
                      <a:pt x="384610" y="1047205"/>
                    </a:lnTo>
                    <a:lnTo>
                      <a:pt x="382071" y="1047205"/>
                    </a:lnTo>
                    <a:lnTo>
                      <a:pt x="379532" y="1047205"/>
                    </a:lnTo>
                    <a:lnTo>
                      <a:pt x="377628" y="1048474"/>
                    </a:lnTo>
                    <a:lnTo>
                      <a:pt x="376994" y="1050378"/>
                    </a:lnTo>
                    <a:lnTo>
                      <a:pt x="376994" y="1052917"/>
                    </a:lnTo>
                    <a:lnTo>
                      <a:pt x="377628" y="1054821"/>
                    </a:lnTo>
                    <a:lnTo>
                      <a:pt x="378898" y="1056090"/>
                    </a:lnTo>
                    <a:lnTo>
                      <a:pt x="387783" y="1056090"/>
                    </a:lnTo>
                    <a:lnTo>
                      <a:pt x="392860" y="1055455"/>
                    </a:lnTo>
                    <a:lnTo>
                      <a:pt x="395399" y="1052917"/>
                    </a:lnTo>
                    <a:lnTo>
                      <a:pt x="396034" y="1049743"/>
                    </a:lnTo>
                    <a:lnTo>
                      <a:pt x="396668" y="1047839"/>
                    </a:lnTo>
                    <a:lnTo>
                      <a:pt x="399842" y="1045301"/>
                    </a:lnTo>
                    <a:lnTo>
                      <a:pt x="401111" y="1044666"/>
                    </a:lnTo>
                    <a:lnTo>
                      <a:pt x="402380" y="1045301"/>
                    </a:lnTo>
                    <a:lnTo>
                      <a:pt x="403650" y="1045935"/>
                    </a:lnTo>
                    <a:lnTo>
                      <a:pt x="404919" y="1046570"/>
                    </a:lnTo>
                    <a:lnTo>
                      <a:pt x="406188" y="1046570"/>
                    </a:lnTo>
                    <a:lnTo>
                      <a:pt x="408093" y="1044666"/>
                    </a:lnTo>
                    <a:lnTo>
                      <a:pt x="408727" y="1044031"/>
                    </a:lnTo>
                    <a:lnTo>
                      <a:pt x="413170" y="1044666"/>
                    </a:lnTo>
                    <a:lnTo>
                      <a:pt x="416343" y="1046570"/>
                    </a:lnTo>
                    <a:lnTo>
                      <a:pt x="418882" y="1048474"/>
                    </a:lnTo>
                    <a:lnTo>
                      <a:pt x="430306" y="1062437"/>
                    </a:lnTo>
                    <a:lnTo>
                      <a:pt x="433479" y="1064341"/>
                    </a:lnTo>
                    <a:lnTo>
                      <a:pt x="435383" y="1066879"/>
                    </a:lnTo>
                    <a:lnTo>
                      <a:pt x="437922" y="1071322"/>
                    </a:lnTo>
                    <a:lnTo>
                      <a:pt x="439826" y="1075765"/>
                    </a:lnTo>
                    <a:lnTo>
                      <a:pt x="439191" y="1077669"/>
                    </a:lnTo>
                    <a:lnTo>
                      <a:pt x="436018" y="1075765"/>
                    </a:lnTo>
                    <a:lnTo>
                      <a:pt x="432845" y="1071957"/>
                    </a:lnTo>
                    <a:lnTo>
                      <a:pt x="429671" y="1067514"/>
                    </a:lnTo>
                    <a:lnTo>
                      <a:pt x="428402" y="1063706"/>
                    </a:lnTo>
                    <a:lnTo>
                      <a:pt x="424594" y="1063706"/>
                    </a:lnTo>
                    <a:lnTo>
                      <a:pt x="420786" y="1060533"/>
                    </a:lnTo>
                    <a:lnTo>
                      <a:pt x="415074" y="1053551"/>
                    </a:lnTo>
                    <a:lnTo>
                      <a:pt x="414439" y="1051647"/>
                    </a:lnTo>
                    <a:lnTo>
                      <a:pt x="414439" y="1049743"/>
                    </a:lnTo>
                    <a:lnTo>
                      <a:pt x="413805" y="1047839"/>
                    </a:lnTo>
                    <a:lnTo>
                      <a:pt x="411900" y="1045935"/>
                    </a:lnTo>
                    <a:lnTo>
                      <a:pt x="409997" y="1045935"/>
                    </a:lnTo>
                    <a:lnTo>
                      <a:pt x="408093" y="1046570"/>
                    </a:lnTo>
                    <a:lnTo>
                      <a:pt x="406823" y="1047839"/>
                    </a:lnTo>
                    <a:lnTo>
                      <a:pt x="405554" y="1048474"/>
                    </a:lnTo>
                    <a:lnTo>
                      <a:pt x="401111" y="1047205"/>
                    </a:lnTo>
                    <a:lnTo>
                      <a:pt x="398573" y="1047839"/>
                    </a:lnTo>
                    <a:lnTo>
                      <a:pt x="397303" y="1049743"/>
                    </a:lnTo>
                    <a:lnTo>
                      <a:pt x="396668" y="1051647"/>
                    </a:lnTo>
                    <a:lnTo>
                      <a:pt x="396034" y="1054186"/>
                    </a:lnTo>
                    <a:lnTo>
                      <a:pt x="395399" y="1056090"/>
                    </a:lnTo>
                    <a:lnTo>
                      <a:pt x="394130" y="1056725"/>
                    </a:lnTo>
                    <a:lnTo>
                      <a:pt x="392226" y="1056725"/>
                    </a:lnTo>
                    <a:lnTo>
                      <a:pt x="389687" y="1057359"/>
                    </a:lnTo>
                    <a:lnTo>
                      <a:pt x="387783" y="1058629"/>
                    </a:lnTo>
                    <a:lnTo>
                      <a:pt x="387148" y="1059898"/>
                    </a:lnTo>
                    <a:lnTo>
                      <a:pt x="387783" y="1060533"/>
                    </a:lnTo>
                    <a:lnTo>
                      <a:pt x="392860" y="1063706"/>
                    </a:lnTo>
                    <a:lnTo>
                      <a:pt x="388418" y="1064975"/>
                    </a:lnTo>
                    <a:lnTo>
                      <a:pt x="384610" y="1063706"/>
                    </a:lnTo>
                    <a:lnTo>
                      <a:pt x="377628" y="1059263"/>
                    </a:lnTo>
                    <a:lnTo>
                      <a:pt x="354146" y="1052282"/>
                    </a:lnTo>
                    <a:lnTo>
                      <a:pt x="345260" y="1047205"/>
                    </a:lnTo>
                    <a:lnTo>
                      <a:pt x="321778" y="1039589"/>
                    </a:lnTo>
                    <a:lnTo>
                      <a:pt x="317335" y="1040223"/>
                    </a:lnTo>
                    <a:lnTo>
                      <a:pt x="307180" y="1044031"/>
                    </a:lnTo>
                    <a:lnTo>
                      <a:pt x="302103" y="1044666"/>
                    </a:lnTo>
                    <a:lnTo>
                      <a:pt x="298295" y="1042762"/>
                    </a:lnTo>
                    <a:lnTo>
                      <a:pt x="291948" y="1035146"/>
                    </a:lnTo>
                    <a:lnTo>
                      <a:pt x="288140" y="1033242"/>
                    </a:lnTo>
                    <a:lnTo>
                      <a:pt x="283697" y="1033242"/>
                    </a:lnTo>
                    <a:lnTo>
                      <a:pt x="280524" y="1034511"/>
                    </a:lnTo>
                    <a:lnTo>
                      <a:pt x="269100" y="1042127"/>
                    </a:lnTo>
                    <a:lnTo>
                      <a:pt x="266561" y="1042762"/>
                    </a:lnTo>
                    <a:lnTo>
                      <a:pt x="264023" y="1042762"/>
                    </a:lnTo>
                    <a:lnTo>
                      <a:pt x="262119" y="1042127"/>
                    </a:lnTo>
                    <a:lnTo>
                      <a:pt x="260214" y="1040858"/>
                    </a:lnTo>
                    <a:lnTo>
                      <a:pt x="258945" y="1040858"/>
                    </a:lnTo>
                    <a:lnTo>
                      <a:pt x="256406" y="1045935"/>
                    </a:lnTo>
                    <a:lnTo>
                      <a:pt x="253233" y="1049109"/>
                    </a:lnTo>
                    <a:lnTo>
                      <a:pt x="249425" y="1051647"/>
                    </a:lnTo>
                    <a:lnTo>
                      <a:pt x="246252" y="1051647"/>
                    </a:lnTo>
                    <a:lnTo>
                      <a:pt x="250060" y="1061167"/>
                    </a:lnTo>
                    <a:lnTo>
                      <a:pt x="257041" y="1066245"/>
                    </a:lnTo>
                    <a:lnTo>
                      <a:pt x="262753" y="1071957"/>
                    </a:lnTo>
                    <a:lnTo>
                      <a:pt x="262119" y="1084016"/>
                    </a:lnTo>
                    <a:lnTo>
                      <a:pt x="257676" y="1092266"/>
                    </a:lnTo>
                    <a:lnTo>
                      <a:pt x="256406" y="1097343"/>
                    </a:lnTo>
                    <a:lnTo>
                      <a:pt x="259580" y="1100517"/>
                    </a:lnTo>
                    <a:lnTo>
                      <a:pt x="263388" y="1101786"/>
                    </a:lnTo>
                    <a:lnTo>
                      <a:pt x="272908" y="1107498"/>
                    </a:lnTo>
                    <a:lnTo>
                      <a:pt x="276081" y="1110672"/>
                    </a:lnTo>
                    <a:lnTo>
                      <a:pt x="267196" y="1112576"/>
                    </a:lnTo>
                    <a:lnTo>
                      <a:pt x="268465" y="1113210"/>
                    </a:lnTo>
                    <a:lnTo>
                      <a:pt x="271004" y="1115114"/>
                    </a:lnTo>
                    <a:lnTo>
                      <a:pt x="269100" y="1118288"/>
                    </a:lnTo>
                    <a:lnTo>
                      <a:pt x="270369" y="1118922"/>
                    </a:lnTo>
                    <a:lnTo>
                      <a:pt x="275447" y="1118922"/>
                    </a:lnTo>
                    <a:lnTo>
                      <a:pt x="277351" y="1120826"/>
                    </a:lnTo>
                    <a:lnTo>
                      <a:pt x="277985" y="1123365"/>
                    </a:lnTo>
                    <a:lnTo>
                      <a:pt x="279889" y="1133520"/>
                    </a:lnTo>
                    <a:lnTo>
                      <a:pt x="282428" y="1163349"/>
                    </a:lnTo>
                    <a:lnTo>
                      <a:pt x="283697" y="1169061"/>
                    </a:lnTo>
                    <a:lnTo>
                      <a:pt x="286236" y="1172869"/>
                    </a:lnTo>
                    <a:lnTo>
                      <a:pt x="291313" y="1173504"/>
                    </a:lnTo>
                    <a:lnTo>
                      <a:pt x="292583" y="1174139"/>
                    </a:lnTo>
                    <a:lnTo>
                      <a:pt x="293217" y="1175408"/>
                    </a:lnTo>
                    <a:lnTo>
                      <a:pt x="293852" y="1177947"/>
                    </a:lnTo>
                    <a:lnTo>
                      <a:pt x="293852" y="1179216"/>
                    </a:lnTo>
                    <a:lnTo>
                      <a:pt x="293217" y="1180485"/>
                    </a:lnTo>
                    <a:lnTo>
                      <a:pt x="292583" y="1181755"/>
                    </a:lnTo>
                    <a:lnTo>
                      <a:pt x="293217" y="1182389"/>
                    </a:lnTo>
                    <a:lnTo>
                      <a:pt x="294487" y="1183024"/>
                    </a:lnTo>
                    <a:lnTo>
                      <a:pt x="297660" y="1185563"/>
                    </a:lnTo>
                    <a:lnTo>
                      <a:pt x="294487" y="1187467"/>
                    </a:lnTo>
                    <a:lnTo>
                      <a:pt x="290044" y="1187467"/>
                    </a:lnTo>
                    <a:lnTo>
                      <a:pt x="286236" y="1186197"/>
                    </a:lnTo>
                    <a:lnTo>
                      <a:pt x="282428" y="1183659"/>
                    </a:lnTo>
                    <a:lnTo>
                      <a:pt x="280524" y="1179850"/>
                    </a:lnTo>
                    <a:lnTo>
                      <a:pt x="279255" y="1175408"/>
                    </a:lnTo>
                    <a:lnTo>
                      <a:pt x="277351" y="1171600"/>
                    </a:lnTo>
                    <a:lnTo>
                      <a:pt x="274812" y="1170965"/>
                    </a:lnTo>
                    <a:lnTo>
                      <a:pt x="272908" y="1169061"/>
                    </a:lnTo>
                    <a:lnTo>
                      <a:pt x="271004" y="1166523"/>
                    </a:lnTo>
                    <a:lnTo>
                      <a:pt x="269100" y="1164618"/>
                    </a:lnTo>
                    <a:lnTo>
                      <a:pt x="264657" y="1165253"/>
                    </a:lnTo>
                    <a:lnTo>
                      <a:pt x="264023" y="1163349"/>
                    </a:lnTo>
                    <a:lnTo>
                      <a:pt x="264023" y="1160176"/>
                    </a:lnTo>
                    <a:lnTo>
                      <a:pt x="263388" y="1157637"/>
                    </a:lnTo>
                    <a:lnTo>
                      <a:pt x="260849" y="1155098"/>
                    </a:lnTo>
                    <a:lnTo>
                      <a:pt x="258945" y="1154464"/>
                    </a:lnTo>
                    <a:lnTo>
                      <a:pt x="257676" y="1153194"/>
                    </a:lnTo>
                    <a:lnTo>
                      <a:pt x="258311" y="1148752"/>
                    </a:lnTo>
                    <a:lnTo>
                      <a:pt x="257041" y="1147483"/>
                    </a:lnTo>
                    <a:lnTo>
                      <a:pt x="250060" y="1146848"/>
                    </a:lnTo>
                    <a:lnTo>
                      <a:pt x="247521" y="1146213"/>
                    </a:lnTo>
                    <a:lnTo>
                      <a:pt x="244982" y="1140501"/>
                    </a:lnTo>
                    <a:lnTo>
                      <a:pt x="243713" y="1139232"/>
                    </a:lnTo>
                    <a:lnTo>
                      <a:pt x="242444" y="1138597"/>
                    </a:lnTo>
                    <a:lnTo>
                      <a:pt x="238636" y="1137962"/>
                    </a:lnTo>
                    <a:lnTo>
                      <a:pt x="237366" y="1136693"/>
                    </a:lnTo>
                    <a:lnTo>
                      <a:pt x="235462" y="1134154"/>
                    </a:lnTo>
                    <a:lnTo>
                      <a:pt x="235462" y="1132250"/>
                    </a:lnTo>
                    <a:lnTo>
                      <a:pt x="235462" y="1130346"/>
                    </a:lnTo>
                    <a:lnTo>
                      <a:pt x="234828" y="1127173"/>
                    </a:lnTo>
                    <a:lnTo>
                      <a:pt x="235462" y="1124634"/>
                    </a:lnTo>
                    <a:lnTo>
                      <a:pt x="239905" y="1109402"/>
                    </a:lnTo>
                    <a:lnTo>
                      <a:pt x="240540" y="1107498"/>
                    </a:lnTo>
                    <a:lnTo>
                      <a:pt x="242444" y="1106229"/>
                    </a:lnTo>
                    <a:lnTo>
                      <a:pt x="245617" y="1105594"/>
                    </a:lnTo>
                    <a:lnTo>
                      <a:pt x="242444" y="1104960"/>
                    </a:lnTo>
                    <a:lnTo>
                      <a:pt x="241809" y="1103690"/>
                    </a:lnTo>
                    <a:lnTo>
                      <a:pt x="242444" y="1101786"/>
                    </a:lnTo>
                    <a:lnTo>
                      <a:pt x="242444" y="1099882"/>
                    </a:lnTo>
                    <a:lnTo>
                      <a:pt x="241809" y="1089728"/>
                    </a:lnTo>
                    <a:lnTo>
                      <a:pt x="240540" y="1086554"/>
                    </a:lnTo>
                    <a:lnTo>
                      <a:pt x="236732" y="1084650"/>
                    </a:lnTo>
                    <a:lnTo>
                      <a:pt x="228481" y="1083381"/>
                    </a:lnTo>
                    <a:lnTo>
                      <a:pt x="224038" y="1083381"/>
                    </a:lnTo>
                    <a:lnTo>
                      <a:pt x="220865" y="1084650"/>
                    </a:lnTo>
                    <a:lnTo>
                      <a:pt x="215788" y="1093536"/>
                    </a:lnTo>
                    <a:lnTo>
                      <a:pt x="215153" y="1104325"/>
                    </a:lnTo>
                    <a:lnTo>
                      <a:pt x="215788" y="1115749"/>
                    </a:lnTo>
                    <a:lnTo>
                      <a:pt x="214518" y="1125269"/>
                    </a:lnTo>
                    <a:lnTo>
                      <a:pt x="211980" y="1129712"/>
                    </a:lnTo>
                    <a:lnTo>
                      <a:pt x="206902" y="1136058"/>
                    </a:lnTo>
                    <a:lnTo>
                      <a:pt x="204998" y="1141770"/>
                    </a:lnTo>
                    <a:lnTo>
                      <a:pt x="204364" y="1153194"/>
                    </a:lnTo>
                    <a:lnTo>
                      <a:pt x="206268" y="1155733"/>
                    </a:lnTo>
                    <a:lnTo>
                      <a:pt x="208806" y="1156368"/>
                    </a:lnTo>
                    <a:lnTo>
                      <a:pt x="211345" y="1157003"/>
                    </a:lnTo>
                    <a:lnTo>
                      <a:pt x="213249" y="1158272"/>
                    </a:lnTo>
                    <a:lnTo>
                      <a:pt x="215153" y="1163349"/>
                    </a:lnTo>
                    <a:lnTo>
                      <a:pt x="215153" y="1174139"/>
                    </a:lnTo>
                    <a:lnTo>
                      <a:pt x="216422" y="1179216"/>
                    </a:lnTo>
                    <a:lnTo>
                      <a:pt x="218326" y="1183659"/>
                    </a:lnTo>
                    <a:lnTo>
                      <a:pt x="218961" y="1188736"/>
                    </a:lnTo>
                    <a:lnTo>
                      <a:pt x="218961" y="1194448"/>
                    </a:lnTo>
                    <a:lnTo>
                      <a:pt x="218326" y="1199525"/>
                    </a:lnTo>
                    <a:lnTo>
                      <a:pt x="215153" y="1209680"/>
                    </a:lnTo>
                    <a:lnTo>
                      <a:pt x="211345" y="1218565"/>
                    </a:lnTo>
                    <a:lnTo>
                      <a:pt x="209441" y="1227451"/>
                    </a:lnTo>
                    <a:lnTo>
                      <a:pt x="211980" y="1237605"/>
                    </a:lnTo>
                    <a:lnTo>
                      <a:pt x="217057" y="1243317"/>
                    </a:lnTo>
                    <a:lnTo>
                      <a:pt x="218961" y="1247125"/>
                    </a:lnTo>
                    <a:lnTo>
                      <a:pt x="218961" y="1252203"/>
                    </a:lnTo>
                    <a:lnTo>
                      <a:pt x="220230" y="1255376"/>
                    </a:lnTo>
                    <a:lnTo>
                      <a:pt x="231020" y="1267435"/>
                    </a:lnTo>
                    <a:lnTo>
                      <a:pt x="239270" y="1283936"/>
                    </a:lnTo>
                    <a:lnTo>
                      <a:pt x="244348" y="1290918"/>
                    </a:lnTo>
                    <a:lnTo>
                      <a:pt x="257676" y="1303611"/>
                    </a:lnTo>
                    <a:lnTo>
                      <a:pt x="261484" y="1306150"/>
                    </a:lnTo>
                    <a:lnTo>
                      <a:pt x="265926" y="1307419"/>
                    </a:lnTo>
                    <a:lnTo>
                      <a:pt x="271004" y="1307419"/>
                    </a:lnTo>
                    <a:lnTo>
                      <a:pt x="275447" y="1306784"/>
                    </a:lnTo>
                    <a:lnTo>
                      <a:pt x="279255" y="1307419"/>
                    </a:lnTo>
                    <a:lnTo>
                      <a:pt x="281793" y="1311227"/>
                    </a:lnTo>
                    <a:lnTo>
                      <a:pt x="288775" y="1308688"/>
                    </a:lnTo>
                    <a:lnTo>
                      <a:pt x="294487" y="1309323"/>
                    </a:lnTo>
                    <a:lnTo>
                      <a:pt x="299564" y="1313131"/>
                    </a:lnTo>
                    <a:lnTo>
                      <a:pt x="303372" y="1320747"/>
                    </a:lnTo>
                    <a:lnTo>
                      <a:pt x="310353" y="1344865"/>
                    </a:lnTo>
                    <a:lnTo>
                      <a:pt x="313527" y="1352481"/>
                    </a:lnTo>
                    <a:lnTo>
                      <a:pt x="306545" y="1366443"/>
                    </a:lnTo>
                    <a:lnTo>
                      <a:pt x="307815" y="1367713"/>
                    </a:lnTo>
                    <a:lnTo>
                      <a:pt x="309719" y="1368347"/>
                    </a:lnTo>
                    <a:lnTo>
                      <a:pt x="311623" y="1368347"/>
                    </a:lnTo>
                    <a:lnTo>
                      <a:pt x="313527" y="1367713"/>
                    </a:lnTo>
                    <a:lnTo>
                      <a:pt x="314161" y="1369617"/>
                    </a:lnTo>
                    <a:lnTo>
                      <a:pt x="314161" y="1371521"/>
                    </a:lnTo>
                    <a:lnTo>
                      <a:pt x="313527" y="1372790"/>
                    </a:lnTo>
                    <a:lnTo>
                      <a:pt x="312257" y="1374059"/>
                    </a:lnTo>
                    <a:lnTo>
                      <a:pt x="307815" y="1371521"/>
                    </a:lnTo>
                    <a:lnTo>
                      <a:pt x="305276" y="1370886"/>
                    </a:lnTo>
                    <a:lnTo>
                      <a:pt x="303372" y="1373425"/>
                    </a:lnTo>
                    <a:lnTo>
                      <a:pt x="300199" y="1384849"/>
                    </a:lnTo>
                    <a:lnTo>
                      <a:pt x="297660" y="1389291"/>
                    </a:lnTo>
                    <a:lnTo>
                      <a:pt x="294487" y="1393099"/>
                    </a:lnTo>
                    <a:lnTo>
                      <a:pt x="290679" y="1396273"/>
                    </a:lnTo>
                    <a:lnTo>
                      <a:pt x="286236" y="1397542"/>
                    </a:lnTo>
                    <a:lnTo>
                      <a:pt x="283063" y="1395004"/>
                    </a:lnTo>
                    <a:lnTo>
                      <a:pt x="280524" y="1391196"/>
                    </a:lnTo>
                    <a:lnTo>
                      <a:pt x="276716" y="1388657"/>
                    </a:lnTo>
                    <a:lnTo>
                      <a:pt x="272908" y="1389926"/>
                    </a:lnTo>
                    <a:lnTo>
                      <a:pt x="269100" y="1393099"/>
                    </a:lnTo>
                    <a:lnTo>
                      <a:pt x="264023" y="1401350"/>
                    </a:lnTo>
                    <a:lnTo>
                      <a:pt x="267196" y="1403254"/>
                    </a:lnTo>
                    <a:lnTo>
                      <a:pt x="269735" y="1405793"/>
                    </a:lnTo>
                    <a:lnTo>
                      <a:pt x="271639" y="1407697"/>
                    </a:lnTo>
                    <a:lnTo>
                      <a:pt x="273543" y="1410236"/>
                    </a:lnTo>
                    <a:lnTo>
                      <a:pt x="273543" y="1414044"/>
                    </a:lnTo>
                    <a:lnTo>
                      <a:pt x="272273" y="1415948"/>
                    </a:lnTo>
                    <a:lnTo>
                      <a:pt x="268465" y="1415313"/>
                    </a:lnTo>
                    <a:lnTo>
                      <a:pt x="267196" y="1417217"/>
                    </a:lnTo>
                    <a:lnTo>
                      <a:pt x="267196" y="1421660"/>
                    </a:lnTo>
                    <a:lnTo>
                      <a:pt x="269735" y="1434353"/>
                    </a:lnTo>
                    <a:lnTo>
                      <a:pt x="269735" y="1445142"/>
                    </a:lnTo>
                    <a:lnTo>
                      <a:pt x="267831" y="1455932"/>
                    </a:lnTo>
                    <a:lnTo>
                      <a:pt x="267831" y="1457836"/>
                    </a:lnTo>
                    <a:lnTo>
                      <a:pt x="269100" y="1465452"/>
                    </a:lnTo>
                    <a:lnTo>
                      <a:pt x="269100" y="1468625"/>
                    </a:lnTo>
                    <a:lnTo>
                      <a:pt x="269100" y="1470529"/>
                    </a:lnTo>
                    <a:lnTo>
                      <a:pt x="269100" y="1471798"/>
                    </a:lnTo>
                    <a:lnTo>
                      <a:pt x="269735" y="1474337"/>
                    </a:lnTo>
                    <a:lnTo>
                      <a:pt x="271639" y="1476241"/>
                    </a:lnTo>
                    <a:lnTo>
                      <a:pt x="273543" y="1477511"/>
                    </a:lnTo>
                    <a:lnTo>
                      <a:pt x="274812" y="1479415"/>
                    </a:lnTo>
                    <a:lnTo>
                      <a:pt x="274812" y="1483223"/>
                    </a:lnTo>
                    <a:lnTo>
                      <a:pt x="275447" y="1485761"/>
                    </a:lnTo>
                    <a:lnTo>
                      <a:pt x="277351" y="1488935"/>
                    </a:lnTo>
                    <a:lnTo>
                      <a:pt x="279889" y="1491473"/>
                    </a:lnTo>
                    <a:lnTo>
                      <a:pt x="285601" y="1494647"/>
                    </a:lnTo>
                    <a:lnTo>
                      <a:pt x="302103" y="1511148"/>
                    </a:lnTo>
                    <a:lnTo>
                      <a:pt x="306545" y="1518764"/>
                    </a:lnTo>
                    <a:lnTo>
                      <a:pt x="313527" y="1537804"/>
                    </a:lnTo>
                    <a:lnTo>
                      <a:pt x="314796" y="1547324"/>
                    </a:lnTo>
                    <a:lnTo>
                      <a:pt x="316066" y="1552402"/>
                    </a:lnTo>
                    <a:lnTo>
                      <a:pt x="318604" y="1554940"/>
                    </a:lnTo>
                    <a:lnTo>
                      <a:pt x="323047" y="1556210"/>
                    </a:lnTo>
                    <a:lnTo>
                      <a:pt x="326855" y="1558748"/>
                    </a:lnTo>
                    <a:lnTo>
                      <a:pt x="329393" y="1561922"/>
                    </a:lnTo>
                    <a:lnTo>
                      <a:pt x="331298" y="1565730"/>
                    </a:lnTo>
                    <a:lnTo>
                      <a:pt x="332567" y="1570172"/>
                    </a:lnTo>
                    <a:lnTo>
                      <a:pt x="333201" y="1575250"/>
                    </a:lnTo>
                    <a:lnTo>
                      <a:pt x="333201" y="1580327"/>
                    </a:lnTo>
                    <a:lnTo>
                      <a:pt x="332567" y="1586039"/>
                    </a:lnTo>
                    <a:lnTo>
                      <a:pt x="332567" y="1591116"/>
                    </a:lnTo>
                    <a:lnTo>
                      <a:pt x="335106" y="1595559"/>
                    </a:lnTo>
                    <a:lnTo>
                      <a:pt x="340818" y="1602540"/>
                    </a:lnTo>
                    <a:lnTo>
                      <a:pt x="343991" y="1610791"/>
                    </a:lnTo>
                    <a:lnTo>
                      <a:pt x="346530" y="1614599"/>
                    </a:lnTo>
                    <a:lnTo>
                      <a:pt x="352876" y="1619677"/>
                    </a:lnTo>
                    <a:lnTo>
                      <a:pt x="354146" y="1625389"/>
                    </a:lnTo>
                    <a:lnTo>
                      <a:pt x="354146" y="1636812"/>
                    </a:lnTo>
                    <a:lnTo>
                      <a:pt x="359223" y="1653314"/>
                    </a:lnTo>
                    <a:lnTo>
                      <a:pt x="363031" y="1655218"/>
                    </a:lnTo>
                    <a:lnTo>
                      <a:pt x="373186" y="1663469"/>
                    </a:lnTo>
                    <a:lnTo>
                      <a:pt x="380167" y="1666008"/>
                    </a:lnTo>
                    <a:lnTo>
                      <a:pt x="384610" y="1673623"/>
                    </a:lnTo>
                    <a:lnTo>
                      <a:pt x="388418" y="1686317"/>
                    </a:lnTo>
                    <a:lnTo>
                      <a:pt x="393495" y="1695837"/>
                    </a:lnTo>
                    <a:lnTo>
                      <a:pt x="397938" y="1704722"/>
                    </a:lnTo>
                    <a:lnTo>
                      <a:pt x="402380" y="1711069"/>
                    </a:lnTo>
                    <a:lnTo>
                      <a:pt x="407458" y="1716146"/>
                    </a:lnTo>
                    <a:lnTo>
                      <a:pt x="420786" y="1721223"/>
                    </a:lnTo>
                    <a:lnTo>
                      <a:pt x="425229" y="1724397"/>
                    </a:lnTo>
                    <a:lnTo>
                      <a:pt x="427133" y="1728205"/>
                    </a:lnTo>
                    <a:lnTo>
                      <a:pt x="427767" y="1732013"/>
                    </a:lnTo>
                    <a:lnTo>
                      <a:pt x="428402" y="1738994"/>
                    </a:lnTo>
                    <a:lnTo>
                      <a:pt x="429037" y="1742168"/>
                    </a:lnTo>
                    <a:lnTo>
                      <a:pt x="432210" y="1748515"/>
                    </a:lnTo>
                    <a:lnTo>
                      <a:pt x="432845" y="1752322"/>
                    </a:lnTo>
                    <a:lnTo>
                      <a:pt x="429037" y="1753592"/>
                    </a:lnTo>
                    <a:lnTo>
                      <a:pt x="425863" y="1753592"/>
                    </a:lnTo>
                    <a:lnTo>
                      <a:pt x="425229" y="1751688"/>
                    </a:lnTo>
                    <a:lnTo>
                      <a:pt x="427767" y="1747880"/>
                    </a:lnTo>
                    <a:lnTo>
                      <a:pt x="426498" y="1745976"/>
                    </a:lnTo>
                    <a:lnTo>
                      <a:pt x="418247" y="1760573"/>
                    </a:lnTo>
                    <a:lnTo>
                      <a:pt x="416343" y="1769459"/>
                    </a:lnTo>
                    <a:lnTo>
                      <a:pt x="416343" y="1773901"/>
                    </a:lnTo>
                    <a:lnTo>
                      <a:pt x="417613" y="1777709"/>
                    </a:lnTo>
                    <a:lnTo>
                      <a:pt x="422055" y="1783421"/>
                    </a:lnTo>
                    <a:lnTo>
                      <a:pt x="433479" y="1790403"/>
                    </a:lnTo>
                    <a:lnTo>
                      <a:pt x="437922" y="1794845"/>
                    </a:lnTo>
                    <a:lnTo>
                      <a:pt x="439191" y="1794210"/>
                    </a:lnTo>
                    <a:lnTo>
                      <a:pt x="442999" y="1793576"/>
                    </a:lnTo>
                    <a:lnTo>
                      <a:pt x="447442" y="1793576"/>
                    </a:lnTo>
                    <a:lnTo>
                      <a:pt x="450615" y="1794210"/>
                    </a:lnTo>
                    <a:lnTo>
                      <a:pt x="451885" y="1796115"/>
                    </a:lnTo>
                    <a:lnTo>
                      <a:pt x="455058" y="1800557"/>
                    </a:lnTo>
                    <a:lnTo>
                      <a:pt x="456962" y="1801827"/>
                    </a:lnTo>
                    <a:lnTo>
                      <a:pt x="460135" y="1803730"/>
                    </a:lnTo>
                    <a:lnTo>
                      <a:pt x="461405" y="1805000"/>
                    </a:lnTo>
                    <a:lnTo>
                      <a:pt x="462039" y="1812616"/>
                    </a:lnTo>
                    <a:lnTo>
                      <a:pt x="463943" y="1822136"/>
                    </a:lnTo>
                    <a:lnTo>
                      <a:pt x="461405" y="1831656"/>
                    </a:lnTo>
                    <a:lnTo>
                      <a:pt x="458231" y="1841176"/>
                    </a:lnTo>
                    <a:lnTo>
                      <a:pt x="449346" y="1855773"/>
                    </a:lnTo>
                    <a:lnTo>
                      <a:pt x="447442" y="1861486"/>
                    </a:lnTo>
                    <a:lnTo>
                      <a:pt x="448077" y="1864024"/>
                    </a:lnTo>
                    <a:lnTo>
                      <a:pt x="453154" y="1870371"/>
                    </a:lnTo>
                    <a:lnTo>
                      <a:pt x="454423" y="1872275"/>
                    </a:lnTo>
                    <a:lnTo>
                      <a:pt x="455058" y="1874814"/>
                    </a:lnTo>
                    <a:lnTo>
                      <a:pt x="455693" y="1877352"/>
                    </a:lnTo>
                    <a:lnTo>
                      <a:pt x="455693" y="1879891"/>
                    </a:lnTo>
                    <a:lnTo>
                      <a:pt x="454423" y="1885603"/>
                    </a:lnTo>
                    <a:lnTo>
                      <a:pt x="449346" y="1894488"/>
                    </a:lnTo>
                    <a:lnTo>
                      <a:pt x="447442" y="1899566"/>
                    </a:lnTo>
                    <a:lnTo>
                      <a:pt x="449346" y="1903374"/>
                    </a:lnTo>
                    <a:lnTo>
                      <a:pt x="450615" y="1908451"/>
                    </a:lnTo>
                    <a:lnTo>
                      <a:pt x="451250" y="1913529"/>
                    </a:lnTo>
                    <a:lnTo>
                      <a:pt x="449346" y="1919875"/>
                    </a:lnTo>
                    <a:lnTo>
                      <a:pt x="446807" y="1923683"/>
                    </a:lnTo>
                    <a:lnTo>
                      <a:pt x="444269" y="1926856"/>
                    </a:lnTo>
                    <a:lnTo>
                      <a:pt x="442365" y="1930664"/>
                    </a:lnTo>
                    <a:lnTo>
                      <a:pt x="438557" y="1938280"/>
                    </a:lnTo>
                    <a:lnTo>
                      <a:pt x="436018" y="1942089"/>
                    </a:lnTo>
                    <a:lnTo>
                      <a:pt x="436653" y="1945262"/>
                    </a:lnTo>
                    <a:lnTo>
                      <a:pt x="438557" y="1947800"/>
                    </a:lnTo>
                    <a:lnTo>
                      <a:pt x="443634" y="1950339"/>
                    </a:lnTo>
                    <a:lnTo>
                      <a:pt x="449346" y="1953513"/>
                    </a:lnTo>
                    <a:lnTo>
                      <a:pt x="453789" y="1954147"/>
                    </a:lnTo>
                    <a:lnTo>
                      <a:pt x="460135" y="1961763"/>
                    </a:lnTo>
                    <a:lnTo>
                      <a:pt x="464578" y="1971283"/>
                    </a:lnTo>
                    <a:lnTo>
                      <a:pt x="467751" y="1981438"/>
                    </a:lnTo>
                    <a:lnTo>
                      <a:pt x="476637" y="1983342"/>
                    </a:lnTo>
                    <a:lnTo>
                      <a:pt x="496312" y="1982707"/>
                    </a:lnTo>
                    <a:lnTo>
                      <a:pt x="526776" y="1986516"/>
                    </a:lnTo>
                    <a:lnTo>
                      <a:pt x="536296" y="1989054"/>
                    </a:lnTo>
                    <a:lnTo>
                      <a:pt x="544547" y="1994131"/>
                    </a:lnTo>
                    <a:lnTo>
                      <a:pt x="555336" y="1992862"/>
                    </a:lnTo>
                    <a:lnTo>
                      <a:pt x="566760" y="1999209"/>
                    </a:lnTo>
                    <a:lnTo>
                      <a:pt x="585800" y="2013806"/>
                    </a:lnTo>
                    <a:lnTo>
                      <a:pt x="589608" y="2013806"/>
                    </a:lnTo>
                    <a:lnTo>
                      <a:pt x="594685" y="2012537"/>
                    </a:lnTo>
                    <a:lnTo>
                      <a:pt x="599128" y="2011902"/>
                    </a:lnTo>
                    <a:lnTo>
                      <a:pt x="602301" y="2013806"/>
                    </a:lnTo>
                    <a:lnTo>
                      <a:pt x="604840" y="2016345"/>
                    </a:lnTo>
                    <a:lnTo>
                      <a:pt x="608648" y="2020153"/>
                    </a:lnTo>
                    <a:lnTo>
                      <a:pt x="613091" y="2023326"/>
                    </a:lnTo>
                    <a:lnTo>
                      <a:pt x="616899" y="2024596"/>
                    </a:lnTo>
                    <a:lnTo>
                      <a:pt x="619437" y="2023326"/>
                    </a:lnTo>
                    <a:lnTo>
                      <a:pt x="621341" y="2021422"/>
                    </a:lnTo>
                    <a:lnTo>
                      <a:pt x="623880" y="2020153"/>
                    </a:lnTo>
                    <a:lnTo>
                      <a:pt x="634669" y="2019518"/>
                    </a:lnTo>
                    <a:lnTo>
                      <a:pt x="638478" y="2022057"/>
                    </a:lnTo>
                    <a:lnTo>
                      <a:pt x="643555" y="2022691"/>
                    </a:lnTo>
                    <a:lnTo>
                      <a:pt x="646094" y="2023326"/>
                    </a:lnTo>
                    <a:lnTo>
                      <a:pt x="647998" y="2024596"/>
                    </a:lnTo>
                    <a:lnTo>
                      <a:pt x="651806" y="2029673"/>
                    </a:lnTo>
                    <a:lnTo>
                      <a:pt x="663864" y="2037924"/>
                    </a:lnTo>
                    <a:lnTo>
                      <a:pt x="670846" y="2041731"/>
                    </a:lnTo>
                    <a:lnTo>
                      <a:pt x="691155" y="2067753"/>
                    </a:lnTo>
                    <a:lnTo>
                      <a:pt x="693694" y="2069657"/>
                    </a:lnTo>
                    <a:lnTo>
                      <a:pt x="698771" y="2070292"/>
                    </a:lnTo>
                    <a:lnTo>
                      <a:pt x="701310" y="2070927"/>
                    </a:lnTo>
                    <a:lnTo>
                      <a:pt x="703214" y="2072830"/>
                    </a:lnTo>
                    <a:lnTo>
                      <a:pt x="703848" y="2075369"/>
                    </a:lnTo>
                    <a:lnTo>
                      <a:pt x="703214" y="2077908"/>
                    </a:lnTo>
                    <a:lnTo>
                      <a:pt x="703214" y="2080447"/>
                    </a:lnTo>
                    <a:lnTo>
                      <a:pt x="705753" y="2082350"/>
                    </a:lnTo>
                    <a:lnTo>
                      <a:pt x="704483" y="2084889"/>
                    </a:lnTo>
                    <a:lnTo>
                      <a:pt x="704483" y="2088697"/>
                    </a:lnTo>
                    <a:lnTo>
                      <a:pt x="705753" y="2092505"/>
                    </a:lnTo>
                    <a:lnTo>
                      <a:pt x="707022" y="2096313"/>
                    </a:lnTo>
                    <a:lnTo>
                      <a:pt x="707656" y="2098217"/>
                    </a:lnTo>
                    <a:lnTo>
                      <a:pt x="707656" y="2101391"/>
                    </a:lnTo>
                    <a:lnTo>
                      <a:pt x="708291" y="2102660"/>
                    </a:lnTo>
                    <a:lnTo>
                      <a:pt x="708926" y="2103295"/>
                    </a:lnTo>
                    <a:lnTo>
                      <a:pt x="710830" y="2103929"/>
                    </a:lnTo>
                    <a:lnTo>
                      <a:pt x="712099" y="2104564"/>
                    </a:lnTo>
                    <a:lnTo>
                      <a:pt x="719715" y="2114719"/>
                    </a:lnTo>
                    <a:lnTo>
                      <a:pt x="724793" y="2118527"/>
                    </a:lnTo>
                    <a:lnTo>
                      <a:pt x="731139" y="2119796"/>
                    </a:lnTo>
                    <a:lnTo>
                      <a:pt x="728601" y="2118527"/>
                    </a:lnTo>
                    <a:lnTo>
                      <a:pt x="726697" y="2117892"/>
                    </a:lnTo>
                    <a:lnTo>
                      <a:pt x="725427" y="2117892"/>
                    </a:lnTo>
                    <a:lnTo>
                      <a:pt x="724793" y="2115353"/>
                    </a:lnTo>
                    <a:lnTo>
                      <a:pt x="731139" y="2117892"/>
                    </a:lnTo>
                    <a:lnTo>
                      <a:pt x="746371" y="2131220"/>
                    </a:lnTo>
                    <a:lnTo>
                      <a:pt x="766046" y="2140740"/>
                    </a:lnTo>
                    <a:lnTo>
                      <a:pt x="776201" y="2143279"/>
                    </a:lnTo>
                    <a:lnTo>
                      <a:pt x="783817" y="2148356"/>
                    </a:lnTo>
                    <a:lnTo>
                      <a:pt x="786990" y="2152164"/>
                    </a:lnTo>
                    <a:lnTo>
                      <a:pt x="791433" y="2150895"/>
                    </a:lnTo>
                    <a:lnTo>
                      <a:pt x="795875" y="2149625"/>
                    </a:lnTo>
                    <a:lnTo>
                      <a:pt x="826340" y="2151530"/>
                    </a:lnTo>
                    <a:lnTo>
                      <a:pt x="828878" y="2152164"/>
                    </a:lnTo>
                    <a:lnTo>
                      <a:pt x="830782" y="2153434"/>
                    </a:lnTo>
                    <a:lnTo>
                      <a:pt x="832686" y="2154068"/>
                    </a:lnTo>
                    <a:lnTo>
                      <a:pt x="835225" y="2153434"/>
                    </a:lnTo>
                    <a:lnTo>
                      <a:pt x="838398" y="2152164"/>
                    </a:lnTo>
                    <a:lnTo>
                      <a:pt x="843476" y="2154068"/>
                    </a:lnTo>
                    <a:lnTo>
                      <a:pt x="849188" y="2159145"/>
                    </a:lnTo>
                    <a:lnTo>
                      <a:pt x="854265" y="2166127"/>
                    </a:lnTo>
                    <a:lnTo>
                      <a:pt x="859977" y="2179455"/>
                    </a:lnTo>
                    <a:lnTo>
                      <a:pt x="862516" y="2191514"/>
                    </a:lnTo>
                    <a:lnTo>
                      <a:pt x="865055" y="2201034"/>
                    </a:lnTo>
                    <a:lnTo>
                      <a:pt x="865689" y="2205477"/>
                    </a:lnTo>
                    <a:lnTo>
                      <a:pt x="865055" y="2209284"/>
                    </a:lnTo>
                    <a:lnTo>
                      <a:pt x="863785" y="2217535"/>
                    </a:lnTo>
                    <a:lnTo>
                      <a:pt x="861247" y="2220708"/>
                    </a:lnTo>
                    <a:lnTo>
                      <a:pt x="857438" y="2223247"/>
                    </a:lnTo>
                    <a:lnTo>
                      <a:pt x="855535" y="2227055"/>
                    </a:lnTo>
                    <a:lnTo>
                      <a:pt x="858708" y="2233402"/>
                    </a:lnTo>
                    <a:lnTo>
                      <a:pt x="859977" y="2234671"/>
                    </a:lnTo>
                    <a:lnTo>
                      <a:pt x="861881" y="2235941"/>
                    </a:lnTo>
                    <a:lnTo>
                      <a:pt x="864420" y="2236575"/>
                    </a:lnTo>
                    <a:lnTo>
                      <a:pt x="866959" y="2235941"/>
                    </a:lnTo>
                    <a:lnTo>
                      <a:pt x="869497" y="2235941"/>
                    </a:lnTo>
                    <a:lnTo>
                      <a:pt x="871401" y="2238479"/>
                    </a:lnTo>
                    <a:lnTo>
                      <a:pt x="873305" y="2241652"/>
                    </a:lnTo>
                    <a:lnTo>
                      <a:pt x="875209" y="2243557"/>
                    </a:lnTo>
                    <a:lnTo>
                      <a:pt x="877113" y="2244191"/>
                    </a:lnTo>
                    <a:lnTo>
                      <a:pt x="879652" y="2245461"/>
                    </a:lnTo>
                    <a:lnTo>
                      <a:pt x="882191" y="2246730"/>
                    </a:lnTo>
                    <a:lnTo>
                      <a:pt x="884729" y="2246730"/>
                    </a:lnTo>
                    <a:lnTo>
                      <a:pt x="885999" y="2245461"/>
                    </a:lnTo>
                    <a:lnTo>
                      <a:pt x="886633" y="2243557"/>
                    </a:lnTo>
                    <a:lnTo>
                      <a:pt x="886633" y="2241018"/>
                    </a:lnTo>
                    <a:lnTo>
                      <a:pt x="889172" y="2234037"/>
                    </a:lnTo>
                    <a:lnTo>
                      <a:pt x="890441" y="2232767"/>
                    </a:lnTo>
                    <a:lnTo>
                      <a:pt x="892980" y="2232767"/>
                    </a:lnTo>
                    <a:lnTo>
                      <a:pt x="894884" y="2232132"/>
                    </a:lnTo>
                    <a:lnTo>
                      <a:pt x="896788" y="2231498"/>
                    </a:lnTo>
                    <a:lnTo>
                      <a:pt x="898692" y="2231498"/>
                    </a:lnTo>
                    <a:lnTo>
                      <a:pt x="903135" y="2235941"/>
                    </a:lnTo>
                    <a:lnTo>
                      <a:pt x="906308" y="2236575"/>
                    </a:lnTo>
                    <a:lnTo>
                      <a:pt x="910751" y="2236575"/>
                    </a:lnTo>
                    <a:lnTo>
                      <a:pt x="915828" y="2237845"/>
                    </a:lnTo>
                    <a:lnTo>
                      <a:pt x="919636" y="2240383"/>
                    </a:lnTo>
                    <a:lnTo>
                      <a:pt x="943119" y="2272751"/>
                    </a:lnTo>
                    <a:lnTo>
                      <a:pt x="949466" y="2279733"/>
                    </a:lnTo>
                    <a:lnTo>
                      <a:pt x="971679" y="2296234"/>
                    </a:lnTo>
                    <a:lnTo>
                      <a:pt x="979930" y="2305754"/>
                    </a:lnTo>
                    <a:lnTo>
                      <a:pt x="986911" y="2318448"/>
                    </a:lnTo>
                    <a:lnTo>
                      <a:pt x="990719" y="2321621"/>
                    </a:lnTo>
                    <a:lnTo>
                      <a:pt x="998970" y="2328602"/>
                    </a:lnTo>
                    <a:lnTo>
                      <a:pt x="1002143" y="2331776"/>
                    </a:lnTo>
                    <a:lnTo>
                      <a:pt x="1012298" y="2346373"/>
                    </a:lnTo>
                    <a:lnTo>
                      <a:pt x="1029434" y="2362875"/>
                    </a:lnTo>
                    <a:lnTo>
                      <a:pt x="1052917" y="2408571"/>
                    </a:lnTo>
                    <a:lnTo>
                      <a:pt x="1060533" y="2433323"/>
                    </a:lnTo>
                    <a:lnTo>
                      <a:pt x="1062437" y="2446651"/>
                    </a:lnTo>
                    <a:lnTo>
                      <a:pt x="1062437" y="2451093"/>
                    </a:lnTo>
                    <a:lnTo>
                      <a:pt x="1063706" y="2454267"/>
                    </a:lnTo>
                    <a:lnTo>
                      <a:pt x="1064976" y="2480288"/>
                    </a:lnTo>
                    <a:lnTo>
                      <a:pt x="1064341" y="2484096"/>
                    </a:lnTo>
                    <a:lnTo>
                      <a:pt x="1061802" y="2488539"/>
                    </a:lnTo>
                    <a:lnTo>
                      <a:pt x="1059263" y="2491078"/>
                    </a:lnTo>
                    <a:lnTo>
                      <a:pt x="1057359" y="2493616"/>
                    </a:lnTo>
                    <a:lnTo>
                      <a:pt x="1056725" y="2498694"/>
                    </a:lnTo>
                    <a:lnTo>
                      <a:pt x="1060533" y="2507579"/>
                    </a:lnTo>
                    <a:lnTo>
                      <a:pt x="1060533" y="2511387"/>
                    </a:lnTo>
                    <a:lnTo>
                      <a:pt x="1059263" y="2516465"/>
                    </a:lnTo>
                    <a:lnTo>
                      <a:pt x="1056090" y="2527254"/>
                    </a:lnTo>
                    <a:lnTo>
                      <a:pt x="1056090" y="2529793"/>
                    </a:lnTo>
                    <a:lnTo>
                      <a:pt x="1057359" y="2534235"/>
                    </a:lnTo>
                    <a:lnTo>
                      <a:pt x="1057994" y="2537409"/>
                    </a:lnTo>
                    <a:lnTo>
                      <a:pt x="1059263" y="2535505"/>
                    </a:lnTo>
                    <a:lnTo>
                      <a:pt x="1061802" y="2527889"/>
                    </a:lnTo>
                    <a:lnTo>
                      <a:pt x="1064341" y="2525350"/>
                    </a:lnTo>
                    <a:lnTo>
                      <a:pt x="1067514" y="2524715"/>
                    </a:lnTo>
                    <a:lnTo>
                      <a:pt x="1068783" y="2524715"/>
                    </a:lnTo>
                    <a:lnTo>
                      <a:pt x="1072591" y="2525985"/>
                    </a:lnTo>
                    <a:lnTo>
                      <a:pt x="1075765" y="2528523"/>
                    </a:lnTo>
                    <a:lnTo>
                      <a:pt x="1080208" y="2531062"/>
                    </a:lnTo>
                    <a:lnTo>
                      <a:pt x="1082111" y="2533600"/>
                    </a:lnTo>
                    <a:lnTo>
                      <a:pt x="1084650" y="2538678"/>
                    </a:lnTo>
                    <a:lnTo>
                      <a:pt x="1086554" y="2545025"/>
                    </a:lnTo>
                    <a:lnTo>
                      <a:pt x="1086554" y="2549467"/>
                    </a:lnTo>
                    <a:lnTo>
                      <a:pt x="1084650" y="2551371"/>
                    </a:lnTo>
                    <a:lnTo>
                      <a:pt x="1082111" y="2550102"/>
                    </a:lnTo>
                    <a:lnTo>
                      <a:pt x="1080842" y="2546294"/>
                    </a:lnTo>
                    <a:lnTo>
                      <a:pt x="1078303" y="2541216"/>
                    </a:lnTo>
                    <a:lnTo>
                      <a:pt x="1077034" y="2536139"/>
                    </a:lnTo>
                    <a:lnTo>
                      <a:pt x="1074496" y="2533600"/>
                    </a:lnTo>
                    <a:lnTo>
                      <a:pt x="1074496" y="2530427"/>
                    </a:lnTo>
                    <a:lnTo>
                      <a:pt x="1070687" y="2527889"/>
                    </a:lnTo>
                    <a:lnTo>
                      <a:pt x="1067514" y="2527254"/>
                    </a:lnTo>
                    <a:lnTo>
                      <a:pt x="1064976" y="2529793"/>
                    </a:lnTo>
                    <a:lnTo>
                      <a:pt x="1063071" y="2532331"/>
                    </a:lnTo>
                    <a:lnTo>
                      <a:pt x="1068783" y="2532966"/>
                    </a:lnTo>
                    <a:lnTo>
                      <a:pt x="1072591" y="2536774"/>
                    </a:lnTo>
                    <a:lnTo>
                      <a:pt x="1075130" y="2543120"/>
                    </a:lnTo>
                    <a:lnTo>
                      <a:pt x="1077669" y="2551371"/>
                    </a:lnTo>
                    <a:lnTo>
                      <a:pt x="1077669" y="2557718"/>
                    </a:lnTo>
                    <a:lnTo>
                      <a:pt x="1075765" y="2563430"/>
                    </a:lnTo>
                    <a:lnTo>
                      <a:pt x="1075765" y="2570411"/>
                    </a:lnTo>
                    <a:lnTo>
                      <a:pt x="1077034" y="2572315"/>
                    </a:lnTo>
                    <a:lnTo>
                      <a:pt x="1077034" y="2572315"/>
                    </a:lnTo>
                    <a:lnTo>
                      <a:pt x="1092901" y="2572950"/>
                    </a:lnTo>
                    <a:lnTo>
                      <a:pt x="1108133" y="2573585"/>
                    </a:lnTo>
                    <a:lnTo>
                      <a:pt x="1124000" y="2574854"/>
                    </a:lnTo>
                    <a:lnTo>
                      <a:pt x="1139866" y="2575489"/>
                    </a:lnTo>
                    <a:lnTo>
                      <a:pt x="1155098" y="2576123"/>
                    </a:lnTo>
                    <a:lnTo>
                      <a:pt x="1170965" y="2576758"/>
                    </a:lnTo>
                    <a:lnTo>
                      <a:pt x="1186832" y="2577393"/>
                    </a:lnTo>
                    <a:lnTo>
                      <a:pt x="1202699" y="2578662"/>
                    </a:lnTo>
                    <a:lnTo>
                      <a:pt x="1217931" y="2579297"/>
                    </a:lnTo>
                    <a:lnTo>
                      <a:pt x="1233797" y="2579932"/>
                    </a:lnTo>
                    <a:lnTo>
                      <a:pt x="1249664" y="2580566"/>
                    </a:lnTo>
                    <a:lnTo>
                      <a:pt x="1264896" y="2581201"/>
                    </a:lnTo>
                    <a:lnTo>
                      <a:pt x="1280763" y="2581835"/>
                    </a:lnTo>
                    <a:lnTo>
                      <a:pt x="1296630" y="2582470"/>
                    </a:lnTo>
                    <a:lnTo>
                      <a:pt x="1312497" y="2583105"/>
                    </a:lnTo>
                    <a:lnTo>
                      <a:pt x="1343595" y="2585009"/>
                    </a:lnTo>
                    <a:lnTo>
                      <a:pt x="1359462" y="2585643"/>
                    </a:lnTo>
                    <a:lnTo>
                      <a:pt x="1374694" y="2586278"/>
                    </a:lnTo>
                    <a:lnTo>
                      <a:pt x="1390561" y="2586913"/>
                    </a:lnTo>
                    <a:lnTo>
                      <a:pt x="1406428" y="2587547"/>
                    </a:lnTo>
                    <a:lnTo>
                      <a:pt x="1421660" y="2588182"/>
                    </a:lnTo>
                    <a:lnTo>
                      <a:pt x="1437526" y="2588817"/>
                    </a:lnTo>
                    <a:lnTo>
                      <a:pt x="1453393" y="2589452"/>
                    </a:lnTo>
                    <a:lnTo>
                      <a:pt x="1468625" y="2590086"/>
                    </a:lnTo>
                    <a:lnTo>
                      <a:pt x="1484492" y="2590721"/>
                    </a:lnTo>
                    <a:lnTo>
                      <a:pt x="1500359" y="2591356"/>
                    </a:lnTo>
                    <a:lnTo>
                      <a:pt x="1515591" y="2591990"/>
                    </a:lnTo>
                    <a:lnTo>
                      <a:pt x="1531458" y="2592625"/>
                    </a:lnTo>
                    <a:lnTo>
                      <a:pt x="1547324" y="2593259"/>
                    </a:lnTo>
                    <a:lnTo>
                      <a:pt x="1562556" y="2593894"/>
                    </a:lnTo>
                    <a:lnTo>
                      <a:pt x="1578423" y="2594529"/>
                    </a:lnTo>
                    <a:lnTo>
                      <a:pt x="1586674" y="2595163"/>
                    </a:lnTo>
                    <a:lnTo>
                      <a:pt x="1586674" y="2595798"/>
                    </a:lnTo>
                    <a:lnTo>
                      <a:pt x="1587943" y="2592625"/>
                    </a:lnTo>
                    <a:lnTo>
                      <a:pt x="1596828" y="2588182"/>
                    </a:lnTo>
                    <a:lnTo>
                      <a:pt x="1617772" y="2595163"/>
                    </a:lnTo>
                    <a:lnTo>
                      <a:pt x="1626658" y="2594529"/>
                    </a:lnTo>
                    <a:lnTo>
                      <a:pt x="1629197" y="2590721"/>
                    </a:lnTo>
                    <a:lnTo>
                      <a:pt x="1629831" y="2586278"/>
                    </a:lnTo>
                    <a:lnTo>
                      <a:pt x="1630466" y="2581835"/>
                    </a:lnTo>
                    <a:lnTo>
                      <a:pt x="1631735" y="2577393"/>
                    </a:lnTo>
                    <a:lnTo>
                      <a:pt x="1634909" y="2574219"/>
                    </a:lnTo>
                    <a:lnTo>
                      <a:pt x="1643159" y="2569777"/>
                    </a:lnTo>
                    <a:lnTo>
                      <a:pt x="1645698" y="2566603"/>
                    </a:lnTo>
                    <a:lnTo>
                      <a:pt x="1646967" y="2561526"/>
                    </a:lnTo>
                    <a:lnTo>
                      <a:pt x="1645698" y="2545025"/>
                    </a:lnTo>
                    <a:lnTo>
                      <a:pt x="1646333" y="2541851"/>
                    </a:lnTo>
                    <a:lnTo>
                      <a:pt x="1646967" y="2539313"/>
                    </a:lnTo>
                    <a:lnTo>
                      <a:pt x="1647602" y="2536774"/>
                    </a:lnTo>
                    <a:lnTo>
                      <a:pt x="1646967" y="2533600"/>
                    </a:lnTo>
                    <a:lnTo>
                      <a:pt x="1642525" y="2524715"/>
                    </a:lnTo>
                    <a:lnTo>
                      <a:pt x="1635543" y="2519638"/>
                    </a:lnTo>
                    <a:lnTo>
                      <a:pt x="1616503" y="2515830"/>
                    </a:lnTo>
                    <a:lnTo>
                      <a:pt x="1608887" y="2511387"/>
                    </a:lnTo>
                    <a:lnTo>
                      <a:pt x="1603810" y="2501867"/>
                    </a:lnTo>
                    <a:lnTo>
                      <a:pt x="1605714" y="2493616"/>
                    </a:lnTo>
                    <a:lnTo>
                      <a:pt x="1610157" y="2484731"/>
                    </a:lnTo>
                    <a:lnTo>
                      <a:pt x="1612695" y="2473942"/>
                    </a:lnTo>
                    <a:lnTo>
                      <a:pt x="1612695" y="2459344"/>
                    </a:lnTo>
                    <a:lnTo>
                      <a:pt x="1612060" y="2455536"/>
                    </a:lnTo>
                    <a:lnTo>
                      <a:pt x="1606348" y="2447285"/>
                    </a:lnTo>
                    <a:lnTo>
                      <a:pt x="1606348" y="2443478"/>
                    </a:lnTo>
                    <a:lnTo>
                      <a:pt x="1609522" y="2436496"/>
                    </a:lnTo>
                    <a:lnTo>
                      <a:pt x="1612060" y="2434592"/>
                    </a:lnTo>
                    <a:lnTo>
                      <a:pt x="1613330" y="2432688"/>
                    </a:lnTo>
                    <a:lnTo>
                      <a:pt x="1612695" y="2430149"/>
                    </a:lnTo>
                    <a:lnTo>
                      <a:pt x="1611426" y="2427611"/>
                    </a:lnTo>
                    <a:lnTo>
                      <a:pt x="1609522" y="2423803"/>
                    </a:lnTo>
                    <a:lnTo>
                      <a:pt x="1608887" y="2420629"/>
                    </a:lnTo>
                    <a:lnTo>
                      <a:pt x="1611426" y="2419360"/>
                    </a:lnTo>
                    <a:lnTo>
                      <a:pt x="1621580" y="2419995"/>
                    </a:lnTo>
                    <a:lnTo>
                      <a:pt x="1626658" y="2419360"/>
                    </a:lnTo>
                    <a:lnTo>
                      <a:pt x="1630466" y="2416821"/>
                    </a:lnTo>
                    <a:lnTo>
                      <a:pt x="1639986" y="2403493"/>
                    </a:lnTo>
                    <a:lnTo>
                      <a:pt x="1642525" y="2397781"/>
                    </a:lnTo>
                    <a:lnTo>
                      <a:pt x="1645063" y="2395243"/>
                    </a:lnTo>
                    <a:lnTo>
                      <a:pt x="1649506" y="2391435"/>
                    </a:lnTo>
                    <a:lnTo>
                      <a:pt x="1652679" y="2388261"/>
                    </a:lnTo>
                    <a:lnTo>
                      <a:pt x="1653314" y="2386357"/>
                    </a:lnTo>
                    <a:lnTo>
                      <a:pt x="1654583" y="2383184"/>
                    </a:lnTo>
                    <a:lnTo>
                      <a:pt x="1653949" y="2377472"/>
                    </a:lnTo>
                    <a:lnTo>
                      <a:pt x="1654583" y="2374298"/>
                    </a:lnTo>
                    <a:lnTo>
                      <a:pt x="1656487" y="2373029"/>
                    </a:lnTo>
                    <a:lnTo>
                      <a:pt x="1657122" y="2371760"/>
                    </a:lnTo>
                    <a:lnTo>
                      <a:pt x="1657757" y="2369221"/>
                    </a:lnTo>
                    <a:lnTo>
                      <a:pt x="1658391" y="2364144"/>
                    </a:lnTo>
                    <a:lnTo>
                      <a:pt x="1660295" y="2358432"/>
                    </a:lnTo>
                    <a:lnTo>
                      <a:pt x="1662834" y="2355258"/>
                    </a:lnTo>
                    <a:lnTo>
                      <a:pt x="1665373" y="2352720"/>
                    </a:lnTo>
                    <a:lnTo>
                      <a:pt x="1667277" y="2349546"/>
                    </a:lnTo>
                    <a:lnTo>
                      <a:pt x="1665373" y="2344469"/>
                    </a:lnTo>
                    <a:lnTo>
                      <a:pt x="1664738" y="2341931"/>
                    </a:lnTo>
                    <a:lnTo>
                      <a:pt x="1666007" y="2340661"/>
                    </a:lnTo>
                    <a:lnTo>
                      <a:pt x="1666642" y="2339392"/>
                    </a:lnTo>
                    <a:lnTo>
                      <a:pt x="1667277" y="2336853"/>
                    </a:lnTo>
                    <a:lnTo>
                      <a:pt x="1667277" y="2333679"/>
                    </a:lnTo>
                    <a:lnTo>
                      <a:pt x="1666642" y="2332410"/>
                    </a:lnTo>
                    <a:lnTo>
                      <a:pt x="1664103" y="2329237"/>
                    </a:lnTo>
                    <a:lnTo>
                      <a:pt x="1664103" y="2322890"/>
                    </a:lnTo>
                    <a:lnTo>
                      <a:pt x="1664738" y="2316544"/>
                    </a:lnTo>
                    <a:lnTo>
                      <a:pt x="1664738" y="2312735"/>
                    </a:lnTo>
                    <a:lnTo>
                      <a:pt x="1669181" y="2310197"/>
                    </a:lnTo>
                    <a:lnTo>
                      <a:pt x="1671085" y="2308293"/>
                    </a:lnTo>
                    <a:lnTo>
                      <a:pt x="1671085" y="2305754"/>
                    </a:lnTo>
                    <a:lnTo>
                      <a:pt x="1667911" y="2300677"/>
                    </a:lnTo>
                    <a:lnTo>
                      <a:pt x="1666642" y="2297504"/>
                    </a:lnTo>
                    <a:lnTo>
                      <a:pt x="1666007" y="2294330"/>
                    </a:lnTo>
                    <a:lnTo>
                      <a:pt x="1667911" y="2289253"/>
                    </a:lnTo>
                    <a:lnTo>
                      <a:pt x="1671719" y="2286079"/>
                    </a:lnTo>
                    <a:lnTo>
                      <a:pt x="1680605" y="2281637"/>
                    </a:lnTo>
                    <a:lnTo>
                      <a:pt x="1684413" y="2278464"/>
                    </a:lnTo>
                    <a:lnTo>
                      <a:pt x="1688221" y="2274655"/>
                    </a:lnTo>
                    <a:lnTo>
                      <a:pt x="1691394" y="2270213"/>
                    </a:lnTo>
                    <a:lnTo>
                      <a:pt x="1694567" y="2260058"/>
                    </a:lnTo>
                    <a:lnTo>
                      <a:pt x="1697106" y="2255615"/>
                    </a:lnTo>
                    <a:lnTo>
                      <a:pt x="1700914" y="2252442"/>
                    </a:lnTo>
                    <a:lnTo>
                      <a:pt x="1708530" y="2251172"/>
                    </a:lnTo>
                    <a:lnTo>
                      <a:pt x="1731378" y="2239114"/>
                    </a:lnTo>
                    <a:lnTo>
                      <a:pt x="1735186" y="2238479"/>
                    </a:lnTo>
                    <a:lnTo>
                      <a:pt x="1742802" y="2230863"/>
                    </a:lnTo>
                    <a:lnTo>
                      <a:pt x="1750419" y="2225151"/>
                    </a:lnTo>
                    <a:lnTo>
                      <a:pt x="1757400" y="2221343"/>
                    </a:lnTo>
                    <a:lnTo>
                      <a:pt x="1759939" y="2218170"/>
                    </a:lnTo>
                    <a:lnTo>
                      <a:pt x="1758669" y="2219439"/>
                    </a:lnTo>
                    <a:close/>
                    <a:moveTo>
                      <a:pt x="121857" y="1086554"/>
                    </a:moveTo>
                    <a:lnTo>
                      <a:pt x="120587" y="1087823"/>
                    </a:lnTo>
                    <a:lnTo>
                      <a:pt x="120587" y="1088458"/>
                    </a:lnTo>
                    <a:lnTo>
                      <a:pt x="120587" y="1089093"/>
                    </a:lnTo>
                    <a:lnTo>
                      <a:pt x="120587" y="1088458"/>
                    </a:lnTo>
                    <a:lnTo>
                      <a:pt x="120587" y="1088458"/>
                    </a:lnTo>
                    <a:lnTo>
                      <a:pt x="119952" y="1089093"/>
                    </a:lnTo>
                    <a:lnTo>
                      <a:pt x="121857" y="1086554"/>
                    </a:lnTo>
                    <a:lnTo>
                      <a:pt x="121857" y="1086554"/>
                    </a:lnTo>
                    <a:lnTo>
                      <a:pt x="121857" y="1086554"/>
                    </a:lnTo>
                    <a:close/>
                    <a:moveTo>
                      <a:pt x="241174" y="1068149"/>
                    </a:moveTo>
                    <a:lnTo>
                      <a:pt x="241174" y="1068149"/>
                    </a:lnTo>
                    <a:lnTo>
                      <a:pt x="239905" y="1068783"/>
                    </a:lnTo>
                    <a:lnTo>
                      <a:pt x="239270" y="1069418"/>
                    </a:lnTo>
                    <a:lnTo>
                      <a:pt x="239270" y="1071322"/>
                    </a:lnTo>
                    <a:lnTo>
                      <a:pt x="239270" y="1071322"/>
                    </a:lnTo>
                    <a:lnTo>
                      <a:pt x="239270" y="1071322"/>
                    </a:lnTo>
                    <a:lnTo>
                      <a:pt x="240540" y="1071957"/>
                    </a:lnTo>
                    <a:lnTo>
                      <a:pt x="242444" y="1071957"/>
                    </a:lnTo>
                    <a:lnTo>
                      <a:pt x="244348" y="1069418"/>
                    </a:lnTo>
                    <a:lnTo>
                      <a:pt x="244348" y="1069418"/>
                    </a:lnTo>
                    <a:lnTo>
                      <a:pt x="244348" y="1069418"/>
                    </a:lnTo>
                    <a:lnTo>
                      <a:pt x="241174" y="1068149"/>
                    </a:lnTo>
                    <a:close/>
                    <a:moveTo>
                      <a:pt x="250060" y="1080208"/>
                    </a:moveTo>
                    <a:lnTo>
                      <a:pt x="250060" y="1083381"/>
                    </a:lnTo>
                    <a:lnTo>
                      <a:pt x="250060" y="1083381"/>
                    </a:lnTo>
                    <a:lnTo>
                      <a:pt x="251964" y="1086554"/>
                    </a:lnTo>
                    <a:lnTo>
                      <a:pt x="252599" y="1085919"/>
                    </a:lnTo>
                    <a:lnTo>
                      <a:pt x="252599" y="1085919"/>
                    </a:lnTo>
                    <a:lnTo>
                      <a:pt x="252599" y="1085919"/>
                    </a:lnTo>
                    <a:lnTo>
                      <a:pt x="251329" y="1085285"/>
                    </a:lnTo>
                    <a:lnTo>
                      <a:pt x="252599" y="1081477"/>
                    </a:lnTo>
                    <a:lnTo>
                      <a:pt x="252599" y="1081477"/>
                    </a:lnTo>
                    <a:lnTo>
                      <a:pt x="252599" y="1081477"/>
                    </a:lnTo>
                    <a:lnTo>
                      <a:pt x="250060" y="1080208"/>
                    </a:lnTo>
                    <a:close/>
                    <a:moveTo>
                      <a:pt x="667038" y="2129951"/>
                    </a:moveTo>
                    <a:lnTo>
                      <a:pt x="664499" y="2128681"/>
                    </a:lnTo>
                    <a:lnTo>
                      <a:pt x="662595" y="2127412"/>
                    </a:lnTo>
                    <a:lnTo>
                      <a:pt x="660056" y="2126143"/>
                    </a:lnTo>
                    <a:lnTo>
                      <a:pt x="658152" y="2125508"/>
                    </a:lnTo>
                    <a:lnTo>
                      <a:pt x="657518" y="2126143"/>
                    </a:lnTo>
                    <a:lnTo>
                      <a:pt x="658152" y="2126777"/>
                    </a:lnTo>
                    <a:lnTo>
                      <a:pt x="661326" y="2129316"/>
                    </a:lnTo>
                    <a:lnTo>
                      <a:pt x="663230" y="2129316"/>
                    </a:lnTo>
                    <a:lnTo>
                      <a:pt x="665768" y="2129951"/>
                    </a:lnTo>
                    <a:lnTo>
                      <a:pt x="668942" y="2129951"/>
                    </a:lnTo>
                    <a:lnTo>
                      <a:pt x="668942" y="2129316"/>
                    </a:lnTo>
                    <a:lnTo>
                      <a:pt x="667038" y="2129951"/>
                    </a:lnTo>
                    <a:close/>
                    <a:moveTo>
                      <a:pt x="719715" y="2270847"/>
                    </a:moveTo>
                    <a:lnTo>
                      <a:pt x="718446" y="2271482"/>
                    </a:lnTo>
                    <a:lnTo>
                      <a:pt x="715907" y="2271482"/>
                    </a:lnTo>
                    <a:lnTo>
                      <a:pt x="715273" y="2272117"/>
                    </a:lnTo>
                    <a:lnTo>
                      <a:pt x="715907" y="2273386"/>
                    </a:lnTo>
                    <a:lnTo>
                      <a:pt x="716542" y="2275925"/>
                    </a:lnTo>
                    <a:lnTo>
                      <a:pt x="717177" y="2277194"/>
                    </a:lnTo>
                    <a:lnTo>
                      <a:pt x="717177" y="2277194"/>
                    </a:lnTo>
                    <a:lnTo>
                      <a:pt x="717177" y="2277194"/>
                    </a:lnTo>
                    <a:lnTo>
                      <a:pt x="719715" y="2273386"/>
                    </a:lnTo>
                    <a:lnTo>
                      <a:pt x="719715" y="2270847"/>
                    </a:lnTo>
                    <a:lnTo>
                      <a:pt x="719715" y="2270847"/>
                    </a:lnTo>
                    <a:lnTo>
                      <a:pt x="719715" y="2270847"/>
                    </a:lnTo>
                    <a:close/>
                  </a:path>
                </a:pathLst>
              </a:custGeom>
              <a:solidFill>
                <a:srgbClr val="015F87"/>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54" name="Google Shape;454;p51"/>
              <p:cNvSpPr/>
              <p:nvPr/>
            </p:nvSpPr>
            <p:spPr>
              <a:xfrm>
                <a:off x="2153050" y="4052297"/>
                <a:ext cx="945596" cy="1102734"/>
              </a:xfrm>
              <a:custGeom>
                <a:avLst/>
                <a:gdLst/>
                <a:ahLst/>
                <a:cxnLst/>
                <a:rect l="l" t="t" r="r" b="b"/>
                <a:pathLst>
                  <a:path w="1298533" h="1514321" extrusionOk="0">
                    <a:moveTo>
                      <a:pt x="1282667" y="323681"/>
                    </a:moveTo>
                    <a:lnTo>
                      <a:pt x="1278859" y="367474"/>
                    </a:lnTo>
                    <a:lnTo>
                      <a:pt x="1275051" y="411266"/>
                    </a:lnTo>
                    <a:lnTo>
                      <a:pt x="1271243" y="455058"/>
                    </a:lnTo>
                    <a:lnTo>
                      <a:pt x="1267435" y="498850"/>
                    </a:lnTo>
                    <a:lnTo>
                      <a:pt x="1263627" y="543277"/>
                    </a:lnTo>
                    <a:lnTo>
                      <a:pt x="1259819" y="587069"/>
                    </a:lnTo>
                    <a:lnTo>
                      <a:pt x="1256011" y="630862"/>
                    </a:lnTo>
                    <a:lnTo>
                      <a:pt x="1252203" y="675288"/>
                    </a:lnTo>
                    <a:lnTo>
                      <a:pt x="1248395" y="719080"/>
                    </a:lnTo>
                    <a:lnTo>
                      <a:pt x="1244587" y="763507"/>
                    </a:lnTo>
                    <a:lnTo>
                      <a:pt x="1240779" y="807300"/>
                    </a:lnTo>
                    <a:lnTo>
                      <a:pt x="1236971" y="851092"/>
                    </a:lnTo>
                    <a:lnTo>
                      <a:pt x="1233163" y="895519"/>
                    </a:lnTo>
                    <a:lnTo>
                      <a:pt x="1229355" y="939311"/>
                    </a:lnTo>
                    <a:lnTo>
                      <a:pt x="1225547" y="983738"/>
                    </a:lnTo>
                    <a:lnTo>
                      <a:pt x="1221739" y="1028165"/>
                    </a:lnTo>
                    <a:lnTo>
                      <a:pt x="1217931" y="1071957"/>
                    </a:lnTo>
                    <a:lnTo>
                      <a:pt x="1214123" y="1116384"/>
                    </a:lnTo>
                    <a:lnTo>
                      <a:pt x="1210315" y="1160176"/>
                    </a:lnTo>
                    <a:lnTo>
                      <a:pt x="1206507" y="1204603"/>
                    </a:lnTo>
                    <a:lnTo>
                      <a:pt x="1202699" y="1249029"/>
                    </a:lnTo>
                    <a:lnTo>
                      <a:pt x="1198891" y="1292822"/>
                    </a:lnTo>
                    <a:lnTo>
                      <a:pt x="1195083" y="1337249"/>
                    </a:lnTo>
                    <a:lnTo>
                      <a:pt x="1191275" y="1381675"/>
                    </a:lnTo>
                    <a:lnTo>
                      <a:pt x="1187467" y="1425468"/>
                    </a:lnTo>
                    <a:lnTo>
                      <a:pt x="1183659" y="1469895"/>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9851" y="1514322"/>
                    </a:lnTo>
                    <a:lnTo>
                      <a:pt x="1174773" y="1513687"/>
                    </a:lnTo>
                    <a:lnTo>
                      <a:pt x="1165888" y="1513052"/>
                    </a:lnTo>
                    <a:lnTo>
                      <a:pt x="1157002" y="1512417"/>
                    </a:lnTo>
                    <a:lnTo>
                      <a:pt x="1148117" y="1511783"/>
                    </a:lnTo>
                    <a:lnTo>
                      <a:pt x="1139232" y="1511148"/>
                    </a:lnTo>
                    <a:lnTo>
                      <a:pt x="1130347" y="1510513"/>
                    </a:lnTo>
                    <a:lnTo>
                      <a:pt x="1121461" y="1509879"/>
                    </a:lnTo>
                    <a:lnTo>
                      <a:pt x="1112576" y="1509244"/>
                    </a:lnTo>
                    <a:lnTo>
                      <a:pt x="1103690" y="1508609"/>
                    </a:lnTo>
                    <a:lnTo>
                      <a:pt x="1094805" y="1507975"/>
                    </a:lnTo>
                    <a:lnTo>
                      <a:pt x="1085920" y="1507340"/>
                    </a:lnTo>
                    <a:lnTo>
                      <a:pt x="1077034" y="1506705"/>
                    </a:lnTo>
                    <a:lnTo>
                      <a:pt x="1068149" y="1506071"/>
                    </a:lnTo>
                    <a:lnTo>
                      <a:pt x="1059264" y="1505436"/>
                    </a:lnTo>
                    <a:lnTo>
                      <a:pt x="1050378" y="1504802"/>
                    </a:lnTo>
                    <a:lnTo>
                      <a:pt x="1041493" y="1504167"/>
                    </a:lnTo>
                    <a:lnTo>
                      <a:pt x="1032607" y="1503532"/>
                    </a:lnTo>
                    <a:lnTo>
                      <a:pt x="1023722" y="1502897"/>
                    </a:lnTo>
                    <a:lnTo>
                      <a:pt x="1014837" y="1502263"/>
                    </a:lnTo>
                    <a:lnTo>
                      <a:pt x="1005951" y="1501628"/>
                    </a:lnTo>
                    <a:lnTo>
                      <a:pt x="997066" y="1500993"/>
                    </a:lnTo>
                    <a:lnTo>
                      <a:pt x="988180" y="1500359"/>
                    </a:lnTo>
                    <a:lnTo>
                      <a:pt x="979295" y="1499724"/>
                    </a:lnTo>
                    <a:lnTo>
                      <a:pt x="970410" y="1499089"/>
                    </a:lnTo>
                    <a:lnTo>
                      <a:pt x="961524" y="1498455"/>
                    </a:lnTo>
                    <a:lnTo>
                      <a:pt x="952639" y="1497820"/>
                    </a:lnTo>
                    <a:lnTo>
                      <a:pt x="943754" y="1497185"/>
                    </a:lnTo>
                    <a:lnTo>
                      <a:pt x="934868" y="1496550"/>
                    </a:lnTo>
                    <a:lnTo>
                      <a:pt x="925983" y="1495916"/>
                    </a:lnTo>
                    <a:lnTo>
                      <a:pt x="917097" y="1495281"/>
                    </a:lnTo>
                    <a:lnTo>
                      <a:pt x="908212" y="1494647"/>
                    </a:lnTo>
                    <a:lnTo>
                      <a:pt x="898692" y="1494012"/>
                    </a:lnTo>
                    <a:lnTo>
                      <a:pt x="889807" y="1493377"/>
                    </a:lnTo>
                    <a:lnTo>
                      <a:pt x="880921" y="1492743"/>
                    </a:lnTo>
                    <a:lnTo>
                      <a:pt x="872036" y="1492108"/>
                    </a:lnTo>
                    <a:lnTo>
                      <a:pt x="863150" y="1491473"/>
                    </a:lnTo>
                    <a:lnTo>
                      <a:pt x="854265" y="1490839"/>
                    </a:lnTo>
                    <a:lnTo>
                      <a:pt x="845380" y="1490204"/>
                    </a:lnTo>
                    <a:lnTo>
                      <a:pt x="836494" y="1489569"/>
                    </a:lnTo>
                    <a:lnTo>
                      <a:pt x="827609" y="1488935"/>
                    </a:lnTo>
                    <a:lnTo>
                      <a:pt x="818724" y="1488300"/>
                    </a:lnTo>
                    <a:lnTo>
                      <a:pt x="809838" y="1487665"/>
                    </a:lnTo>
                    <a:lnTo>
                      <a:pt x="800953" y="1487030"/>
                    </a:lnTo>
                    <a:lnTo>
                      <a:pt x="792067" y="1486396"/>
                    </a:lnTo>
                    <a:lnTo>
                      <a:pt x="783182" y="1485761"/>
                    </a:lnTo>
                    <a:lnTo>
                      <a:pt x="771123" y="1484492"/>
                    </a:lnTo>
                    <a:lnTo>
                      <a:pt x="758430" y="1481319"/>
                    </a:lnTo>
                    <a:lnTo>
                      <a:pt x="752718" y="1478780"/>
                    </a:lnTo>
                    <a:lnTo>
                      <a:pt x="741929" y="1473703"/>
                    </a:lnTo>
                    <a:lnTo>
                      <a:pt x="731139" y="1468625"/>
                    </a:lnTo>
                    <a:lnTo>
                      <a:pt x="720985" y="1463548"/>
                    </a:lnTo>
                    <a:lnTo>
                      <a:pt x="710195" y="1458470"/>
                    </a:lnTo>
                    <a:lnTo>
                      <a:pt x="699406" y="1453393"/>
                    </a:lnTo>
                    <a:lnTo>
                      <a:pt x="689251" y="1448316"/>
                    </a:lnTo>
                    <a:lnTo>
                      <a:pt x="678462" y="1443238"/>
                    </a:lnTo>
                    <a:lnTo>
                      <a:pt x="668307" y="1438161"/>
                    </a:lnTo>
                    <a:lnTo>
                      <a:pt x="584531" y="1397542"/>
                    </a:lnTo>
                    <a:lnTo>
                      <a:pt x="501389" y="1356923"/>
                    </a:lnTo>
                    <a:lnTo>
                      <a:pt x="418247" y="1315670"/>
                    </a:lnTo>
                    <a:lnTo>
                      <a:pt x="335740" y="1274416"/>
                    </a:lnTo>
                    <a:lnTo>
                      <a:pt x="253233" y="1232528"/>
                    </a:lnTo>
                    <a:lnTo>
                      <a:pt x="171361" y="1190640"/>
                    </a:lnTo>
                    <a:lnTo>
                      <a:pt x="89488" y="1148117"/>
                    </a:lnTo>
                    <a:lnTo>
                      <a:pt x="8251" y="1105594"/>
                    </a:lnTo>
                    <a:lnTo>
                      <a:pt x="635" y="1101786"/>
                    </a:lnTo>
                    <a:lnTo>
                      <a:pt x="0" y="1101152"/>
                    </a:lnTo>
                    <a:lnTo>
                      <a:pt x="0" y="1101152"/>
                    </a:lnTo>
                    <a:lnTo>
                      <a:pt x="3173" y="1098613"/>
                    </a:lnTo>
                    <a:lnTo>
                      <a:pt x="3173" y="1098613"/>
                    </a:lnTo>
                    <a:lnTo>
                      <a:pt x="7616" y="1088458"/>
                    </a:lnTo>
                    <a:lnTo>
                      <a:pt x="8251" y="1083381"/>
                    </a:lnTo>
                    <a:lnTo>
                      <a:pt x="6981" y="1078304"/>
                    </a:lnTo>
                    <a:lnTo>
                      <a:pt x="11424" y="1071957"/>
                    </a:lnTo>
                    <a:lnTo>
                      <a:pt x="12693" y="1070687"/>
                    </a:lnTo>
                    <a:lnTo>
                      <a:pt x="12693" y="1070687"/>
                    </a:lnTo>
                    <a:lnTo>
                      <a:pt x="17771" y="1066880"/>
                    </a:lnTo>
                    <a:lnTo>
                      <a:pt x="19675" y="1065610"/>
                    </a:lnTo>
                    <a:lnTo>
                      <a:pt x="19675" y="1065610"/>
                    </a:lnTo>
                    <a:lnTo>
                      <a:pt x="22848" y="1061802"/>
                    </a:lnTo>
                    <a:lnTo>
                      <a:pt x="25387" y="1057994"/>
                    </a:lnTo>
                    <a:lnTo>
                      <a:pt x="27926" y="1052282"/>
                    </a:lnTo>
                    <a:lnTo>
                      <a:pt x="29195" y="1049109"/>
                    </a:lnTo>
                    <a:lnTo>
                      <a:pt x="38080" y="1044666"/>
                    </a:lnTo>
                    <a:lnTo>
                      <a:pt x="59024" y="1051647"/>
                    </a:lnTo>
                    <a:lnTo>
                      <a:pt x="67910" y="1051013"/>
                    </a:lnTo>
                    <a:lnTo>
                      <a:pt x="70448" y="1047205"/>
                    </a:lnTo>
                    <a:lnTo>
                      <a:pt x="71083" y="1042762"/>
                    </a:lnTo>
                    <a:lnTo>
                      <a:pt x="71718" y="1038319"/>
                    </a:lnTo>
                    <a:lnTo>
                      <a:pt x="72987" y="1033877"/>
                    </a:lnTo>
                    <a:lnTo>
                      <a:pt x="76160" y="1030703"/>
                    </a:lnTo>
                    <a:lnTo>
                      <a:pt x="84411" y="1026261"/>
                    </a:lnTo>
                    <a:lnTo>
                      <a:pt x="86950" y="1023087"/>
                    </a:lnTo>
                    <a:lnTo>
                      <a:pt x="88219" y="1018010"/>
                    </a:lnTo>
                    <a:lnTo>
                      <a:pt x="86950" y="1001508"/>
                    </a:lnTo>
                    <a:lnTo>
                      <a:pt x="87585" y="998335"/>
                    </a:lnTo>
                    <a:lnTo>
                      <a:pt x="88219" y="995797"/>
                    </a:lnTo>
                    <a:lnTo>
                      <a:pt x="88854" y="993258"/>
                    </a:lnTo>
                    <a:lnTo>
                      <a:pt x="88219" y="990084"/>
                    </a:lnTo>
                    <a:lnTo>
                      <a:pt x="83776" y="981199"/>
                    </a:lnTo>
                    <a:lnTo>
                      <a:pt x="76795" y="976122"/>
                    </a:lnTo>
                    <a:lnTo>
                      <a:pt x="57755" y="972314"/>
                    </a:lnTo>
                    <a:lnTo>
                      <a:pt x="50139" y="967871"/>
                    </a:lnTo>
                    <a:lnTo>
                      <a:pt x="45062" y="958351"/>
                    </a:lnTo>
                    <a:lnTo>
                      <a:pt x="46966" y="950100"/>
                    </a:lnTo>
                    <a:lnTo>
                      <a:pt x="51408" y="941215"/>
                    </a:lnTo>
                    <a:lnTo>
                      <a:pt x="53947" y="930426"/>
                    </a:lnTo>
                    <a:lnTo>
                      <a:pt x="53947" y="915828"/>
                    </a:lnTo>
                    <a:lnTo>
                      <a:pt x="53312" y="912020"/>
                    </a:lnTo>
                    <a:lnTo>
                      <a:pt x="47600" y="903769"/>
                    </a:lnTo>
                    <a:lnTo>
                      <a:pt x="47600" y="899961"/>
                    </a:lnTo>
                    <a:lnTo>
                      <a:pt x="50774" y="892980"/>
                    </a:lnTo>
                    <a:lnTo>
                      <a:pt x="53312" y="891076"/>
                    </a:lnTo>
                    <a:lnTo>
                      <a:pt x="54582" y="889172"/>
                    </a:lnTo>
                    <a:lnTo>
                      <a:pt x="53947" y="886633"/>
                    </a:lnTo>
                    <a:lnTo>
                      <a:pt x="52678" y="884094"/>
                    </a:lnTo>
                    <a:lnTo>
                      <a:pt x="50774" y="880287"/>
                    </a:lnTo>
                    <a:lnTo>
                      <a:pt x="50139" y="877113"/>
                    </a:lnTo>
                    <a:lnTo>
                      <a:pt x="52678" y="875844"/>
                    </a:lnTo>
                    <a:lnTo>
                      <a:pt x="62832" y="876479"/>
                    </a:lnTo>
                    <a:lnTo>
                      <a:pt x="67910" y="875844"/>
                    </a:lnTo>
                    <a:lnTo>
                      <a:pt x="71718" y="873305"/>
                    </a:lnTo>
                    <a:lnTo>
                      <a:pt x="81238" y="859977"/>
                    </a:lnTo>
                    <a:lnTo>
                      <a:pt x="83776" y="854265"/>
                    </a:lnTo>
                    <a:lnTo>
                      <a:pt x="86315" y="851726"/>
                    </a:lnTo>
                    <a:lnTo>
                      <a:pt x="90758" y="847919"/>
                    </a:lnTo>
                    <a:lnTo>
                      <a:pt x="93931" y="844745"/>
                    </a:lnTo>
                    <a:lnTo>
                      <a:pt x="94566" y="842841"/>
                    </a:lnTo>
                    <a:lnTo>
                      <a:pt x="95835" y="839668"/>
                    </a:lnTo>
                    <a:lnTo>
                      <a:pt x="95200" y="833956"/>
                    </a:lnTo>
                    <a:lnTo>
                      <a:pt x="95835" y="830782"/>
                    </a:lnTo>
                    <a:lnTo>
                      <a:pt x="97739" y="829513"/>
                    </a:lnTo>
                    <a:lnTo>
                      <a:pt x="98374" y="828244"/>
                    </a:lnTo>
                    <a:lnTo>
                      <a:pt x="99008" y="825705"/>
                    </a:lnTo>
                    <a:lnTo>
                      <a:pt x="99643" y="820628"/>
                    </a:lnTo>
                    <a:lnTo>
                      <a:pt x="101547" y="814916"/>
                    </a:lnTo>
                    <a:lnTo>
                      <a:pt x="104086" y="811742"/>
                    </a:lnTo>
                    <a:lnTo>
                      <a:pt x="106625" y="809204"/>
                    </a:lnTo>
                    <a:lnTo>
                      <a:pt x="108529" y="806030"/>
                    </a:lnTo>
                    <a:lnTo>
                      <a:pt x="106625" y="800953"/>
                    </a:lnTo>
                    <a:lnTo>
                      <a:pt x="105990" y="798414"/>
                    </a:lnTo>
                    <a:lnTo>
                      <a:pt x="107259" y="797145"/>
                    </a:lnTo>
                    <a:lnTo>
                      <a:pt x="107894" y="795876"/>
                    </a:lnTo>
                    <a:lnTo>
                      <a:pt x="108529" y="793337"/>
                    </a:lnTo>
                    <a:lnTo>
                      <a:pt x="108529" y="790163"/>
                    </a:lnTo>
                    <a:lnTo>
                      <a:pt x="107894" y="788894"/>
                    </a:lnTo>
                    <a:lnTo>
                      <a:pt x="105355" y="785721"/>
                    </a:lnTo>
                    <a:lnTo>
                      <a:pt x="105355" y="779374"/>
                    </a:lnTo>
                    <a:lnTo>
                      <a:pt x="105990" y="773027"/>
                    </a:lnTo>
                    <a:lnTo>
                      <a:pt x="105990" y="769219"/>
                    </a:lnTo>
                    <a:lnTo>
                      <a:pt x="110433" y="766681"/>
                    </a:lnTo>
                    <a:lnTo>
                      <a:pt x="112337" y="764777"/>
                    </a:lnTo>
                    <a:lnTo>
                      <a:pt x="112337" y="762238"/>
                    </a:lnTo>
                    <a:lnTo>
                      <a:pt x="109163" y="757161"/>
                    </a:lnTo>
                    <a:lnTo>
                      <a:pt x="107894" y="753987"/>
                    </a:lnTo>
                    <a:lnTo>
                      <a:pt x="107259" y="750814"/>
                    </a:lnTo>
                    <a:lnTo>
                      <a:pt x="109163" y="745737"/>
                    </a:lnTo>
                    <a:lnTo>
                      <a:pt x="112971" y="742563"/>
                    </a:lnTo>
                    <a:lnTo>
                      <a:pt x="121857" y="738120"/>
                    </a:lnTo>
                    <a:lnTo>
                      <a:pt x="125665" y="734947"/>
                    </a:lnTo>
                    <a:lnTo>
                      <a:pt x="129473" y="731139"/>
                    </a:lnTo>
                    <a:lnTo>
                      <a:pt x="132646" y="726697"/>
                    </a:lnTo>
                    <a:lnTo>
                      <a:pt x="135819" y="716542"/>
                    </a:lnTo>
                    <a:lnTo>
                      <a:pt x="138358" y="712099"/>
                    </a:lnTo>
                    <a:lnTo>
                      <a:pt x="142166" y="708926"/>
                    </a:lnTo>
                    <a:lnTo>
                      <a:pt x="149782" y="707656"/>
                    </a:lnTo>
                    <a:lnTo>
                      <a:pt x="172630" y="695598"/>
                    </a:lnTo>
                    <a:lnTo>
                      <a:pt x="176438" y="694963"/>
                    </a:lnTo>
                    <a:lnTo>
                      <a:pt x="184054" y="687347"/>
                    </a:lnTo>
                    <a:lnTo>
                      <a:pt x="191670" y="681635"/>
                    </a:lnTo>
                    <a:lnTo>
                      <a:pt x="198651" y="677827"/>
                    </a:lnTo>
                    <a:lnTo>
                      <a:pt x="201190" y="674654"/>
                    </a:lnTo>
                    <a:lnTo>
                      <a:pt x="200556" y="669576"/>
                    </a:lnTo>
                    <a:lnTo>
                      <a:pt x="201190" y="666403"/>
                    </a:lnTo>
                    <a:lnTo>
                      <a:pt x="195478" y="661326"/>
                    </a:lnTo>
                    <a:lnTo>
                      <a:pt x="193574" y="658152"/>
                    </a:lnTo>
                    <a:lnTo>
                      <a:pt x="191670" y="656248"/>
                    </a:lnTo>
                    <a:lnTo>
                      <a:pt x="188497" y="653710"/>
                    </a:lnTo>
                    <a:lnTo>
                      <a:pt x="173265" y="639112"/>
                    </a:lnTo>
                    <a:lnTo>
                      <a:pt x="170726" y="635304"/>
                    </a:lnTo>
                    <a:lnTo>
                      <a:pt x="169457" y="626419"/>
                    </a:lnTo>
                    <a:lnTo>
                      <a:pt x="165649" y="623245"/>
                    </a:lnTo>
                    <a:lnTo>
                      <a:pt x="165014" y="622611"/>
                    </a:lnTo>
                    <a:lnTo>
                      <a:pt x="163110" y="620072"/>
                    </a:lnTo>
                    <a:lnTo>
                      <a:pt x="162476" y="619438"/>
                    </a:lnTo>
                    <a:lnTo>
                      <a:pt x="161841" y="618803"/>
                    </a:lnTo>
                    <a:lnTo>
                      <a:pt x="161206" y="618168"/>
                    </a:lnTo>
                    <a:lnTo>
                      <a:pt x="158667" y="617533"/>
                    </a:lnTo>
                    <a:lnTo>
                      <a:pt x="157398" y="616899"/>
                    </a:lnTo>
                    <a:lnTo>
                      <a:pt x="156763" y="615629"/>
                    </a:lnTo>
                    <a:lnTo>
                      <a:pt x="156129" y="613725"/>
                    </a:lnTo>
                    <a:lnTo>
                      <a:pt x="156129" y="610552"/>
                    </a:lnTo>
                    <a:lnTo>
                      <a:pt x="156129" y="608013"/>
                    </a:lnTo>
                    <a:lnTo>
                      <a:pt x="156129" y="608013"/>
                    </a:lnTo>
                    <a:lnTo>
                      <a:pt x="157398" y="604205"/>
                    </a:lnTo>
                    <a:lnTo>
                      <a:pt x="158667" y="601032"/>
                    </a:lnTo>
                    <a:lnTo>
                      <a:pt x="156763" y="598493"/>
                    </a:lnTo>
                    <a:lnTo>
                      <a:pt x="156129" y="598493"/>
                    </a:lnTo>
                    <a:lnTo>
                      <a:pt x="155494" y="593416"/>
                    </a:lnTo>
                    <a:lnTo>
                      <a:pt x="153590" y="590878"/>
                    </a:lnTo>
                    <a:lnTo>
                      <a:pt x="151051" y="588339"/>
                    </a:lnTo>
                    <a:lnTo>
                      <a:pt x="149147" y="583896"/>
                    </a:lnTo>
                    <a:lnTo>
                      <a:pt x="149147" y="581992"/>
                    </a:lnTo>
                    <a:lnTo>
                      <a:pt x="150417" y="576280"/>
                    </a:lnTo>
                    <a:lnTo>
                      <a:pt x="150417" y="574376"/>
                    </a:lnTo>
                    <a:lnTo>
                      <a:pt x="149782" y="573106"/>
                    </a:lnTo>
                    <a:lnTo>
                      <a:pt x="149147" y="571837"/>
                    </a:lnTo>
                    <a:lnTo>
                      <a:pt x="139627" y="542642"/>
                    </a:lnTo>
                    <a:lnTo>
                      <a:pt x="134550" y="540738"/>
                    </a:lnTo>
                    <a:lnTo>
                      <a:pt x="130742" y="537565"/>
                    </a:lnTo>
                    <a:lnTo>
                      <a:pt x="128838" y="532488"/>
                    </a:lnTo>
                    <a:lnTo>
                      <a:pt x="129473" y="525506"/>
                    </a:lnTo>
                    <a:lnTo>
                      <a:pt x="128838" y="522333"/>
                    </a:lnTo>
                    <a:lnTo>
                      <a:pt x="127569" y="518525"/>
                    </a:lnTo>
                    <a:lnTo>
                      <a:pt x="125665" y="514717"/>
                    </a:lnTo>
                    <a:lnTo>
                      <a:pt x="123126" y="512813"/>
                    </a:lnTo>
                    <a:lnTo>
                      <a:pt x="119953" y="511544"/>
                    </a:lnTo>
                    <a:lnTo>
                      <a:pt x="118683" y="508370"/>
                    </a:lnTo>
                    <a:lnTo>
                      <a:pt x="120587" y="479175"/>
                    </a:lnTo>
                    <a:lnTo>
                      <a:pt x="120587" y="477272"/>
                    </a:lnTo>
                    <a:lnTo>
                      <a:pt x="120587" y="474733"/>
                    </a:lnTo>
                    <a:lnTo>
                      <a:pt x="119953" y="466482"/>
                    </a:lnTo>
                    <a:lnTo>
                      <a:pt x="125665" y="460770"/>
                    </a:lnTo>
                    <a:lnTo>
                      <a:pt x="126934" y="458231"/>
                    </a:lnTo>
                    <a:lnTo>
                      <a:pt x="126299" y="455058"/>
                    </a:lnTo>
                    <a:lnTo>
                      <a:pt x="123126" y="449981"/>
                    </a:lnTo>
                    <a:lnTo>
                      <a:pt x="122491" y="447442"/>
                    </a:lnTo>
                    <a:lnTo>
                      <a:pt x="123761" y="444269"/>
                    </a:lnTo>
                    <a:lnTo>
                      <a:pt x="126299" y="443634"/>
                    </a:lnTo>
                    <a:lnTo>
                      <a:pt x="128838" y="444269"/>
                    </a:lnTo>
                    <a:lnTo>
                      <a:pt x="132011" y="443634"/>
                    </a:lnTo>
                    <a:lnTo>
                      <a:pt x="134550" y="442999"/>
                    </a:lnTo>
                    <a:lnTo>
                      <a:pt x="135185" y="442365"/>
                    </a:lnTo>
                    <a:lnTo>
                      <a:pt x="138358" y="432845"/>
                    </a:lnTo>
                    <a:lnTo>
                      <a:pt x="138993" y="427767"/>
                    </a:lnTo>
                    <a:lnTo>
                      <a:pt x="138993" y="417612"/>
                    </a:lnTo>
                    <a:lnTo>
                      <a:pt x="137723" y="405554"/>
                    </a:lnTo>
                    <a:lnTo>
                      <a:pt x="138358" y="399207"/>
                    </a:lnTo>
                    <a:lnTo>
                      <a:pt x="139627" y="392226"/>
                    </a:lnTo>
                    <a:lnTo>
                      <a:pt x="138358" y="385879"/>
                    </a:lnTo>
                    <a:lnTo>
                      <a:pt x="133915" y="371917"/>
                    </a:lnTo>
                    <a:lnTo>
                      <a:pt x="131377" y="359223"/>
                    </a:lnTo>
                    <a:lnTo>
                      <a:pt x="129473" y="349068"/>
                    </a:lnTo>
                    <a:lnTo>
                      <a:pt x="135185" y="337644"/>
                    </a:lnTo>
                    <a:lnTo>
                      <a:pt x="135185" y="326855"/>
                    </a:lnTo>
                    <a:lnTo>
                      <a:pt x="137723" y="321777"/>
                    </a:lnTo>
                    <a:lnTo>
                      <a:pt x="137089" y="317335"/>
                    </a:lnTo>
                    <a:lnTo>
                      <a:pt x="132646" y="298295"/>
                    </a:lnTo>
                    <a:lnTo>
                      <a:pt x="132011" y="293217"/>
                    </a:lnTo>
                    <a:lnTo>
                      <a:pt x="132646" y="286236"/>
                    </a:lnTo>
                    <a:lnTo>
                      <a:pt x="134550" y="272273"/>
                    </a:lnTo>
                    <a:lnTo>
                      <a:pt x="135819" y="268465"/>
                    </a:lnTo>
                    <a:lnTo>
                      <a:pt x="140262" y="262753"/>
                    </a:lnTo>
                    <a:lnTo>
                      <a:pt x="141531" y="260214"/>
                    </a:lnTo>
                    <a:lnTo>
                      <a:pt x="141531" y="258311"/>
                    </a:lnTo>
                    <a:lnTo>
                      <a:pt x="140897" y="255772"/>
                    </a:lnTo>
                    <a:lnTo>
                      <a:pt x="133915" y="244348"/>
                    </a:lnTo>
                    <a:lnTo>
                      <a:pt x="131377" y="238001"/>
                    </a:lnTo>
                    <a:lnTo>
                      <a:pt x="130107" y="231020"/>
                    </a:lnTo>
                    <a:lnTo>
                      <a:pt x="130742" y="224038"/>
                    </a:lnTo>
                    <a:lnTo>
                      <a:pt x="134550" y="220865"/>
                    </a:lnTo>
                    <a:lnTo>
                      <a:pt x="135819" y="218326"/>
                    </a:lnTo>
                    <a:lnTo>
                      <a:pt x="136454" y="215788"/>
                    </a:lnTo>
                    <a:lnTo>
                      <a:pt x="136454" y="210076"/>
                    </a:lnTo>
                    <a:lnTo>
                      <a:pt x="137089" y="207537"/>
                    </a:lnTo>
                    <a:lnTo>
                      <a:pt x="137723" y="205633"/>
                    </a:lnTo>
                    <a:lnTo>
                      <a:pt x="138358" y="204998"/>
                    </a:lnTo>
                    <a:lnTo>
                      <a:pt x="140262" y="203094"/>
                    </a:lnTo>
                    <a:lnTo>
                      <a:pt x="140897" y="202460"/>
                    </a:lnTo>
                    <a:lnTo>
                      <a:pt x="141531" y="201825"/>
                    </a:lnTo>
                    <a:lnTo>
                      <a:pt x="148513" y="199286"/>
                    </a:lnTo>
                    <a:lnTo>
                      <a:pt x="155494" y="196113"/>
                    </a:lnTo>
                    <a:lnTo>
                      <a:pt x="167553" y="194844"/>
                    </a:lnTo>
                    <a:lnTo>
                      <a:pt x="170726" y="194209"/>
                    </a:lnTo>
                    <a:lnTo>
                      <a:pt x="172630" y="194209"/>
                    </a:lnTo>
                    <a:lnTo>
                      <a:pt x="174534" y="194844"/>
                    </a:lnTo>
                    <a:lnTo>
                      <a:pt x="184689" y="199286"/>
                    </a:lnTo>
                    <a:lnTo>
                      <a:pt x="185324" y="199921"/>
                    </a:lnTo>
                    <a:lnTo>
                      <a:pt x="185958" y="200556"/>
                    </a:lnTo>
                    <a:lnTo>
                      <a:pt x="187227" y="201825"/>
                    </a:lnTo>
                    <a:lnTo>
                      <a:pt x="189131" y="203729"/>
                    </a:lnTo>
                    <a:lnTo>
                      <a:pt x="191670" y="204998"/>
                    </a:lnTo>
                    <a:lnTo>
                      <a:pt x="193574" y="205633"/>
                    </a:lnTo>
                    <a:lnTo>
                      <a:pt x="194844" y="205633"/>
                    </a:lnTo>
                    <a:lnTo>
                      <a:pt x="196113" y="205633"/>
                    </a:lnTo>
                    <a:lnTo>
                      <a:pt x="197382" y="204998"/>
                    </a:lnTo>
                    <a:lnTo>
                      <a:pt x="203094" y="202460"/>
                    </a:lnTo>
                    <a:lnTo>
                      <a:pt x="204364" y="201825"/>
                    </a:lnTo>
                    <a:lnTo>
                      <a:pt x="205633" y="201825"/>
                    </a:lnTo>
                    <a:lnTo>
                      <a:pt x="206902" y="201825"/>
                    </a:lnTo>
                    <a:lnTo>
                      <a:pt x="208172" y="201825"/>
                    </a:lnTo>
                    <a:lnTo>
                      <a:pt x="209441" y="202460"/>
                    </a:lnTo>
                    <a:lnTo>
                      <a:pt x="211345" y="203094"/>
                    </a:lnTo>
                    <a:lnTo>
                      <a:pt x="213249" y="204364"/>
                    </a:lnTo>
                    <a:lnTo>
                      <a:pt x="215153" y="206902"/>
                    </a:lnTo>
                    <a:lnTo>
                      <a:pt x="217057" y="209441"/>
                    </a:lnTo>
                    <a:lnTo>
                      <a:pt x="218326" y="211980"/>
                    </a:lnTo>
                    <a:lnTo>
                      <a:pt x="221500" y="222769"/>
                    </a:lnTo>
                    <a:lnTo>
                      <a:pt x="222769" y="225943"/>
                    </a:lnTo>
                    <a:lnTo>
                      <a:pt x="224673" y="229750"/>
                    </a:lnTo>
                    <a:lnTo>
                      <a:pt x="227846" y="233558"/>
                    </a:lnTo>
                    <a:lnTo>
                      <a:pt x="232289" y="236097"/>
                    </a:lnTo>
                    <a:lnTo>
                      <a:pt x="237367" y="236732"/>
                    </a:lnTo>
                    <a:lnTo>
                      <a:pt x="247521" y="236097"/>
                    </a:lnTo>
                    <a:lnTo>
                      <a:pt x="255137" y="232924"/>
                    </a:lnTo>
                    <a:lnTo>
                      <a:pt x="259580" y="222769"/>
                    </a:lnTo>
                    <a:lnTo>
                      <a:pt x="263388" y="213884"/>
                    </a:lnTo>
                    <a:lnTo>
                      <a:pt x="266561" y="206268"/>
                    </a:lnTo>
                    <a:lnTo>
                      <a:pt x="271004" y="201825"/>
                    </a:lnTo>
                    <a:lnTo>
                      <a:pt x="276081" y="196748"/>
                    </a:lnTo>
                    <a:lnTo>
                      <a:pt x="276716" y="194209"/>
                    </a:lnTo>
                    <a:lnTo>
                      <a:pt x="277351" y="191670"/>
                    </a:lnTo>
                    <a:lnTo>
                      <a:pt x="278620" y="181516"/>
                    </a:lnTo>
                    <a:lnTo>
                      <a:pt x="279255" y="179611"/>
                    </a:lnTo>
                    <a:lnTo>
                      <a:pt x="279889" y="173900"/>
                    </a:lnTo>
                    <a:lnTo>
                      <a:pt x="281159" y="165014"/>
                    </a:lnTo>
                    <a:lnTo>
                      <a:pt x="282428" y="153590"/>
                    </a:lnTo>
                    <a:lnTo>
                      <a:pt x="284332" y="139627"/>
                    </a:lnTo>
                    <a:lnTo>
                      <a:pt x="286236" y="124395"/>
                    </a:lnTo>
                    <a:lnTo>
                      <a:pt x="288775" y="107894"/>
                    </a:lnTo>
                    <a:lnTo>
                      <a:pt x="291313" y="90758"/>
                    </a:lnTo>
                    <a:lnTo>
                      <a:pt x="293852" y="73622"/>
                    </a:lnTo>
                    <a:lnTo>
                      <a:pt x="295756" y="57120"/>
                    </a:lnTo>
                    <a:lnTo>
                      <a:pt x="297660" y="41888"/>
                    </a:lnTo>
                    <a:lnTo>
                      <a:pt x="299564" y="27926"/>
                    </a:lnTo>
                    <a:lnTo>
                      <a:pt x="300833" y="16501"/>
                    </a:lnTo>
                    <a:lnTo>
                      <a:pt x="302103" y="7616"/>
                    </a:lnTo>
                    <a:lnTo>
                      <a:pt x="302737" y="1904"/>
                    </a:lnTo>
                    <a:lnTo>
                      <a:pt x="303372" y="0"/>
                    </a:lnTo>
                    <a:lnTo>
                      <a:pt x="334471" y="3808"/>
                    </a:lnTo>
                    <a:lnTo>
                      <a:pt x="365570" y="7616"/>
                    </a:lnTo>
                    <a:lnTo>
                      <a:pt x="396668" y="11424"/>
                    </a:lnTo>
                    <a:lnTo>
                      <a:pt x="427767" y="15232"/>
                    </a:lnTo>
                    <a:lnTo>
                      <a:pt x="458866" y="19040"/>
                    </a:lnTo>
                    <a:lnTo>
                      <a:pt x="489965" y="22848"/>
                    </a:lnTo>
                    <a:lnTo>
                      <a:pt x="521064" y="26656"/>
                    </a:lnTo>
                    <a:lnTo>
                      <a:pt x="552162" y="30464"/>
                    </a:lnTo>
                    <a:lnTo>
                      <a:pt x="583261" y="34272"/>
                    </a:lnTo>
                    <a:lnTo>
                      <a:pt x="614360" y="38080"/>
                    </a:lnTo>
                    <a:lnTo>
                      <a:pt x="645459" y="41888"/>
                    </a:lnTo>
                    <a:lnTo>
                      <a:pt x="676558" y="45696"/>
                    </a:lnTo>
                    <a:lnTo>
                      <a:pt x="707656" y="49504"/>
                    </a:lnTo>
                    <a:lnTo>
                      <a:pt x="738755" y="52678"/>
                    </a:lnTo>
                    <a:lnTo>
                      <a:pt x="769854" y="55851"/>
                    </a:lnTo>
                    <a:lnTo>
                      <a:pt x="800953" y="59024"/>
                    </a:lnTo>
                    <a:lnTo>
                      <a:pt x="832052" y="62198"/>
                    </a:lnTo>
                    <a:lnTo>
                      <a:pt x="863150" y="65371"/>
                    </a:lnTo>
                    <a:lnTo>
                      <a:pt x="894249" y="68544"/>
                    </a:lnTo>
                    <a:lnTo>
                      <a:pt x="925348" y="71718"/>
                    </a:lnTo>
                    <a:lnTo>
                      <a:pt x="956447" y="74891"/>
                    </a:lnTo>
                    <a:lnTo>
                      <a:pt x="987546" y="78064"/>
                    </a:lnTo>
                    <a:lnTo>
                      <a:pt x="1018644" y="81238"/>
                    </a:lnTo>
                    <a:lnTo>
                      <a:pt x="1049743" y="84411"/>
                    </a:lnTo>
                    <a:lnTo>
                      <a:pt x="1080842" y="87584"/>
                    </a:lnTo>
                    <a:lnTo>
                      <a:pt x="1111941" y="90123"/>
                    </a:lnTo>
                    <a:lnTo>
                      <a:pt x="1143040" y="92662"/>
                    </a:lnTo>
                    <a:lnTo>
                      <a:pt x="1174139" y="95200"/>
                    </a:lnTo>
                    <a:lnTo>
                      <a:pt x="1205237" y="97739"/>
                    </a:lnTo>
                    <a:lnTo>
                      <a:pt x="1236336" y="100278"/>
                    </a:lnTo>
                    <a:lnTo>
                      <a:pt x="1267435" y="102817"/>
                    </a:lnTo>
                    <a:lnTo>
                      <a:pt x="1298534" y="105355"/>
                    </a:lnTo>
                    <a:lnTo>
                      <a:pt x="1294726" y="149147"/>
                    </a:lnTo>
                    <a:lnTo>
                      <a:pt x="1290918" y="192940"/>
                    </a:lnTo>
                    <a:lnTo>
                      <a:pt x="1287110" y="236732"/>
                    </a:lnTo>
                    <a:lnTo>
                      <a:pt x="1283302" y="280524"/>
                    </a:lnTo>
                    <a:lnTo>
                      <a:pt x="1282667" y="323681"/>
                    </a:lnTo>
                    <a:lnTo>
                      <a:pt x="1282667" y="323681"/>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55" name="Google Shape;455;p51"/>
              <p:cNvSpPr/>
              <p:nvPr/>
            </p:nvSpPr>
            <p:spPr>
              <a:xfrm>
                <a:off x="5213530" y="4214518"/>
                <a:ext cx="736234" cy="671068"/>
              </a:xfrm>
              <a:custGeom>
                <a:avLst/>
                <a:gdLst/>
                <a:ahLst/>
                <a:cxnLst/>
                <a:rect l="l" t="t" r="r" b="b"/>
                <a:pathLst>
                  <a:path w="1011028" h="921539" extrusionOk="0">
                    <a:moveTo>
                      <a:pt x="997066" y="107894"/>
                    </a:moveTo>
                    <a:lnTo>
                      <a:pt x="997066" y="109798"/>
                    </a:lnTo>
                    <a:lnTo>
                      <a:pt x="1001509" y="115510"/>
                    </a:lnTo>
                    <a:lnTo>
                      <a:pt x="1007220" y="120587"/>
                    </a:lnTo>
                    <a:lnTo>
                      <a:pt x="1011029" y="127568"/>
                    </a:lnTo>
                    <a:lnTo>
                      <a:pt x="1009759" y="132646"/>
                    </a:lnTo>
                    <a:lnTo>
                      <a:pt x="1006586" y="132011"/>
                    </a:lnTo>
                    <a:lnTo>
                      <a:pt x="1000239" y="128203"/>
                    </a:lnTo>
                    <a:lnTo>
                      <a:pt x="995797" y="128838"/>
                    </a:lnTo>
                    <a:lnTo>
                      <a:pt x="991989" y="131376"/>
                    </a:lnTo>
                    <a:lnTo>
                      <a:pt x="989450" y="135185"/>
                    </a:lnTo>
                    <a:lnTo>
                      <a:pt x="988180" y="139627"/>
                    </a:lnTo>
                    <a:lnTo>
                      <a:pt x="993892" y="141531"/>
                    </a:lnTo>
                    <a:lnTo>
                      <a:pt x="999604" y="145339"/>
                    </a:lnTo>
                    <a:lnTo>
                      <a:pt x="1002143" y="149782"/>
                    </a:lnTo>
                    <a:lnTo>
                      <a:pt x="990084" y="161841"/>
                    </a:lnTo>
                    <a:lnTo>
                      <a:pt x="960255" y="178342"/>
                    </a:lnTo>
                    <a:lnTo>
                      <a:pt x="957716" y="182150"/>
                    </a:lnTo>
                    <a:lnTo>
                      <a:pt x="958351" y="186593"/>
                    </a:lnTo>
                    <a:lnTo>
                      <a:pt x="962159" y="192305"/>
                    </a:lnTo>
                    <a:lnTo>
                      <a:pt x="968505" y="199286"/>
                    </a:lnTo>
                    <a:lnTo>
                      <a:pt x="968505" y="202459"/>
                    </a:lnTo>
                    <a:lnTo>
                      <a:pt x="965332" y="206902"/>
                    </a:lnTo>
                    <a:lnTo>
                      <a:pt x="962159" y="210075"/>
                    </a:lnTo>
                    <a:lnTo>
                      <a:pt x="960890" y="212614"/>
                    </a:lnTo>
                    <a:lnTo>
                      <a:pt x="962159" y="215153"/>
                    </a:lnTo>
                    <a:lnTo>
                      <a:pt x="965967" y="219595"/>
                    </a:lnTo>
                    <a:lnTo>
                      <a:pt x="969140" y="225308"/>
                    </a:lnTo>
                    <a:lnTo>
                      <a:pt x="967236" y="228481"/>
                    </a:lnTo>
                    <a:lnTo>
                      <a:pt x="962793" y="230385"/>
                    </a:lnTo>
                    <a:lnTo>
                      <a:pt x="957716" y="231654"/>
                    </a:lnTo>
                    <a:lnTo>
                      <a:pt x="952639" y="233558"/>
                    </a:lnTo>
                    <a:lnTo>
                      <a:pt x="950100" y="236097"/>
                    </a:lnTo>
                    <a:lnTo>
                      <a:pt x="949465" y="240539"/>
                    </a:lnTo>
                    <a:lnTo>
                      <a:pt x="950100" y="246886"/>
                    </a:lnTo>
                    <a:lnTo>
                      <a:pt x="949465" y="251329"/>
                    </a:lnTo>
                    <a:lnTo>
                      <a:pt x="947562" y="255772"/>
                    </a:lnTo>
                    <a:lnTo>
                      <a:pt x="945023" y="259580"/>
                    </a:lnTo>
                    <a:lnTo>
                      <a:pt x="934868" y="269735"/>
                    </a:lnTo>
                    <a:lnTo>
                      <a:pt x="932330" y="273542"/>
                    </a:lnTo>
                    <a:lnTo>
                      <a:pt x="931695" y="279255"/>
                    </a:lnTo>
                    <a:lnTo>
                      <a:pt x="932964" y="290679"/>
                    </a:lnTo>
                    <a:lnTo>
                      <a:pt x="934233" y="295756"/>
                    </a:lnTo>
                    <a:lnTo>
                      <a:pt x="939311" y="307815"/>
                    </a:lnTo>
                    <a:lnTo>
                      <a:pt x="942484" y="317969"/>
                    </a:lnTo>
                    <a:lnTo>
                      <a:pt x="943119" y="328124"/>
                    </a:lnTo>
                    <a:lnTo>
                      <a:pt x="939311" y="335105"/>
                    </a:lnTo>
                    <a:lnTo>
                      <a:pt x="934868" y="335105"/>
                    </a:lnTo>
                    <a:lnTo>
                      <a:pt x="929156" y="334470"/>
                    </a:lnTo>
                    <a:lnTo>
                      <a:pt x="924079" y="335105"/>
                    </a:lnTo>
                    <a:lnTo>
                      <a:pt x="922175" y="339548"/>
                    </a:lnTo>
                    <a:lnTo>
                      <a:pt x="922175" y="344625"/>
                    </a:lnTo>
                    <a:lnTo>
                      <a:pt x="921540" y="349068"/>
                    </a:lnTo>
                    <a:lnTo>
                      <a:pt x="919636" y="352876"/>
                    </a:lnTo>
                    <a:lnTo>
                      <a:pt x="917097" y="356049"/>
                    </a:lnTo>
                    <a:lnTo>
                      <a:pt x="910116" y="361127"/>
                    </a:lnTo>
                    <a:lnTo>
                      <a:pt x="905673" y="363666"/>
                    </a:lnTo>
                    <a:lnTo>
                      <a:pt x="901865" y="364935"/>
                    </a:lnTo>
                    <a:lnTo>
                      <a:pt x="899962" y="366839"/>
                    </a:lnTo>
                    <a:lnTo>
                      <a:pt x="901865" y="369377"/>
                    </a:lnTo>
                    <a:lnTo>
                      <a:pt x="902500" y="370647"/>
                    </a:lnTo>
                    <a:lnTo>
                      <a:pt x="909482" y="377628"/>
                    </a:lnTo>
                    <a:lnTo>
                      <a:pt x="910116" y="387783"/>
                    </a:lnTo>
                    <a:lnTo>
                      <a:pt x="903769" y="396668"/>
                    </a:lnTo>
                    <a:lnTo>
                      <a:pt x="894884" y="403650"/>
                    </a:lnTo>
                    <a:lnTo>
                      <a:pt x="872671" y="414439"/>
                    </a:lnTo>
                    <a:lnTo>
                      <a:pt x="870766" y="418247"/>
                    </a:lnTo>
                    <a:lnTo>
                      <a:pt x="872036" y="422055"/>
                    </a:lnTo>
                    <a:lnTo>
                      <a:pt x="874575" y="427132"/>
                    </a:lnTo>
                    <a:lnTo>
                      <a:pt x="875844" y="431575"/>
                    </a:lnTo>
                    <a:lnTo>
                      <a:pt x="873305" y="435383"/>
                    </a:lnTo>
                    <a:lnTo>
                      <a:pt x="871401" y="437922"/>
                    </a:lnTo>
                    <a:lnTo>
                      <a:pt x="866958" y="439826"/>
                    </a:lnTo>
                    <a:lnTo>
                      <a:pt x="862516" y="439826"/>
                    </a:lnTo>
                    <a:lnTo>
                      <a:pt x="858708" y="437287"/>
                    </a:lnTo>
                    <a:lnTo>
                      <a:pt x="856169" y="438556"/>
                    </a:lnTo>
                    <a:lnTo>
                      <a:pt x="853630" y="443634"/>
                    </a:lnTo>
                    <a:lnTo>
                      <a:pt x="851092" y="452519"/>
                    </a:lnTo>
                    <a:lnTo>
                      <a:pt x="850457" y="463309"/>
                    </a:lnTo>
                    <a:lnTo>
                      <a:pt x="855535" y="480444"/>
                    </a:lnTo>
                    <a:lnTo>
                      <a:pt x="854899" y="501389"/>
                    </a:lnTo>
                    <a:lnTo>
                      <a:pt x="855535" y="510274"/>
                    </a:lnTo>
                    <a:lnTo>
                      <a:pt x="854899" y="517256"/>
                    </a:lnTo>
                    <a:lnTo>
                      <a:pt x="848553" y="524871"/>
                    </a:lnTo>
                    <a:lnTo>
                      <a:pt x="841572" y="529949"/>
                    </a:lnTo>
                    <a:lnTo>
                      <a:pt x="837129" y="532487"/>
                    </a:lnTo>
                    <a:lnTo>
                      <a:pt x="828878" y="534391"/>
                    </a:lnTo>
                    <a:lnTo>
                      <a:pt x="826339" y="534391"/>
                    </a:lnTo>
                    <a:lnTo>
                      <a:pt x="824436" y="533757"/>
                    </a:lnTo>
                    <a:lnTo>
                      <a:pt x="821897" y="531853"/>
                    </a:lnTo>
                    <a:lnTo>
                      <a:pt x="821262" y="533122"/>
                    </a:lnTo>
                    <a:lnTo>
                      <a:pt x="821262" y="535661"/>
                    </a:lnTo>
                    <a:lnTo>
                      <a:pt x="822531" y="539469"/>
                    </a:lnTo>
                    <a:lnTo>
                      <a:pt x="825070" y="543911"/>
                    </a:lnTo>
                    <a:lnTo>
                      <a:pt x="825705" y="547085"/>
                    </a:lnTo>
                    <a:lnTo>
                      <a:pt x="825070" y="548989"/>
                    </a:lnTo>
                    <a:lnTo>
                      <a:pt x="822531" y="554066"/>
                    </a:lnTo>
                    <a:lnTo>
                      <a:pt x="821897" y="556605"/>
                    </a:lnTo>
                    <a:lnTo>
                      <a:pt x="821262" y="557874"/>
                    </a:lnTo>
                    <a:lnTo>
                      <a:pt x="819358" y="557874"/>
                    </a:lnTo>
                    <a:lnTo>
                      <a:pt x="815550" y="556605"/>
                    </a:lnTo>
                    <a:lnTo>
                      <a:pt x="813011" y="557240"/>
                    </a:lnTo>
                    <a:lnTo>
                      <a:pt x="811742" y="557874"/>
                    </a:lnTo>
                    <a:lnTo>
                      <a:pt x="811108" y="559144"/>
                    </a:lnTo>
                    <a:lnTo>
                      <a:pt x="804761" y="578184"/>
                    </a:lnTo>
                    <a:lnTo>
                      <a:pt x="802222" y="580723"/>
                    </a:lnTo>
                    <a:lnTo>
                      <a:pt x="799049" y="581992"/>
                    </a:lnTo>
                    <a:lnTo>
                      <a:pt x="788894" y="588973"/>
                    </a:lnTo>
                    <a:lnTo>
                      <a:pt x="786356" y="591512"/>
                    </a:lnTo>
                    <a:lnTo>
                      <a:pt x="786990" y="598493"/>
                    </a:lnTo>
                    <a:lnTo>
                      <a:pt x="802857" y="604840"/>
                    </a:lnTo>
                    <a:lnTo>
                      <a:pt x="804126" y="614360"/>
                    </a:lnTo>
                    <a:lnTo>
                      <a:pt x="801588" y="618803"/>
                    </a:lnTo>
                    <a:lnTo>
                      <a:pt x="798415" y="621341"/>
                    </a:lnTo>
                    <a:lnTo>
                      <a:pt x="794606" y="621976"/>
                    </a:lnTo>
                    <a:lnTo>
                      <a:pt x="789529" y="622611"/>
                    </a:lnTo>
                    <a:lnTo>
                      <a:pt x="785086" y="623880"/>
                    </a:lnTo>
                    <a:lnTo>
                      <a:pt x="773662" y="630861"/>
                    </a:lnTo>
                    <a:lnTo>
                      <a:pt x="762872" y="634035"/>
                    </a:lnTo>
                    <a:lnTo>
                      <a:pt x="760969" y="635938"/>
                    </a:lnTo>
                    <a:lnTo>
                      <a:pt x="762238" y="639747"/>
                    </a:lnTo>
                    <a:lnTo>
                      <a:pt x="764777" y="641016"/>
                    </a:lnTo>
                    <a:lnTo>
                      <a:pt x="767316" y="641651"/>
                    </a:lnTo>
                    <a:lnTo>
                      <a:pt x="770489" y="642920"/>
                    </a:lnTo>
                    <a:lnTo>
                      <a:pt x="774297" y="649901"/>
                    </a:lnTo>
                    <a:lnTo>
                      <a:pt x="771758" y="656248"/>
                    </a:lnTo>
                    <a:lnTo>
                      <a:pt x="767950" y="661960"/>
                    </a:lnTo>
                    <a:lnTo>
                      <a:pt x="769854" y="670211"/>
                    </a:lnTo>
                    <a:lnTo>
                      <a:pt x="772392" y="674019"/>
                    </a:lnTo>
                    <a:lnTo>
                      <a:pt x="774297" y="678461"/>
                    </a:lnTo>
                    <a:lnTo>
                      <a:pt x="771758" y="684174"/>
                    </a:lnTo>
                    <a:lnTo>
                      <a:pt x="769854" y="684808"/>
                    </a:lnTo>
                    <a:lnTo>
                      <a:pt x="764142" y="685443"/>
                    </a:lnTo>
                    <a:lnTo>
                      <a:pt x="761603" y="686078"/>
                    </a:lnTo>
                    <a:lnTo>
                      <a:pt x="759699" y="687981"/>
                    </a:lnTo>
                    <a:lnTo>
                      <a:pt x="755891" y="693059"/>
                    </a:lnTo>
                    <a:lnTo>
                      <a:pt x="754622" y="693694"/>
                    </a:lnTo>
                    <a:lnTo>
                      <a:pt x="752718" y="695598"/>
                    </a:lnTo>
                    <a:lnTo>
                      <a:pt x="745737" y="707022"/>
                    </a:lnTo>
                    <a:lnTo>
                      <a:pt x="741929" y="710195"/>
                    </a:lnTo>
                    <a:lnTo>
                      <a:pt x="738755" y="712099"/>
                    </a:lnTo>
                    <a:lnTo>
                      <a:pt x="738121" y="714638"/>
                    </a:lnTo>
                    <a:lnTo>
                      <a:pt x="742563" y="718446"/>
                    </a:lnTo>
                    <a:lnTo>
                      <a:pt x="751449" y="722254"/>
                    </a:lnTo>
                    <a:lnTo>
                      <a:pt x="755257" y="725427"/>
                    </a:lnTo>
                    <a:lnTo>
                      <a:pt x="756526" y="731774"/>
                    </a:lnTo>
                    <a:lnTo>
                      <a:pt x="755257" y="736851"/>
                    </a:lnTo>
                    <a:lnTo>
                      <a:pt x="752083" y="739390"/>
                    </a:lnTo>
                    <a:lnTo>
                      <a:pt x="747641" y="740659"/>
                    </a:lnTo>
                    <a:lnTo>
                      <a:pt x="742563" y="741294"/>
                    </a:lnTo>
                    <a:lnTo>
                      <a:pt x="739390" y="743198"/>
                    </a:lnTo>
                    <a:lnTo>
                      <a:pt x="740659" y="747006"/>
                    </a:lnTo>
                    <a:lnTo>
                      <a:pt x="744468" y="750814"/>
                    </a:lnTo>
                    <a:lnTo>
                      <a:pt x="748275" y="752083"/>
                    </a:lnTo>
                    <a:lnTo>
                      <a:pt x="752083" y="753352"/>
                    </a:lnTo>
                    <a:lnTo>
                      <a:pt x="756526" y="756526"/>
                    </a:lnTo>
                    <a:lnTo>
                      <a:pt x="764142" y="763507"/>
                    </a:lnTo>
                    <a:lnTo>
                      <a:pt x="764777" y="767950"/>
                    </a:lnTo>
                    <a:lnTo>
                      <a:pt x="765411" y="774931"/>
                    </a:lnTo>
                    <a:lnTo>
                      <a:pt x="765411" y="782547"/>
                    </a:lnTo>
                    <a:lnTo>
                      <a:pt x="764777" y="787625"/>
                    </a:lnTo>
                    <a:lnTo>
                      <a:pt x="757796" y="798414"/>
                    </a:lnTo>
                    <a:lnTo>
                      <a:pt x="755891" y="804126"/>
                    </a:lnTo>
                    <a:lnTo>
                      <a:pt x="759065" y="808569"/>
                    </a:lnTo>
                    <a:lnTo>
                      <a:pt x="761603" y="808569"/>
                    </a:lnTo>
                    <a:lnTo>
                      <a:pt x="767950" y="810473"/>
                    </a:lnTo>
                    <a:lnTo>
                      <a:pt x="771123" y="812377"/>
                    </a:lnTo>
                    <a:lnTo>
                      <a:pt x="772392" y="815550"/>
                    </a:lnTo>
                    <a:lnTo>
                      <a:pt x="773662" y="828244"/>
                    </a:lnTo>
                    <a:lnTo>
                      <a:pt x="776836" y="836494"/>
                    </a:lnTo>
                    <a:lnTo>
                      <a:pt x="777470" y="840302"/>
                    </a:lnTo>
                    <a:lnTo>
                      <a:pt x="776836" y="844745"/>
                    </a:lnTo>
                    <a:lnTo>
                      <a:pt x="774297" y="846649"/>
                    </a:lnTo>
                    <a:lnTo>
                      <a:pt x="769854" y="847918"/>
                    </a:lnTo>
                    <a:lnTo>
                      <a:pt x="766046" y="850457"/>
                    </a:lnTo>
                    <a:lnTo>
                      <a:pt x="764777" y="853630"/>
                    </a:lnTo>
                    <a:lnTo>
                      <a:pt x="765411" y="879652"/>
                    </a:lnTo>
                    <a:lnTo>
                      <a:pt x="762238" y="880286"/>
                    </a:lnTo>
                    <a:lnTo>
                      <a:pt x="724792" y="883460"/>
                    </a:lnTo>
                    <a:lnTo>
                      <a:pt x="687347" y="886633"/>
                    </a:lnTo>
                    <a:lnTo>
                      <a:pt x="649902" y="889172"/>
                    </a:lnTo>
                    <a:lnTo>
                      <a:pt x="612456" y="891711"/>
                    </a:lnTo>
                    <a:lnTo>
                      <a:pt x="575010" y="894249"/>
                    </a:lnTo>
                    <a:lnTo>
                      <a:pt x="537565" y="896788"/>
                    </a:lnTo>
                    <a:lnTo>
                      <a:pt x="500120" y="899326"/>
                    </a:lnTo>
                    <a:lnTo>
                      <a:pt x="462674" y="901865"/>
                    </a:lnTo>
                    <a:lnTo>
                      <a:pt x="425229" y="904404"/>
                    </a:lnTo>
                    <a:lnTo>
                      <a:pt x="387783" y="906942"/>
                    </a:lnTo>
                    <a:lnTo>
                      <a:pt x="350337" y="909481"/>
                    </a:lnTo>
                    <a:lnTo>
                      <a:pt x="312892" y="912020"/>
                    </a:lnTo>
                    <a:lnTo>
                      <a:pt x="275447" y="914559"/>
                    </a:lnTo>
                    <a:lnTo>
                      <a:pt x="238001" y="917097"/>
                    </a:lnTo>
                    <a:lnTo>
                      <a:pt x="200555" y="919636"/>
                    </a:lnTo>
                    <a:lnTo>
                      <a:pt x="163110" y="921540"/>
                    </a:lnTo>
                    <a:lnTo>
                      <a:pt x="161206" y="891711"/>
                    </a:lnTo>
                    <a:lnTo>
                      <a:pt x="159302" y="861881"/>
                    </a:lnTo>
                    <a:lnTo>
                      <a:pt x="157398" y="832051"/>
                    </a:lnTo>
                    <a:lnTo>
                      <a:pt x="155494" y="802222"/>
                    </a:lnTo>
                    <a:lnTo>
                      <a:pt x="154860" y="785721"/>
                    </a:lnTo>
                    <a:lnTo>
                      <a:pt x="154860" y="785721"/>
                    </a:lnTo>
                    <a:lnTo>
                      <a:pt x="152955" y="785086"/>
                    </a:lnTo>
                    <a:lnTo>
                      <a:pt x="149782" y="783817"/>
                    </a:lnTo>
                    <a:lnTo>
                      <a:pt x="143435" y="779374"/>
                    </a:lnTo>
                    <a:lnTo>
                      <a:pt x="139627" y="781912"/>
                    </a:lnTo>
                    <a:lnTo>
                      <a:pt x="135185" y="782547"/>
                    </a:lnTo>
                    <a:lnTo>
                      <a:pt x="131376" y="781912"/>
                    </a:lnTo>
                    <a:lnTo>
                      <a:pt x="124395" y="778105"/>
                    </a:lnTo>
                    <a:lnTo>
                      <a:pt x="121222" y="779374"/>
                    </a:lnTo>
                    <a:lnTo>
                      <a:pt x="118683" y="781912"/>
                    </a:lnTo>
                    <a:lnTo>
                      <a:pt x="115510" y="783182"/>
                    </a:lnTo>
                    <a:lnTo>
                      <a:pt x="105355" y="778739"/>
                    </a:lnTo>
                    <a:lnTo>
                      <a:pt x="101547" y="779374"/>
                    </a:lnTo>
                    <a:lnTo>
                      <a:pt x="99643" y="782547"/>
                    </a:lnTo>
                    <a:lnTo>
                      <a:pt x="98374" y="786355"/>
                    </a:lnTo>
                    <a:lnTo>
                      <a:pt x="96469" y="788894"/>
                    </a:lnTo>
                    <a:lnTo>
                      <a:pt x="92027" y="786355"/>
                    </a:lnTo>
                    <a:lnTo>
                      <a:pt x="87585" y="788894"/>
                    </a:lnTo>
                    <a:lnTo>
                      <a:pt x="83776" y="788259"/>
                    </a:lnTo>
                    <a:lnTo>
                      <a:pt x="82507" y="785721"/>
                    </a:lnTo>
                    <a:lnTo>
                      <a:pt x="85046" y="783182"/>
                    </a:lnTo>
                    <a:lnTo>
                      <a:pt x="85046" y="781278"/>
                    </a:lnTo>
                    <a:lnTo>
                      <a:pt x="79968" y="782547"/>
                    </a:lnTo>
                    <a:lnTo>
                      <a:pt x="74891" y="781278"/>
                    </a:lnTo>
                    <a:lnTo>
                      <a:pt x="71083" y="778105"/>
                    </a:lnTo>
                    <a:lnTo>
                      <a:pt x="69179" y="773027"/>
                    </a:lnTo>
                    <a:lnTo>
                      <a:pt x="66640" y="768585"/>
                    </a:lnTo>
                    <a:lnTo>
                      <a:pt x="62832" y="767950"/>
                    </a:lnTo>
                    <a:lnTo>
                      <a:pt x="61563" y="714003"/>
                    </a:lnTo>
                    <a:lnTo>
                      <a:pt x="60294" y="659421"/>
                    </a:lnTo>
                    <a:lnTo>
                      <a:pt x="58389" y="605474"/>
                    </a:lnTo>
                    <a:lnTo>
                      <a:pt x="57120" y="551528"/>
                    </a:lnTo>
                    <a:lnTo>
                      <a:pt x="55216" y="496946"/>
                    </a:lnTo>
                    <a:lnTo>
                      <a:pt x="53947" y="442999"/>
                    </a:lnTo>
                    <a:lnTo>
                      <a:pt x="52678" y="389052"/>
                    </a:lnTo>
                    <a:lnTo>
                      <a:pt x="50774" y="335105"/>
                    </a:lnTo>
                    <a:lnTo>
                      <a:pt x="44427" y="300833"/>
                    </a:lnTo>
                    <a:lnTo>
                      <a:pt x="38080" y="266561"/>
                    </a:lnTo>
                    <a:lnTo>
                      <a:pt x="31733" y="232289"/>
                    </a:lnTo>
                    <a:lnTo>
                      <a:pt x="25387" y="198017"/>
                    </a:lnTo>
                    <a:lnTo>
                      <a:pt x="19040" y="163745"/>
                    </a:lnTo>
                    <a:lnTo>
                      <a:pt x="12693" y="129472"/>
                    </a:lnTo>
                    <a:lnTo>
                      <a:pt x="6347" y="95200"/>
                    </a:lnTo>
                    <a:lnTo>
                      <a:pt x="0" y="60928"/>
                    </a:lnTo>
                    <a:lnTo>
                      <a:pt x="55216" y="58389"/>
                    </a:lnTo>
                    <a:lnTo>
                      <a:pt x="110433" y="55851"/>
                    </a:lnTo>
                    <a:lnTo>
                      <a:pt x="165649" y="52677"/>
                    </a:lnTo>
                    <a:lnTo>
                      <a:pt x="220865" y="49504"/>
                    </a:lnTo>
                    <a:lnTo>
                      <a:pt x="276081" y="46331"/>
                    </a:lnTo>
                    <a:lnTo>
                      <a:pt x="331297" y="43157"/>
                    </a:lnTo>
                    <a:lnTo>
                      <a:pt x="386514" y="39349"/>
                    </a:lnTo>
                    <a:lnTo>
                      <a:pt x="441730" y="35541"/>
                    </a:lnTo>
                    <a:lnTo>
                      <a:pt x="496946" y="31733"/>
                    </a:lnTo>
                    <a:lnTo>
                      <a:pt x="552162" y="27925"/>
                    </a:lnTo>
                    <a:lnTo>
                      <a:pt x="607378" y="24117"/>
                    </a:lnTo>
                    <a:lnTo>
                      <a:pt x="662595" y="19675"/>
                    </a:lnTo>
                    <a:lnTo>
                      <a:pt x="717811" y="15232"/>
                    </a:lnTo>
                    <a:lnTo>
                      <a:pt x="773028" y="10789"/>
                    </a:lnTo>
                    <a:lnTo>
                      <a:pt x="828244" y="6347"/>
                    </a:lnTo>
                    <a:lnTo>
                      <a:pt x="883460" y="1269"/>
                    </a:lnTo>
                    <a:lnTo>
                      <a:pt x="897423" y="0"/>
                    </a:lnTo>
                    <a:lnTo>
                      <a:pt x="898057" y="635"/>
                    </a:lnTo>
                    <a:lnTo>
                      <a:pt x="898692" y="1269"/>
                    </a:lnTo>
                    <a:lnTo>
                      <a:pt x="899962" y="3173"/>
                    </a:lnTo>
                    <a:lnTo>
                      <a:pt x="902500" y="8251"/>
                    </a:lnTo>
                    <a:lnTo>
                      <a:pt x="903135" y="8885"/>
                    </a:lnTo>
                    <a:lnTo>
                      <a:pt x="903769" y="9520"/>
                    </a:lnTo>
                    <a:lnTo>
                      <a:pt x="905039" y="10155"/>
                    </a:lnTo>
                    <a:lnTo>
                      <a:pt x="905673" y="10789"/>
                    </a:lnTo>
                    <a:lnTo>
                      <a:pt x="906308" y="11424"/>
                    </a:lnTo>
                    <a:lnTo>
                      <a:pt x="906943" y="12693"/>
                    </a:lnTo>
                    <a:lnTo>
                      <a:pt x="907577" y="16501"/>
                    </a:lnTo>
                    <a:lnTo>
                      <a:pt x="908212" y="17771"/>
                    </a:lnTo>
                    <a:lnTo>
                      <a:pt x="908846" y="19040"/>
                    </a:lnTo>
                    <a:lnTo>
                      <a:pt x="909482" y="20309"/>
                    </a:lnTo>
                    <a:lnTo>
                      <a:pt x="910116" y="20944"/>
                    </a:lnTo>
                    <a:lnTo>
                      <a:pt x="917097" y="24752"/>
                    </a:lnTo>
                    <a:lnTo>
                      <a:pt x="918366" y="25387"/>
                    </a:lnTo>
                    <a:lnTo>
                      <a:pt x="919002" y="26021"/>
                    </a:lnTo>
                    <a:lnTo>
                      <a:pt x="919636" y="26656"/>
                    </a:lnTo>
                    <a:lnTo>
                      <a:pt x="920271" y="27291"/>
                    </a:lnTo>
                    <a:lnTo>
                      <a:pt x="920905" y="28560"/>
                    </a:lnTo>
                    <a:lnTo>
                      <a:pt x="921540" y="29829"/>
                    </a:lnTo>
                    <a:lnTo>
                      <a:pt x="921540" y="31099"/>
                    </a:lnTo>
                    <a:lnTo>
                      <a:pt x="921540" y="32368"/>
                    </a:lnTo>
                    <a:lnTo>
                      <a:pt x="920905" y="38715"/>
                    </a:lnTo>
                    <a:lnTo>
                      <a:pt x="920905" y="39984"/>
                    </a:lnTo>
                    <a:lnTo>
                      <a:pt x="922175" y="46965"/>
                    </a:lnTo>
                    <a:lnTo>
                      <a:pt x="922175" y="48235"/>
                    </a:lnTo>
                    <a:lnTo>
                      <a:pt x="922175" y="49504"/>
                    </a:lnTo>
                    <a:lnTo>
                      <a:pt x="921540" y="50774"/>
                    </a:lnTo>
                    <a:lnTo>
                      <a:pt x="920905" y="52043"/>
                    </a:lnTo>
                    <a:lnTo>
                      <a:pt x="920271" y="53312"/>
                    </a:lnTo>
                    <a:lnTo>
                      <a:pt x="919636" y="53947"/>
                    </a:lnTo>
                    <a:lnTo>
                      <a:pt x="919002" y="54581"/>
                    </a:lnTo>
                    <a:lnTo>
                      <a:pt x="917732" y="55216"/>
                    </a:lnTo>
                    <a:lnTo>
                      <a:pt x="912655" y="57120"/>
                    </a:lnTo>
                    <a:lnTo>
                      <a:pt x="912020" y="57755"/>
                    </a:lnTo>
                    <a:lnTo>
                      <a:pt x="911385" y="58389"/>
                    </a:lnTo>
                    <a:lnTo>
                      <a:pt x="911385" y="59659"/>
                    </a:lnTo>
                    <a:lnTo>
                      <a:pt x="910751" y="64736"/>
                    </a:lnTo>
                    <a:lnTo>
                      <a:pt x="910116" y="66005"/>
                    </a:lnTo>
                    <a:lnTo>
                      <a:pt x="909482" y="67275"/>
                    </a:lnTo>
                    <a:lnTo>
                      <a:pt x="908846" y="67909"/>
                    </a:lnTo>
                    <a:lnTo>
                      <a:pt x="908212" y="68544"/>
                    </a:lnTo>
                    <a:lnTo>
                      <a:pt x="901865" y="72352"/>
                    </a:lnTo>
                    <a:lnTo>
                      <a:pt x="897423" y="74891"/>
                    </a:lnTo>
                    <a:lnTo>
                      <a:pt x="894884" y="76160"/>
                    </a:lnTo>
                    <a:lnTo>
                      <a:pt x="894249" y="76795"/>
                    </a:lnTo>
                    <a:lnTo>
                      <a:pt x="892345" y="78064"/>
                    </a:lnTo>
                    <a:lnTo>
                      <a:pt x="891711" y="78699"/>
                    </a:lnTo>
                    <a:lnTo>
                      <a:pt x="891076" y="79968"/>
                    </a:lnTo>
                    <a:lnTo>
                      <a:pt x="890442" y="81238"/>
                    </a:lnTo>
                    <a:lnTo>
                      <a:pt x="890442" y="82507"/>
                    </a:lnTo>
                    <a:lnTo>
                      <a:pt x="890442" y="85045"/>
                    </a:lnTo>
                    <a:lnTo>
                      <a:pt x="890442" y="86315"/>
                    </a:lnTo>
                    <a:lnTo>
                      <a:pt x="889806" y="87584"/>
                    </a:lnTo>
                    <a:lnTo>
                      <a:pt x="889172" y="88854"/>
                    </a:lnTo>
                    <a:lnTo>
                      <a:pt x="888537" y="90123"/>
                    </a:lnTo>
                    <a:lnTo>
                      <a:pt x="887903" y="90758"/>
                    </a:lnTo>
                    <a:lnTo>
                      <a:pt x="887268" y="91392"/>
                    </a:lnTo>
                    <a:lnTo>
                      <a:pt x="885998" y="92027"/>
                    </a:lnTo>
                    <a:lnTo>
                      <a:pt x="882191" y="93296"/>
                    </a:lnTo>
                    <a:lnTo>
                      <a:pt x="881556" y="93931"/>
                    </a:lnTo>
                    <a:lnTo>
                      <a:pt x="880922" y="94566"/>
                    </a:lnTo>
                    <a:lnTo>
                      <a:pt x="880286" y="95200"/>
                    </a:lnTo>
                    <a:lnTo>
                      <a:pt x="879017" y="97104"/>
                    </a:lnTo>
                    <a:lnTo>
                      <a:pt x="876478" y="100278"/>
                    </a:lnTo>
                    <a:lnTo>
                      <a:pt x="873940" y="105989"/>
                    </a:lnTo>
                    <a:lnTo>
                      <a:pt x="872036" y="108528"/>
                    </a:lnTo>
                    <a:lnTo>
                      <a:pt x="866324" y="123126"/>
                    </a:lnTo>
                    <a:lnTo>
                      <a:pt x="865689" y="125664"/>
                    </a:lnTo>
                    <a:lnTo>
                      <a:pt x="865689" y="126299"/>
                    </a:lnTo>
                    <a:lnTo>
                      <a:pt x="866324" y="127568"/>
                    </a:lnTo>
                    <a:lnTo>
                      <a:pt x="867593" y="127568"/>
                    </a:lnTo>
                    <a:lnTo>
                      <a:pt x="882191" y="125664"/>
                    </a:lnTo>
                    <a:lnTo>
                      <a:pt x="910751" y="122491"/>
                    </a:lnTo>
                    <a:lnTo>
                      <a:pt x="939311" y="119318"/>
                    </a:lnTo>
                    <a:lnTo>
                      <a:pt x="967871" y="115510"/>
                    </a:lnTo>
                    <a:lnTo>
                      <a:pt x="996431" y="112336"/>
                    </a:lnTo>
                    <a:lnTo>
                      <a:pt x="997066" y="112336"/>
                    </a:lnTo>
                    <a:lnTo>
                      <a:pt x="997700" y="112336"/>
                    </a:lnTo>
                    <a:lnTo>
                      <a:pt x="997066" y="112336"/>
                    </a:lnTo>
                    <a:lnTo>
                      <a:pt x="997066" y="107894"/>
                    </a:lnTo>
                    <a:lnTo>
                      <a:pt x="997066" y="107894"/>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56" name="Google Shape;456;p51"/>
              <p:cNvSpPr/>
              <p:nvPr/>
            </p:nvSpPr>
            <p:spPr>
              <a:xfrm>
                <a:off x="6183160" y="4407242"/>
                <a:ext cx="574937" cy="907237"/>
              </a:xfrm>
              <a:custGeom>
                <a:avLst/>
                <a:gdLst/>
                <a:ahLst/>
                <a:cxnLst/>
                <a:rect l="l" t="t" r="r" b="b"/>
                <a:pathLst>
                  <a:path w="789528" h="1245856" extrusionOk="0">
                    <a:moveTo>
                      <a:pt x="145339" y="1231894"/>
                    </a:moveTo>
                    <a:lnTo>
                      <a:pt x="143435" y="1233163"/>
                    </a:lnTo>
                    <a:lnTo>
                      <a:pt x="142165" y="1235067"/>
                    </a:lnTo>
                    <a:lnTo>
                      <a:pt x="140262" y="1236336"/>
                    </a:lnTo>
                    <a:lnTo>
                      <a:pt x="137088" y="1236971"/>
                    </a:lnTo>
                    <a:lnTo>
                      <a:pt x="125030" y="1238240"/>
                    </a:lnTo>
                    <a:lnTo>
                      <a:pt x="105355" y="1243318"/>
                    </a:lnTo>
                    <a:lnTo>
                      <a:pt x="102816" y="1245856"/>
                    </a:lnTo>
                    <a:lnTo>
                      <a:pt x="149782" y="1238875"/>
                    </a:lnTo>
                    <a:lnTo>
                      <a:pt x="151051" y="1238240"/>
                    </a:lnTo>
                    <a:lnTo>
                      <a:pt x="153590" y="1236971"/>
                    </a:lnTo>
                    <a:lnTo>
                      <a:pt x="153590" y="1235067"/>
                    </a:lnTo>
                    <a:lnTo>
                      <a:pt x="145339" y="1231894"/>
                    </a:lnTo>
                    <a:close/>
                    <a:moveTo>
                      <a:pt x="787625" y="964063"/>
                    </a:moveTo>
                    <a:lnTo>
                      <a:pt x="785086" y="961524"/>
                    </a:lnTo>
                    <a:lnTo>
                      <a:pt x="780643" y="950100"/>
                    </a:lnTo>
                    <a:lnTo>
                      <a:pt x="774297" y="939946"/>
                    </a:lnTo>
                    <a:lnTo>
                      <a:pt x="767315" y="932964"/>
                    </a:lnTo>
                    <a:lnTo>
                      <a:pt x="762872" y="931060"/>
                    </a:lnTo>
                    <a:lnTo>
                      <a:pt x="760334" y="928522"/>
                    </a:lnTo>
                    <a:lnTo>
                      <a:pt x="759699" y="924713"/>
                    </a:lnTo>
                    <a:lnTo>
                      <a:pt x="759699" y="915828"/>
                    </a:lnTo>
                    <a:lnTo>
                      <a:pt x="759065" y="913924"/>
                    </a:lnTo>
                    <a:lnTo>
                      <a:pt x="756526" y="909482"/>
                    </a:lnTo>
                    <a:lnTo>
                      <a:pt x="755891" y="907577"/>
                    </a:lnTo>
                    <a:lnTo>
                      <a:pt x="755891" y="905039"/>
                    </a:lnTo>
                    <a:lnTo>
                      <a:pt x="758430" y="900596"/>
                    </a:lnTo>
                    <a:lnTo>
                      <a:pt x="759065" y="898057"/>
                    </a:lnTo>
                    <a:lnTo>
                      <a:pt x="757795" y="879017"/>
                    </a:lnTo>
                    <a:lnTo>
                      <a:pt x="757795" y="869497"/>
                    </a:lnTo>
                    <a:lnTo>
                      <a:pt x="761603" y="863150"/>
                    </a:lnTo>
                    <a:lnTo>
                      <a:pt x="758430" y="856169"/>
                    </a:lnTo>
                    <a:lnTo>
                      <a:pt x="759065" y="851092"/>
                    </a:lnTo>
                    <a:lnTo>
                      <a:pt x="760968" y="846015"/>
                    </a:lnTo>
                    <a:lnTo>
                      <a:pt x="761603" y="839668"/>
                    </a:lnTo>
                    <a:lnTo>
                      <a:pt x="760968" y="836495"/>
                    </a:lnTo>
                    <a:lnTo>
                      <a:pt x="758430" y="832052"/>
                    </a:lnTo>
                    <a:lnTo>
                      <a:pt x="757795" y="830148"/>
                    </a:lnTo>
                    <a:lnTo>
                      <a:pt x="756526" y="823166"/>
                    </a:lnTo>
                    <a:lnTo>
                      <a:pt x="755891" y="819993"/>
                    </a:lnTo>
                    <a:lnTo>
                      <a:pt x="753352" y="815550"/>
                    </a:lnTo>
                    <a:lnTo>
                      <a:pt x="745101" y="806665"/>
                    </a:lnTo>
                    <a:lnTo>
                      <a:pt x="742563" y="802857"/>
                    </a:lnTo>
                    <a:lnTo>
                      <a:pt x="733043" y="776201"/>
                    </a:lnTo>
                    <a:lnTo>
                      <a:pt x="731139" y="771123"/>
                    </a:lnTo>
                    <a:lnTo>
                      <a:pt x="731773" y="765412"/>
                    </a:lnTo>
                    <a:lnTo>
                      <a:pt x="731773" y="764142"/>
                    </a:lnTo>
                    <a:lnTo>
                      <a:pt x="731773" y="762873"/>
                    </a:lnTo>
                    <a:lnTo>
                      <a:pt x="732408" y="759699"/>
                    </a:lnTo>
                    <a:lnTo>
                      <a:pt x="733043" y="751449"/>
                    </a:lnTo>
                    <a:lnTo>
                      <a:pt x="735581" y="741294"/>
                    </a:lnTo>
                    <a:lnTo>
                      <a:pt x="740024" y="730505"/>
                    </a:lnTo>
                    <a:lnTo>
                      <a:pt x="740659" y="729235"/>
                    </a:lnTo>
                    <a:lnTo>
                      <a:pt x="741928" y="725427"/>
                    </a:lnTo>
                    <a:lnTo>
                      <a:pt x="741928" y="724793"/>
                    </a:lnTo>
                    <a:lnTo>
                      <a:pt x="741928" y="718446"/>
                    </a:lnTo>
                    <a:lnTo>
                      <a:pt x="739390" y="713369"/>
                    </a:lnTo>
                    <a:lnTo>
                      <a:pt x="739390" y="707656"/>
                    </a:lnTo>
                    <a:lnTo>
                      <a:pt x="740659" y="703214"/>
                    </a:lnTo>
                    <a:lnTo>
                      <a:pt x="740659" y="700041"/>
                    </a:lnTo>
                    <a:lnTo>
                      <a:pt x="740024" y="693694"/>
                    </a:lnTo>
                    <a:lnTo>
                      <a:pt x="740024" y="691155"/>
                    </a:lnTo>
                    <a:lnTo>
                      <a:pt x="742563" y="682905"/>
                    </a:lnTo>
                    <a:lnTo>
                      <a:pt x="743832" y="680366"/>
                    </a:lnTo>
                    <a:lnTo>
                      <a:pt x="745101" y="679096"/>
                    </a:lnTo>
                    <a:lnTo>
                      <a:pt x="747640" y="678462"/>
                    </a:lnTo>
                    <a:lnTo>
                      <a:pt x="750814" y="677192"/>
                    </a:lnTo>
                    <a:lnTo>
                      <a:pt x="753987" y="675288"/>
                    </a:lnTo>
                    <a:lnTo>
                      <a:pt x="756526" y="672750"/>
                    </a:lnTo>
                    <a:lnTo>
                      <a:pt x="752718" y="670846"/>
                    </a:lnTo>
                    <a:lnTo>
                      <a:pt x="753352" y="668942"/>
                    </a:lnTo>
                    <a:lnTo>
                      <a:pt x="756526" y="667672"/>
                    </a:lnTo>
                    <a:lnTo>
                      <a:pt x="760334" y="668942"/>
                    </a:lnTo>
                    <a:lnTo>
                      <a:pt x="762238" y="667672"/>
                    </a:lnTo>
                    <a:lnTo>
                      <a:pt x="763507" y="665768"/>
                    </a:lnTo>
                    <a:lnTo>
                      <a:pt x="763507" y="663230"/>
                    </a:lnTo>
                    <a:lnTo>
                      <a:pt x="761603" y="660691"/>
                    </a:lnTo>
                    <a:lnTo>
                      <a:pt x="763507" y="660056"/>
                    </a:lnTo>
                    <a:lnTo>
                      <a:pt x="765411" y="659422"/>
                    </a:lnTo>
                    <a:lnTo>
                      <a:pt x="766680" y="657518"/>
                    </a:lnTo>
                    <a:lnTo>
                      <a:pt x="767315" y="655614"/>
                    </a:lnTo>
                    <a:lnTo>
                      <a:pt x="766680" y="653710"/>
                    </a:lnTo>
                    <a:lnTo>
                      <a:pt x="766046" y="653075"/>
                    </a:lnTo>
                    <a:lnTo>
                      <a:pt x="765411" y="653075"/>
                    </a:lnTo>
                    <a:lnTo>
                      <a:pt x="763507" y="650536"/>
                    </a:lnTo>
                    <a:lnTo>
                      <a:pt x="760968" y="649267"/>
                    </a:lnTo>
                    <a:lnTo>
                      <a:pt x="750179" y="644824"/>
                    </a:lnTo>
                    <a:lnTo>
                      <a:pt x="745737" y="641016"/>
                    </a:lnTo>
                    <a:lnTo>
                      <a:pt x="744467" y="636574"/>
                    </a:lnTo>
                    <a:lnTo>
                      <a:pt x="748275" y="630862"/>
                    </a:lnTo>
                    <a:lnTo>
                      <a:pt x="747006" y="628323"/>
                    </a:lnTo>
                    <a:lnTo>
                      <a:pt x="747640" y="625784"/>
                    </a:lnTo>
                    <a:lnTo>
                      <a:pt x="748910" y="622611"/>
                    </a:lnTo>
                    <a:lnTo>
                      <a:pt x="748910" y="619438"/>
                    </a:lnTo>
                    <a:lnTo>
                      <a:pt x="748275" y="616264"/>
                    </a:lnTo>
                    <a:lnTo>
                      <a:pt x="745737" y="613091"/>
                    </a:lnTo>
                    <a:lnTo>
                      <a:pt x="743198" y="609918"/>
                    </a:lnTo>
                    <a:lnTo>
                      <a:pt x="740659" y="606109"/>
                    </a:lnTo>
                    <a:lnTo>
                      <a:pt x="738755" y="598494"/>
                    </a:lnTo>
                    <a:lnTo>
                      <a:pt x="737486" y="595320"/>
                    </a:lnTo>
                    <a:lnTo>
                      <a:pt x="734312" y="591512"/>
                    </a:lnTo>
                    <a:lnTo>
                      <a:pt x="717177" y="575011"/>
                    </a:lnTo>
                    <a:lnTo>
                      <a:pt x="717811" y="571203"/>
                    </a:lnTo>
                    <a:lnTo>
                      <a:pt x="715907" y="569299"/>
                    </a:lnTo>
                    <a:lnTo>
                      <a:pt x="713368" y="568029"/>
                    </a:lnTo>
                    <a:lnTo>
                      <a:pt x="712099" y="565491"/>
                    </a:lnTo>
                    <a:lnTo>
                      <a:pt x="712099" y="561048"/>
                    </a:lnTo>
                    <a:lnTo>
                      <a:pt x="711464" y="557875"/>
                    </a:lnTo>
                    <a:lnTo>
                      <a:pt x="708925" y="552797"/>
                    </a:lnTo>
                    <a:lnTo>
                      <a:pt x="706387" y="544547"/>
                    </a:lnTo>
                    <a:lnTo>
                      <a:pt x="704483" y="542008"/>
                    </a:lnTo>
                    <a:lnTo>
                      <a:pt x="701944" y="539469"/>
                    </a:lnTo>
                    <a:lnTo>
                      <a:pt x="700674" y="536931"/>
                    </a:lnTo>
                    <a:lnTo>
                      <a:pt x="701944" y="534392"/>
                    </a:lnTo>
                    <a:lnTo>
                      <a:pt x="700674" y="533122"/>
                    </a:lnTo>
                    <a:lnTo>
                      <a:pt x="695598" y="529314"/>
                    </a:lnTo>
                    <a:lnTo>
                      <a:pt x="694328" y="528045"/>
                    </a:lnTo>
                    <a:lnTo>
                      <a:pt x="693059" y="526141"/>
                    </a:lnTo>
                    <a:lnTo>
                      <a:pt x="692424" y="524237"/>
                    </a:lnTo>
                    <a:lnTo>
                      <a:pt x="691790" y="522333"/>
                    </a:lnTo>
                    <a:lnTo>
                      <a:pt x="691154" y="515352"/>
                    </a:lnTo>
                    <a:lnTo>
                      <a:pt x="682270" y="498216"/>
                    </a:lnTo>
                    <a:lnTo>
                      <a:pt x="682270" y="495677"/>
                    </a:lnTo>
                    <a:lnTo>
                      <a:pt x="679096" y="486157"/>
                    </a:lnTo>
                    <a:lnTo>
                      <a:pt x="678461" y="484888"/>
                    </a:lnTo>
                    <a:lnTo>
                      <a:pt x="677192" y="481080"/>
                    </a:lnTo>
                    <a:lnTo>
                      <a:pt x="675288" y="474733"/>
                    </a:lnTo>
                    <a:lnTo>
                      <a:pt x="672750" y="465848"/>
                    </a:lnTo>
                    <a:lnTo>
                      <a:pt x="668941" y="454424"/>
                    </a:lnTo>
                    <a:lnTo>
                      <a:pt x="665133" y="441730"/>
                    </a:lnTo>
                    <a:lnTo>
                      <a:pt x="660691" y="427133"/>
                    </a:lnTo>
                    <a:lnTo>
                      <a:pt x="655613" y="410631"/>
                    </a:lnTo>
                    <a:lnTo>
                      <a:pt x="649901" y="392861"/>
                    </a:lnTo>
                    <a:lnTo>
                      <a:pt x="644190" y="373820"/>
                    </a:lnTo>
                    <a:lnTo>
                      <a:pt x="637843" y="353511"/>
                    </a:lnTo>
                    <a:lnTo>
                      <a:pt x="631496" y="332567"/>
                    </a:lnTo>
                    <a:lnTo>
                      <a:pt x="624514" y="310988"/>
                    </a:lnTo>
                    <a:lnTo>
                      <a:pt x="617533" y="288775"/>
                    </a:lnTo>
                    <a:lnTo>
                      <a:pt x="610552" y="265927"/>
                    </a:lnTo>
                    <a:lnTo>
                      <a:pt x="603571" y="243079"/>
                    </a:lnTo>
                    <a:lnTo>
                      <a:pt x="596589" y="220230"/>
                    </a:lnTo>
                    <a:lnTo>
                      <a:pt x="589607" y="197382"/>
                    </a:lnTo>
                    <a:lnTo>
                      <a:pt x="582626" y="175169"/>
                    </a:lnTo>
                    <a:lnTo>
                      <a:pt x="575645" y="153590"/>
                    </a:lnTo>
                    <a:lnTo>
                      <a:pt x="569298" y="132646"/>
                    </a:lnTo>
                    <a:lnTo>
                      <a:pt x="562952" y="112337"/>
                    </a:lnTo>
                    <a:lnTo>
                      <a:pt x="557239" y="93296"/>
                    </a:lnTo>
                    <a:lnTo>
                      <a:pt x="551527" y="75526"/>
                    </a:lnTo>
                    <a:lnTo>
                      <a:pt x="546450" y="59025"/>
                    </a:lnTo>
                    <a:lnTo>
                      <a:pt x="542007" y="44427"/>
                    </a:lnTo>
                    <a:lnTo>
                      <a:pt x="538199" y="31733"/>
                    </a:lnTo>
                    <a:lnTo>
                      <a:pt x="534391" y="20944"/>
                    </a:lnTo>
                    <a:lnTo>
                      <a:pt x="531853" y="12059"/>
                    </a:lnTo>
                    <a:lnTo>
                      <a:pt x="529314" y="5078"/>
                    </a:lnTo>
                    <a:lnTo>
                      <a:pt x="528045" y="1269"/>
                    </a:lnTo>
                    <a:lnTo>
                      <a:pt x="527410" y="0"/>
                    </a:lnTo>
                    <a:lnTo>
                      <a:pt x="495042" y="3808"/>
                    </a:lnTo>
                    <a:lnTo>
                      <a:pt x="462673" y="7616"/>
                    </a:lnTo>
                    <a:lnTo>
                      <a:pt x="430305" y="11424"/>
                    </a:lnTo>
                    <a:lnTo>
                      <a:pt x="397937" y="15232"/>
                    </a:lnTo>
                    <a:lnTo>
                      <a:pt x="365569" y="19040"/>
                    </a:lnTo>
                    <a:lnTo>
                      <a:pt x="333201" y="22848"/>
                    </a:lnTo>
                    <a:lnTo>
                      <a:pt x="300833" y="26656"/>
                    </a:lnTo>
                    <a:lnTo>
                      <a:pt x="268465" y="30464"/>
                    </a:lnTo>
                    <a:lnTo>
                      <a:pt x="236097" y="33638"/>
                    </a:lnTo>
                    <a:lnTo>
                      <a:pt x="203729" y="36811"/>
                    </a:lnTo>
                    <a:lnTo>
                      <a:pt x="171361" y="39984"/>
                    </a:lnTo>
                    <a:lnTo>
                      <a:pt x="138992" y="43158"/>
                    </a:lnTo>
                    <a:lnTo>
                      <a:pt x="106624" y="46331"/>
                    </a:lnTo>
                    <a:lnTo>
                      <a:pt x="74256" y="49505"/>
                    </a:lnTo>
                    <a:lnTo>
                      <a:pt x="41888" y="52678"/>
                    </a:lnTo>
                    <a:lnTo>
                      <a:pt x="9520" y="55851"/>
                    </a:lnTo>
                    <a:lnTo>
                      <a:pt x="2538" y="56486"/>
                    </a:lnTo>
                    <a:lnTo>
                      <a:pt x="0" y="56486"/>
                    </a:lnTo>
                    <a:lnTo>
                      <a:pt x="3173" y="62832"/>
                    </a:lnTo>
                    <a:lnTo>
                      <a:pt x="8250" y="72352"/>
                    </a:lnTo>
                    <a:lnTo>
                      <a:pt x="13962" y="79334"/>
                    </a:lnTo>
                    <a:lnTo>
                      <a:pt x="20944" y="83142"/>
                    </a:lnTo>
                    <a:lnTo>
                      <a:pt x="24751" y="83142"/>
                    </a:lnTo>
                    <a:lnTo>
                      <a:pt x="24751" y="86950"/>
                    </a:lnTo>
                    <a:lnTo>
                      <a:pt x="24751" y="98374"/>
                    </a:lnTo>
                    <a:lnTo>
                      <a:pt x="24751" y="104720"/>
                    </a:lnTo>
                    <a:lnTo>
                      <a:pt x="24751" y="128203"/>
                    </a:lnTo>
                    <a:lnTo>
                      <a:pt x="24751" y="145339"/>
                    </a:lnTo>
                    <a:lnTo>
                      <a:pt x="24751" y="165014"/>
                    </a:lnTo>
                    <a:lnTo>
                      <a:pt x="24751" y="187862"/>
                    </a:lnTo>
                    <a:lnTo>
                      <a:pt x="24751" y="213249"/>
                    </a:lnTo>
                    <a:lnTo>
                      <a:pt x="24751" y="240540"/>
                    </a:lnTo>
                    <a:lnTo>
                      <a:pt x="24751" y="269735"/>
                    </a:lnTo>
                    <a:lnTo>
                      <a:pt x="24751" y="300833"/>
                    </a:lnTo>
                    <a:lnTo>
                      <a:pt x="24751" y="333201"/>
                    </a:lnTo>
                    <a:lnTo>
                      <a:pt x="24751" y="366204"/>
                    </a:lnTo>
                    <a:lnTo>
                      <a:pt x="24751" y="400477"/>
                    </a:lnTo>
                    <a:lnTo>
                      <a:pt x="24751" y="434749"/>
                    </a:lnTo>
                    <a:lnTo>
                      <a:pt x="24117" y="504562"/>
                    </a:lnTo>
                    <a:lnTo>
                      <a:pt x="24117" y="539469"/>
                    </a:lnTo>
                    <a:lnTo>
                      <a:pt x="23482" y="573741"/>
                    </a:lnTo>
                    <a:lnTo>
                      <a:pt x="23482" y="606744"/>
                    </a:lnTo>
                    <a:lnTo>
                      <a:pt x="23482" y="639112"/>
                    </a:lnTo>
                    <a:lnTo>
                      <a:pt x="23482" y="669576"/>
                    </a:lnTo>
                    <a:lnTo>
                      <a:pt x="23482" y="698771"/>
                    </a:lnTo>
                    <a:lnTo>
                      <a:pt x="23482" y="726062"/>
                    </a:lnTo>
                    <a:lnTo>
                      <a:pt x="23482" y="750814"/>
                    </a:lnTo>
                    <a:lnTo>
                      <a:pt x="23482" y="773662"/>
                    </a:lnTo>
                    <a:lnTo>
                      <a:pt x="23482" y="793337"/>
                    </a:lnTo>
                    <a:lnTo>
                      <a:pt x="23482" y="810473"/>
                    </a:lnTo>
                    <a:lnTo>
                      <a:pt x="23482" y="823801"/>
                    </a:lnTo>
                    <a:lnTo>
                      <a:pt x="23482" y="833956"/>
                    </a:lnTo>
                    <a:lnTo>
                      <a:pt x="23482" y="840303"/>
                    </a:lnTo>
                    <a:lnTo>
                      <a:pt x="23482" y="842841"/>
                    </a:lnTo>
                    <a:lnTo>
                      <a:pt x="27290" y="866324"/>
                    </a:lnTo>
                    <a:lnTo>
                      <a:pt x="31098" y="889807"/>
                    </a:lnTo>
                    <a:lnTo>
                      <a:pt x="34907" y="913289"/>
                    </a:lnTo>
                    <a:lnTo>
                      <a:pt x="38715" y="936772"/>
                    </a:lnTo>
                    <a:lnTo>
                      <a:pt x="42523" y="960255"/>
                    </a:lnTo>
                    <a:lnTo>
                      <a:pt x="46330" y="983738"/>
                    </a:lnTo>
                    <a:lnTo>
                      <a:pt x="53312" y="1030069"/>
                    </a:lnTo>
                    <a:lnTo>
                      <a:pt x="57120" y="1053551"/>
                    </a:lnTo>
                    <a:lnTo>
                      <a:pt x="60928" y="1077034"/>
                    </a:lnTo>
                    <a:lnTo>
                      <a:pt x="64736" y="1100517"/>
                    </a:lnTo>
                    <a:lnTo>
                      <a:pt x="68544" y="1124000"/>
                    </a:lnTo>
                    <a:lnTo>
                      <a:pt x="72352" y="1147483"/>
                    </a:lnTo>
                    <a:lnTo>
                      <a:pt x="76160" y="1170965"/>
                    </a:lnTo>
                    <a:lnTo>
                      <a:pt x="83142" y="1217296"/>
                    </a:lnTo>
                    <a:lnTo>
                      <a:pt x="88218" y="1215392"/>
                    </a:lnTo>
                    <a:lnTo>
                      <a:pt x="92662" y="1212219"/>
                    </a:lnTo>
                    <a:lnTo>
                      <a:pt x="97104" y="1211584"/>
                    </a:lnTo>
                    <a:lnTo>
                      <a:pt x="101547" y="1216661"/>
                    </a:lnTo>
                    <a:lnTo>
                      <a:pt x="102816" y="1216661"/>
                    </a:lnTo>
                    <a:lnTo>
                      <a:pt x="103451" y="1215392"/>
                    </a:lnTo>
                    <a:lnTo>
                      <a:pt x="104085" y="1214758"/>
                    </a:lnTo>
                    <a:lnTo>
                      <a:pt x="104720" y="1214123"/>
                    </a:lnTo>
                    <a:lnTo>
                      <a:pt x="104720" y="1205237"/>
                    </a:lnTo>
                    <a:lnTo>
                      <a:pt x="110432" y="1207776"/>
                    </a:lnTo>
                    <a:lnTo>
                      <a:pt x="123761" y="1209680"/>
                    </a:lnTo>
                    <a:lnTo>
                      <a:pt x="130107" y="1211584"/>
                    </a:lnTo>
                    <a:lnTo>
                      <a:pt x="128837" y="1216661"/>
                    </a:lnTo>
                    <a:lnTo>
                      <a:pt x="129472" y="1219200"/>
                    </a:lnTo>
                    <a:lnTo>
                      <a:pt x="132011" y="1219835"/>
                    </a:lnTo>
                    <a:lnTo>
                      <a:pt x="135819" y="1219835"/>
                    </a:lnTo>
                    <a:lnTo>
                      <a:pt x="135819" y="1219835"/>
                    </a:lnTo>
                    <a:lnTo>
                      <a:pt x="140262" y="1219200"/>
                    </a:lnTo>
                    <a:lnTo>
                      <a:pt x="140896" y="1219835"/>
                    </a:lnTo>
                    <a:lnTo>
                      <a:pt x="141531" y="1221104"/>
                    </a:lnTo>
                    <a:lnTo>
                      <a:pt x="142801" y="1221739"/>
                    </a:lnTo>
                    <a:lnTo>
                      <a:pt x="145339" y="1219835"/>
                    </a:lnTo>
                    <a:lnTo>
                      <a:pt x="145974" y="1216661"/>
                    </a:lnTo>
                    <a:lnTo>
                      <a:pt x="145974" y="1198256"/>
                    </a:lnTo>
                    <a:lnTo>
                      <a:pt x="144704" y="1188101"/>
                    </a:lnTo>
                    <a:lnTo>
                      <a:pt x="144704" y="1183659"/>
                    </a:lnTo>
                    <a:lnTo>
                      <a:pt x="145974" y="1175408"/>
                    </a:lnTo>
                    <a:lnTo>
                      <a:pt x="145974" y="1171600"/>
                    </a:lnTo>
                    <a:lnTo>
                      <a:pt x="145974" y="1169061"/>
                    </a:lnTo>
                    <a:lnTo>
                      <a:pt x="147878" y="1165888"/>
                    </a:lnTo>
                    <a:lnTo>
                      <a:pt x="148512" y="1163984"/>
                    </a:lnTo>
                    <a:lnTo>
                      <a:pt x="147878" y="1159541"/>
                    </a:lnTo>
                    <a:lnTo>
                      <a:pt x="147878" y="1157003"/>
                    </a:lnTo>
                    <a:lnTo>
                      <a:pt x="148512" y="1155098"/>
                    </a:lnTo>
                    <a:lnTo>
                      <a:pt x="150416" y="1151925"/>
                    </a:lnTo>
                    <a:lnTo>
                      <a:pt x="151685" y="1149387"/>
                    </a:lnTo>
                    <a:lnTo>
                      <a:pt x="152321" y="1146213"/>
                    </a:lnTo>
                    <a:lnTo>
                      <a:pt x="151685" y="1141136"/>
                    </a:lnTo>
                    <a:lnTo>
                      <a:pt x="152321" y="1136693"/>
                    </a:lnTo>
                    <a:lnTo>
                      <a:pt x="154224" y="1134154"/>
                    </a:lnTo>
                    <a:lnTo>
                      <a:pt x="154859" y="1131616"/>
                    </a:lnTo>
                    <a:lnTo>
                      <a:pt x="152955" y="1128443"/>
                    </a:lnTo>
                    <a:lnTo>
                      <a:pt x="155494" y="1125904"/>
                    </a:lnTo>
                    <a:lnTo>
                      <a:pt x="156763" y="1122730"/>
                    </a:lnTo>
                    <a:lnTo>
                      <a:pt x="156129" y="1118923"/>
                    </a:lnTo>
                    <a:lnTo>
                      <a:pt x="154224" y="1115749"/>
                    </a:lnTo>
                    <a:lnTo>
                      <a:pt x="157398" y="1116384"/>
                    </a:lnTo>
                    <a:lnTo>
                      <a:pt x="158667" y="1118288"/>
                    </a:lnTo>
                    <a:lnTo>
                      <a:pt x="159302" y="1121461"/>
                    </a:lnTo>
                    <a:lnTo>
                      <a:pt x="159302" y="1125269"/>
                    </a:lnTo>
                    <a:lnTo>
                      <a:pt x="159936" y="1127808"/>
                    </a:lnTo>
                    <a:lnTo>
                      <a:pt x="161841" y="1128443"/>
                    </a:lnTo>
                    <a:lnTo>
                      <a:pt x="164379" y="1128443"/>
                    </a:lnTo>
                    <a:lnTo>
                      <a:pt x="166918" y="1128443"/>
                    </a:lnTo>
                    <a:lnTo>
                      <a:pt x="171995" y="1130347"/>
                    </a:lnTo>
                    <a:lnTo>
                      <a:pt x="174534" y="1132885"/>
                    </a:lnTo>
                    <a:lnTo>
                      <a:pt x="182784" y="1151291"/>
                    </a:lnTo>
                    <a:lnTo>
                      <a:pt x="184689" y="1156368"/>
                    </a:lnTo>
                    <a:lnTo>
                      <a:pt x="184054" y="1160176"/>
                    </a:lnTo>
                    <a:lnTo>
                      <a:pt x="182150" y="1163349"/>
                    </a:lnTo>
                    <a:lnTo>
                      <a:pt x="180246" y="1167792"/>
                    </a:lnTo>
                    <a:lnTo>
                      <a:pt x="178976" y="1172869"/>
                    </a:lnTo>
                    <a:lnTo>
                      <a:pt x="178976" y="1177312"/>
                    </a:lnTo>
                    <a:lnTo>
                      <a:pt x="179611" y="1178581"/>
                    </a:lnTo>
                    <a:lnTo>
                      <a:pt x="181515" y="1180485"/>
                    </a:lnTo>
                    <a:lnTo>
                      <a:pt x="183419" y="1183024"/>
                    </a:lnTo>
                    <a:lnTo>
                      <a:pt x="184689" y="1186197"/>
                    </a:lnTo>
                    <a:lnTo>
                      <a:pt x="185323" y="1189371"/>
                    </a:lnTo>
                    <a:lnTo>
                      <a:pt x="185958" y="1191910"/>
                    </a:lnTo>
                    <a:lnTo>
                      <a:pt x="187227" y="1194448"/>
                    </a:lnTo>
                    <a:lnTo>
                      <a:pt x="189131" y="1196352"/>
                    </a:lnTo>
                    <a:lnTo>
                      <a:pt x="191035" y="1197621"/>
                    </a:lnTo>
                    <a:lnTo>
                      <a:pt x="192939" y="1198891"/>
                    </a:lnTo>
                    <a:lnTo>
                      <a:pt x="195478" y="1199525"/>
                    </a:lnTo>
                    <a:lnTo>
                      <a:pt x="198017" y="1199525"/>
                    </a:lnTo>
                    <a:lnTo>
                      <a:pt x="201190" y="1199525"/>
                    </a:lnTo>
                    <a:lnTo>
                      <a:pt x="201190" y="1198891"/>
                    </a:lnTo>
                    <a:lnTo>
                      <a:pt x="200555" y="1197621"/>
                    </a:lnTo>
                    <a:lnTo>
                      <a:pt x="203094" y="1193813"/>
                    </a:lnTo>
                    <a:lnTo>
                      <a:pt x="203729" y="1192544"/>
                    </a:lnTo>
                    <a:lnTo>
                      <a:pt x="204363" y="1192544"/>
                    </a:lnTo>
                    <a:lnTo>
                      <a:pt x="206268" y="1194448"/>
                    </a:lnTo>
                    <a:lnTo>
                      <a:pt x="206902" y="1196352"/>
                    </a:lnTo>
                    <a:lnTo>
                      <a:pt x="205632" y="1202064"/>
                    </a:lnTo>
                    <a:lnTo>
                      <a:pt x="205632" y="1204603"/>
                    </a:lnTo>
                    <a:lnTo>
                      <a:pt x="207537" y="1207141"/>
                    </a:lnTo>
                    <a:lnTo>
                      <a:pt x="218961" y="1215392"/>
                    </a:lnTo>
                    <a:lnTo>
                      <a:pt x="222769" y="1223643"/>
                    </a:lnTo>
                    <a:lnTo>
                      <a:pt x="217057" y="1228720"/>
                    </a:lnTo>
                    <a:lnTo>
                      <a:pt x="207537" y="1232528"/>
                    </a:lnTo>
                    <a:lnTo>
                      <a:pt x="199921" y="1236336"/>
                    </a:lnTo>
                    <a:lnTo>
                      <a:pt x="191035" y="1235702"/>
                    </a:lnTo>
                    <a:lnTo>
                      <a:pt x="185958" y="1231894"/>
                    </a:lnTo>
                    <a:lnTo>
                      <a:pt x="184054" y="1232528"/>
                    </a:lnTo>
                    <a:lnTo>
                      <a:pt x="183419" y="1234432"/>
                    </a:lnTo>
                    <a:lnTo>
                      <a:pt x="181515" y="1235702"/>
                    </a:lnTo>
                    <a:lnTo>
                      <a:pt x="173264" y="1238875"/>
                    </a:lnTo>
                    <a:lnTo>
                      <a:pt x="168822" y="1241414"/>
                    </a:lnTo>
                    <a:lnTo>
                      <a:pt x="166283" y="1243952"/>
                    </a:lnTo>
                    <a:lnTo>
                      <a:pt x="173264" y="1243318"/>
                    </a:lnTo>
                    <a:lnTo>
                      <a:pt x="191670" y="1238240"/>
                    </a:lnTo>
                    <a:lnTo>
                      <a:pt x="218326" y="1235067"/>
                    </a:lnTo>
                    <a:lnTo>
                      <a:pt x="246251" y="1228085"/>
                    </a:lnTo>
                    <a:lnTo>
                      <a:pt x="259579" y="1221104"/>
                    </a:lnTo>
                    <a:lnTo>
                      <a:pt x="264022" y="1210950"/>
                    </a:lnTo>
                    <a:lnTo>
                      <a:pt x="262118" y="1212219"/>
                    </a:lnTo>
                    <a:lnTo>
                      <a:pt x="259579" y="1212854"/>
                    </a:lnTo>
                    <a:lnTo>
                      <a:pt x="257041" y="1213488"/>
                    </a:lnTo>
                    <a:lnTo>
                      <a:pt x="254502" y="1213488"/>
                    </a:lnTo>
                    <a:lnTo>
                      <a:pt x="255137" y="1209045"/>
                    </a:lnTo>
                    <a:lnTo>
                      <a:pt x="253868" y="1206507"/>
                    </a:lnTo>
                    <a:lnTo>
                      <a:pt x="251963" y="1203968"/>
                    </a:lnTo>
                    <a:lnTo>
                      <a:pt x="251329" y="1200160"/>
                    </a:lnTo>
                    <a:lnTo>
                      <a:pt x="252598" y="1200160"/>
                    </a:lnTo>
                    <a:lnTo>
                      <a:pt x="253868" y="1201430"/>
                    </a:lnTo>
                    <a:lnTo>
                      <a:pt x="257676" y="1204603"/>
                    </a:lnTo>
                    <a:lnTo>
                      <a:pt x="258945" y="1206507"/>
                    </a:lnTo>
                    <a:lnTo>
                      <a:pt x="259579" y="1207776"/>
                    </a:lnTo>
                    <a:lnTo>
                      <a:pt x="260214" y="1209045"/>
                    </a:lnTo>
                    <a:lnTo>
                      <a:pt x="264022" y="1209045"/>
                    </a:lnTo>
                    <a:lnTo>
                      <a:pt x="269099" y="1207141"/>
                    </a:lnTo>
                    <a:lnTo>
                      <a:pt x="271638" y="1203968"/>
                    </a:lnTo>
                    <a:lnTo>
                      <a:pt x="272908" y="1200795"/>
                    </a:lnTo>
                    <a:lnTo>
                      <a:pt x="276081" y="1198891"/>
                    </a:lnTo>
                    <a:lnTo>
                      <a:pt x="281158" y="1196987"/>
                    </a:lnTo>
                    <a:lnTo>
                      <a:pt x="283697" y="1193813"/>
                    </a:lnTo>
                    <a:lnTo>
                      <a:pt x="284966" y="1189371"/>
                    </a:lnTo>
                    <a:lnTo>
                      <a:pt x="286870" y="1184928"/>
                    </a:lnTo>
                    <a:lnTo>
                      <a:pt x="295121" y="1174773"/>
                    </a:lnTo>
                    <a:lnTo>
                      <a:pt x="295121" y="1172235"/>
                    </a:lnTo>
                    <a:lnTo>
                      <a:pt x="297025" y="1171600"/>
                    </a:lnTo>
                    <a:lnTo>
                      <a:pt x="294486" y="1170965"/>
                    </a:lnTo>
                    <a:lnTo>
                      <a:pt x="292582" y="1169696"/>
                    </a:lnTo>
                    <a:lnTo>
                      <a:pt x="290678" y="1167792"/>
                    </a:lnTo>
                    <a:lnTo>
                      <a:pt x="288775" y="1165888"/>
                    </a:lnTo>
                    <a:lnTo>
                      <a:pt x="288775" y="1163984"/>
                    </a:lnTo>
                    <a:lnTo>
                      <a:pt x="290044" y="1164618"/>
                    </a:lnTo>
                    <a:lnTo>
                      <a:pt x="290044" y="1164618"/>
                    </a:lnTo>
                    <a:lnTo>
                      <a:pt x="284966" y="1153194"/>
                    </a:lnTo>
                    <a:lnTo>
                      <a:pt x="283697" y="1149387"/>
                    </a:lnTo>
                    <a:lnTo>
                      <a:pt x="283697" y="1148117"/>
                    </a:lnTo>
                    <a:lnTo>
                      <a:pt x="284331" y="1145578"/>
                    </a:lnTo>
                    <a:lnTo>
                      <a:pt x="287505" y="1138597"/>
                    </a:lnTo>
                    <a:lnTo>
                      <a:pt x="288139" y="1131616"/>
                    </a:lnTo>
                    <a:lnTo>
                      <a:pt x="288775" y="1122730"/>
                    </a:lnTo>
                    <a:lnTo>
                      <a:pt x="288775" y="1118923"/>
                    </a:lnTo>
                    <a:lnTo>
                      <a:pt x="288139" y="1116384"/>
                    </a:lnTo>
                    <a:lnTo>
                      <a:pt x="287505" y="1115749"/>
                    </a:lnTo>
                    <a:lnTo>
                      <a:pt x="285601" y="1114480"/>
                    </a:lnTo>
                    <a:lnTo>
                      <a:pt x="267196" y="1105594"/>
                    </a:lnTo>
                    <a:lnTo>
                      <a:pt x="264022" y="1103690"/>
                    </a:lnTo>
                    <a:lnTo>
                      <a:pt x="260214" y="1099882"/>
                    </a:lnTo>
                    <a:lnTo>
                      <a:pt x="255137" y="1092266"/>
                    </a:lnTo>
                    <a:lnTo>
                      <a:pt x="253868" y="1090362"/>
                    </a:lnTo>
                    <a:lnTo>
                      <a:pt x="242443" y="1081477"/>
                    </a:lnTo>
                    <a:lnTo>
                      <a:pt x="239905" y="1078938"/>
                    </a:lnTo>
                    <a:lnTo>
                      <a:pt x="237366" y="1075765"/>
                    </a:lnTo>
                    <a:lnTo>
                      <a:pt x="236097" y="1073861"/>
                    </a:lnTo>
                    <a:lnTo>
                      <a:pt x="235462" y="1071957"/>
                    </a:lnTo>
                    <a:lnTo>
                      <a:pt x="235462" y="1070687"/>
                    </a:lnTo>
                    <a:lnTo>
                      <a:pt x="235462" y="1068784"/>
                    </a:lnTo>
                    <a:lnTo>
                      <a:pt x="236097" y="1066245"/>
                    </a:lnTo>
                    <a:lnTo>
                      <a:pt x="239270" y="1056090"/>
                    </a:lnTo>
                    <a:lnTo>
                      <a:pt x="239270" y="1054821"/>
                    </a:lnTo>
                    <a:lnTo>
                      <a:pt x="237366" y="1043397"/>
                    </a:lnTo>
                    <a:lnTo>
                      <a:pt x="238001" y="1039589"/>
                    </a:lnTo>
                    <a:lnTo>
                      <a:pt x="247521" y="1038319"/>
                    </a:lnTo>
                    <a:lnTo>
                      <a:pt x="281158" y="1034511"/>
                    </a:lnTo>
                    <a:lnTo>
                      <a:pt x="315430" y="1030703"/>
                    </a:lnTo>
                    <a:lnTo>
                      <a:pt x="349068" y="1026895"/>
                    </a:lnTo>
                    <a:lnTo>
                      <a:pt x="382705" y="1023087"/>
                    </a:lnTo>
                    <a:lnTo>
                      <a:pt x="416343" y="1019279"/>
                    </a:lnTo>
                    <a:lnTo>
                      <a:pt x="450615" y="1015471"/>
                    </a:lnTo>
                    <a:lnTo>
                      <a:pt x="484252" y="1011029"/>
                    </a:lnTo>
                    <a:lnTo>
                      <a:pt x="517890" y="1007220"/>
                    </a:lnTo>
                    <a:lnTo>
                      <a:pt x="551527" y="1002778"/>
                    </a:lnTo>
                    <a:lnTo>
                      <a:pt x="585165" y="998335"/>
                    </a:lnTo>
                    <a:lnTo>
                      <a:pt x="618803" y="993893"/>
                    </a:lnTo>
                    <a:lnTo>
                      <a:pt x="652440" y="989450"/>
                    </a:lnTo>
                    <a:lnTo>
                      <a:pt x="686078" y="985007"/>
                    </a:lnTo>
                    <a:lnTo>
                      <a:pt x="719715" y="980564"/>
                    </a:lnTo>
                    <a:lnTo>
                      <a:pt x="753352" y="976122"/>
                    </a:lnTo>
                    <a:lnTo>
                      <a:pt x="786990" y="971679"/>
                    </a:lnTo>
                    <a:lnTo>
                      <a:pt x="787625" y="970410"/>
                    </a:lnTo>
                    <a:lnTo>
                      <a:pt x="788894" y="968506"/>
                    </a:lnTo>
                    <a:lnTo>
                      <a:pt x="789528" y="966602"/>
                    </a:lnTo>
                    <a:lnTo>
                      <a:pt x="787625" y="964063"/>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57" name="Google Shape;457;p51"/>
              <p:cNvSpPr/>
              <p:nvPr/>
            </p:nvSpPr>
            <p:spPr>
              <a:xfrm>
                <a:off x="-105105" y="4846302"/>
                <a:ext cx="2529910" cy="1361086"/>
              </a:xfrm>
              <a:custGeom>
                <a:avLst/>
                <a:gdLst/>
                <a:ahLst/>
                <a:cxnLst/>
                <a:rect l="l" t="t" r="r" b="b"/>
                <a:pathLst>
                  <a:path w="3474180" h="1869101" extrusionOk="0">
                    <a:moveTo>
                      <a:pt x="1414044" y="523602"/>
                    </a:moveTo>
                    <a:lnTo>
                      <a:pt x="1414678" y="523602"/>
                    </a:lnTo>
                    <a:lnTo>
                      <a:pt x="1415313" y="522968"/>
                    </a:lnTo>
                    <a:lnTo>
                      <a:pt x="1415313" y="521698"/>
                    </a:lnTo>
                    <a:lnTo>
                      <a:pt x="1415313" y="521064"/>
                    </a:lnTo>
                    <a:lnTo>
                      <a:pt x="1414678" y="521064"/>
                    </a:lnTo>
                    <a:lnTo>
                      <a:pt x="1413409" y="521064"/>
                    </a:lnTo>
                    <a:lnTo>
                      <a:pt x="1412774" y="522333"/>
                    </a:lnTo>
                    <a:lnTo>
                      <a:pt x="1414044" y="523602"/>
                    </a:lnTo>
                    <a:lnTo>
                      <a:pt x="1414044" y="523602"/>
                    </a:lnTo>
                    <a:close/>
                    <a:moveTo>
                      <a:pt x="1389292" y="1153194"/>
                    </a:moveTo>
                    <a:lnTo>
                      <a:pt x="1391195" y="1153829"/>
                    </a:lnTo>
                    <a:lnTo>
                      <a:pt x="1391830" y="1154464"/>
                    </a:lnTo>
                    <a:lnTo>
                      <a:pt x="1393734" y="1157637"/>
                    </a:lnTo>
                    <a:lnTo>
                      <a:pt x="1394369" y="1158272"/>
                    </a:lnTo>
                    <a:lnTo>
                      <a:pt x="1397542" y="1158907"/>
                    </a:lnTo>
                    <a:lnTo>
                      <a:pt x="1399446" y="1158272"/>
                    </a:lnTo>
                    <a:lnTo>
                      <a:pt x="1400081" y="1158272"/>
                    </a:lnTo>
                    <a:lnTo>
                      <a:pt x="1400081" y="1159541"/>
                    </a:lnTo>
                    <a:lnTo>
                      <a:pt x="1401985" y="1158907"/>
                    </a:lnTo>
                    <a:lnTo>
                      <a:pt x="1403889" y="1158907"/>
                    </a:lnTo>
                    <a:lnTo>
                      <a:pt x="1405793" y="1159541"/>
                    </a:lnTo>
                    <a:lnTo>
                      <a:pt x="1409601" y="1162080"/>
                    </a:lnTo>
                    <a:lnTo>
                      <a:pt x="1410236" y="1162080"/>
                    </a:lnTo>
                    <a:lnTo>
                      <a:pt x="1410870" y="1162715"/>
                    </a:lnTo>
                    <a:lnTo>
                      <a:pt x="1411505" y="1164618"/>
                    </a:lnTo>
                    <a:lnTo>
                      <a:pt x="1412774" y="1165888"/>
                    </a:lnTo>
                    <a:lnTo>
                      <a:pt x="1413409" y="1167792"/>
                    </a:lnTo>
                    <a:lnTo>
                      <a:pt x="1414044" y="1169696"/>
                    </a:lnTo>
                    <a:lnTo>
                      <a:pt x="1414044" y="1171600"/>
                    </a:lnTo>
                    <a:lnTo>
                      <a:pt x="1414678" y="1172235"/>
                    </a:lnTo>
                    <a:lnTo>
                      <a:pt x="1416582" y="1172235"/>
                    </a:lnTo>
                    <a:lnTo>
                      <a:pt x="1419121" y="1171600"/>
                    </a:lnTo>
                    <a:lnTo>
                      <a:pt x="1420390" y="1170331"/>
                    </a:lnTo>
                    <a:lnTo>
                      <a:pt x="1419756" y="1168427"/>
                    </a:lnTo>
                    <a:lnTo>
                      <a:pt x="1419121" y="1166523"/>
                    </a:lnTo>
                    <a:lnTo>
                      <a:pt x="1418486" y="1165253"/>
                    </a:lnTo>
                    <a:lnTo>
                      <a:pt x="1417217" y="1164618"/>
                    </a:lnTo>
                    <a:lnTo>
                      <a:pt x="1414044" y="1164618"/>
                    </a:lnTo>
                    <a:lnTo>
                      <a:pt x="1412140" y="1162715"/>
                    </a:lnTo>
                    <a:lnTo>
                      <a:pt x="1411505" y="1162715"/>
                    </a:lnTo>
                    <a:lnTo>
                      <a:pt x="1412774" y="1160811"/>
                    </a:lnTo>
                    <a:lnTo>
                      <a:pt x="1415948" y="1160811"/>
                    </a:lnTo>
                    <a:lnTo>
                      <a:pt x="1418486" y="1162080"/>
                    </a:lnTo>
                    <a:lnTo>
                      <a:pt x="1418486" y="1163984"/>
                    </a:lnTo>
                    <a:lnTo>
                      <a:pt x="1422929" y="1163349"/>
                    </a:lnTo>
                    <a:lnTo>
                      <a:pt x="1423564" y="1162715"/>
                    </a:lnTo>
                    <a:lnTo>
                      <a:pt x="1424198" y="1162715"/>
                    </a:lnTo>
                    <a:lnTo>
                      <a:pt x="1426102" y="1162080"/>
                    </a:lnTo>
                    <a:lnTo>
                      <a:pt x="1427372" y="1160811"/>
                    </a:lnTo>
                    <a:lnTo>
                      <a:pt x="1426102" y="1159541"/>
                    </a:lnTo>
                    <a:lnTo>
                      <a:pt x="1427372" y="1158907"/>
                    </a:lnTo>
                    <a:lnTo>
                      <a:pt x="1428006" y="1159541"/>
                    </a:lnTo>
                    <a:lnTo>
                      <a:pt x="1428641" y="1160811"/>
                    </a:lnTo>
                    <a:lnTo>
                      <a:pt x="1429276" y="1161445"/>
                    </a:lnTo>
                    <a:lnTo>
                      <a:pt x="1431814" y="1162080"/>
                    </a:lnTo>
                    <a:lnTo>
                      <a:pt x="1433084" y="1162080"/>
                    </a:lnTo>
                    <a:lnTo>
                      <a:pt x="1438161" y="1160176"/>
                    </a:lnTo>
                    <a:lnTo>
                      <a:pt x="1438796" y="1159541"/>
                    </a:lnTo>
                    <a:lnTo>
                      <a:pt x="1439430" y="1158272"/>
                    </a:lnTo>
                    <a:lnTo>
                      <a:pt x="1440065" y="1158272"/>
                    </a:lnTo>
                    <a:lnTo>
                      <a:pt x="1440700" y="1159541"/>
                    </a:lnTo>
                    <a:lnTo>
                      <a:pt x="1441334" y="1160811"/>
                    </a:lnTo>
                    <a:lnTo>
                      <a:pt x="1442604" y="1161445"/>
                    </a:lnTo>
                    <a:lnTo>
                      <a:pt x="1447681" y="1161445"/>
                    </a:lnTo>
                    <a:lnTo>
                      <a:pt x="1449585" y="1160811"/>
                    </a:lnTo>
                    <a:lnTo>
                      <a:pt x="1450220" y="1160176"/>
                    </a:lnTo>
                    <a:lnTo>
                      <a:pt x="1450854" y="1159541"/>
                    </a:lnTo>
                    <a:lnTo>
                      <a:pt x="1450854" y="1158907"/>
                    </a:lnTo>
                    <a:lnTo>
                      <a:pt x="1450854" y="1158272"/>
                    </a:lnTo>
                    <a:lnTo>
                      <a:pt x="1450854" y="1157637"/>
                    </a:lnTo>
                    <a:lnTo>
                      <a:pt x="1450220" y="1157637"/>
                    </a:lnTo>
                    <a:lnTo>
                      <a:pt x="1449585" y="1157637"/>
                    </a:lnTo>
                    <a:lnTo>
                      <a:pt x="1450220" y="1156368"/>
                    </a:lnTo>
                    <a:lnTo>
                      <a:pt x="1450854" y="1155733"/>
                    </a:lnTo>
                    <a:lnTo>
                      <a:pt x="1451489" y="1155098"/>
                    </a:lnTo>
                    <a:lnTo>
                      <a:pt x="1452124" y="1154464"/>
                    </a:lnTo>
                    <a:lnTo>
                      <a:pt x="1451489" y="1154464"/>
                    </a:lnTo>
                    <a:lnTo>
                      <a:pt x="1449585" y="1155098"/>
                    </a:lnTo>
                    <a:lnTo>
                      <a:pt x="1448950" y="1155098"/>
                    </a:lnTo>
                    <a:lnTo>
                      <a:pt x="1448316" y="1154464"/>
                    </a:lnTo>
                    <a:lnTo>
                      <a:pt x="1447681" y="1152560"/>
                    </a:lnTo>
                    <a:lnTo>
                      <a:pt x="1447046" y="1151925"/>
                    </a:lnTo>
                    <a:lnTo>
                      <a:pt x="1447046" y="1151291"/>
                    </a:lnTo>
                    <a:lnTo>
                      <a:pt x="1447681" y="1150656"/>
                    </a:lnTo>
                    <a:lnTo>
                      <a:pt x="1448316" y="1150021"/>
                    </a:lnTo>
                    <a:lnTo>
                      <a:pt x="1448950" y="1148752"/>
                    </a:lnTo>
                    <a:lnTo>
                      <a:pt x="1447681" y="1147483"/>
                    </a:lnTo>
                    <a:lnTo>
                      <a:pt x="1447046" y="1146848"/>
                    </a:lnTo>
                    <a:lnTo>
                      <a:pt x="1447046" y="1144309"/>
                    </a:lnTo>
                    <a:lnTo>
                      <a:pt x="1446412" y="1143674"/>
                    </a:lnTo>
                    <a:lnTo>
                      <a:pt x="1444508" y="1143674"/>
                    </a:lnTo>
                    <a:lnTo>
                      <a:pt x="1446412" y="1141136"/>
                    </a:lnTo>
                    <a:lnTo>
                      <a:pt x="1447046" y="1139867"/>
                    </a:lnTo>
                    <a:lnTo>
                      <a:pt x="1447681" y="1138597"/>
                    </a:lnTo>
                    <a:lnTo>
                      <a:pt x="1447681" y="1137963"/>
                    </a:lnTo>
                    <a:lnTo>
                      <a:pt x="1447681" y="1137328"/>
                    </a:lnTo>
                    <a:lnTo>
                      <a:pt x="1447681" y="1137328"/>
                    </a:lnTo>
                    <a:lnTo>
                      <a:pt x="1447046" y="1137328"/>
                    </a:lnTo>
                    <a:lnTo>
                      <a:pt x="1447046" y="1136693"/>
                    </a:lnTo>
                    <a:lnTo>
                      <a:pt x="1447046" y="1136693"/>
                    </a:lnTo>
                    <a:lnTo>
                      <a:pt x="1447681" y="1136058"/>
                    </a:lnTo>
                    <a:lnTo>
                      <a:pt x="1447681" y="1135424"/>
                    </a:lnTo>
                    <a:lnTo>
                      <a:pt x="1447046" y="1135424"/>
                    </a:lnTo>
                    <a:lnTo>
                      <a:pt x="1446412" y="1134789"/>
                    </a:lnTo>
                    <a:lnTo>
                      <a:pt x="1445777" y="1134154"/>
                    </a:lnTo>
                    <a:lnTo>
                      <a:pt x="1445777" y="1132885"/>
                    </a:lnTo>
                    <a:lnTo>
                      <a:pt x="1446412" y="1132250"/>
                    </a:lnTo>
                    <a:lnTo>
                      <a:pt x="1448950" y="1129712"/>
                    </a:lnTo>
                    <a:lnTo>
                      <a:pt x="1447681" y="1127173"/>
                    </a:lnTo>
                    <a:lnTo>
                      <a:pt x="1447046" y="1125904"/>
                    </a:lnTo>
                    <a:lnTo>
                      <a:pt x="1447046" y="1125269"/>
                    </a:lnTo>
                    <a:lnTo>
                      <a:pt x="1447681" y="1124634"/>
                    </a:lnTo>
                    <a:lnTo>
                      <a:pt x="1448950" y="1123365"/>
                    </a:lnTo>
                    <a:lnTo>
                      <a:pt x="1449585" y="1122096"/>
                    </a:lnTo>
                    <a:lnTo>
                      <a:pt x="1448950" y="1121461"/>
                    </a:lnTo>
                    <a:lnTo>
                      <a:pt x="1448950" y="1120827"/>
                    </a:lnTo>
                    <a:lnTo>
                      <a:pt x="1448950" y="1120827"/>
                    </a:lnTo>
                    <a:lnTo>
                      <a:pt x="1448950" y="1120192"/>
                    </a:lnTo>
                    <a:lnTo>
                      <a:pt x="1447046" y="1118923"/>
                    </a:lnTo>
                    <a:lnTo>
                      <a:pt x="1448316" y="1118288"/>
                    </a:lnTo>
                    <a:lnTo>
                      <a:pt x="1447681" y="1117653"/>
                    </a:lnTo>
                    <a:lnTo>
                      <a:pt x="1446412" y="1117653"/>
                    </a:lnTo>
                    <a:lnTo>
                      <a:pt x="1445777" y="1117018"/>
                    </a:lnTo>
                    <a:lnTo>
                      <a:pt x="1445777" y="1116384"/>
                    </a:lnTo>
                    <a:lnTo>
                      <a:pt x="1445142" y="1115114"/>
                    </a:lnTo>
                    <a:lnTo>
                      <a:pt x="1444508" y="1114480"/>
                    </a:lnTo>
                    <a:lnTo>
                      <a:pt x="1443238" y="1113845"/>
                    </a:lnTo>
                    <a:lnTo>
                      <a:pt x="1439430" y="1113210"/>
                    </a:lnTo>
                    <a:lnTo>
                      <a:pt x="1438796" y="1113210"/>
                    </a:lnTo>
                    <a:lnTo>
                      <a:pt x="1437526" y="1115114"/>
                    </a:lnTo>
                    <a:lnTo>
                      <a:pt x="1433718" y="1115114"/>
                    </a:lnTo>
                    <a:lnTo>
                      <a:pt x="1430545" y="1113845"/>
                    </a:lnTo>
                    <a:lnTo>
                      <a:pt x="1429276" y="1113210"/>
                    </a:lnTo>
                    <a:lnTo>
                      <a:pt x="1429276" y="1112576"/>
                    </a:lnTo>
                    <a:lnTo>
                      <a:pt x="1429276" y="1111941"/>
                    </a:lnTo>
                    <a:lnTo>
                      <a:pt x="1429276" y="1111941"/>
                    </a:lnTo>
                    <a:lnTo>
                      <a:pt x="1429910" y="1111941"/>
                    </a:lnTo>
                    <a:lnTo>
                      <a:pt x="1429276" y="1110672"/>
                    </a:lnTo>
                    <a:lnTo>
                      <a:pt x="1429276" y="1108768"/>
                    </a:lnTo>
                    <a:lnTo>
                      <a:pt x="1429276" y="1106864"/>
                    </a:lnTo>
                    <a:lnTo>
                      <a:pt x="1428641" y="1104960"/>
                    </a:lnTo>
                    <a:lnTo>
                      <a:pt x="1429276" y="1104325"/>
                    </a:lnTo>
                    <a:lnTo>
                      <a:pt x="1428641" y="1103056"/>
                    </a:lnTo>
                    <a:lnTo>
                      <a:pt x="1428006" y="1102421"/>
                    </a:lnTo>
                    <a:lnTo>
                      <a:pt x="1426737" y="1101786"/>
                    </a:lnTo>
                    <a:lnTo>
                      <a:pt x="1427372" y="1104325"/>
                    </a:lnTo>
                    <a:lnTo>
                      <a:pt x="1427372" y="1105594"/>
                    </a:lnTo>
                    <a:lnTo>
                      <a:pt x="1426737" y="1106864"/>
                    </a:lnTo>
                    <a:lnTo>
                      <a:pt x="1426102" y="1107498"/>
                    </a:lnTo>
                    <a:lnTo>
                      <a:pt x="1424833" y="1107498"/>
                    </a:lnTo>
                    <a:lnTo>
                      <a:pt x="1424198" y="1106864"/>
                    </a:lnTo>
                    <a:lnTo>
                      <a:pt x="1424833" y="1104960"/>
                    </a:lnTo>
                    <a:lnTo>
                      <a:pt x="1417852" y="1105594"/>
                    </a:lnTo>
                    <a:lnTo>
                      <a:pt x="1413409" y="1108133"/>
                    </a:lnTo>
                    <a:lnTo>
                      <a:pt x="1412140" y="1108133"/>
                    </a:lnTo>
                    <a:lnTo>
                      <a:pt x="1412774" y="1107498"/>
                    </a:lnTo>
                    <a:lnTo>
                      <a:pt x="1413409" y="1106864"/>
                    </a:lnTo>
                    <a:lnTo>
                      <a:pt x="1413409" y="1106864"/>
                    </a:lnTo>
                    <a:lnTo>
                      <a:pt x="1412140" y="1104325"/>
                    </a:lnTo>
                    <a:lnTo>
                      <a:pt x="1410236" y="1103690"/>
                    </a:lnTo>
                    <a:lnTo>
                      <a:pt x="1404524" y="1105594"/>
                    </a:lnTo>
                    <a:lnTo>
                      <a:pt x="1403889" y="1106229"/>
                    </a:lnTo>
                    <a:lnTo>
                      <a:pt x="1403254" y="1108133"/>
                    </a:lnTo>
                    <a:lnTo>
                      <a:pt x="1402620" y="1109403"/>
                    </a:lnTo>
                    <a:lnTo>
                      <a:pt x="1401350" y="1109403"/>
                    </a:lnTo>
                    <a:lnTo>
                      <a:pt x="1399446" y="1107498"/>
                    </a:lnTo>
                    <a:lnTo>
                      <a:pt x="1397542" y="1106864"/>
                    </a:lnTo>
                    <a:lnTo>
                      <a:pt x="1394369" y="1108133"/>
                    </a:lnTo>
                    <a:lnTo>
                      <a:pt x="1392465" y="1108768"/>
                    </a:lnTo>
                    <a:lnTo>
                      <a:pt x="1390561" y="1109403"/>
                    </a:lnTo>
                    <a:lnTo>
                      <a:pt x="1389926" y="1110037"/>
                    </a:lnTo>
                    <a:lnTo>
                      <a:pt x="1389292" y="1111306"/>
                    </a:lnTo>
                    <a:lnTo>
                      <a:pt x="1389292" y="1111941"/>
                    </a:lnTo>
                    <a:lnTo>
                      <a:pt x="1389292" y="1112576"/>
                    </a:lnTo>
                    <a:lnTo>
                      <a:pt x="1389292" y="1113210"/>
                    </a:lnTo>
                    <a:lnTo>
                      <a:pt x="1387387" y="1117018"/>
                    </a:lnTo>
                    <a:lnTo>
                      <a:pt x="1384214" y="1117018"/>
                    </a:lnTo>
                    <a:lnTo>
                      <a:pt x="1370251" y="1111306"/>
                    </a:lnTo>
                    <a:lnTo>
                      <a:pt x="1365809" y="1111306"/>
                    </a:lnTo>
                    <a:lnTo>
                      <a:pt x="1365174" y="1111306"/>
                    </a:lnTo>
                    <a:lnTo>
                      <a:pt x="1364539" y="1110672"/>
                    </a:lnTo>
                    <a:lnTo>
                      <a:pt x="1363905" y="1110037"/>
                    </a:lnTo>
                    <a:lnTo>
                      <a:pt x="1363270" y="1110037"/>
                    </a:lnTo>
                    <a:lnTo>
                      <a:pt x="1362635" y="1110037"/>
                    </a:lnTo>
                    <a:lnTo>
                      <a:pt x="1362001" y="1110672"/>
                    </a:lnTo>
                    <a:lnTo>
                      <a:pt x="1361366" y="1111306"/>
                    </a:lnTo>
                    <a:lnTo>
                      <a:pt x="1356923" y="1111941"/>
                    </a:lnTo>
                    <a:lnTo>
                      <a:pt x="1356289" y="1111941"/>
                    </a:lnTo>
                    <a:lnTo>
                      <a:pt x="1355654" y="1111306"/>
                    </a:lnTo>
                    <a:lnTo>
                      <a:pt x="1356289" y="1113845"/>
                    </a:lnTo>
                    <a:lnTo>
                      <a:pt x="1360097" y="1120192"/>
                    </a:lnTo>
                    <a:lnTo>
                      <a:pt x="1360731" y="1121461"/>
                    </a:lnTo>
                    <a:lnTo>
                      <a:pt x="1360731" y="1122096"/>
                    </a:lnTo>
                    <a:lnTo>
                      <a:pt x="1360731" y="1123365"/>
                    </a:lnTo>
                    <a:lnTo>
                      <a:pt x="1360097" y="1125904"/>
                    </a:lnTo>
                    <a:lnTo>
                      <a:pt x="1360097" y="1126538"/>
                    </a:lnTo>
                    <a:lnTo>
                      <a:pt x="1360731" y="1127808"/>
                    </a:lnTo>
                    <a:lnTo>
                      <a:pt x="1362001" y="1128443"/>
                    </a:lnTo>
                    <a:lnTo>
                      <a:pt x="1363270" y="1128443"/>
                    </a:lnTo>
                    <a:lnTo>
                      <a:pt x="1363905" y="1126538"/>
                    </a:lnTo>
                    <a:lnTo>
                      <a:pt x="1364539" y="1126538"/>
                    </a:lnTo>
                    <a:lnTo>
                      <a:pt x="1364539" y="1128443"/>
                    </a:lnTo>
                    <a:lnTo>
                      <a:pt x="1365174" y="1130981"/>
                    </a:lnTo>
                    <a:lnTo>
                      <a:pt x="1366443" y="1133520"/>
                    </a:lnTo>
                    <a:lnTo>
                      <a:pt x="1367713" y="1134789"/>
                    </a:lnTo>
                    <a:lnTo>
                      <a:pt x="1368347" y="1135424"/>
                    </a:lnTo>
                    <a:lnTo>
                      <a:pt x="1369617" y="1137328"/>
                    </a:lnTo>
                    <a:lnTo>
                      <a:pt x="1370251" y="1137963"/>
                    </a:lnTo>
                    <a:lnTo>
                      <a:pt x="1370886" y="1137963"/>
                    </a:lnTo>
                    <a:lnTo>
                      <a:pt x="1371521" y="1137328"/>
                    </a:lnTo>
                    <a:lnTo>
                      <a:pt x="1372155" y="1136693"/>
                    </a:lnTo>
                    <a:lnTo>
                      <a:pt x="1372790" y="1136058"/>
                    </a:lnTo>
                    <a:lnTo>
                      <a:pt x="1372790" y="1136693"/>
                    </a:lnTo>
                    <a:lnTo>
                      <a:pt x="1372790" y="1137328"/>
                    </a:lnTo>
                    <a:lnTo>
                      <a:pt x="1372790" y="1137963"/>
                    </a:lnTo>
                    <a:lnTo>
                      <a:pt x="1372790" y="1138597"/>
                    </a:lnTo>
                    <a:lnTo>
                      <a:pt x="1374059" y="1138597"/>
                    </a:lnTo>
                    <a:lnTo>
                      <a:pt x="1375329" y="1137963"/>
                    </a:lnTo>
                    <a:lnTo>
                      <a:pt x="1375963" y="1137963"/>
                    </a:lnTo>
                    <a:lnTo>
                      <a:pt x="1376598" y="1139232"/>
                    </a:lnTo>
                    <a:lnTo>
                      <a:pt x="1375963" y="1139232"/>
                    </a:lnTo>
                    <a:lnTo>
                      <a:pt x="1374694" y="1139867"/>
                    </a:lnTo>
                    <a:lnTo>
                      <a:pt x="1385483" y="1149387"/>
                    </a:lnTo>
                    <a:lnTo>
                      <a:pt x="1386753" y="1152560"/>
                    </a:lnTo>
                    <a:lnTo>
                      <a:pt x="1389292" y="1153194"/>
                    </a:lnTo>
                    <a:close/>
                    <a:moveTo>
                      <a:pt x="1333441" y="1765016"/>
                    </a:moveTo>
                    <a:lnTo>
                      <a:pt x="1330902" y="1764381"/>
                    </a:lnTo>
                    <a:lnTo>
                      <a:pt x="1328998" y="1763112"/>
                    </a:lnTo>
                    <a:lnTo>
                      <a:pt x="1328363" y="1763112"/>
                    </a:lnTo>
                    <a:lnTo>
                      <a:pt x="1328363" y="1762477"/>
                    </a:lnTo>
                    <a:lnTo>
                      <a:pt x="1332171" y="1762477"/>
                    </a:lnTo>
                    <a:lnTo>
                      <a:pt x="1333441" y="1761843"/>
                    </a:lnTo>
                    <a:lnTo>
                      <a:pt x="1332171" y="1760573"/>
                    </a:lnTo>
                    <a:lnTo>
                      <a:pt x="1329633" y="1759304"/>
                    </a:lnTo>
                    <a:lnTo>
                      <a:pt x="1328998" y="1758034"/>
                    </a:lnTo>
                    <a:lnTo>
                      <a:pt x="1327728" y="1759304"/>
                    </a:lnTo>
                    <a:lnTo>
                      <a:pt x="1326459" y="1759304"/>
                    </a:lnTo>
                    <a:lnTo>
                      <a:pt x="1325190" y="1758669"/>
                    </a:lnTo>
                    <a:lnTo>
                      <a:pt x="1325190" y="1756765"/>
                    </a:lnTo>
                    <a:lnTo>
                      <a:pt x="1325825" y="1755496"/>
                    </a:lnTo>
                    <a:lnTo>
                      <a:pt x="1326459" y="1754861"/>
                    </a:lnTo>
                    <a:lnTo>
                      <a:pt x="1326459" y="1754227"/>
                    </a:lnTo>
                    <a:lnTo>
                      <a:pt x="1324555" y="1753592"/>
                    </a:lnTo>
                    <a:lnTo>
                      <a:pt x="1323286" y="1752957"/>
                    </a:lnTo>
                    <a:lnTo>
                      <a:pt x="1322651" y="1752957"/>
                    </a:lnTo>
                    <a:lnTo>
                      <a:pt x="1320747" y="1752957"/>
                    </a:lnTo>
                    <a:lnTo>
                      <a:pt x="1316305" y="1754861"/>
                    </a:lnTo>
                    <a:lnTo>
                      <a:pt x="1313766" y="1755496"/>
                    </a:lnTo>
                    <a:lnTo>
                      <a:pt x="1313131" y="1756130"/>
                    </a:lnTo>
                    <a:lnTo>
                      <a:pt x="1312496" y="1756765"/>
                    </a:lnTo>
                    <a:lnTo>
                      <a:pt x="1311227" y="1758669"/>
                    </a:lnTo>
                    <a:lnTo>
                      <a:pt x="1310592" y="1759304"/>
                    </a:lnTo>
                    <a:lnTo>
                      <a:pt x="1311227" y="1759939"/>
                    </a:lnTo>
                    <a:lnTo>
                      <a:pt x="1309958" y="1761208"/>
                    </a:lnTo>
                    <a:lnTo>
                      <a:pt x="1311862" y="1764381"/>
                    </a:lnTo>
                    <a:lnTo>
                      <a:pt x="1312496" y="1766285"/>
                    </a:lnTo>
                    <a:lnTo>
                      <a:pt x="1311862" y="1767554"/>
                    </a:lnTo>
                    <a:lnTo>
                      <a:pt x="1313766" y="1770728"/>
                    </a:lnTo>
                    <a:lnTo>
                      <a:pt x="1315035" y="1770093"/>
                    </a:lnTo>
                    <a:lnTo>
                      <a:pt x="1317574" y="1768824"/>
                    </a:lnTo>
                    <a:lnTo>
                      <a:pt x="1318843" y="1767554"/>
                    </a:lnTo>
                    <a:lnTo>
                      <a:pt x="1318843" y="1768824"/>
                    </a:lnTo>
                    <a:lnTo>
                      <a:pt x="1319478" y="1768824"/>
                    </a:lnTo>
                    <a:lnTo>
                      <a:pt x="1321382" y="1768824"/>
                    </a:lnTo>
                    <a:lnTo>
                      <a:pt x="1322017" y="1769459"/>
                    </a:lnTo>
                    <a:lnTo>
                      <a:pt x="1322017" y="1770093"/>
                    </a:lnTo>
                    <a:lnTo>
                      <a:pt x="1322017" y="1771363"/>
                    </a:lnTo>
                    <a:lnTo>
                      <a:pt x="1322017" y="1772632"/>
                    </a:lnTo>
                    <a:lnTo>
                      <a:pt x="1322651" y="1772632"/>
                    </a:lnTo>
                    <a:lnTo>
                      <a:pt x="1325825" y="1768824"/>
                    </a:lnTo>
                    <a:lnTo>
                      <a:pt x="1327094" y="1768189"/>
                    </a:lnTo>
                    <a:lnTo>
                      <a:pt x="1327728" y="1768189"/>
                    </a:lnTo>
                    <a:lnTo>
                      <a:pt x="1329633" y="1770093"/>
                    </a:lnTo>
                    <a:lnTo>
                      <a:pt x="1330267" y="1770093"/>
                    </a:lnTo>
                    <a:lnTo>
                      <a:pt x="1330902" y="1770093"/>
                    </a:lnTo>
                    <a:lnTo>
                      <a:pt x="1335345" y="1768824"/>
                    </a:lnTo>
                    <a:lnTo>
                      <a:pt x="1336614" y="1768189"/>
                    </a:lnTo>
                    <a:lnTo>
                      <a:pt x="1337883" y="1766285"/>
                    </a:lnTo>
                    <a:lnTo>
                      <a:pt x="1338518" y="1765650"/>
                    </a:lnTo>
                    <a:lnTo>
                      <a:pt x="1337883" y="1765016"/>
                    </a:lnTo>
                    <a:lnTo>
                      <a:pt x="1333441" y="1765016"/>
                    </a:lnTo>
                    <a:close/>
                    <a:moveTo>
                      <a:pt x="1382310" y="1772632"/>
                    </a:moveTo>
                    <a:lnTo>
                      <a:pt x="1382310" y="1772632"/>
                    </a:lnTo>
                    <a:lnTo>
                      <a:pt x="1381041" y="1772632"/>
                    </a:lnTo>
                    <a:lnTo>
                      <a:pt x="1380406" y="1773267"/>
                    </a:lnTo>
                    <a:lnTo>
                      <a:pt x="1379771" y="1772632"/>
                    </a:lnTo>
                    <a:lnTo>
                      <a:pt x="1379137" y="1773267"/>
                    </a:lnTo>
                    <a:lnTo>
                      <a:pt x="1376598" y="1773901"/>
                    </a:lnTo>
                    <a:lnTo>
                      <a:pt x="1375963" y="1774536"/>
                    </a:lnTo>
                    <a:lnTo>
                      <a:pt x="1375329" y="1773267"/>
                    </a:lnTo>
                    <a:lnTo>
                      <a:pt x="1374694" y="1772632"/>
                    </a:lnTo>
                    <a:lnTo>
                      <a:pt x="1374059" y="1771997"/>
                    </a:lnTo>
                    <a:lnTo>
                      <a:pt x="1373425" y="1771997"/>
                    </a:lnTo>
                    <a:lnTo>
                      <a:pt x="1372790" y="1771997"/>
                    </a:lnTo>
                    <a:lnTo>
                      <a:pt x="1372155" y="1772632"/>
                    </a:lnTo>
                    <a:lnTo>
                      <a:pt x="1371521" y="1772632"/>
                    </a:lnTo>
                    <a:lnTo>
                      <a:pt x="1371521" y="1772632"/>
                    </a:lnTo>
                    <a:lnTo>
                      <a:pt x="1371521" y="1771997"/>
                    </a:lnTo>
                    <a:lnTo>
                      <a:pt x="1371521" y="1771363"/>
                    </a:lnTo>
                    <a:lnTo>
                      <a:pt x="1370886" y="1771363"/>
                    </a:lnTo>
                    <a:lnTo>
                      <a:pt x="1370251" y="1771363"/>
                    </a:lnTo>
                    <a:lnTo>
                      <a:pt x="1368982" y="1772632"/>
                    </a:lnTo>
                    <a:lnTo>
                      <a:pt x="1368347" y="1772632"/>
                    </a:lnTo>
                    <a:lnTo>
                      <a:pt x="1367713" y="1772632"/>
                    </a:lnTo>
                    <a:lnTo>
                      <a:pt x="1367078" y="1771997"/>
                    </a:lnTo>
                    <a:lnTo>
                      <a:pt x="1366443" y="1771997"/>
                    </a:lnTo>
                    <a:lnTo>
                      <a:pt x="1365809" y="1771997"/>
                    </a:lnTo>
                    <a:lnTo>
                      <a:pt x="1365174" y="1772632"/>
                    </a:lnTo>
                    <a:lnTo>
                      <a:pt x="1364539" y="1773267"/>
                    </a:lnTo>
                    <a:lnTo>
                      <a:pt x="1363905" y="1774536"/>
                    </a:lnTo>
                    <a:lnTo>
                      <a:pt x="1365174" y="1775171"/>
                    </a:lnTo>
                    <a:lnTo>
                      <a:pt x="1368982" y="1776440"/>
                    </a:lnTo>
                    <a:lnTo>
                      <a:pt x="1370251" y="1775805"/>
                    </a:lnTo>
                    <a:lnTo>
                      <a:pt x="1370886" y="1775805"/>
                    </a:lnTo>
                    <a:lnTo>
                      <a:pt x="1371521" y="1775805"/>
                    </a:lnTo>
                    <a:lnTo>
                      <a:pt x="1372155" y="1777074"/>
                    </a:lnTo>
                    <a:lnTo>
                      <a:pt x="1372155" y="1777709"/>
                    </a:lnTo>
                    <a:lnTo>
                      <a:pt x="1372790" y="1777709"/>
                    </a:lnTo>
                    <a:lnTo>
                      <a:pt x="1375329" y="1777709"/>
                    </a:lnTo>
                    <a:lnTo>
                      <a:pt x="1379771" y="1778979"/>
                    </a:lnTo>
                    <a:lnTo>
                      <a:pt x="1380406" y="1778979"/>
                    </a:lnTo>
                    <a:lnTo>
                      <a:pt x="1381041" y="1778344"/>
                    </a:lnTo>
                    <a:lnTo>
                      <a:pt x="1382310" y="1777074"/>
                    </a:lnTo>
                    <a:lnTo>
                      <a:pt x="1382945" y="1775805"/>
                    </a:lnTo>
                    <a:lnTo>
                      <a:pt x="1382945" y="1774536"/>
                    </a:lnTo>
                    <a:lnTo>
                      <a:pt x="1382310" y="1772632"/>
                    </a:lnTo>
                    <a:close/>
                    <a:moveTo>
                      <a:pt x="1346134" y="1775171"/>
                    </a:moveTo>
                    <a:lnTo>
                      <a:pt x="1346134" y="1774536"/>
                    </a:lnTo>
                    <a:lnTo>
                      <a:pt x="1346134" y="1773901"/>
                    </a:lnTo>
                    <a:lnTo>
                      <a:pt x="1346134" y="1773901"/>
                    </a:lnTo>
                    <a:lnTo>
                      <a:pt x="1345499" y="1773901"/>
                    </a:lnTo>
                    <a:lnTo>
                      <a:pt x="1342326" y="1775805"/>
                    </a:lnTo>
                    <a:lnTo>
                      <a:pt x="1342326" y="1776440"/>
                    </a:lnTo>
                    <a:lnTo>
                      <a:pt x="1342961" y="1777709"/>
                    </a:lnTo>
                    <a:lnTo>
                      <a:pt x="1343595" y="1778344"/>
                    </a:lnTo>
                    <a:lnTo>
                      <a:pt x="1346769" y="1777709"/>
                    </a:lnTo>
                    <a:lnTo>
                      <a:pt x="1347403" y="1777709"/>
                    </a:lnTo>
                    <a:lnTo>
                      <a:pt x="1347403" y="1777074"/>
                    </a:lnTo>
                    <a:lnTo>
                      <a:pt x="1346769" y="1776440"/>
                    </a:lnTo>
                    <a:lnTo>
                      <a:pt x="1346134" y="1775171"/>
                    </a:lnTo>
                    <a:close/>
                    <a:moveTo>
                      <a:pt x="1343595" y="1768189"/>
                    </a:moveTo>
                    <a:lnTo>
                      <a:pt x="1344865" y="1767554"/>
                    </a:lnTo>
                    <a:lnTo>
                      <a:pt x="1345499" y="1765650"/>
                    </a:lnTo>
                    <a:lnTo>
                      <a:pt x="1344865" y="1765016"/>
                    </a:lnTo>
                    <a:lnTo>
                      <a:pt x="1345499" y="1765016"/>
                    </a:lnTo>
                    <a:lnTo>
                      <a:pt x="1346134" y="1765016"/>
                    </a:lnTo>
                    <a:lnTo>
                      <a:pt x="1347403" y="1764381"/>
                    </a:lnTo>
                    <a:lnTo>
                      <a:pt x="1349307" y="1764381"/>
                    </a:lnTo>
                    <a:lnTo>
                      <a:pt x="1349942" y="1764381"/>
                    </a:lnTo>
                    <a:lnTo>
                      <a:pt x="1349307" y="1763747"/>
                    </a:lnTo>
                    <a:lnTo>
                      <a:pt x="1349307" y="1763112"/>
                    </a:lnTo>
                    <a:lnTo>
                      <a:pt x="1351211" y="1763747"/>
                    </a:lnTo>
                    <a:lnTo>
                      <a:pt x="1353115" y="1763747"/>
                    </a:lnTo>
                    <a:lnTo>
                      <a:pt x="1354385" y="1763112"/>
                    </a:lnTo>
                    <a:lnTo>
                      <a:pt x="1353750" y="1761208"/>
                    </a:lnTo>
                    <a:lnTo>
                      <a:pt x="1351846" y="1761843"/>
                    </a:lnTo>
                    <a:lnTo>
                      <a:pt x="1346134" y="1758669"/>
                    </a:lnTo>
                    <a:lnTo>
                      <a:pt x="1346134" y="1758034"/>
                    </a:lnTo>
                    <a:lnTo>
                      <a:pt x="1346769" y="1756765"/>
                    </a:lnTo>
                    <a:lnTo>
                      <a:pt x="1346134" y="1756765"/>
                    </a:lnTo>
                    <a:lnTo>
                      <a:pt x="1345499" y="1757400"/>
                    </a:lnTo>
                    <a:lnTo>
                      <a:pt x="1345499" y="1756765"/>
                    </a:lnTo>
                    <a:lnTo>
                      <a:pt x="1346769" y="1756130"/>
                    </a:lnTo>
                    <a:lnTo>
                      <a:pt x="1348038" y="1755496"/>
                    </a:lnTo>
                    <a:lnTo>
                      <a:pt x="1348673" y="1754861"/>
                    </a:lnTo>
                    <a:lnTo>
                      <a:pt x="1348673" y="1753592"/>
                    </a:lnTo>
                    <a:lnTo>
                      <a:pt x="1349942" y="1753592"/>
                    </a:lnTo>
                    <a:lnTo>
                      <a:pt x="1350577" y="1752957"/>
                    </a:lnTo>
                    <a:lnTo>
                      <a:pt x="1350577" y="1752323"/>
                    </a:lnTo>
                    <a:lnTo>
                      <a:pt x="1349307" y="1752323"/>
                    </a:lnTo>
                    <a:lnTo>
                      <a:pt x="1348038" y="1752323"/>
                    </a:lnTo>
                    <a:lnTo>
                      <a:pt x="1344865" y="1753592"/>
                    </a:lnTo>
                    <a:lnTo>
                      <a:pt x="1344230" y="1754227"/>
                    </a:lnTo>
                    <a:lnTo>
                      <a:pt x="1344230" y="1754861"/>
                    </a:lnTo>
                    <a:lnTo>
                      <a:pt x="1344230" y="1754861"/>
                    </a:lnTo>
                    <a:lnTo>
                      <a:pt x="1343595" y="1754227"/>
                    </a:lnTo>
                    <a:lnTo>
                      <a:pt x="1343595" y="1753592"/>
                    </a:lnTo>
                    <a:lnTo>
                      <a:pt x="1343595" y="1752957"/>
                    </a:lnTo>
                    <a:lnTo>
                      <a:pt x="1343595" y="1752323"/>
                    </a:lnTo>
                    <a:lnTo>
                      <a:pt x="1342961" y="1751688"/>
                    </a:lnTo>
                    <a:lnTo>
                      <a:pt x="1342326" y="1751053"/>
                    </a:lnTo>
                    <a:lnTo>
                      <a:pt x="1341691" y="1751053"/>
                    </a:lnTo>
                    <a:lnTo>
                      <a:pt x="1341057" y="1752957"/>
                    </a:lnTo>
                    <a:lnTo>
                      <a:pt x="1341057" y="1752957"/>
                    </a:lnTo>
                    <a:lnTo>
                      <a:pt x="1340422" y="1752957"/>
                    </a:lnTo>
                    <a:lnTo>
                      <a:pt x="1339787" y="1752957"/>
                    </a:lnTo>
                    <a:lnTo>
                      <a:pt x="1339153" y="1754227"/>
                    </a:lnTo>
                    <a:lnTo>
                      <a:pt x="1338518" y="1755496"/>
                    </a:lnTo>
                    <a:lnTo>
                      <a:pt x="1337883" y="1756765"/>
                    </a:lnTo>
                    <a:lnTo>
                      <a:pt x="1342961" y="1756765"/>
                    </a:lnTo>
                    <a:lnTo>
                      <a:pt x="1344230" y="1758034"/>
                    </a:lnTo>
                    <a:lnTo>
                      <a:pt x="1342326" y="1759939"/>
                    </a:lnTo>
                    <a:lnTo>
                      <a:pt x="1340422" y="1761208"/>
                    </a:lnTo>
                    <a:lnTo>
                      <a:pt x="1339787" y="1762477"/>
                    </a:lnTo>
                    <a:lnTo>
                      <a:pt x="1341691" y="1764381"/>
                    </a:lnTo>
                    <a:lnTo>
                      <a:pt x="1340422" y="1765650"/>
                    </a:lnTo>
                    <a:lnTo>
                      <a:pt x="1339787" y="1766920"/>
                    </a:lnTo>
                    <a:lnTo>
                      <a:pt x="1339787" y="1768189"/>
                    </a:lnTo>
                    <a:lnTo>
                      <a:pt x="1340422" y="1770093"/>
                    </a:lnTo>
                    <a:lnTo>
                      <a:pt x="1341691" y="1771363"/>
                    </a:lnTo>
                    <a:lnTo>
                      <a:pt x="1343595" y="1768189"/>
                    </a:lnTo>
                    <a:close/>
                    <a:moveTo>
                      <a:pt x="1362001" y="1774536"/>
                    </a:moveTo>
                    <a:lnTo>
                      <a:pt x="1362001" y="1773901"/>
                    </a:lnTo>
                    <a:lnTo>
                      <a:pt x="1355019" y="1772632"/>
                    </a:lnTo>
                    <a:lnTo>
                      <a:pt x="1348038" y="1772632"/>
                    </a:lnTo>
                    <a:lnTo>
                      <a:pt x="1349307" y="1773267"/>
                    </a:lnTo>
                    <a:lnTo>
                      <a:pt x="1351846" y="1773267"/>
                    </a:lnTo>
                    <a:lnTo>
                      <a:pt x="1353750" y="1774536"/>
                    </a:lnTo>
                    <a:lnTo>
                      <a:pt x="1356923" y="1775171"/>
                    </a:lnTo>
                    <a:lnTo>
                      <a:pt x="1357558" y="1775805"/>
                    </a:lnTo>
                    <a:lnTo>
                      <a:pt x="1358193" y="1777709"/>
                    </a:lnTo>
                    <a:lnTo>
                      <a:pt x="1358827" y="1778344"/>
                    </a:lnTo>
                    <a:lnTo>
                      <a:pt x="1358827" y="1778344"/>
                    </a:lnTo>
                    <a:lnTo>
                      <a:pt x="1359462" y="1777074"/>
                    </a:lnTo>
                    <a:lnTo>
                      <a:pt x="1359462" y="1777074"/>
                    </a:lnTo>
                    <a:lnTo>
                      <a:pt x="1360097" y="1777074"/>
                    </a:lnTo>
                    <a:lnTo>
                      <a:pt x="1360731" y="1777074"/>
                    </a:lnTo>
                    <a:lnTo>
                      <a:pt x="1361366" y="1777709"/>
                    </a:lnTo>
                    <a:lnTo>
                      <a:pt x="1361366" y="1776440"/>
                    </a:lnTo>
                    <a:lnTo>
                      <a:pt x="1361366" y="1775171"/>
                    </a:lnTo>
                    <a:lnTo>
                      <a:pt x="1362001" y="1774536"/>
                    </a:lnTo>
                    <a:close/>
                    <a:moveTo>
                      <a:pt x="1308688" y="1776440"/>
                    </a:moveTo>
                    <a:lnTo>
                      <a:pt x="1307419" y="1775171"/>
                    </a:lnTo>
                    <a:lnTo>
                      <a:pt x="1304880" y="1774536"/>
                    </a:lnTo>
                    <a:lnTo>
                      <a:pt x="1303611" y="1774536"/>
                    </a:lnTo>
                    <a:lnTo>
                      <a:pt x="1302976" y="1774536"/>
                    </a:lnTo>
                    <a:lnTo>
                      <a:pt x="1302342" y="1775171"/>
                    </a:lnTo>
                    <a:lnTo>
                      <a:pt x="1302342" y="1777074"/>
                    </a:lnTo>
                    <a:lnTo>
                      <a:pt x="1303611" y="1778344"/>
                    </a:lnTo>
                    <a:lnTo>
                      <a:pt x="1304246" y="1778979"/>
                    </a:lnTo>
                    <a:lnTo>
                      <a:pt x="1306784" y="1779613"/>
                    </a:lnTo>
                    <a:lnTo>
                      <a:pt x="1308054" y="1778979"/>
                    </a:lnTo>
                    <a:lnTo>
                      <a:pt x="1308688" y="1778344"/>
                    </a:lnTo>
                    <a:lnTo>
                      <a:pt x="1308688" y="1776440"/>
                    </a:lnTo>
                    <a:lnTo>
                      <a:pt x="1308688" y="1776440"/>
                    </a:lnTo>
                    <a:close/>
                    <a:moveTo>
                      <a:pt x="1276320" y="746372"/>
                    </a:moveTo>
                    <a:lnTo>
                      <a:pt x="1286475" y="756526"/>
                    </a:lnTo>
                    <a:lnTo>
                      <a:pt x="1289014" y="760969"/>
                    </a:lnTo>
                    <a:lnTo>
                      <a:pt x="1290918" y="767316"/>
                    </a:lnTo>
                    <a:lnTo>
                      <a:pt x="1288379" y="759699"/>
                    </a:lnTo>
                    <a:lnTo>
                      <a:pt x="1284571" y="753988"/>
                    </a:lnTo>
                    <a:lnTo>
                      <a:pt x="1276320" y="746372"/>
                    </a:lnTo>
                    <a:close/>
                    <a:moveTo>
                      <a:pt x="1305515" y="781913"/>
                    </a:moveTo>
                    <a:lnTo>
                      <a:pt x="1307419" y="785721"/>
                    </a:lnTo>
                    <a:lnTo>
                      <a:pt x="1308054" y="788260"/>
                    </a:lnTo>
                    <a:lnTo>
                      <a:pt x="1309323" y="791433"/>
                    </a:lnTo>
                    <a:lnTo>
                      <a:pt x="1307419" y="786356"/>
                    </a:lnTo>
                    <a:lnTo>
                      <a:pt x="1305515" y="781913"/>
                    </a:lnTo>
                    <a:close/>
                    <a:moveTo>
                      <a:pt x="1226816" y="727966"/>
                    </a:moveTo>
                    <a:lnTo>
                      <a:pt x="1228085" y="734313"/>
                    </a:lnTo>
                    <a:lnTo>
                      <a:pt x="1228720" y="736217"/>
                    </a:lnTo>
                    <a:lnTo>
                      <a:pt x="1229989" y="737486"/>
                    </a:lnTo>
                    <a:lnTo>
                      <a:pt x="1231893" y="738755"/>
                    </a:lnTo>
                    <a:lnTo>
                      <a:pt x="1233163" y="740025"/>
                    </a:lnTo>
                    <a:lnTo>
                      <a:pt x="1233797" y="740659"/>
                    </a:lnTo>
                    <a:lnTo>
                      <a:pt x="1235067" y="740659"/>
                    </a:lnTo>
                    <a:lnTo>
                      <a:pt x="1235067" y="740659"/>
                    </a:lnTo>
                    <a:lnTo>
                      <a:pt x="1235067" y="741294"/>
                    </a:lnTo>
                    <a:lnTo>
                      <a:pt x="1235701" y="742563"/>
                    </a:lnTo>
                    <a:lnTo>
                      <a:pt x="1235701" y="742563"/>
                    </a:lnTo>
                    <a:lnTo>
                      <a:pt x="1240779" y="745737"/>
                    </a:lnTo>
                    <a:lnTo>
                      <a:pt x="1242048" y="745737"/>
                    </a:lnTo>
                    <a:lnTo>
                      <a:pt x="1243952" y="744468"/>
                    </a:lnTo>
                    <a:lnTo>
                      <a:pt x="1245221" y="743833"/>
                    </a:lnTo>
                    <a:lnTo>
                      <a:pt x="1247125" y="743833"/>
                    </a:lnTo>
                    <a:lnTo>
                      <a:pt x="1249030" y="743198"/>
                    </a:lnTo>
                    <a:lnTo>
                      <a:pt x="1249664" y="741294"/>
                    </a:lnTo>
                    <a:lnTo>
                      <a:pt x="1249664" y="741294"/>
                    </a:lnTo>
                    <a:lnTo>
                      <a:pt x="1251568" y="740659"/>
                    </a:lnTo>
                    <a:lnTo>
                      <a:pt x="1254742" y="740659"/>
                    </a:lnTo>
                    <a:lnTo>
                      <a:pt x="1256646" y="739390"/>
                    </a:lnTo>
                    <a:lnTo>
                      <a:pt x="1257915" y="738755"/>
                    </a:lnTo>
                    <a:lnTo>
                      <a:pt x="1259184" y="738121"/>
                    </a:lnTo>
                    <a:lnTo>
                      <a:pt x="1261088" y="738121"/>
                    </a:lnTo>
                    <a:lnTo>
                      <a:pt x="1261088" y="737486"/>
                    </a:lnTo>
                    <a:lnTo>
                      <a:pt x="1261088" y="737486"/>
                    </a:lnTo>
                    <a:lnTo>
                      <a:pt x="1261088" y="737486"/>
                    </a:lnTo>
                    <a:lnTo>
                      <a:pt x="1271878" y="738755"/>
                    </a:lnTo>
                    <a:lnTo>
                      <a:pt x="1272512" y="738755"/>
                    </a:lnTo>
                    <a:lnTo>
                      <a:pt x="1273147" y="739390"/>
                    </a:lnTo>
                    <a:lnTo>
                      <a:pt x="1273147" y="740025"/>
                    </a:lnTo>
                    <a:lnTo>
                      <a:pt x="1273147" y="741929"/>
                    </a:lnTo>
                    <a:lnTo>
                      <a:pt x="1273782" y="742563"/>
                    </a:lnTo>
                    <a:lnTo>
                      <a:pt x="1274416" y="743198"/>
                    </a:lnTo>
                    <a:lnTo>
                      <a:pt x="1278859" y="744468"/>
                    </a:lnTo>
                    <a:lnTo>
                      <a:pt x="1278859" y="744468"/>
                    </a:lnTo>
                    <a:lnTo>
                      <a:pt x="1278859" y="745102"/>
                    </a:lnTo>
                    <a:lnTo>
                      <a:pt x="1278859" y="745737"/>
                    </a:lnTo>
                    <a:lnTo>
                      <a:pt x="1278859" y="745737"/>
                    </a:lnTo>
                    <a:lnTo>
                      <a:pt x="1282032" y="747006"/>
                    </a:lnTo>
                    <a:lnTo>
                      <a:pt x="1287744" y="752718"/>
                    </a:lnTo>
                    <a:lnTo>
                      <a:pt x="1288379" y="755257"/>
                    </a:lnTo>
                    <a:lnTo>
                      <a:pt x="1291552" y="759699"/>
                    </a:lnTo>
                    <a:lnTo>
                      <a:pt x="1294091" y="762238"/>
                    </a:lnTo>
                    <a:lnTo>
                      <a:pt x="1294726" y="762873"/>
                    </a:lnTo>
                    <a:lnTo>
                      <a:pt x="1295360" y="763508"/>
                    </a:lnTo>
                    <a:lnTo>
                      <a:pt x="1295360" y="764777"/>
                    </a:lnTo>
                    <a:lnTo>
                      <a:pt x="1295360" y="766046"/>
                    </a:lnTo>
                    <a:lnTo>
                      <a:pt x="1295360" y="766681"/>
                    </a:lnTo>
                    <a:lnTo>
                      <a:pt x="1295360" y="767316"/>
                    </a:lnTo>
                    <a:lnTo>
                      <a:pt x="1294726" y="769854"/>
                    </a:lnTo>
                    <a:lnTo>
                      <a:pt x="1294091" y="770489"/>
                    </a:lnTo>
                    <a:lnTo>
                      <a:pt x="1293456" y="771123"/>
                    </a:lnTo>
                    <a:lnTo>
                      <a:pt x="1292822" y="771123"/>
                    </a:lnTo>
                    <a:lnTo>
                      <a:pt x="1292187" y="771123"/>
                    </a:lnTo>
                    <a:lnTo>
                      <a:pt x="1291552" y="772393"/>
                    </a:lnTo>
                    <a:lnTo>
                      <a:pt x="1292822" y="773028"/>
                    </a:lnTo>
                    <a:lnTo>
                      <a:pt x="1294726" y="774932"/>
                    </a:lnTo>
                    <a:lnTo>
                      <a:pt x="1295995" y="775566"/>
                    </a:lnTo>
                    <a:lnTo>
                      <a:pt x="1296630" y="775566"/>
                    </a:lnTo>
                    <a:lnTo>
                      <a:pt x="1298534" y="774297"/>
                    </a:lnTo>
                    <a:lnTo>
                      <a:pt x="1299803" y="774297"/>
                    </a:lnTo>
                    <a:lnTo>
                      <a:pt x="1300438" y="774297"/>
                    </a:lnTo>
                    <a:lnTo>
                      <a:pt x="1300438" y="774932"/>
                    </a:lnTo>
                    <a:lnTo>
                      <a:pt x="1300438" y="775566"/>
                    </a:lnTo>
                    <a:lnTo>
                      <a:pt x="1300438" y="776201"/>
                    </a:lnTo>
                    <a:lnTo>
                      <a:pt x="1301072" y="776836"/>
                    </a:lnTo>
                    <a:lnTo>
                      <a:pt x="1302342" y="776836"/>
                    </a:lnTo>
                    <a:lnTo>
                      <a:pt x="1302976" y="777470"/>
                    </a:lnTo>
                    <a:lnTo>
                      <a:pt x="1303611" y="778739"/>
                    </a:lnTo>
                    <a:lnTo>
                      <a:pt x="1305515" y="780643"/>
                    </a:lnTo>
                    <a:lnTo>
                      <a:pt x="1305515" y="780009"/>
                    </a:lnTo>
                    <a:lnTo>
                      <a:pt x="1309958" y="783182"/>
                    </a:lnTo>
                    <a:lnTo>
                      <a:pt x="1311862" y="785721"/>
                    </a:lnTo>
                    <a:lnTo>
                      <a:pt x="1313131" y="789529"/>
                    </a:lnTo>
                    <a:lnTo>
                      <a:pt x="1313766" y="792068"/>
                    </a:lnTo>
                    <a:lnTo>
                      <a:pt x="1313766" y="792702"/>
                    </a:lnTo>
                    <a:lnTo>
                      <a:pt x="1314400" y="793337"/>
                    </a:lnTo>
                    <a:lnTo>
                      <a:pt x="1314400" y="793972"/>
                    </a:lnTo>
                    <a:lnTo>
                      <a:pt x="1314400" y="796510"/>
                    </a:lnTo>
                    <a:lnTo>
                      <a:pt x="1313766" y="797780"/>
                    </a:lnTo>
                    <a:lnTo>
                      <a:pt x="1312496" y="798414"/>
                    </a:lnTo>
                    <a:lnTo>
                      <a:pt x="1311227" y="798414"/>
                    </a:lnTo>
                    <a:lnTo>
                      <a:pt x="1311227" y="799684"/>
                    </a:lnTo>
                    <a:lnTo>
                      <a:pt x="1311227" y="800953"/>
                    </a:lnTo>
                    <a:lnTo>
                      <a:pt x="1311227" y="802222"/>
                    </a:lnTo>
                    <a:lnTo>
                      <a:pt x="1310592" y="803492"/>
                    </a:lnTo>
                    <a:lnTo>
                      <a:pt x="1311862" y="803492"/>
                    </a:lnTo>
                    <a:lnTo>
                      <a:pt x="1313131" y="804126"/>
                    </a:lnTo>
                    <a:lnTo>
                      <a:pt x="1315035" y="806030"/>
                    </a:lnTo>
                    <a:lnTo>
                      <a:pt x="1315670" y="806030"/>
                    </a:lnTo>
                    <a:lnTo>
                      <a:pt x="1316305" y="805396"/>
                    </a:lnTo>
                    <a:lnTo>
                      <a:pt x="1317574" y="803492"/>
                    </a:lnTo>
                    <a:lnTo>
                      <a:pt x="1318843" y="802857"/>
                    </a:lnTo>
                    <a:lnTo>
                      <a:pt x="1320747" y="802857"/>
                    </a:lnTo>
                    <a:lnTo>
                      <a:pt x="1322017" y="802222"/>
                    </a:lnTo>
                    <a:lnTo>
                      <a:pt x="1321382" y="800318"/>
                    </a:lnTo>
                    <a:lnTo>
                      <a:pt x="1321382" y="799049"/>
                    </a:lnTo>
                    <a:lnTo>
                      <a:pt x="1322017" y="797145"/>
                    </a:lnTo>
                    <a:lnTo>
                      <a:pt x="1322651" y="795876"/>
                    </a:lnTo>
                    <a:lnTo>
                      <a:pt x="1324555" y="793972"/>
                    </a:lnTo>
                    <a:lnTo>
                      <a:pt x="1325190" y="793337"/>
                    </a:lnTo>
                    <a:lnTo>
                      <a:pt x="1325825" y="792068"/>
                    </a:lnTo>
                    <a:lnTo>
                      <a:pt x="1327094" y="791433"/>
                    </a:lnTo>
                    <a:lnTo>
                      <a:pt x="1330267" y="790798"/>
                    </a:lnTo>
                    <a:lnTo>
                      <a:pt x="1332171" y="789529"/>
                    </a:lnTo>
                    <a:lnTo>
                      <a:pt x="1333441" y="788894"/>
                    </a:lnTo>
                    <a:lnTo>
                      <a:pt x="1333441" y="788260"/>
                    </a:lnTo>
                    <a:lnTo>
                      <a:pt x="1332806" y="787625"/>
                    </a:lnTo>
                    <a:lnTo>
                      <a:pt x="1336614" y="785721"/>
                    </a:lnTo>
                    <a:lnTo>
                      <a:pt x="1339787" y="784452"/>
                    </a:lnTo>
                    <a:lnTo>
                      <a:pt x="1346769" y="784452"/>
                    </a:lnTo>
                    <a:lnTo>
                      <a:pt x="1345499" y="785721"/>
                    </a:lnTo>
                    <a:lnTo>
                      <a:pt x="1344230" y="786356"/>
                    </a:lnTo>
                    <a:lnTo>
                      <a:pt x="1340422" y="785721"/>
                    </a:lnTo>
                    <a:lnTo>
                      <a:pt x="1339153" y="785721"/>
                    </a:lnTo>
                    <a:lnTo>
                      <a:pt x="1336614" y="786990"/>
                    </a:lnTo>
                    <a:lnTo>
                      <a:pt x="1339153" y="786356"/>
                    </a:lnTo>
                    <a:lnTo>
                      <a:pt x="1350577" y="788260"/>
                    </a:lnTo>
                    <a:lnTo>
                      <a:pt x="1351211" y="788894"/>
                    </a:lnTo>
                    <a:lnTo>
                      <a:pt x="1351846" y="789529"/>
                    </a:lnTo>
                    <a:lnTo>
                      <a:pt x="1353750" y="790798"/>
                    </a:lnTo>
                    <a:lnTo>
                      <a:pt x="1358193" y="792068"/>
                    </a:lnTo>
                    <a:lnTo>
                      <a:pt x="1360097" y="791433"/>
                    </a:lnTo>
                    <a:lnTo>
                      <a:pt x="1362001" y="789529"/>
                    </a:lnTo>
                    <a:lnTo>
                      <a:pt x="1365174" y="785721"/>
                    </a:lnTo>
                    <a:lnTo>
                      <a:pt x="1366443" y="783182"/>
                    </a:lnTo>
                    <a:lnTo>
                      <a:pt x="1365809" y="780643"/>
                    </a:lnTo>
                    <a:lnTo>
                      <a:pt x="1366443" y="780009"/>
                    </a:lnTo>
                    <a:lnTo>
                      <a:pt x="1367713" y="779374"/>
                    </a:lnTo>
                    <a:lnTo>
                      <a:pt x="1368347" y="778739"/>
                    </a:lnTo>
                    <a:lnTo>
                      <a:pt x="1367078" y="777470"/>
                    </a:lnTo>
                    <a:lnTo>
                      <a:pt x="1356289" y="772393"/>
                    </a:lnTo>
                    <a:lnTo>
                      <a:pt x="1355019" y="771123"/>
                    </a:lnTo>
                    <a:lnTo>
                      <a:pt x="1354385" y="770489"/>
                    </a:lnTo>
                    <a:lnTo>
                      <a:pt x="1351211" y="770489"/>
                    </a:lnTo>
                    <a:lnTo>
                      <a:pt x="1344230" y="767950"/>
                    </a:lnTo>
                    <a:lnTo>
                      <a:pt x="1344230" y="768585"/>
                    </a:lnTo>
                    <a:lnTo>
                      <a:pt x="1348038" y="769854"/>
                    </a:lnTo>
                    <a:lnTo>
                      <a:pt x="1349942" y="771123"/>
                    </a:lnTo>
                    <a:lnTo>
                      <a:pt x="1351211" y="772393"/>
                    </a:lnTo>
                    <a:lnTo>
                      <a:pt x="1349942" y="773662"/>
                    </a:lnTo>
                    <a:lnTo>
                      <a:pt x="1348038" y="773662"/>
                    </a:lnTo>
                    <a:lnTo>
                      <a:pt x="1344865" y="773028"/>
                    </a:lnTo>
                    <a:lnTo>
                      <a:pt x="1344230" y="772393"/>
                    </a:lnTo>
                    <a:lnTo>
                      <a:pt x="1342326" y="767316"/>
                    </a:lnTo>
                    <a:lnTo>
                      <a:pt x="1341057" y="766046"/>
                    </a:lnTo>
                    <a:lnTo>
                      <a:pt x="1339787" y="765412"/>
                    </a:lnTo>
                    <a:lnTo>
                      <a:pt x="1334710" y="764142"/>
                    </a:lnTo>
                    <a:lnTo>
                      <a:pt x="1335345" y="764777"/>
                    </a:lnTo>
                    <a:lnTo>
                      <a:pt x="1335979" y="765412"/>
                    </a:lnTo>
                    <a:lnTo>
                      <a:pt x="1334710" y="766046"/>
                    </a:lnTo>
                    <a:lnTo>
                      <a:pt x="1332806" y="765412"/>
                    </a:lnTo>
                    <a:lnTo>
                      <a:pt x="1330902" y="764142"/>
                    </a:lnTo>
                    <a:lnTo>
                      <a:pt x="1329633" y="762873"/>
                    </a:lnTo>
                    <a:lnTo>
                      <a:pt x="1328363" y="760969"/>
                    </a:lnTo>
                    <a:lnTo>
                      <a:pt x="1328363" y="757795"/>
                    </a:lnTo>
                    <a:lnTo>
                      <a:pt x="1327728" y="755892"/>
                    </a:lnTo>
                    <a:lnTo>
                      <a:pt x="1325190" y="753353"/>
                    </a:lnTo>
                    <a:lnTo>
                      <a:pt x="1319478" y="752718"/>
                    </a:lnTo>
                    <a:lnTo>
                      <a:pt x="1316939" y="750814"/>
                    </a:lnTo>
                    <a:lnTo>
                      <a:pt x="1318208" y="750814"/>
                    </a:lnTo>
                    <a:lnTo>
                      <a:pt x="1320112" y="751449"/>
                    </a:lnTo>
                    <a:lnTo>
                      <a:pt x="1321382" y="751449"/>
                    </a:lnTo>
                    <a:lnTo>
                      <a:pt x="1317574" y="749545"/>
                    </a:lnTo>
                    <a:lnTo>
                      <a:pt x="1315670" y="748275"/>
                    </a:lnTo>
                    <a:lnTo>
                      <a:pt x="1313131" y="745102"/>
                    </a:lnTo>
                    <a:lnTo>
                      <a:pt x="1308688" y="743198"/>
                    </a:lnTo>
                    <a:lnTo>
                      <a:pt x="1308054" y="743198"/>
                    </a:lnTo>
                    <a:lnTo>
                      <a:pt x="1307419" y="743833"/>
                    </a:lnTo>
                    <a:lnTo>
                      <a:pt x="1308054" y="742563"/>
                    </a:lnTo>
                    <a:lnTo>
                      <a:pt x="1309323" y="741294"/>
                    </a:lnTo>
                    <a:lnTo>
                      <a:pt x="1310592" y="740025"/>
                    </a:lnTo>
                    <a:lnTo>
                      <a:pt x="1310592" y="738755"/>
                    </a:lnTo>
                    <a:lnTo>
                      <a:pt x="1309958" y="738121"/>
                    </a:lnTo>
                    <a:lnTo>
                      <a:pt x="1309958" y="737486"/>
                    </a:lnTo>
                    <a:lnTo>
                      <a:pt x="1309958" y="736851"/>
                    </a:lnTo>
                    <a:lnTo>
                      <a:pt x="1310592" y="735582"/>
                    </a:lnTo>
                    <a:lnTo>
                      <a:pt x="1310592" y="734948"/>
                    </a:lnTo>
                    <a:lnTo>
                      <a:pt x="1310592" y="733043"/>
                    </a:lnTo>
                    <a:lnTo>
                      <a:pt x="1310592" y="730505"/>
                    </a:lnTo>
                    <a:lnTo>
                      <a:pt x="1309323" y="729235"/>
                    </a:lnTo>
                    <a:lnTo>
                      <a:pt x="1306784" y="727966"/>
                    </a:lnTo>
                    <a:lnTo>
                      <a:pt x="1306150" y="726697"/>
                    </a:lnTo>
                    <a:lnTo>
                      <a:pt x="1304246" y="722889"/>
                    </a:lnTo>
                    <a:lnTo>
                      <a:pt x="1303611" y="722254"/>
                    </a:lnTo>
                    <a:lnTo>
                      <a:pt x="1302976" y="721619"/>
                    </a:lnTo>
                    <a:lnTo>
                      <a:pt x="1302342" y="720985"/>
                    </a:lnTo>
                    <a:lnTo>
                      <a:pt x="1301707" y="719081"/>
                    </a:lnTo>
                    <a:lnTo>
                      <a:pt x="1301072" y="718446"/>
                    </a:lnTo>
                    <a:lnTo>
                      <a:pt x="1299803" y="717811"/>
                    </a:lnTo>
                    <a:lnTo>
                      <a:pt x="1297264" y="717811"/>
                    </a:lnTo>
                    <a:lnTo>
                      <a:pt x="1296630" y="717176"/>
                    </a:lnTo>
                    <a:lnTo>
                      <a:pt x="1295995" y="715907"/>
                    </a:lnTo>
                    <a:lnTo>
                      <a:pt x="1295360" y="715273"/>
                    </a:lnTo>
                    <a:lnTo>
                      <a:pt x="1294091" y="715273"/>
                    </a:lnTo>
                    <a:lnTo>
                      <a:pt x="1292822" y="715273"/>
                    </a:lnTo>
                    <a:lnTo>
                      <a:pt x="1287744" y="717176"/>
                    </a:lnTo>
                    <a:lnTo>
                      <a:pt x="1286475" y="716542"/>
                    </a:lnTo>
                    <a:lnTo>
                      <a:pt x="1285840" y="714638"/>
                    </a:lnTo>
                    <a:lnTo>
                      <a:pt x="1284571" y="715907"/>
                    </a:lnTo>
                    <a:lnTo>
                      <a:pt x="1281398" y="717176"/>
                    </a:lnTo>
                    <a:lnTo>
                      <a:pt x="1278224" y="719715"/>
                    </a:lnTo>
                    <a:lnTo>
                      <a:pt x="1275051" y="720350"/>
                    </a:lnTo>
                    <a:lnTo>
                      <a:pt x="1272512" y="721619"/>
                    </a:lnTo>
                    <a:lnTo>
                      <a:pt x="1269974" y="722254"/>
                    </a:lnTo>
                    <a:lnTo>
                      <a:pt x="1268070" y="720985"/>
                    </a:lnTo>
                    <a:lnTo>
                      <a:pt x="1268070" y="720985"/>
                    </a:lnTo>
                    <a:lnTo>
                      <a:pt x="1268070" y="720985"/>
                    </a:lnTo>
                    <a:lnTo>
                      <a:pt x="1268070" y="720350"/>
                    </a:lnTo>
                    <a:lnTo>
                      <a:pt x="1262992" y="719715"/>
                    </a:lnTo>
                    <a:lnTo>
                      <a:pt x="1262358" y="719081"/>
                    </a:lnTo>
                    <a:lnTo>
                      <a:pt x="1261723" y="717811"/>
                    </a:lnTo>
                    <a:lnTo>
                      <a:pt x="1261088" y="717176"/>
                    </a:lnTo>
                    <a:lnTo>
                      <a:pt x="1259184" y="716542"/>
                    </a:lnTo>
                    <a:lnTo>
                      <a:pt x="1259184" y="715907"/>
                    </a:lnTo>
                    <a:lnTo>
                      <a:pt x="1259184" y="715273"/>
                    </a:lnTo>
                    <a:lnTo>
                      <a:pt x="1259184" y="715273"/>
                    </a:lnTo>
                    <a:lnTo>
                      <a:pt x="1259184" y="715273"/>
                    </a:lnTo>
                    <a:lnTo>
                      <a:pt x="1249664" y="710195"/>
                    </a:lnTo>
                    <a:lnTo>
                      <a:pt x="1249664" y="710830"/>
                    </a:lnTo>
                    <a:lnTo>
                      <a:pt x="1251568" y="710830"/>
                    </a:lnTo>
                    <a:lnTo>
                      <a:pt x="1252203" y="711465"/>
                    </a:lnTo>
                    <a:lnTo>
                      <a:pt x="1252838" y="712099"/>
                    </a:lnTo>
                    <a:lnTo>
                      <a:pt x="1250934" y="712734"/>
                    </a:lnTo>
                    <a:lnTo>
                      <a:pt x="1243952" y="711465"/>
                    </a:lnTo>
                    <a:lnTo>
                      <a:pt x="1243318" y="711465"/>
                    </a:lnTo>
                    <a:lnTo>
                      <a:pt x="1242683" y="710830"/>
                    </a:lnTo>
                    <a:lnTo>
                      <a:pt x="1242048" y="710195"/>
                    </a:lnTo>
                    <a:lnTo>
                      <a:pt x="1241414" y="709561"/>
                    </a:lnTo>
                    <a:lnTo>
                      <a:pt x="1240779" y="709561"/>
                    </a:lnTo>
                    <a:lnTo>
                      <a:pt x="1240779" y="708926"/>
                    </a:lnTo>
                    <a:lnTo>
                      <a:pt x="1241414" y="708291"/>
                    </a:lnTo>
                    <a:lnTo>
                      <a:pt x="1243318" y="706387"/>
                    </a:lnTo>
                    <a:lnTo>
                      <a:pt x="1243952" y="706387"/>
                    </a:lnTo>
                    <a:lnTo>
                      <a:pt x="1244587" y="707022"/>
                    </a:lnTo>
                    <a:lnTo>
                      <a:pt x="1245856" y="708291"/>
                    </a:lnTo>
                    <a:lnTo>
                      <a:pt x="1247125" y="708291"/>
                    </a:lnTo>
                    <a:lnTo>
                      <a:pt x="1245856" y="706387"/>
                    </a:lnTo>
                    <a:lnTo>
                      <a:pt x="1238875" y="700675"/>
                    </a:lnTo>
                    <a:lnTo>
                      <a:pt x="1238240" y="700041"/>
                    </a:lnTo>
                    <a:lnTo>
                      <a:pt x="1238240" y="698771"/>
                    </a:lnTo>
                    <a:lnTo>
                      <a:pt x="1238240" y="697502"/>
                    </a:lnTo>
                    <a:lnTo>
                      <a:pt x="1238875" y="696232"/>
                    </a:lnTo>
                    <a:lnTo>
                      <a:pt x="1239509" y="694963"/>
                    </a:lnTo>
                    <a:lnTo>
                      <a:pt x="1240144" y="694329"/>
                    </a:lnTo>
                    <a:lnTo>
                      <a:pt x="1240144" y="692425"/>
                    </a:lnTo>
                    <a:lnTo>
                      <a:pt x="1239509" y="691155"/>
                    </a:lnTo>
                    <a:lnTo>
                      <a:pt x="1238875" y="690521"/>
                    </a:lnTo>
                    <a:lnTo>
                      <a:pt x="1237605" y="690521"/>
                    </a:lnTo>
                    <a:lnTo>
                      <a:pt x="1236971" y="690521"/>
                    </a:lnTo>
                    <a:lnTo>
                      <a:pt x="1236336" y="689886"/>
                    </a:lnTo>
                    <a:lnTo>
                      <a:pt x="1235701" y="689251"/>
                    </a:lnTo>
                    <a:lnTo>
                      <a:pt x="1235067" y="689886"/>
                    </a:lnTo>
                    <a:lnTo>
                      <a:pt x="1235067" y="690521"/>
                    </a:lnTo>
                    <a:lnTo>
                      <a:pt x="1235067" y="691790"/>
                    </a:lnTo>
                    <a:lnTo>
                      <a:pt x="1235067" y="693059"/>
                    </a:lnTo>
                    <a:lnTo>
                      <a:pt x="1235067" y="693694"/>
                    </a:lnTo>
                    <a:lnTo>
                      <a:pt x="1235067" y="694963"/>
                    </a:lnTo>
                    <a:lnTo>
                      <a:pt x="1234432" y="696867"/>
                    </a:lnTo>
                    <a:lnTo>
                      <a:pt x="1232528" y="699406"/>
                    </a:lnTo>
                    <a:lnTo>
                      <a:pt x="1231893" y="701310"/>
                    </a:lnTo>
                    <a:lnTo>
                      <a:pt x="1231893" y="702579"/>
                    </a:lnTo>
                    <a:lnTo>
                      <a:pt x="1231259" y="703849"/>
                    </a:lnTo>
                    <a:lnTo>
                      <a:pt x="1229989" y="705118"/>
                    </a:lnTo>
                    <a:lnTo>
                      <a:pt x="1229355" y="705118"/>
                    </a:lnTo>
                    <a:lnTo>
                      <a:pt x="1228085" y="705118"/>
                    </a:lnTo>
                    <a:lnTo>
                      <a:pt x="1227451" y="705753"/>
                    </a:lnTo>
                    <a:lnTo>
                      <a:pt x="1227451" y="706387"/>
                    </a:lnTo>
                    <a:lnTo>
                      <a:pt x="1227451" y="707022"/>
                    </a:lnTo>
                    <a:lnTo>
                      <a:pt x="1227451" y="707656"/>
                    </a:lnTo>
                    <a:lnTo>
                      <a:pt x="1227451" y="708291"/>
                    </a:lnTo>
                    <a:lnTo>
                      <a:pt x="1226816" y="708926"/>
                    </a:lnTo>
                    <a:lnTo>
                      <a:pt x="1226181" y="709561"/>
                    </a:lnTo>
                    <a:lnTo>
                      <a:pt x="1225547" y="710195"/>
                    </a:lnTo>
                    <a:lnTo>
                      <a:pt x="1224912" y="710830"/>
                    </a:lnTo>
                    <a:lnTo>
                      <a:pt x="1224277" y="711465"/>
                    </a:lnTo>
                    <a:lnTo>
                      <a:pt x="1223643" y="712099"/>
                    </a:lnTo>
                    <a:lnTo>
                      <a:pt x="1223008" y="714638"/>
                    </a:lnTo>
                    <a:lnTo>
                      <a:pt x="1223008" y="716542"/>
                    </a:lnTo>
                    <a:lnTo>
                      <a:pt x="1223008" y="717176"/>
                    </a:lnTo>
                    <a:lnTo>
                      <a:pt x="1223008" y="717811"/>
                    </a:lnTo>
                    <a:lnTo>
                      <a:pt x="1222373" y="718446"/>
                    </a:lnTo>
                    <a:lnTo>
                      <a:pt x="1221739" y="718446"/>
                    </a:lnTo>
                    <a:lnTo>
                      <a:pt x="1221739" y="718446"/>
                    </a:lnTo>
                    <a:lnTo>
                      <a:pt x="1221739" y="719715"/>
                    </a:lnTo>
                    <a:lnTo>
                      <a:pt x="1221739" y="720985"/>
                    </a:lnTo>
                    <a:lnTo>
                      <a:pt x="1221739" y="722254"/>
                    </a:lnTo>
                    <a:lnTo>
                      <a:pt x="1221739" y="724158"/>
                    </a:lnTo>
                    <a:lnTo>
                      <a:pt x="1221104" y="726062"/>
                    </a:lnTo>
                    <a:lnTo>
                      <a:pt x="1226816" y="727966"/>
                    </a:lnTo>
                    <a:close/>
                    <a:moveTo>
                      <a:pt x="1264896" y="739390"/>
                    </a:moveTo>
                    <a:lnTo>
                      <a:pt x="1273147" y="743833"/>
                    </a:lnTo>
                    <a:lnTo>
                      <a:pt x="1262992" y="737486"/>
                    </a:lnTo>
                    <a:lnTo>
                      <a:pt x="1260454" y="736851"/>
                    </a:lnTo>
                    <a:lnTo>
                      <a:pt x="1261088" y="738121"/>
                    </a:lnTo>
                    <a:lnTo>
                      <a:pt x="1264896" y="739390"/>
                    </a:lnTo>
                    <a:close/>
                    <a:moveTo>
                      <a:pt x="1264896" y="720985"/>
                    </a:moveTo>
                    <a:lnTo>
                      <a:pt x="1264262" y="720350"/>
                    </a:lnTo>
                    <a:lnTo>
                      <a:pt x="1264896" y="720985"/>
                    </a:lnTo>
                    <a:lnTo>
                      <a:pt x="1264896" y="720985"/>
                    </a:lnTo>
                    <a:close/>
                    <a:moveTo>
                      <a:pt x="1262358" y="719081"/>
                    </a:moveTo>
                    <a:lnTo>
                      <a:pt x="1261723" y="719081"/>
                    </a:lnTo>
                    <a:lnTo>
                      <a:pt x="1264896" y="720350"/>
                    </a:lnTo>
                    <a:lnTo>
                      <a:pt x="1262358" y="719081"/>
                    </a:lnTo>
                    <a:close/>
                    <a:moveTo>
                      <a:pt x="1330267" y="760969"/>
                    </a:moveTo>
                    <a:lnTo>
                      <a:pt x="1330902" y="762238"/>
                    </a:lnTo>
                    <a:lnTo>
                      <a:pt x="1331537" y="762873"/>
                    </a:lnTo>
                    <a:lnTo>
                      <a:pt x="1334075" y="764142"/>
                    </a:lnTo>
                    <a:lnTo>
                      <a:pt x="1330902" y="762238"/>
                    </a:lnTo>
                    <a:lnTo>
                      <a:pt x="1330267" y="760969"/>
                    </a:lnTo>
                    <a:close/>
                    <a:moveTo>
                      <a:pt x="1290283" y="1799923"/>
                    </a:moveTo>
                    <a:lnTo>
                      <a:pt x="1290283" y="1799288"/>
                    </a:lnTo>
                    <a:lnTo>
                      <a:pt x="1290918" y="1798019"/>
                    </a:lnTo>
                    <a:lnTo>
                      <a:pt x="1290918" y="1796749"/>
                    </a:lnTo>
                    <a:lnTo>
                      <a:pt x="1290918" y="1795480"/>
                    </a:lnTo>
                    <a:lnTo>
                      <a:pt x="1290283" y="1794846"/>
                    </a:lnTo>
                    <a:lnTo>
                      <a:pt x="1289648" y="1794846"/>
                    </a:lnTo>
                    <a:lnTo>
                      <a:pt x="1288379" y="1795480"/>
                    </a:lnTo>
                    <a:lnTo>
                      <a:pt x="1287744" y="1796749"/>
                    </a:lnTo>
                    <a:lnTo>
                      <a:pt x="1287110" y="1799288"/>
                    </a:lnTo>
                    <a:lnTo>
                      <a:pt x="1286475" y="1800557"/>
                    </a:lnTo>
                    <a:lnTo>
                      <a:pt x="1286475" y="1799288"/>
                    </a:lnTo>
                    <a:lnTo>
                      <a:pt x="1286475" y="1798653"/>
                    </a:lnTo>
                    <a:lnTo>
                      <a:pt x="1285840" y="1798019"/>
                    </a:lnTo>
                    <a:lnTo>
                      <a:pt x="1285206" y="1798019"/>
                    </a:lnTo>
                    <a:lnTo>
                      <a:pt x="1285206" y="1796749"/>
                    </a:lnTo>
                    <a:lnTo>
                      <a:pt x="1284571" y="1796115"/>
                    </a:lnTo>
                    <a:lnTo>
                      <a:pt x="1283302" y="1796115"/>
                    </a:lnTo>
                    <a:lnTo>
                      <a:pt x="1282032" y="1796749"/>
                    </a:lnTo>
                    <a:lnTo>
                      <a:pt x="1281398" y="1797384"/>
                    </a:lnTo>
                    <a:lnTo>
                      <a:pt x="1280763" y="1797384"/>
                    </a:lnTo>
                    <a:lnTo>
                      <a:pt x="1280763" y="1798019"/>
                    </a:lnTo>
                    <a:lnTo>
                      <a:pt x="1280763" y="1798653"/>
                    </a:lnTo>
                    <a:lnTo>
                      <a:pt x="1280763" y="1799923"/>
                    </a:lnTo>
                    <a:lnTo>
                      <a:pt x="1280763" y="1800557"/>
                    </a:lnTo>
                    <a:lnTo>
                      <a:pt x="1280763" y="1801192"/>
                    </a:lnTo>
                    <a:lnTo>
                      <a:pt x="1280128" y="1801192"/>
                    </a:lnTo>
                    <a:lnTo>
                      <a:pt x="1280128" y="1798019"/>
                    </a:lnTo>
                    <a:lnTo>
                      <a:pt x="1279494" y="1797384"/>
                    </a:lnTo>
                    <a:lnTo>
                      <a:pt x="1278859" y="1798019"/>
                    </a:lnTo>
                    <a:lnTo>
                      <a:pt x="1276955" y="1800557"/>
                    </a:lnTo>
                    <a:lnTo>
                      <a:pt x="1275686" y="1801192"/>
                    </a:lnTo>
                    <a:lnTo>
                      <a:pt x="1276320" y="1799923"/>
                    </a:lnTo>
                    <a:lnTo>
                      <a:pt x="1276320" y="1798653"/>
                    </a:lnTo>
                    <a:lnTo>
                      <a:pt x="1275686" y="1798019"/>
                    </a:lnTo>
                    <a:lnTo>
                      <a:pt x="1274416" y="1798019"/>
                    </a:lnTo>
                    <a:lnTo>
                      <a:pt x="1276955" y="1794846"/>
                    </a:lnTo>
                    <a:lnTo>
                      <a:pt x="1278224" y="1793576"/>
                    </a:lnTo>
                    <a:lnTo>
                      <a:pt x="1280128" y="1793576"/>
                    </a:lnTo>
                    <a:lnTo>
                      <a:pt x="1280128" y="1792941"/>
                    </a:lnTo>
                    <a:lnTo>
                      <a:pt x="1279494" y="1792941"/>
                    </a:lnTo>
                    <a:lnTo>
                      <a:pt x="1278859" y="1792307"/>
                    </a:lnTo>
                    <a:lnTo>
                      <a:pt x="1277590" y="1791037"/>
                    </a:lnTo>
                    <a:lnTo>
                      <a:pt x="1278859" y="1791672"/>
                    </a:lnTo>
                    <a:lnTo>
                      <a:pt x="1285206" y="1791037"/>
                    </a:lnTo>
                    <a:lnTo>
                      <a:pt x="1285840" y="1790403"/>
                    </a:lnTo>
                    <a:lnTo>
                      <a:pt x="1285206" y="1789768"/>
                    </a:lnTo>
                    <a:lnTo>
                      <a:pt x="1284571" y="1787864"/>
                    </a:lnTo>
                    <a:lnTo>
                      <a:pt x="1285840" y="1787229"/>
                    </a:lnTo>
                    <a:lnTo>
                      <a:pt x="1288379" y="1787229"/>
                    </a:lnTo>
                    <a:lnTo>
                      <a:pt x="1289648" y="1786595"/>
                    </a:lnTo>
                    <a:lnTo>
                      <a:pt x="1290283" y="1785960"/>
                    </a:lnTo>
                    <a:lnTo>
                      <a:pt x="1290918" y="1784056"/>
                    </a:lnTo>
                    <a:lnTo>
                      <a:pt x="1291552" y="1783421"/>
                    </a:lnTo>
                    <a:lnTo>
                      <a:pt x="1292187" y="1782787"/>
                    </a:lnTo>
                    <a:lnTo>
                      <a:pt x="1292187" y="1783421"/>
                    </a:lnTo>
                    <a:lnTo>
                      <a:pt x="1292187" y="1784056"/>
                    </a:lnTo>
                    <a:lnTo>
                      <a:pt x="1292187" y="1784691"/>
                    </a:lnTo>
                    <a:lnTo>
                      <a:pt x="1293456" y="1785325"/>
                    </a:lnTo>
                    <a:lnTo>
                      <a:pt x="1294726" y="1785325"/>
                    </a:lnTo>
                    <a:lnTo>
                      <a:pt x="1295995" y="1784691"/>
                    </a:lnTo>
                    <a:lnTo>
                      <a:pt x="1297264" y="1784056"/>
                    </a:lnTo>
                    <a:lnTo>
                      <a:pt x="1297899" y="1783421"/>
                    </a:lnTo>
                    <a:lnTo>
                      <a:pt x="1298534" y="1782152"/>
                    </a:lnTo>
                    <a:lnTo>
                      <a:pt x="1299168" y="1780883"/>
                    </a:lnTo>
                    <a:lnTo>
                      <a:pt x="1299168" y="1778979"/>
                    </a:lnTo>
                    <a:lnTo>
                      <a:pt x="1297264" y="1780248"/>
                    </a:lnTo>
                    <a:lnTo>
                      <a:pt x="1296630" y="1780883"/>
                    </a:lnTo>
                    <a:lnTo>
                      <a:pt x="1295995" y="1780883"/>
                    </a:lnTo>
                    <a:lnTo>
                      <a:pt x="1297264" y="1780248"/>
                    </a:lnTo>
                    <a:lnTo>
                      <a:pt x="1297899" y="1778979"/>
                    </a:lnTo>
                    <a:lnTo>
                      <a:pt x="1297899" y="1777074"/>
                    </a:lnTo>
                    <a:lnTo>
                      <a:pt x="1297899" y="1775171"/>
                    </a:lnTo>
                    <a:lnTo>
                      <a:pt x="1297264" y="1773901"/>
                    </a:lnTo>
                    <a:lnTo>
                      <a:pt x="1295360" y="1774536"/>
                    </a:lnTo>
                    <a:lnTo>
                      <a:pt x="1293456" y="1775805"/>
                    </a:lnTo>
                    <a:lnTo>
                      <a:pt x="1292187" y="1775805"/>
                    </a:lnTo>
                    <a:lnTo>
                      <a:pt x="1290918" y="1774536"/>
                    </a:lnTo>
                    <a:lnTo>
                      <a:pt x="1291552" y="1772632"/>
                    </a:lnTo>
                    <a:lnTo>
                      <a:pt x="1292187" y="1770728"/>
                    </a:lnTo>
                    <a:lnTo>
                      <a:pt x="1291552" y="1768824"/>
                    </a:lnTo>
                    <a:lnTo>
                      <a:pt x="1289014" y="1770728"/>
                    </a:lnTo>
                    <a:lnTo>
                      <a:pt x="1288379" y="1771363"/>
                    </a:lnTo>
                    <a:lnTo>
                      <a:pt x="1287110" y="1773901"/>
                    </a:lnTo>
                    <a:lnTo>
                      <a:pt x="1286475" y="1773901"/>
                    </a:lnTo>
                    <a:lnTo>
                      <a:pt x="1285206" y="1773901"/>
                    </a:lnTo>
                    <a:lnTo>
                      <a:pt x="1285206" y="1774536"/>
                    </a:lnTo>
                    <a:lnTo>
                      <a:pt x="1285206" y="1775805"/>
                    </a:lnTo>
                    <a:lnTo>
                      <a:pt x="1285206" y="1775805"/>
                    </a:lnTo>
                    <a:lnTo>
                      <a:pt x="1283302" y="1778979"/>
                    </a:lnTo>
                    <a:lnTo>
                      <a:pt x="1282667" y="1780248"/>
                    </a:lnTo>
                    <a:lnTo>
                      <a:pt x="1282032" y="1778979"/>
                    </a:lnTo>
                    <a:lnTo>
                      <a:pt x="1281398" y="1778979"/>
                    </a:lnTo>
                    <a:lnTo>
                      <a:pt x="1274416" y="1784056"/>
                    </a:lnTo>
                    <a:lnTo>
                      <a:pt x="1272512" y="1784691"/>
                    </a:lnTo>
                    <a:lnTo>
                      <a:pt x="1273147" y="1783421"/>
                    </a:lnTo>
                    <a:lnTo>
                      <a:pt x="1275686" y="1780248"/>
                    </a:lnTo>
                    <a:lnTo>
                      <a:pt x="1275051" y="1779613"/>
                    </a:lnTo>
                    <a:lnTo>
                      <a:pt x="1274416" y="1779613"/>
                    </a:lnTo>
                    <a:lnTo>
                      <a:pt x="1273782" y="1780248"/>
                    </a:lnTo>
                    <a:lnTo>
                      <a:pt x="1273147" y="1780248"/>
                    </a:lnTo>
                    <a:lnTo>
                      <a:pt x="1273147" y="1779613"/>
                    </a:lnTo>
                    <a:lnTo>
                      <a:pt x="1274416" y="1776440"/>
                    </a:lnTo>
                    <a:lnTo>
                      <a:pt x="1274416" y="1776440"/>
                    </a:lnTo>
                    <a:lnTo>
                      <a:pt x="1274416" y="1775805"/>
                    </a:lnTo>
                    <a:lnTo>
                      <a:pt x="1274416" y="1775171"/>
                    </a:lnTo>
                    <a:lnTo>
                      <a:pt x="1274416" y="1774536"/>
                    </a:lnTo>
                    <a:lnTo>
                      <a:pt x="1274416" y="1773901"/>
                    </a:lnTo>
                    <a:lnTo>
                      <a:pt x="1275051" y="1773267"/>
                    </a:lnTo>
                    <a:lnTo>
                      <a:pt x="1275051" y="1772632"/>
                    </a:lnTo>
                    <a:lnTo>
                      <a:pt x="1275686" y="1771997"/>
                    </a:lnTo>
                    <a:lnTo>
                      <a:pt x="1276320" y="1771363"/>
                    </a:lnTo>
                    <a:lnTo>
                      <a:pt x="1277590" y="1770728"/>
                    </a:lnTo>
                    <a:lnTo>
                      <a:pt x="1276955" y="1768189"/>
                    </a:lnTo>
                    <a:lnTo>
                      <a:pt x="1275686" y="1765650"/>
                    </a:lnTo>
                    <a:lnTo>
                      <a:pt x="1273782" y="1764381"/>
                    </a:lnTo>
                    <a:lnTo>
                      <a:pt x="1271878" y="1764381"/>
                    </a:lnTo>
                    <a:lnTo>
                      <a:pt x="1271243" y="1765016"/>
                    </a:lnTo>
                    <a:lnTo>
                      <a:pt x="1270608" y="1766285"/>
                    </a:lnTo>
                    <a:lnTo>
                      <a:pt x="1269974" y="1766920"/>
                    </a:lnTo>
                    <a:lnTo>
                      <a:pt x="1269339" y="1766920"/>
                    </a:lnTo>
                    <a:lnTo>
                      <a:pt x="1269339" y="1765650"/>
                    </a:lnTo>
                    <a:lnTo>
                      <a:pt x="1269974" y="1764381"/>
                    </a:lnTo>
                    <a:lnTo>
                      <a:pt x="1270608" y="1763112"/>
                    </a:lnTo>
                    <a:lnTo>
                      <a:pt x="1269974" y="1761843"/>
                    </a:lnTo>
                    <a:lnTo>
                      <a:pt x="1268070" y="1763112"/>
                    </a:lnTo>
                    <a:lnTo>
                      <a:pt x="1264262" y="1764381"/>
                    </a:lnTo>
                    <a:lnTo>
                      <a:pt x="1262358" y="1765650"/>
                    </a:lnTo>
                    <a:lnTo>
                      <a:pt x="1261088" y="1764381"/>
                    </a:lnTo>
                    <a:lnTo>
                      <a:pt x="1259819" y="1763747"/>
                    </a:lnTo>
                    <a:lnTo>
                      <a:pt x="1258550" y="1763747"/>
                    </a:lnTo>
                    <a:lnTo>
                      <a:pt x="1257280" y="1763747"/>
                    </a:lnTo>
                    <a:lnTo>
                      <a:pt x="1254742" y="1765016"/>
                    </a:lnTo>
                    <a:lnTo>
                      <a:pt x="1254107" y="1765016"/>
                    </a:lnTo>
                    <a:lnTo>
                      <a:pt x="1251568" y="1763747"/>
                    </a:lnTo>
                    <a:lnTo>
                      <a:pt x="1250934" y="1763747"/>
                    </a:lnTo>
                    <a:lnTo>
                      <a:pt x="1249664" y="1765016"/>
                    </a:lnTo>
                    <a:lnTo>
                      <a:pt x="1247125" y="1766920"/>
                    </a:lnTo>
                    <a:lnTo>
                      <a:pt x="1245856" y="1768189"/>
                    </a:lnTo>
                    <a:lnTo>
                      <a:pt x="1243952" y="1771363"/>
                    </a:lnTo>
                    <a:lnTo>
                      <a:pt x="1243318" y="1771997"/>
                    </a:lnTo>
                    <a:lnTo>
                      <a:pt x="1242683" y="1771997"/>
                    </a:lnTo>
                    <a:lnTo>
                      <a:pt x="1241414" y="1771997"/>
                    </a:lnTo>
                    <a:lnTo>
                      <a:pt x="1240779" y="1772632"/>
                    </a:lnTo>
                    <a:lnTo>
                      <a:pt x="1240779" y="1773901"/>
                    </a:lnTo>
                    <a:lnTo>
                      <a:pt x="1240779" y="1774536"/>
                    </a:lnTo>
                    <a:lnTo>
                      <a:pt x="1240779" y="1775805"/>
                    </a:lnTo>
                    <a:lnTo>
                      <a:pt x="1240779" y="1776440"/>
                    </a:lnTo>
                    <a:lnTo>
                      <a:pt x="1241414" y="1776440"/>
                    </a:lnTo>
                    <a:lnTo>
                      <a:pt x="1242683" y="1776440"/>
                    </a:lnTo>
                    <a:lnTo>
                      <a:pt x="1243318" y="1776440"/>
                    </a:lnTo>
                    <a:lnTo>
                      <a:pt x="1244587" y="1776440"/>
                    </a:lnTo>
                    <a:lnTo>
                      <a:pt x="1244587" y="1776440"/>
                    </a:lnTo>
                    <a:lnTo>
                      <a:pt x="1244587" y="1777074"/>
                    </a:lnTo>
                    <a:lnTo>
                      <a:pt x="1244587" y="1777709"/>
                    </a:lnTo>
                    <a:lnTo>
                      <a:pt x="1243952" y="1778344"/>
                    </a:lnTo>
                    <a:lnTo>
                      <a:pt x="1243952" y="1778344"/>
                    </a:lnTo>
                    <a:lnTo>
                      <a:pt x="1247125" y="1784056"/>
                    </a:lnTo>
                    <a:lnTo>
                      <a:pt x="1249030" y="1784056"/>
                    </a:lnTo>
                    <a:lnTo>
                      <a:pt x="1250299" y="1783421"/>
                    </a:lnTo>
                    <a:lnTo>
                      <a:pt x="1251568" y="1783421"/>
                    </a:lnTo>
                    <a:lnTo>
                      <a:pt x="1253472" y="1784056"/>
                    </a:lnTo>
                    <a:lnTo>
                      <a:pt x="1255376" y="1785960"/>
                    </a:lnTo>
                    <a:lnTo>
                      <a:pt x="1256011" y="1786595"/>
                    </a:lnTo>
                    <a:lnTo>
                      <a:pt x="1260454" y="1790403"/>
                    </a:lnTo>
                    <a:lnTo>
                      <a:pt x="1264896" y="1791672"/>
                    </a:lnTo>
                    <a:lnTo>
                      <a:pt x="1266800" y="1792307"/>
                    </a:lnTo>
                    <a:lnTo>
                      <a:pt x="1265531" y="1792941"/>
                    </a:lnTo>
                    <a:lnTo>
                      <a:pt x="1262992" y="1792307"/>
                    </a:lnTo>
                    <a:lnTo>
                      <a:pt x="1261723" y="1792941"/>
                    </a:lnTo>
                    <a:lnTo>
                      <a:pt x="1262358" y="1793576"/>
                    </a:lnTo>
                    <a:lnTo>
                      <a:pt x="1262992" y="1794211"/>
                    </a:lnTo>
                    <a:lnTo>
                      <a:pt x="1263627" y="1794211"/>
                    </a:lnTo>
                    <a:lnTo>
                      <a:pt x="1264262" y="1794211"/>
                    </a:lnTo>
                    <a:lnTo>
                      <a:pt x="1262992" y="1794846"/>
                    </a:lnTo>
                    <a:lnTo>
                      <a:pt x="1261723" y="1794211"/>
                    </a:lnTo>
                    <a:lnTo>
                      <a:pt x="1259184" y="1792307"/>
                    </a:lnTo>
                    <a:lnTo>
                      <a:pt x="1259184" y="1794211"/>
                    </a:lnTo>
                    <a:lnTo>
                      <a:pt x="1259819" y="1800557"/>
                    </a:lnTo>
                    <a:lnTo>
                      <a:pt x="1258550" y="1798019"/>
                    </a:lnTo>
                    <a:lnTo>
                      <a:pt x="1257915" y="1797384"/>
                    </a:lnTo>
                    <a:lnTo>
                      <a:pt x="1257280" y="1798653"/>
                    </a:lnTo>
                    <a:lnTo>
                      <a:pt x="1256646" y="1799288"/>
                    </a:lnTo>
                    <a:lnTo>
                      <a:pt x="1256011" y="1799923"/>
                    </a:lnTo>
                    <a:lnTo>
                      <a:pt x="1255376" y="1799923"/>
                    </a:lnTo>
                    <a:lnTo>
                      <a:pt x="1256011" y="1797384"/>
                    </a:lnTo>
                    <a:lnTo>
                      <a:pt x="1256011" y="1795480"/>
                    </a:lnTo>
                    <a:lnTo>
                      <a:pt x="1255376" y="1792307"/>
                    </a:lnTo>
                    <a:lnTo>
                      <a:pt x="1254107" y="1791037"/>
                    </a:lnTo>
                    <a:lnTo>
                      <a:pt x="1252203" y="1790403"/>
                    </a:lnTo>
                    <a:lnTo>
                      <a:pt x="1247125" y="1790403"/>
                    </a:lnTo>
                    <a:lnTo>
                      <a:pt x="1245221" y="1791037"/>
                    </a:lnTo>
                    <a:lnTo>
                      <a:pt x="1243952" y="1792307"/>
                    </a:lnTo>
                    <a:lnTo>
                      <a:pt x="1243952" y="1794211"/>
                    </a:lnTo>
                    <a:lnTo>
                      <a:pt x="1244587" y="1796115"/>
                    </a:lnTo>
                    <a:lnTo>
                      <a:pt x="1246491" y="1798019"/>
                    </a:lnTo>
                    <a:lnTo>
                      <a:pt x="1247125" y="1799923"/>
                    </a:lnTo>
                    <a:lnTo>
                      <a:pt x="1244587" y="1798019"/>
                    </a:lnTo>
                    <a:lnTo>
                      <a:pt x="1243318" y="1798019"/>
                    </a:lnTo>
                    <a:lnTo>
                      <a:pt x="1243318" y="1799923"/>
                    </a:lnTo>
                    <a:lnTo>
                      <a:pt x="1242683" y="1800557"/>
                    </a:lnTo>
                    <a:lnTo>
                      <a:pt x="1242683" y="1800557"/>
                    </a:lnTo>
                    <a:lnTo>
                      <a:pt x="1242683" y="1800557"/>
                    </a:lnTo>
                    <a:lnTo>
                      <a:pt x="1242683" y="1800557"/>
                    </a:lnTo>
                    <a:lnTo>
                      <a:pt x="1242683" y="1801192"/>
                    </a:lnTo>
                    <a:lnTo>
                      <a:pt x="1242048" y="1800557"/>
                    </a:lnTo>
                    <a:lnTo>
                      <a:pt x="1241414" y="1798653"/>
                    </a:lnTo>
                    <a:lnTo>
                      <a:pt x="1240779" y="1798019"/>
                    </a:lnTo>
                    <a:lnTo>
                      <a:pt x="1240144" y="1797384"/>
                    </a:lnTo>
                    <a:lnTo>
                      <a:pt x="1237605" y="1796749"/>
                    </a:lnTo>
                    <a:lnTo>
                      <a:pt x="1236336" y="1797384"/>
                    </a:lnTo>
                    <a:lnTo>
                      <a:pt x="1235701" y="1799288"/>
                    </a:lnTo>
                    <a:lnTo>
                      <a:pt x="1235701" y="1801827"/>
                    </a:lnTo>
                    <a:lnTo>
                      <a:pt x="1236971" y="1803096"/>
                    </a:lnTo>
                    <a:lnTo>
                      <a:pt x="1236336" y="1803731"/>
                    </a:lnTo>
                    <a:lnTo>
                      <a:pt x="1236336" y="1804366"/>
                    </a:lnTo>
                    <a:lnTo>
                      <a:pt x="1236336" y="1804366"/>
                    </a:lnTo>
                    <a:lnTo>
                      <a:pt x="1235701" y="1804366"/>
                    </a:lnTo>
                    <a:lnTo>
                      <a:pt x="1236971" y="1805635"/>
                    </a:lnTo>
                    <a:lnTo>
                      <a:pt x="1238240" y="1806269"/>
                    </a:lnTo>
                    <a:lnTo>
                      <a:pt x="1240779" y="1806904"/>
                    </a:lnTo>
                    <a:lnTo>
                      <a:pt x="1243952" y="1806904"/>
                    </a:lnTo>
                    <a:lnTo>
                      <a:pt x="1245221" y="1806904"/>
                    </a:lnTo>
                    <a:lnTo>
                      <a:pt x="1246491" y="1808173"/>
                    </a:lnTo>
                    <a:lnTo>
                      <a:pt x="1245221" y="1808808"/>
                    </a:lnTo>
                    <a:lnTo>
                      <a:pt x="1241414" y="1808808"/>
                    </a:lnTo>
                    <a:lnTo>
                      <a:pt x="1237605" y="1808173"/>
                    </a:lnTo>
                    <a:lnTo>
                      <a:pt x="1233797" y="1806269"/>
                    </a:lnTo>
                    <a:lnTo>
                      <a:pt x="1233163" y="1806269"/>
                    </a:lnTo>
                    <a:lnTo>
                      <a:pt x="1233797" y="1806904"/>
                    </a:lnTo>
                    <a:lnTo>
                      <a:pt x="1233797" y="1807539"/>
                    </a:lnTo>
                    <a:lnTo>
                      <a:pt x="1233797" y="1809443"/>
                    </a:lnTo>
                    <a:lnTo>
                      <a:pt x="1233797" y="1809443"/>
                    </a:lnTo>
                    <a:lnTo>
                      <a:pt x="1233797" y="1811347"/>
                    </a:lnTo>
                    <a:lnTo>
                      <a:pt x="1233797" y="1811981"/>
                    </a:lnTo>
                    <a:lnTo>
                      <a:pt x="1233797" y="1811981"/>
                    </a:lnTo>
                    <a:lnTo>
                      <a:pt x="1233797" y="1811981"/>
                    </a:lnTo>
                    <a:lnTo>
                      <a:pt x="1233797" y="1811981"/>
                    </a:lnTo>
                    <a:lnTo>
                      <a:pt x="1233797" y="1811981"/>
                    </a:lnTo>
                    <a:lnTo>
                      <a:pt x="1233163" y="1812616"/>
                    </a:lnTo>
                    <a:lnTo>
                      <a:pt x="1229989" y="1812616"/>
                    </a:lnTo>
                    <a:lnTo>
                      <a:pt x="1229355" y="1812616"/>
                    </a:lnTo>
                    <a:lnTo>
                      <a:pt x="1225547" y="1810077"/>
                    </a:lnTo>
                    <a:lnTo>
                      <a:pt x="1224912" y="1810712"/>
                    </a:lnTo>
                    <a:lnTo>
                      <a:pt x="1224912" y="1812616"/>
                    </a:lnTo>
                    <a:lnTo>
                      <a:pt x="1224277" y="1813886"/>
                    </a:lnTo>
                    <a:lnTo>
                      <a:pt x="1223643" y="1813886"/>
                    </a:lnTo>
                    <a:lnTo>
                      <a:pt x="1222373" y="1813251"/>
                    </a:lnTo>
                    <a:lnTo>
                      <a:pt x="1222373" y="1816424"/>
                    </a:lnTo>
                    <a:lnTo>
                      <a:pt x="1221104" y="1815790"/>
                    </a:lnTo>
                    <a:lnTo>
                      <a:pt x="1219200" y="1813886"/>
                    </a:lnTo>
                    <a:lnTo>
                      <a:pt x="1217931" y="1813251"/>
                    </a:lnTo>
                    <a:lnTo>
                      <a:pt x="1217931" y="1813886"/>
                    </a:lnTo>
                    <a:lnTo>
                      <a:pt x="1217931" y="1814520"/>
                    </a:lnTo>
                    <a:lnTo>
                      <a:pt x="1217931" y="1815155"/>
                    </a:lnTo>
                    <a:lnTo>
                      <a:pt x="1216661" y="1815155"/>
                    </a:lnTo>
                    <a:lnTo>
                      <a:pt x="1214757" y="1813886"/>
                    </a:lnTo>
                    <a:lnTo>
                      <a:pt x="1213488" y="1813251"/>
                    </a:lnTo>
                    <a:lnTo>
                      <a:pt x="1212219" y="1813251"/>
                    </a:lnTo>
                    <a:lnTo>
                      <a:pt x="1210949" y="1814520"/>
                    </a:lnTo>
                    <a:lnTo>
                      <a:pt x="1210315" y="1815155"/>
                    </a:lnTo>
                    <a:lnTo>
                      <a:pt x="1209680" y="1815155"/>
                    </a:lnTo>
                    <a:lnTo>
                      <a:pt x="1209045" y="1815155"/>
                    </a:lnTo>
                    <a:lnTo>
                      <a:pt x="1209045" y="1815790"/>
                    </a:lnTo>
                    <a:lnTo>
                      <a:pt x="1209680" y="1818328"/>
                    </a:lnTo>
                    <a:lnTo>
                      <a:pt x="1210315" y="1818963"/>
                    </a:lnTo>
                    <a:lnTo>
                      <a:pt x="1208411" y="1818328"/>
                    </a:lnTo>
                    <a:lnTo>
                      <a:pt x="1205237" y="1815790"/>
                    </a:lnTo>
                    <a:lnTo>
                      <a:pt x="1203333" y="1815790"/>
                    </a:lnTo>
                    <a:lnTo>
                      <a:pt x="1203333" y="1817059"/>
                    </a:lnTo>
                    <a:lnTo>
                      <a:pt x="1203333" y="1817693"/>
                    </a:lnTo>
                    <a:lnTo>
                      <a:pt x="1200795" y="1817059"/>
                    </a:lnTo>
                    <a:lnTo>
                      <a:pt x="1200795" y="1817059"/>
                    </a:lnTo>
                    <a:lnTo>
                      <a:pt x="1200160" y="1816424"/>
                    </a:lnTo>
                    <a:lnTo>
                      <a:pt x="1199525" y="1815790"/>
                    </a:lnTo>
                    <a:lnTo>
                      <a:pt x="1197621" y="1815155"/>
                    </a:lnTo>
                    <a:lnTo>
                      <a:pt x="1196352" y="1815155"/>
                    </a:lnTo>
                    <a:lnTo>
                      <a:pt x="1186832" y="1820867"/>
                    </a:lnTo>
                    <a:lnTo>
                      <a:pt x="1186832" y="1821501"/>
                    </a:lnTo>
                    <a:lnTo>
                      <a:pt x="1186832" y="1821501"/>
                    </a:lnTo>
                    <a:lnTo>
                      <a:pt x="1187467" y="1821501"/>
                    </a:lnTo>
                    <a:lnTo>
                      <a:pt x="1188736" y="1822136"/>
                    </a:lnTo>
                    <a:lnTo>
                      <a:pt x="1188736" y="1822771"/>
                    </a:lnTo>
                    <a:lnTo>
                      <a:pt x="1188736" y="1823406"/>
                    </a:lnTo>
                    <a:lnTo>
                      <a:pt x="1189371" y="1824040"/>
                    </a:lnTo>
                    <a:lnTo>
                      <a:pt x="1190640" y="1825310"/>
                    </a:lnTo>
                    <a:lnTo>
                      <a:pt x="1191909" y="1825944"/>
                    </a:lnTo>
                    <a:lnTo>
                      <a:pt x="1195083" y="1827213"/>
                    </a:lnTo>
                    <a:lnTo>
                      <a:pt x="1196352" y="1828483"/>
                    </a:lnTo>
                    <a:lnTo>
                      <a:pt x="1196352" y="1830387"/>
                    </a:lnTo>
                    <a:lnTo>
                      <a:pt x="1198891" y="1829117"/>
                    </a:lnTo>
                    <a:lnTo>
                      <a:pt x="1198891" y="1829117"/>
                    </a:lnTo>
                    <a:lnTo>
                      <a:pt x="1198891" y="1829117"/>
                    </a:lnTo>
                    <a:lnTo>
                      <a:pt x="1199525" y="1828483"/>
                    </a:lnTo>
                    <a:lnTo>
                      <a:pt x="1200795" y="1827848"/>
                    </a:lnTo>
                    <a:lnTo>
                      <a:pt x="1201429" y="1827848"/>
                    </a:lnTo>
                    <a:lnTo>
                      <a:pt x="1203333" y="1829117"/>
                    </a:lnTo>
                    <a:lnTo>
                      <a:pt x="1204603" y="1829752"/>
                    </a:lnTo>
                    <a:lnTo>
                      <a:pt x="1205237" y="1830387"/>
                    </a:lnTo>
                    <a:lnTo>
                      <a:pt x="1205872" y="1831656"/>
                    </a:lnTo>
                    <a:lnTo>
                      <a:pt x="1206507" y="1831021"/>
                    </a:lnTo>
                    <a:lnTo>
                      <a:pt x="1206507" y="1830387"/>
                    </a:lnTo>
                    <a:lnTo>
                      <a:pt x="1206507" y="1829752"/>
                    </a:lnTo>
                    <a:lnTo>
                      <a:pt x="1208411" y="1827848"/>
                    </a:lnTo>
                    <a:lnTo>
                      <a:pt x="1209045" y="1827213"/>
                    </a:lnTo>
                    <a:lnTo>
                      <a:pt x="1210315" y="1826579"/>
                    </a:lnTo>
                    <a:lnTo>
                      <a:pt x="1210315" y="1825944"/>
                    </a:lnTo>
                    <a:lnTo>
                      <a:pt x="1210315" y="1824675"/>
                    </a:lnTo>
                    <a:lnTo>
                      <a:pt x="1211584" y="1824675"/>
                    </a:lnTo>
                    <a:lnTo>
                      <a:pt x="1214123" y="1823406"/>
                    </a:lnTo>
                    <a:lnTo>
                      <a:pt x="1215392" y="1823406"/>
                    </a:lnTo>
                    <a:lnTo>
                      <a:pt x="1219200" y="1825944"/>
                    </a:lnTo>
                    <a:lnTo>
                      <a:pt x="1219835" y="1825310"/>
                    </a:lnTo>
                    <a:lnTo>
                      <a:pt x="1221104" y="1822771"/>
                    </a:lnTo>
                    <a:lnTo>
                      <a:pt x="1221739" y="1822136"/>
                    </a:lnTo>
                    <a:lnTo>
                      <a:pt x="1223008" y="1822136"/>
                    </a:lnTo>
                    <a:lnTo>
                      <a:pt x="1224912" y="1821501"/>
                    </a:lnTo>
                    <a:lnTo>
                      <a:pt x="1226816" y="1821501"/>
                    </a:lnTo>
                    <a:lnTo>
                      <a:pt x="1231893" y="1819597"/>
                    </a:lnTo>
                    <a:lnTo>
                      <a:pt x="1233163" y="1819597"/>
                    </a:lnTo>
                    <a:lnTo>
                      <a:pt x="1234432" y="1819597"/>
                    </a:lnTo>
                    <a:lnTo>
                      <a:pt x="1236336" y="1818963"/>
                    </a:lnTo>
                    <a:lnTo>
                      <a:pt x="1240779" y="1817059"/>
                    </a:lnTo>
                    <a:lnTo>
                      <a:pt x="1242683" y="1817693"/>
                    </a:lnTo>
                    <a:lnTo>
                      <a:pt x="1242048" y="1818963"/>
                    </a:lnTo>
                    <a:lnTo>
                      <a:pt x="1242048" y="1819597"/>
                    </a:lnTo>
                    <a:lnTo>
                      <a:pt x="1243318" y="1819597"/>
                    </a:lnTo>
                    <a:lnTo>
                      <a:pt x="1243952" y="1818963"/>
                    </a:lnTo>
                    <a:lnTo>
                      <a:pt x="1244587" y="1817693"/>
                    </a:lnTo>
                    <a:lnTo>
                      <a:pt x="1245221" y="1817059"/>
                    </a:lnTo>
                    <a:lnTo>
                      <a:pt x="1245856" y="1817059"/>
                    </a:lnTo>
                    <a:lnTo>
                      <a:pt x="1245856" y="1817693"/>
                    </a:lnTo>
                    <a:lnTo>
                      <a:pt x="1245856" y="1818963"/>
                    </a:lnTo>
                    <a:lnTo>
                      <a:pt x="1246491" y="1819597"/>
                    </a:lnTo>
                    <a:lnTo>
                      <a:pt x="1247760" y="1818963"/>
                    </a:lnTo>
                    <a:lnTo>
                      <a:pt x="1249030" y="1816424"/>
                    </a:lnTo>
                    <a:lnTo>
                      <a:pt x="1250299" y="1815790"/>
                    </a:lnTo>
                    <a:lnTo>
                      <a:pt x="1250934" y="1816424"/>
                    </a:lnTo>
                    <a:lnTo>
                      <a:pt x="1252838" y="1820867"/>
                    </a:lnTo>
                    <a:lnTo>
                      <a:pt x="1253472" y="1820232"/>
                    </a:lnTo>
                    <a:lnTo>
                      <a:pt x="1254107" y="1818328"/>
                    </a:lnTo>
                    <a:lnTo>
                      <a:pt x="1254107" y="1817693"/>
                    </a:lnTo>
                    <a:lnTo>
                      <a:pt x="1254742" y="1817693"/>
                    </a:lnTo>
                    <a:lnTo>
                      <a:pt x="1254742" y="1817693"/>
                    </a:lnTo>
                    <a:lnTo>
                      <a:pt x="1254742" y="1818328"/>
                    </a:lnTo>
                    <a:lnTo>
                      <a:pt x="1254742" y="1818963"/>
                    </a:lnTo>
                    <a:lnTo>
                      <a:pt x="1256646" y="1820867"/>
                    </a:lnTo>
                    <a:lnTo>
                      <a:pt x="1257280" y="1820867"/>
                    </a:lnTo>
                    <a:lnTo>
                      <a:pt x="1257915" y="1818963"/>
                    </a:lnTo>
                    <a:lnTo>
                      <a:pt x="1257915" y="1817693"/>
                    </a:lnTo>
                    <a:lnTo>
                      <a:pt x="1256646" y="1814520"/>
                    </a:lnTo>
                    <a:lnTo>
                      <a:pt x="1256011" y="1810712"/>
                    </a:lnTo>
                    <a:lnTo>
                      <a:pt x="1255376" y="1809443"/>
                    </a:lnTo>
                    <a:lnTo>
                      <a:pt x="1256646" y="1808173"/>
                    </a:lnTo>
                    <a:lnTo>
                      <a:pt x="1257915" y="1810712"/>
                    </a:lnTo>
                    <a:lnTo>
                      <a:pt x="1259184" y="1813251"/>
                    </a:lnTo>
                    <a:lnTo>
                      <a:pt x="1259184" y="1813886"/>
                    </a:lnTo>
                    <a:lnTo>
                      <a:pt x="1259184" y="1815155"/>
                    </a:lnTo>
                    <a:lnTo>
                      <a:pt x="1259184" y="1815155"/>
                    </a:lnTo>
                    <a:lnTo>
                      <a:pt x="1260454" y="1815790"/>
                    </a:lnTo>
                    <a:lnTo>
                      <a:pt x="1261088" y="1816424"/>
                    </a:lnTo>
                    <a:lnTo>
                      <a:pt x="1262358" y="1818328"/>
                    </a:lnTo>
                    <a:lnTo>
                      <a:pt x="1262992" y="1818328"/>
                    </a:lnTo>
                    <a:lnTo>
                      <a:pt x="1263627" y="1817059"/>
                    </a:lnTo>
                    <a:lnTo>
                      <a:pt x="1262992" y="1815155"/>
                    </a:lnTo>
                    <a:lnTo>
                      <a:pt x="1262358" y="1814520"/>
                    </a:lnTo>
                    <a:lnTo>
                      <a:pt x="1261723" y="1813886"/>
                    </a:lnTo>
                    <a:lnTo>
                      <a:pt x="1261088" y="1813251"/>
                    </a:lnTo>
                    <a:lnTo>
                      <a:pt x="1261088" y="1811981"/>
                    </a:lnTo>
                    <a:lnTo>
                      <a:pt x="1264896" y="1815155"/>
                    </a:lnTo>
                    <a:lnTo>
                      <a:pt x="1265531" y="1815155"/>
                    </a:lnTo>
                    <a:lnTo>
                      <a:pt x="1265531" y="1813251"/>
                    </a:lnTo>
                    <a:lnTo>
                      <a:pt x="1264896" y="1809443"/>
                    </a:lnTo>
                    <a:lnTo>
                      <a:pt x="1265531" y="1807539"/>
                    </a:lnTo>
                    <a:lnTo>
                      <a:pt x="1268070" y="1812616"/>
                    </a:lnTo>
                    <a:lnTo>
                      <a:pt x="1268704" y="1814520"/>
                    </a:lnTo>
                    <a:lnTo>
                      <a:pt x="1269339" y="1811347"/>
                    </a:lnTo>
                    <a:lnTo>
                      <a:pt x="1271243" y="1808808"/>
                    </a:lnTo>
                    <a:lnTo>
                      <a:pt x="1273147" y="1808173"/>
                    </a:lnTo>
                    <a:lnTo>
                      <a:pt x="1274416" y="1810077"/>
                    </a:lnTo>
                    <a:lnTo>
                      <a:pt x="1274416" y="1808808"/>
                    </a:lnTo>
                    <a:lnTo>
                      <a:pt x="1274416" y="1807539"/>
                    </a:lnTo>
                    <a:lnTo>
                      <a:pt x="1273782" y="1806904"/>
                    </a:lnTo>
                    <a:lnTo>
                      <a:pt x="1273147" y="1806269"/>
                    </a:lnTo>
                    <a:lnTo>
                      <a:pt x="1274416" y="1805635"/>
                    </a:lnTo>
                    <a:lnTo>
                      <a:pt x="1278224" y="1804366"/>
                    </a:lnTo>
                    <a:lnTo>
                      <a:pt x="1279494" y="1805635"/>
                    </a:lnTo>
                    <a:lnTo>
                      <a:pt x="1280763" y="1805635"/>
                    </a:lnTo>
                    <a:lnTo>
                      <a:pt x="1282032" y="1805000"/>
                    </a:lnTo>
                    <a:lnTo>
                      <a:pt x="1283302" y="1805000"/>
                    </a:lnTo>
                    <a:lnTo>
                      <a:pt x="1283302" y="1804366"/>
                    </a:lnTo>
                    <a:lnTo>
                      <a:pt x="1282667" y="1803096"/>
                    </a:lnTo>
                    <a:lnTo>
                      <a:pt x="1283936" y="1802461"/>
                    </a:lnTo>
                    <a:lnTo>
                      <a:pt x="1289014" y="1803096"/>
                    </a:lnTo>
                    <a:lnTo>
                      <a:pt x="1291552" y="1803096"/>
                    </a:lnTo>
                    <a:lnTo>
                      <a:pt x="1292822" y="1802461"/>
                    </a:lnTo>
                    <a:lnTo>
                      <a:pt x="1292822" y="1801192"/>
                    </a:lnTo>
                    <a:lnTo>
                      <a:pt x="1293456" y="1799923"/>
                    </a:lnTo>
                    <a:lnTo>
                      <a:pt x="1293456" y="1798653"/>
                    </a:lnTo>
                    <a:lnTo>
                      <a:pt x="1292822" y="1798019"/>
                    </a:lnTo>
                    <a:lnTo>
                      <a:pt x="1290283" y="1799923"/>
                    </a:lnTo>
                    <a:close/>
                    <a:moveTo>
                      <a:pt x="1309958" y="792068"/>
                    </a:moveTo>
                    <a:lnTo>
                      <a:pt x="1309323" y="790798"/>
                    </a:lnTo>
                    <a:lnTo>
                      <a:pt x="1309958" y="794606"/>
                    </a:lnTo>
                    <a:lnTo>
                      <a:pt x="1309958" y="793337"/>
                    </a:lnTo>
                    <a:lnTo>
                      <a:pt x="1309958" y="792068"/>
                    </a:lnTo>
                    <a:close/>
                    <a:moveTo>
                      <a:pt x="1304880" y="1789768"/>
                    </a:moveTo>
                    <a:lnTo>
                      <a:pt x="1304880" y="1789768"/>
                    </a:lnTo>
                    <a:lnTo>
                      <a:pt x="1303611" y="1790403"/>
                    </a:lnTo>
                    <a:lnTo>
                      <a:pt x="1302976" y="1789768"/>
                    </a:lnTo>
                    <a:lnTo>
                      <a:pt x="1302342" y="1789133"/>
                    </a:lnTo>
                    <a:lnTo>
                      <a:pt x="1301707" y="1789133"/>
                    </a:lnTo>
                    <a:lnTo>
                      <a:pt x="1301072" y="1790403"/>
                    </a:lnTo>
                    <a:lnTo>
                      <a:pt x="1299803" y="1789768"/>
                    </a:lnTo>
                    <a:lnTo>
                      <a:pt x="1298534" y="1791037"/>
                    </a:lnTo>
                    <a:lnTo>
                      <a:pt x="1296630" y="1794846"/>
                    </a:lnTo>
                    <a:lnTo>
                      <a:pt x="1295995" y="1794846"/>
                    </a:lnTo>
                    <a:lnTo>
                      <a:pt x="1296630" y="1792307"/>
                    </a:lnTo>
                    <a:lnTo>
                      <a:pt x="1296630" y="1791672"/>
                    </a:lnTo>
                    <a:lnTo>
                      <a:pt x="1295995" y="1791672"/>
                    </a:lnTo>
                    <a:lnTo>
                      <a:pt x="1295360" y="1792307"/>
                    </a:lnTo>
                    <a:lnTo>
                      <a:pt x="1294726" y="1792307"/>
                    </a:lnTo>
                    <a:lnTo>
                      <a:pt x="1294091" y="1792941"/>
                    </a:lnTo>
                    <a:lnTo>
                      <a:pt x="1294091" y="1794211"/>
                    </a:lnTo>
                    <a:lnTo>
                      <a:pt x="1292822" y="1792941"/>
                    </a:lnTo>
                    <a:lnTo>
                      <a:pt x="1292187" y="1794211"/>
                    </a:lnTo>
                    <a:lnTo>
                      <a:pt x="1291552" y="1796115"/>
                    </a:lnTo>
                    <a:lnTo>
                      <a:pt x="1291552" y="1797384"/>
                    </a:lnTo>
                    <a:lnTo>
                      <a:pt x="1292822" y="1798019"/>
                    </a:lnTo>
                    <a:lnTo>
                      <a:pt x="1294726" y="1801192"/>
                    </a:lnTo>
                    <a:lnTo>
                      <a:pt x="1295995" y="1802461"/>
                    </a:lnTo>
                    <a:lnTo>
                      <a:pt x="1295995" y="1800557"/>
                    </a:lnTo>
                    <a:lnTo>
                      <a:pt x="1295995" y="1799923"/>
                    </a:lnTo>
                    <a:lnTo>
                      <a:pt x="1298534" y="1799923"/>
                    </a:lnTo>
                    <a:lnTo>
                      <a:pt x="1299168" y="1799288"/>
                    </a:lnTo>
                    <a:lnTo>
                      <a:pt x="1299803" y="1798653"/>
                    </a:lnTo>
                    <a:lnTo>
                      <a:pt x="1299803" y="1797384"/>
                    </a:lnTo>
                    <a:lnTo>
                      <a:pt x="1299168" y="1795480"/>
                    </a:lnTo>
                    <a:lnTo>
                      <a:pt x="1300438" y="1795480"/>
                    </a:lnTo>
                    <a:lnTo>
                      <a:pt x="1302342" y="1796115"/>
                    </a:lnTo>
                    <a:lnTo>
                      <a:pt x="1303611" y="1796115"/>
                    </a:lnTo>
                    <a:lnTo>
                      <a:pt x="1304246" y="1795480"/>
                    </a:lnTo>
                    <a:lnTo>
                      <a:pt x="1304880" y="1794846"/>
                    </a:lnTo>
                    <a:lnTo>
                      <a:pt x="1304880" y="1793576"/>
                    </a:lnTo>
                    <a:lnTo>
                      <a:pt x="1304246" y="1792941"/>
                    </a:lnTo>
                    <a:lnTo>
                      <a:pt x="1304880" y="1792307"/>
                    </a:lnTo>
                    <a:lnTo>
                      <a:pt x="1305515" y="1791672"/>
                    </a:lnTo>
                    <a:lnTo>
                      <a:pt x="1306150" y="1791672"/>
                    </a:lnTo>
                    <a:lnTo>
                      <a:pt x="1306784" y="1791672"/>
                    </a:lnTo>
                    <a:lnTo>
                      <a:pt x="1306784" y="1791672"/>
                    </a:lnTo>
                    <a:lnTo>
                      <a:pt x="1307419" y="1790403"/>
                    </a:lnTo>
                    <a:lnTo>
                      <a:pt x="1306150" y="1789768"/>
                    </a:lnTo>
                    <a:lnTo>
                      <a:pt x="1304880" y="1789768"/>
                    </a:lnTo>
                    <a:close/>
                    <a:moveTo>
                      <a:pt x="1601906" y="1700914"/>
                    </a:moveTo>
                    <a:lnTo>
                      <a:pt x="1599367" y="1698376"/>
                    </a:lnTo>
                    <a:lnTo>
                      <a:pt x="1599367" y="1699010"/>
                    </a:lnTo>
                    <a:lnTo>
                      <a:pt x="1599367" y="1699645"/>
                    </a:lnTo>
                    <a:lnTo>
                      <a:pt x="1600002" y="1700914"/>
                    </a:lnTo>
                    <a:lnTo>
                      <a:pt x="1600002" y="1701549"/>
                    </a:lnTo>
                    <a:lnTo>
                      <a:pt x="1600002" y="1702184"/>
                    </a:lnTo>
                    <a:lnTo>
                      <a:pt x="1598732" y="1703453"/>
                    </a:lnTo>
                    <a:lnTo>
                      <a:pt x="1598732" y="1703453"/>
                    </a:lnTo>
                    <a:lnTo>
                      <a:pt x="1600002" y="1704722"/>
                    </a:lnTo>
                    <a:lnTo>
                      <a:pt x="1601271" y="1704722"/>
                    </a:lnTo>
                    <a:lnTo>
                      <a:pt x="1601906" y="1704087"/>
                    </a:lnTo>
                    <a:lnTo>
                      <a:pt x="1601906" y="1704087"/>
                    </a:lnTo>
                    <a:lnTo>
                      <a:pt x="1601906" y="1703453"/>
                    </a:lnTo>
                    <a:lnTo>
                      <a:pt x="1601906" y="1702184"/>
                    </a:lnTo>
                    <a:lnTo>
                      <a:pt x="1601906" y="1700914"/>
                    </a:lnTo>
                    <a:close/>
                    <a:moveTo>
                      <a:pt x="1693933" y="1687586"/>
                    </a:moveTo>
                    <a:lnTo>
                      <a:pt x="1695837" y="1687586"/>
                    </a:lnTo>
                    <a:lnTo>
                      <a:pt x="1696471" y="1686952"/>
                    </a:lnTo>
                    <a:lnTo>
                      <a:pt x="1696471" y="1686317"/>
                    </a:lnTo>
                    <a:lnTo>
                      <a:pt x="1696471" y="1685682"/>
                    </a:lnTo>
                    <a:lnTo>
                      <a:pt x="1695837" y="1685047"/>
                    </a:lnTo>
                    <a:lnTo>
                      <a:pt x="1695202" y="1684413"/>
                    </a:lnTo>
                    <a:lnTo>
                      <a:pt x="1695202" y="1683778"/>
                    </a:lnTo>
                    <a:lnTo>
                      <a:pt x="1695202" y="1683778"/>
                    </a:lnTo>
                    <a:lnTo>
                      <a:pt x="1693933" y="1683778"/>
                    </a:lnTo>
                    <a:lnTo>
                      <a:pt x="1693298" y="1683778"/>
                    </a:lnTo>
                    <a:lnTo>
                      <a:pt x="1692663" y="1684413"/>
                    </a:lnTo>
                    <a:lnTo>
                      <a:pt x="1692663" y="1685047"/>
                    </a:lnTo>
                    <a:lnTo>
                      <a:pt x="1693298" y="1686317"/>
                    </a:lnTo>
                    <a:lnTo>
                      <a:pt x="1693933" y="1687586"/>
                    </a:lnTo>
                    <a:close/>
                    <a:moveTo>
                      <a:pt x="1681239" y="1676797"/>
                    </a:moveTo>
                    <a:lnTo>
                      <a:pt x="1683143" y="1674893"/>
                    </a:lnTo>
                    <a:lnTo>
                      <a:pt x="1683778" y="1674258"/>
                    </a:lnTo>
                    <a:lnTo>
                      <a:pt x="1684413" y="1674893"/>
                    </a:lnTo>
                    <a:lnTo>
                      <a:pt x="1685048" y="1675527"/>
                    </a:lnTo>
                    <a:lnTo>
                      <a:pt x="1686951" y="1676162"/>
                    </a:lnTo>
                    <a:lnTo>
                      <a:pt x="1687586" y="1676797"/>
                    </a:lnTo>
                    <a:lnTo>
                      <a:pt x="1688221" y="1677432"/>
                    </a:lnTo>
                    <a:lnTo>
                      <a:pt x="1688221" y="1678066"/>
                    </a:lnTo>
                    <a:lnTo>
                      <a:pt x="1688855" y="1678701"/>
                    </a:lnTo>
                    <a:lnTo>
                      <a:pt x="1689490" y="1678066"/>
                    </a:lnTo>
                    <a:lnTo>
                      <a:pt x="1689490" y="1676797"/>
                    </a:lnTo>
                    <a:lnTo>
                      <a:pt x="1689490" y="1675527"/>
                    </a:lnTo>
                    <a:lnTo>
                      <a:pt x="1689490" y="1674258"/>
                    </a:lnTo>
                    <a:lnTo>
                      <a:pt x="1690125" y="1672989"/>
                    </a:lnTo>
                    <a:lnTo>
                      <a:pt x="1690125" y="1672354"/>
                    </a:lnTo>
                    <a:lnTo>
                      <a:pt x="1689490" y="1671719"/>
                    </a:lnTo>
                    <a:lnTo>
                      <a:pt x="1687586" y="1671085"/>
                    </a:lnTo>
                    <a:lnTo>
                      <a:pt x="1686951" y="1671085"/>
                    </a:lnTo>
                    <a:lnTo>
                      <a:pt x="1685682" y="1671719"/>
                    </a:lnTo>
                    <a:lnTo>
                      <a:pt x="1685048" y="1671719"/>
                    </a:lnTo>
                    <a:lnTo>
                      <a:pt x="1685048" y="1671719"/>
                    </a:lnTo>
                    <a:lnTo>
                      <a:pt x="1685048" y="1670450"/>
                    </a:lnTo>
                    <a:lnTo>
                      <a:pt x="1685048" y="1669816"/>
                    </a:lnTo>
                    <a:lnTo>
                      <a:pt x="1683143" y="1669816"/>
                    </a:lnTo>
                    <a:lnTo>
                      <a:pt x="1681239" y="1670450"/>
                    </a:lnTo>
                    <a:lnTo>
                      <a:pt x="1679335" y="1671719"/>
                    </a:lnTo>
                    <a:lnTo>
                      <a:pt x="1678066" y="1674258"/>
                    </a:lnTo>
                    <a:lnTo>
                      <a:pt x="1678066" y="1675527"/>
                    </a:lnTo>
                    <a:lnTo>
                      <a:pt x="1678701" y="1676162"/>
                    </a:lnTo>
                    <a:lnTo>
                      <a:pt x="1679335" y="1676162"/>
                    </a:lnTo>
                    <a:lnTo>
                      <a:pt x="1681239" y="1676797"/>
                    </a:lnTo>
                    <a:close/>
                    <a:moveTo>
                      <a:pt x="1604444" y="1683778"/>
                    </a:moveTo>
                    <a:lnTo>
                      <a:pt x="1601271" y="1684413"/>
                    </a:lnTo>
                    <a:lnTo>
                      <a:pt x="1598732" y="1684413"/>
                    </a:lnTo>
                    <a:lnTo>
                      <a:pt x="1596828" y="1685682"/>
                    </a:lnTo>
                    <a:lnTo>
                      <a:pt x="1596194" y="1687586"/>
                    </a:lnTo>
                    <a:lnTo>
                      <a:pt x="1596828" y="1688856"/>
                    </a:lnTo>
                    <a:lnTo>
                      <a:pt x="1597463" y="1688856"/>
                    </a:lnTo>
                    <a:lnTo>
                      <a:pt x="1598732" y="1689490"/>
                    </a:lnTo>
                    <a:lnTo>
                      <a:pt x="1599367" y="1689490"/>
                    </a:lnTo>
                    <a:lnTo>
                      <a:pt x="1601906" y="1688221"/>
                    </a:lnTo>
                    <a:lnTo>
                      <a:pt x="1603175" y="1688221"/>
                    </a:lnTo>
                    <a:lnTo>
                      <a:pt x="1603810" y="1688221"/>
                    </a:lnTo>
                    <a:lnTo>
                      <a:pt x="1604444" y="1687586"/>
                    </a:lnTo>
                    <a:lnTo>
                      <a:pt x="1605714" y="1685047"/>
                    </a:lnTo>
                    <a:lnTo>
                      <a:pt x="1604444" y="1683778"/>
                    </a:lnTo>
                    <a:lnTo>
                      <a:pt x="1604444" y="1683778"/>
                    </a:lnTo>
                    <a:close/>
                    <a:moveTo>
                      <a:pt x="1678066" y="1679336"/>
                    </a:moveTo>
                    <a:lnTo>
                      <a:pt x="1676797" y="1679970"/>
                    </a:lnTo>
                    <a:lnTo>
                      <a:pt x="1673623" y="1681874"/>
                    </a:lnTo>
                    <a:lnTo>
                      <a:pt x="1672354" y="1681874"/>
                    </a:lnTo>
                    <a:lnTo>
                      <a:pt x="1671085" y="1681240"/>
                    </a:lnTo>
                    <a:lnTo>
                      <a:pt x="1669815" y="1680605"/>
                    </a:lnTo>
                    <a:lnTo>
                      <a:pt x="1668546" y="1681240"/>
                    </a:lnTo>
                    <a:lnTo>
                      <a:pt x="1669181" y="1681874"/>
                    </a:lnTo>
                    <a:lnTo>
                      <a:pt x="1668546" y="1682509"/>
                    </a:lnTo>
                    <a:lnTo>
                      <a:pt x="1667911" y="1683143"/>
                    </a:lnTo>
                    <a:lnTo>
                      <a:pt x="1667277" y="1683143"/>
                    </a:lnTo>
                    <a:lnTo>
                      <a:pt x="1669181" y="1685682"/>
                    </a:lnTo>
                    <a:lnTo>
                      <a:pt x="1674893" y="1687586"/>
                    </a:lnTo>
                    <a:lnTo>
                      <a:pt x="1676162" y="1690760"/>
                    </a:lnTo>
                    <a:lnTo>
                      <a:pt x="1676797" y="1691394"/>
                    </a:lnTo>
                    <a:lnTo>
                      <a:pt x="1677431" y="1692029"/>
                    </a:lnTo>
                    <a:lnTo>
                      <a:pt x="1678066" y="1692029"/>
                    </a:lnTo>
                    <a:lnTo>
                      <a:pt x="1678701" y="1688856"/>
                    </a:lnTo>
                    <a:lnTo>
                      <a:pt x="1678701" y="1686952"/>
                    </a:lnTo>
                    <a:lnTo>
                      <a:pt x="1678701" y="1685047"/>
                    </a:lnTo>
                    <a:lnTo>
                      <a:pt x="1678701" y="1681240"/>
                    </a:lnTo>
                    <a:lnTo>
                      <a:pt x="1679335" y="1680605"/>
                    </a:lnTo>
                    <a:lnTo>
                      <a:pt x="1678066" y="1679336"/>
                    </a:lnTo>
                    <a:close/>
                    <a:moveTo>
                      <a:pt x="1617138" y="1691394"/>
                    </a:moveTo>
                    <a:lnTo>
                      <a:pt x="1617138" y="1690125"/>
                    </a:lnTo>
                    <a:lnTo>
                      <a:pt x="1617138" y="1689490"/>
                    </a:lnTo>
                    <a:lnTo>
                      <a:pt x="1617138" y="1688856"/>
                    </a:lnTo>
                    <a:lnTo>
                      <a:pt x="1616503" y="1688221"/>
                    </a:lnTo>
                    <a:lnTo>
                      <a:pt x="1615234" y="1688221"/>
                    </a:lnTo>
                    <a:lnTo>
                      <a:pt x="1612695" y="1687586"/>
                    </a:lnTo>
                    <a:lnTo>
                      <a:pt x="1611426" y="1688221"/>
                    </a:lnTo>
                    <a:lnTo>
                      <a:pt x="1610791" y="1688856"/>
                    </a:lnTo>
                    <a:lnTo>
                      <a:pt x="1610791" y="1689490"/>
                    </a:lnTo>
                    <a:lnTo>
                      <a:pt x="1611426" y="1690760"/>
                    </a:lnTo>
                    <a:lnTo>
                      <a:pt x="1614599" y="1693298"/>
                    </a:lnTo>
                    <a:lnTo>
                      <a:pt x="1615234" y="1693933"/>
                    </a:lnTo>
                    <a:lnTo>
                      <a:pt x="1616503" y="1693933"/>
                    </a:lnTo>
                    <a:lnTo>
                      <a:pt x="1617138" y="1693298"/>
                    </a:lnTo>
                    <a:lnTo>
                      <a:pt x="1617138" y="1692029"/>
                    </a:lnTo>
                    <a:lnTo>
                      <a:pt x="1617138" y="1691394"/>
                    </a:lnTo>
                    <a:lnTo>
                      <a:pt x="1617138" y="1690760"/>
                    </a:lnTo>
                    <a:lnTo>
                      <a:pt x="1617138" y="1691394"/>
                    </a:lnTo>
                    <a:close/>
                    <a:moveTo>
                      <a:pt x="1668546" y="1697106"/>
                    </a:moveTo>
                    <a:lnTo>
                      <a:pt x="1668546" y="1697106"/>
                    </a:lnTo>
                    <a:lnTo>
                      <a:pt x="1667277" y="1697106"/>
                    </a:lnTo>
                    <a:lnTo>
                      <a:pt x="1667277" y="1696472"/>
                    </a:lnTo>
                    <a:lnTo>
                      <a:pt x="1667277" y="1694567"/>
                    </a:lnTo>
                    <a:lnTo>
                      <a:pt x="1667277" y="1693933"/>
                    </a:lnTo>
                    <a:lnTo>
                      <a:pt x="1666007" y="1693298"/>
                    </a:lnTo>
                    <a:lnTo>
                      <a:pt x="1664103" y="1692664"/>
                    </a:lnTo>
                    <a:lnTo>
                      <a:pt x="1663469" y="1692029"/>
                    </a:lnTo>
                    <a:lnTo>
                      <a:pt x="1665373" y="1691394"/>
                    </a:lnTo>
                    <a:lnTo>
                      <a:pt x="1665373" y="1690760"/>
                    </a:lnTo>
                    <a:lnTo>
                      <a:pt x="1665373" y="1689490"/>
                    </a:lnTo>
                    <a:lnTo>
                      <a:pt x="1664738" y="1688221"/>
                    </a:lnTo>
                    <a:lnTo>
                      <a:pt x="1664103" y="1687586"/>
                    </a:lnTo>
                    <a:lnTo>
                      <a:pt x="1663469" y="1686952"/>
                    </a:lnTo>
                    <a:lnTo>
                      <a:pt x="1663469" y="1685682"/>
                    </a:lnTo>
                    <a:lnTo>
                      <a:pt x="1664738" y="1683143"/>
                    </a:lnTo>
                    <a:lnTo>
                      <a:pt x="1666007" y="1681240"/>
                    </a:lnTo>
                    <a:lnTo>
                      <a:pt x="1667277" y="1679336"/>
                    </a:lnTo>
                    <a:lnTo>
                      <a:pt x="1667277" y="1676797"/>
                    </a:lnTo>
                    <a:lnTo>
                      <a:pt x="1666642" y="1676162"/>
                    </a:lnTo>
                    <a:lnTo>
                      <a:pt x="1665373" y="1676162"/>
                    </a:lnTo>
                    <a:lnTo>
                      <a:pt x="1664103" y="1676797"/>
                    </a:lnTo>
                    <a:lnTo>
                      <a:pt x="1663469" y="1678066"/>
                    </a:lnTo>
                    <a:lnTo>
                      <a:pt x="1663469" y="1679336"/>
                    </a:lnTo>
                    <a:lnTo>
                      <a:pt x="1662834" y="1682509"/>
                    </a:lnTo>
                    <a:lnTo>
                      <a:pt x="1662199" y="1683143"/>
                    </a:lnTo>
                    <a:lnTo>
                      <a:pt x="1661565" y="1683143"/>
                    </a:lnTo>
                    <a:lnTo>
                      <a:pt x="1660930" y="1682509"/>
                    </a:lnTo>
                    <a:lnTo>
                      <a:pt x="1660295" y="1682509"/>
                    </a:lnTo>
                    <a:lnTo>
                      <a:pt x="1659661" y="1682509"/>
                    </a:lnTo>
                    <a:lnTo>
                      <a:pt x="1659026" y="1683143"/>
                    </a:lnTo>
                    <a:lnTo>
                      <a:pt x="1659026" y="1683778"/>
                    </a:lnTo>
                    <a:lnTo>
                      <a:pt x="1659026" y="1683778"/>
                    </a:lnTo>
                    <a:lnTo>
                      <a:pt x="1657757" y="1684413"/>
                    </a:lnTo>
                    <a:lnTo>
                      <a:pt x="1657122" y="1684413"/>
                    </a:lnTo>
                    <a:lnTo>
                      <a:pt x="1656487" y="1683143"/>
                    </a:lnTo>
                    <a:lnTo>
                      <a:pt x="1658391" y="1680605"/>
                    </a:lnTo>
                    <a:lnTo>
                      <a:pt x="1659661" y="1678701"/>
                    </a:lnTo>
                    <a:lnTo>
                      <a:pt x="1659661" y="1676797"/>
                    </a:lnTo>
                    <a:lnTo>
                      <a:pt x="1658391" y="1674258"/>
                    </a:lnTo>
                    <a:lnTo>
                      <a:pt x="1655853" y="1674258"/>
                    </a:lnTo>
                    <a:lnTo>
                      <a:pt x="1652045" y="1674893"/>
                    </a:lnTo>
                    <a:lnTo>
                      <a:pt x="1649506" y="1677432"/>
                    </a:lnTo>
                    <a:lnTo>
                      <a:pt x="1646967" y="1680605"/>
                    </a:lnTo>
                    <a:lnTo>
                      <a:pt x="1646967" y="1681874"/>
                    </a:lnTo>
                    <a:lnTo>
                      <a:pt x="1646333" y="1683143"/>
                    </a:lnTo>
                    <a:lnTo>
                      <a:pt x="1645698" y="1684413"/>
                    </a:lnTo>
                    <a:lnTo>
                      <a:pt x="1645063" y="1685682"/>
                    </a:lnTo>
                    <a:lnTo>
                      <a:pt x="1645063" y="1686317"/>
                    </a:lnTo>
                    <a:lnTo>
                      <a:pt x="1645698" y="1687586"/>
                    </a:lnTo>
                    <a:lnTo>
                      <a:pt x="1645698" y="1688221"/>
                    </a:lnTo>
                    <a:lnTo>
                      <a:pt x="1645698" y="1688856"/>
                    </a:lnTo>
                    <a:lnTo>
                      <a:pt x="1645063" y="1690760"/>
                    </a:lnTo>
                    <a:lnTo>
                      <a:pt x="1645063" y="1690760"/>
                    </a:lnTo>
                    <a:lnTo>
                      <a:pt x="1645063" y="1692664"/>
                    </a:lnTo>
                    <a:lnTo>
                      <a:pt x="1645698" y="1693933"/>
                    </a:lnTo>
                    <a:lnTo>
                      <a:pt x="1646967" y="1696472"/>
                    </a:lnTo>
                    <a:lnTo>
                      <a:pt x="1646967" y="1697741"/>
                    </a:lnTo>
                    <a:lnTo>
                      <a:pt x="1646333" y="1700914"/>
                    </a:lnTo>
                    <a:lnTo>
                      <a:pt x="1646333" y="1702818"/>
                    </a:lnTo>
                    <a:lnTo>
                      <a:pt x="1647602" y="1701549"/>
                    </a:lnTo>
                    <a:lnTo>
                      <a:pt x="1648871" y="1698376"/>
                    </a:lnTo>
                    <a:lnTo>
                      <a:pt x="1649506" y="1697106"/>
                    </a:lnTo>
                    <a:lnTo>
                      <a:pt x="1650141" y="1696472"/>
                    </a:lnTo>
                    <a:lnTo>
                      <a:pt x="1650775" y="1696472"/>
                    </a:lnTo>
                    <a:lnTo>
                      <a:pt x="1651410" y="1696472"/>
                    </a:lnTo>
                    <a:lnTo>
                      <a:pt x="1652679" y="1696472"/>
                    </a:lnTo>
                    <a:lnTo>
                      <a:pt x="1653314" y="1695837"/>
                    </a:lnTo>
                    <a:lnTo>
                      <a:pt x="1653949" y="1695202"/>
                    </a:lnTo>
                    <a:lnTo>
                      <a:pt x="1654583" y="1695202"/>
                    </a:lnTo>
                    <a:lnTo>
                      <a:pt x="1655218" y="1696472"/>
                    </a:lnTo>
                    <a:lnTo>
                      <a:pt x="1655218" y="1697106"/>
                    </a:lnTo>
                    <a:lnTo>
                      <a:pt x="1654583" y="1697741"/>
                    </a:lnTo>
                    <a:lnTo>
                      <a:pt x="1654583" y="1698376"/>
                    </a:lnTo>
                    <a:lnTo>
                      <a:pt x="1655218" y="1699645"/>
                    </a:lnTo>
                    <a:lnTo>
                      <a:pt x="1655853" y="1700280"/>
                    </a:lnTo>
                    <a:lnTo>
                      <a:pt x="1657757" y="1701549"/>
                    </a:lnTo>
                    <a:lnTo>
                      <a:pt x="1658391" y="1701549"/>
                    </a:lnTo>
                    <a:lnTo>
                      <a:pt x="1661565" y="1700914"/>
                    </a:lnTo>
                    <a:lnTo>
                      <a:pt x="1662834" y="1701549"/>
                    </a:lnTo>
                    <a:lnTo>
                      <a:pt x="1663469" y="1704087"/>
                    </a:lnTo>
                    <a:lnTo>
                      <a:pt x="1665373" y="1700914"/>
                    </a:lnTo>
                    <a:lnTo>
                      <a:pt x="1665373" y="1699645"/>
                    </a:lnTo>
                    <a:lnTo>
                      <a:pt x="1664738" y="1699010"/>
                    </a:lnTo>
                    <a:lnTo>
                      <a:pt x="1662199" y="1697741"/>
                    </a:lnTo>
                    <a:lnTo>
                      <a:pt x="1663469" y="1697741"/>
                    </a:lnTo>
                    <a:lnTo>
                      <a:pt x="1666007" y="1698376"/>
                    </a:lnTo>
                    <a:lnTo>
                      <a:pt x="1667277" y="1697741"/>
                    </a:lnTo>
                    <a:lnTo>
                      <a:pt x="1668546" y="1697106"/>
                    </a:lnTo>
                    <a:lnTo>
                      <a:pt x="1668546" y="1697106"/>
                    </a:lnTo>
                    <a:close/>
                    <a:moveTo>
                      <a:pt x="1704722" y="1702818"/>
                    </a:moveTo>
                    <a:lnTo>
                      <a:pt x="1704088" y="1705357"/>
                    </a:lnTo>
                    <a:lnTo>
                      <a:pt x="1702818" y="1705992"/>
                    </a:lnTo>
                    <a:lnTo>
                      <a:pt x="1702183" y="1704087"/>
                    </a:lnTo>
                    <a:lnTo>
                      <a:pt x="1703453" y="1699010"/>
                    </a:lnTo>
                    <a:lnTo>
                      <a:pt x="1702818" y="1697106"/>
                    </a:lnTo>
                    <a:lnTo>
                      <a:pt x="1704722" y="1695837"/>
                    </a:lnTo>
                    <a:lnTo>
                      <a:pt x="1705992" y="1695202"/>
                    </a:lnTo>
                    <a:lnTo>
                      <a:pt x="1706626" y="1693933"/>
                    </a:lnTo>
                    <a:lnTo>
                      <a:pt x="1706626" y="1690125"/>
                    </a:lnTo>
                    <a:lnTo>
                      <a:pt x="1706626" y="1689490"/>
                    </a:lnTo>
                    <a:lnTo>
                      <a:pt x="1705992" y="1688221"/>
                    </a:lnTo>
                    <a:lnTo>
                      <a:pt x="1705357" y="1689490"/>
                    </a:lnTo>
                    <a:lnTo>
                      <a:pt x="1702818" y="1692664"/>
                    </a:lnTo>
                    <a:lnTo>
                      <a:pt x="1702183" y="1693298"/>
                    </a:lnTo>
                    <a:lnTo>
                      <a:pt x="1702183" y="1693933"/>
                    </a:lnTo>
                    <a:lnTo>
                      <a:pt x="1702818" y="1695202"/>
                    </a:lnTo>
                    <a:lnTo>
                      <a:pt x="1702818" y="1696472"/>
                    </a:lnTo>
                    <a:lnTo>
                      <a:pt x="1702818" y="1697106"/>
                    </a:lnTo>
                    <a:lnTo>
                      <a:pt x="1702183" y="1697741"/>
                    </a:lnTo>
                    <a:lnTo>
                      <a:pt x="1701549" y="1697741"/>
                    </a:lnTo>
                    <a:lnTo>
                      <a:pt x="1700914" y="1697741"/>
                    </a:lnTo>
                    <a:lnTo>
                      <a:pt x="1700280" y="1697741"/>
                    </a:lnTo>
                    <a:lnTo>
                      <a:pt x="1701549" y="1701549"/>
                    </a:lnTo>
                    <a:lnTo>
                      <a:pt x="1699645" y="1700914"/>
                    </a:lnTo>
                    <a:lnTo>
                      <a:pt x="1694568" y="1697741"/>
                    </a:lnTo>
                    <a:lnTo>
                      <a:pt x="1695202" y="1699645"/>
                    </a:lnTo>
                    <a:lnTo>
                      <a:pt x="1697106" y="1704722"/>
                    </a:lnTo>
                    <a:lnTo>
                      <a:pt x="1697741" y="1705992"/>
                    </a:lnTo>
                    <a:lnTo>
                      <a:pt x="1697106" y="1706626"/>
                    </a:lnTo>
                    <a:lnTo>
                      <a:pt x="1697106" y="1707261"/>
                    </a:lnTo>
                    <a:lnTo>
                      <a:pt x="1697106" y="1707896"/>
                    </a:lnTo>
                    <a:lnTo>
                      <a:pt x="1696471" y="1707261"/>
                    </a:lnTo>
                    <a:lnTo>
                      <a:pt x="1695837" y="1706626"/>
                    </a:lnTo>
                    <a:lnTo>
                      <a:pt x="1695202" y="1705992"/>
                    </a:lnTo>
                    <a:lnTo>
                      <a:pt x="1693933" y="1705357"/>
                    </a:lnTo>
                    <a:lnTo>
                      <a:pt x="1693933" y="1704722"/>
                    </a:lnTo>
                    <a:lnTo>
                      <a:pt x="1693933" y="1706626"/>
                    </a:lnTo>
                    <a:lnTo>
                      <a:pt x="1693933" y="1705992"/>
                    </a:lnTo>
                    <a:lnTo>
                      <a:pt x="1693298" y="1704722"/>
                    </a:lnTo>
                    <a:lnTo>
                      <a:pt x="1692663" y="1703453"/>
                    </a:lnTo>
                    <a:lnTo>
                      <a:pt x="1691394" y="1702818"/>
                    </a:lnTo>
                    <a:lnTo>
                      <a:pt x="1690125" y="1703453"/>
                    </a:lnTo>
                    <a:lnTo>
                      <a:pt x="1690759" y="1704722"/>
                    </a:lnTo>
                    <a:lnTo>
                      <a:pt x="1692029" y="1707261"/>
                    </a:lnTo>
                    <a:lnTo>
                      <a:pt x="1692663" y="1709165"/>
                    </a:lnTo>
                    <a:lnTo>
                      <a:pt x="1690759" y="1708530"/>
                    </a:lnTo>
                    <a:lnTo>
                      <a:pt x="1687586" y="1706626"/>
                    </a:lnTo>
                    <a:lnTo>
                      <a:pt x="1685682" y="1705992"/>
                    </a:lnTo>
                    <a:lnTo>
                      <a:pt x="1685048" y="1706626"/>
                    </a:lnTo>
                    <a:lnTo>
                      <a:pt x="1685048" y="1707896"/>
                    </a:lnTo>
                    <a:lnTo>
                      <a:pt x="1685682" y="1709165"/>
                    </a:lnTo>
                    <a:lnTo>
                      <a:pt x="1687586" y="1709800"/>
                    </a:lnTo>
                    <a:lnTo>
                      <a:pt x="1688221" y="1710434"/>
                    </a:lnTo>
                    <a:lnTo>
                      <a:pt x="1688855" y="1711704"/>
                    </a:lnTo>
                    <a:lnTo>
                      <a:pt x="1688855" y="1712973"/>
                    </a:lnTo>
                    <a:lnTo>
                      <a:pt x="1686951" y="1712973"/>
                    </a:lnTo>
                    <a:lnTo>
                      <a:pt x="1686317" y="1712973"/>
                    </a:lnTo>
                    <a:lnTo>
                      <a:pt x="1685682" y="1713608"/>
                    </a:lnTo>
                    <a:lnTo>
                      <a:pt x="1685682" y="1714242"/>
                    </a:lnTo>
                    <a:lnTo>
                      <a:pt x="1690759" y="1715512"/>
                    </a:lnTo>
                    <a:lnTo>
                      <a:pt x="1690125" y="1717416"/>
                    </a:lnTo>
                    <a:lnTo>
                      <a:pt x="1688855" y="1718685"/>
                    </a:lnTo>
                    <a:lnTo>
                      <a:pt x="1687586" y="1719320"/>
                    </a:lnTo>
                    <a:lnTo>
                      <a:pt x="1686951" y="1719954"/>
                    </a:lnTo>
                    <a:lnTo>
                      <a:pt x="1683778" y="1725666"/>
                    </a:lnTo>
                    <a:lnTo>
                      <a:pt x="1681874" y="1726936"/>
                    </a:lnTo>
                    <a:lnTo>
                      <a:pt x="1680605" y="1726936"/>
                    </a:lnTo>
                    <a:lnTo>
                      <a:pt x="1679970" y="1727570"/>
                    </a:lnTo>
                    <a:lnTo>
                      <a:pt x="1679335" y="1730109"/>
                    </a:lnTo>
                    <a:lnTo>
                      <a:pt x="1679335" y="1732013"/>
                    </a:lnTo>
                    <a:lnTo>
                      <a:pt x="1679970" y="1733283"/>
                    </a:lnTo>
                    <a:lnTo>
                      <a:pt x="1680605" y="1733283"/>
                    </a:lnTo>
                    <a:lnTo>
                      <a:pt x="1681874" y="1730109"/>
                    </a:lnTo>
                    <a:lnTo>
                      <a:pt x="1682509" y="1728840"/>
                    </a:lnTo>
                    <a:lnTo>
                      <a:pt x="1684413" y="1726936"/>
                    </a:lnTo>
                    <a:lnTo>
                      <a:pt x="1686317" y="1724397"/>
                    </a:lnTo>
                    <a:lnTo>
                      <a:pt x="1689490" y="1721224"/>
                    </a:lnTo>
                    <a:lnTo>
                      <a:pt x="1692029" y="1718050"/>
                    </a:lnTo>
                    <a:lnTo>
                      <a:pt x="1693933" y="1716781"/>
                    </a:lnTo>
                    <a:lnTo>
                      <a:pt x="1693933" y="1716146"/>
                    </a:lnTo>
                    <a:lnTo>
                      <a:pt x="1693298" y="1714242"/>
                    </a:lnTo>
                    <a:lnTo>
                      <a:pt x="1694568" y="1714242"/>
                    </a:lnTo>
                    <a:lnTo>
                      <a:pt x="1697741" y="1715512"/>
                    </a:lnTo>
                    <a:lnTo>
                      <a:pt x="1698375" y="1714877"/>
                    </a:lnTo>
                    <a:lnTo>
                      <a:pt x="1697741" y="1713608"/>
                    </a:lnTo>
                    <a:lnTo>
                      <a:pt x="1696471" y="1711704"/>
                    </a:lnTo>
                    <a:lnTo>
                      <a:pt x="1697741" y="1711069"/>
                    </a:lnTo>
                    <a:lnTo>
                      <a:pt x="1699010" y="1708530"/>
                    </a:lnTo>
                    <a:lnTo>
                      <a:pt x="1699645" y="1707896"/>
                    </a:lnTo>
                    <a:lnTo>
                      <a:pt x="1700280" y="1708530"/>
                    </a:lnTo>
                    <a:lnTo>
                      <a:pt x="1700914" y="1709800"/>
                    </a:lnTo>
                    <a:lnTo>
                      <a:pt x="1701549" y="1711069"/>
                    </a:lnTo>
                    <a:lnTo>
                      <a:pt x="1702818" y="1711069"/>
                    </a:lnTo>
                    <a:lnTo>
                      <a:pt x="1703453" y="1710434"/>
                    </a:lnTo>
                    <a:lnTo>
                      <a:pt x="1703453" y="1709800"/>
                    </a:lnTo>
                    <a:lnTo>
                      <a:pt x="1703453" y="1709165"/>
                    </a:lnTo>
                    <a:lnTo>
                      <a:pt x="1703453" y="1708530"/>
                    </a:lnTo>
                    <a:lnTo>
                      <a:pt x="1705357" y="1707896"/>
                    </a:lnTo>
                    <a:lnTo>
                      <a:pt x="1705357" y="1707896"/>
                    </a:lnTo>
                    <a:lnTo>
                      <a:pt x="1705992" y="1706626"/>
                    </a:lnTo>
                    <a:lnTo>
                      <a:pt x="1706626" y="1704087"/>
                    </a:lnTo>
                    <a:lnTo>
                      <a:pt x="1707261" y="1703453"/>
                    </a:lnTo>
                    <a:lnTo>
                      <a:pt x="1705357" y="1702184"/>
                    </a:lnTo>
                    <a:lnTo>
                      <a:pt x="1704722" y="1702818"/>
                    </a:lnTo>
                    <a:close/>
                    <a:moveTo>
                      <a:pt x="1742168" y="1731379"/>
                    </a:moveTo>
                    <a:lnTo>
                      <a:pt x="1740898" y="1731379"/>
                    </a:lnTo>
                    <a:lnTo>
                      <a:pt x="1739629" y="1731379"/>
                    </a:lnTo>
                    <a:lnTo>
                      <a:pt x="1738994" y="1730109"/>
                    </a:lnTo>
                    <a:lnTo>
                      <a:pt x="1739629" y="1729474"/>
                    </a:lnTo>
                    <a:lnTo>
                      <a:pt x="1738994" y="1728840"/>
                    </a:lnTo>
                    <a:lnTo>
                      <a:pt x="1738360" y="1729474"/>
                    </a:lnTo>
                    <a:lnTo>
                      <a:pt x="1737090" y="1730109"/>
                    </a:lnTo>
                    <a:lnTo>
                      <a:pt x="1735821" y="1730744"/>
                    </a:lnTo>
                    <a:lnTo>
                      <a:pt x="1736456" y="1730744"/>
                    </a:lnTo>
                    <a:lnTo>
                      <a:pt x="1737090" y="1730744"/>
                    </a:lnTo>
                    <a:lnTo>
                      <a:pt x="1737725" y="1731379"/>
                    </a:lnTo>
                    <a:lnTo>
                      <a:pt x="1738360" y="1732648"/>
                    </a:lnTo>
                    <a:lnTo>
                      <a:pt x="1736456" y="1733917"/>
                    </a:lnTo>
                    <a:lnTo>
                      <a:pt x="1736456" y="1736456"/>
                    </a:lnTo>
                    <a:lnTo>
                      <a:pt x="1738360" y="1737725"/>
                    </a:lnTo>
                    <a:lnTo>
                      <a:pt x="1740898" y="1735821"/>
                    </a:lnTo>
                    <a:lnTo>
                      <a:pt x="1742802" y="1733917"/>
                    </a:lnTo>
                    <a:lnTo>
                      <a:pt x="1743437" y="1732648"/>
                    </a:lnTo>
                    <a:lnTo>
                      <a:pt x="1743437" y="1731379"/>
                    </a:lnTo>
                    <a:lnTo>
                      <a:pt x="1742168" y="1731379"/>
                    </a:lnTo>
                    <a:close/>
                    <a:moveTo>
                      <a:pt x="1744072" y="1638717"/>
                    </a:moveTo>
                    <a:lnTo>
                      <a:pt x="1742802" y="1638717"/>
                    </a:lnTo>
                    <a:lnTo>
                      <a:pt x="1740898" y="1639986"/>
                    </a:lnTo>
                    <a:lnTo>
                      <a:pt x="1740898" y="1641255"/>
                    </a:lnTo>
                    <a:lnTo>
                      <a:pt x="1742168" y="1641890"/>
                    </a:lnTo>
                    <a:lnTo>
                      <a:pt x="1742802" y="1642525"/>
                    </a:lnTo>
                    <a:lnTo>
                      <a:pt x="1743437" y="1643794"/>
                    </a:lnTo>
                    <a:lnTo>
                      <a:pt x="1744072" y="1645063"/>
                    </a:lnTo>
                    <a:lnTo>
                      <a:pt x="1744706" y="1644429"/>
                    </a:lnTo>
                    <a:lnTo>
                      <a:pt x="1744706" y="1643159"/>
                    </a:lnTo>
                    <a:lnTo>
                      <a:pt x="1744072" y="1641890"/>
                    </a:lnTo>
                    <a:lnTo>
                      <a:pt x="1744072" y="1638717"/>
                    </a:lnTo>
                    <a:close/>
                    <a:moveTo>
                      <a:pt x="1778979" y="1636178"/>
                    </a:moveTo>
                    <a:lnTo>
                      <a:pt x="1778344" y="1635543"/>
                    </a:lnTo>
                    <a:lnTo>
                      <a:pt x="1777709" y="1634909"/>
                    </a:lnTo>
                    <a:lnTo>
                      <a:pt x="1777075" y="1633005"/>
                    </a:lnTo>
                    <a:lnTo>
                      <a:pt x="1776440" y="1631735"/>
                    </a:lnTo>
                    <a:lnTo>
                      <a:pt x="1774536" y="1631100"/>
                    </a:lnTo>
                    <a:lnTo>
                      <a:pt x="1773267" y="1631735"/>
                    </a:lnTo>
                    <a:lnTo>
                      <a:pt x="1770093" y="1633639"/>
                    </a:lnTo>
                    <a:lnTo>
                      <a:pt x="1770093" y="1634909"/>
                    </a:lnTo>
                    <a:lnTo>
                      <a:pt x="1769458" y="1636813"/>
                    </a:lnTo>
                    <a:lnTo>
                      <a:pt x="1769458" y="1638717"/>
                    </a:lnTo>
                    <a:lnTo>
                      <a:pt x="1770093" y="1639986"/>
                    </a:lnTo>
                    <a:lnTo>
                      <a:pt x="1770728" y="1640621"/>
                    </a:lnTo>
                    <a:lnTo>
                      <a:pt x="1771997" y="1640621"/>
                    </a:lnTo>
                    <a:lnTo>
                      <a:pt x="1773267" y="1639986"/>
                    </a:lnTo>
                    <a:lnTo>
                      <a:pt x="1773267" y="1638717"/>
                    </a:lnTo>
                    <a:lnTo>
                      <a:pt x="1772632" y="1638082"/>
                    </a:lnTo>
                    <a:lnTo>
                      <a:pt x="1771997" y="1638082"/>
                    </a:lnTo>
                    <a:lnTo>
                      <a:pt x="1771362" y="1637447"/>
                    </a:lnTo>
                    <a:lnTo>
                      <a:pt x="1773267" y="1634274"/>
                    </a:lnTo>
                    <a:lnTo>
                      <a:pt x="1775805" y="1634909"/>
                    </a:lnTo>
                    <a:lnTo>
                      <a:pt x="1781517" y="1638082"/>
                    </a:lnTo>
                    <a:lnTo>
                      <a:pt x="1780882" y="1636813"/>
                    </a:lnTo>
                    <a:lnTo>
                      <a:pt x="1778979" y="1636178"/>
                    </a:lnTo>
                    <a:close/>
                    <a:moveTo>
                      <a:pt x="1733917" y="1723762"/>
                    </a:moveTo>
                    <a:lnTo>
                      <a:pt x="1733282" y="1721859"/>
                    </a:lnTo>
                    <a:lnTo>
                      <a:pt x="1732648" y="1721224"/>
                    </a:lnTo>
                    <a:lnTo>
                      <a:pt x="1732648" y="1721224"/>
                    </a:lnTo>
                    <a:lnTo>
                      <a:pt x="1732648" y="1720589"/>
                    </a:lnTo>
                    <a:lnTo>
                      <a:pt x="1733282" y="1719954"/>
                    </a:lnTo>
                    <a:lnTo>
                      <a:pt x="1733917" y="1719954"/>
                    </a:lnTo>
                    <a:lnTo>
                      <a:pt x="1734552" y="1719954"/>
                    </a:lnTo>
                    <a:lnTo>
                      <a:pt x="1735186" y="1719954"/>
                    </a:lnTo>
                    <a:lnTo>
                      <a:pt x="1735821" y="1719320"/>
                    </a:lnTo>
                    <a:lnTo>
                      <a:pt x="1735821" y="1718050"/>
                    </a:lnTo>
                    <a:lnTo>
                      <a:pt x="1735186" y="1717416"/>
                    </a:lnTo>
                    <a:lnTo>
                      <a:pt x="1734552" y="1716781"/>
                    </a:lnTo>
                    <a:lnTo>
                      <a:pt x="1729474" y="1716146"/>
                    </a:lnTo>
                    <a:lnTo>
                      <a:pt x="1728205" y="1715512"/>
                    </a:lnTo>
                    <a:lnTo>
                      <a:pt x="1728205" y="1716146"/>
                    </a:lnTo>
                    <a:lnTo>
                      <a:pt x="1728840" y="1716781"/>
                    </a:lnTo>
                    <a:lnTo>
                      <a:pt x="1728205" y="1718050"/>
                    </a:lnTo>
                    <a:lnTo>
                      <a:pt x="1726301" y="1719954"/>
                    </a:lnTo>
                    <a:lnTo>
                      <a:pt x="1728840" y="1718685"/>
                    </a:lnTo>
                    <a:lnTo>
                      <a:pt x="1729474" y="1718685"/>
                    </a:lnTo>
                    <a:lnTo>
                      <a:pt x="1730109" y="1722493"/>
                    </a:lnTo>
                    <a:lnTo>
                      <a:pt x="1730109" y="1723762"/>
                    </a:lnTo>
                    <a:lnTo>
                      <a:pt x="1729474" y="1723762"/>
                    </a:lnTo>
                    <a:lnTo>
                      <a:pt x="1728205" y="1723128"/>
                    </a:lnTo>
                    <a:lnTo>
                      <a:pt x="1727570" y="1723128"/>
                    </a:lnTo>
                    <a:lnTo>
                      <a:pt x="1727570" y="1723762"/>
                    </a:lnTo>
                    <a:lnTo>
                      <a:pt x="1727570" y="1725032"/>
                    </a:lnTo>
                    <a:lnTo>
                      <a:pt x="1727570" y="1726301"/>
                    </a:lnTo>
                    <a:lnTo>
                      <a:pt x="1726936" y="1726936"/>
                    </a:lnTo>
                    <a:lnTo>
                      <a:pt x="1728840" y="1727570"/>
                    </a:lnTo>
                    <a:lnTo>
                      <a:pt x="1730744" y="1726936"/>
                    </a:lnTo>
                    <a:lnTo>
                      <a:pt x="1734552" y="1724397"/>
                    </a:lnTo>
                    <a:lnTo>
                      <a:pt x="1733917" y="1723762"/>
                    </a:lnTo>
                    <a:close/>
                    <a:moveTo>
                      <a:pt x="1722493" y="1744706"/>
                    </a:moveTo>
                    <a:lnTo>
                      <a:pt x="1722493" y="1744706"/>
                    </a:lnTo>
                    <a:lnTo>
                      <a:pt x="1721224" y="1743437"/>
                    </a:lnTo>
                    <a:lnTo>
                      <a:pt x="1720589" y="1742168"/>
                    </a:lnTo>
                    <a:lnTo>
                      <a:pt x="1719954" y="1741533"/>
                    </a:lnTo>
                    <a:lnTo>
                      <a:pt x="1719320" y="1741533"/>
                    </a:lnTo>
                    <a:lnTo>
                      <a:pt x="1718685" y="1742168"/>
                    </a:lnTo>
                    <a:lnTo>
                      <a:pt x="1718050" y="1742803"/>
                    </a:lnTo>
                    <a:lnTo>
                      <a:pt x="1718050" y="1743437"/>
                    </a:lnTo>
                    <a:lnTo>
                      <a:pt x="1718050" y="1744072"/>
                    </a:lnTo>
                    <a:lnTo>
                      <a:pt x="1718050" y="1745341"/>
                    </a:lnTo>
                    <a:lnTo>
                      <a:pt x="1718050" y="1746610"/>
                    </a:lnTo>
                    <a:lnTo>
                      <a:pt x="1718050" y="1747245"/>
                    </a:lnTo>
                    <a:lnTo>
                      <a:pt x="1718050" y="1747880"/>
                    </a:lnTo>
                    <a:lnTo>
                      <a:pt x="1719320" y="1748514"/>
                    </a:lnTo>
                    <a:lnTo>
                      <a:pt x="1720589" y="1748514"/>
                    </a:lnTo>
                    <a:lnTo>
                      <a:pt x="1721858" y="1747880"/>
                    </a:lnTo>
                    <a:lnTo>
                      <a:pt x="1722493" y="1747245"/>
                    </a:lnTo>
                    <a:lnTo>
                      <a:pt x="1722493" y="1745976"/>
                    </a:lnTo>
                    <a:lnTo>
                      <a:pt x="1722493" y="1744706"/>
                    </a:lnTo>
                    <a:lnTo>
                      <a:pt x="1722493" y="1744706"/>
                    </a:lnTo>
                    <a:close/>
                    <a:moveTo>
                      <a:pt x="1433718" y="613091"/>
                    </a:moveTo>
                    <a:lnTo>
                      <a:pt x="1434988" y="612456"/>
                    </a:lnTo>
                    <a:lnTo>
                      <a:pt x="1434988" y="611187"/>
                    </a:lnTo>
                    <a:lnTo>
                      <a:pt x="1434988" y="610552"/>
                    </a:lnTo>
                    <a:lnTo>
                      <a:pt x="1433718" y="610552"/>
                    </a:lnTo>
                    <a:lnTo>
                      <a:pt x="1432449" y="611187"/>
                    </a:lnTo>
                    <a:lnTo>
                      <a:pt x="1431814" y="612456"/>
                    </a:lnTo>
                    <a:lnTo>
                      <a:pt x="1432449" y="613725"/>
                    </a:lnTo>
                    <a:lnTo>
                      <a:pt x="1433718" y="613091"/>
                    </a:lnTo>
                    <a:close/>
                    <a:moveTo>
                      <a:pt x="1725032" y="1715512"/>
                    </a:moveTo>
                    <a:lnTo>
                      <a:pt x="1725032" y="1714877"/>
                    </a:lnTo>
                    <a:lnTo>
                      <a:pt x="1725032" y="1710434"/>
                    </a:lnTo>
                    <a:lnTo>
                      <a:pt x="1726301" y="1705992"/>
                    </a:lnTo>
                    <a:lnTo>
                      <a:pt x="1726936" y="1704722"/>
                    </a:lnTo>
                    <a:lnTo>
                      <a:pt x="1726936" y="1704722"/>
                    </a:lnTo>
                    <a:lnTo>
                      <a:pt x="1726301" y="1704087"/>
                    </a:lnTo>
                    <a:lnTo>
                      <a:pt x="1725666" y="1703453"/>
                    </a:lnTo>
                    <a:lnTo>
                      <a:pt x="1725666" y="1702184"/>
                    </a:lnTo>
                    <a:lnTo>
                      <a:pt x="1726301" y="1700914"/>
                    </a:lnTo>
                    <a:lnTo>
                      <a:pt x="1726936" y="1700280"/>
                    </a:lnTo>
                    <a:lnTo>
                      <a:pt x="1727570" y="1699645"/>
                    </a:lnTo>
                    <a:lnTo>
                      <a:pt x="1728205" y="1697741"/>
                    </a:lnTo>
                    <a:lnTo>
                      <a:pt x="1727570" y="1696472"/>
                    </a:lnTo>
                    <a:lnTo>
                      <a:pt x="1726936" y="1697106"/>
                    </a:lnTo>
                    <a:lnTo>
                      <a:pt x="1726936" y="1698376"/>
                    </a:lnTo>
                    <a:lnTo>
                      <a:pt x="1726936" y="1699010"/>
                    </a:lnTo>
                    <a:lnTo>
                      <a:pt x="1726301" y="1699645"/>
                    </a:lnTo>
                    <a:lnTo>
                      <a:pt x="1726301" y="1700280"/>
                    </a:lnTo>
                    <a:lnTo>
                      <a:pt x="1726301" y="1700280"/>
                    </a:lnTo>
                    <a:lnTo>
                      <a:pt x="1725666" y="1700280"/>
                    </a:lnTo>
                    <a:lnTo>
                      <a:pt x="1725032" y="1700914"/>
                    </a:lnTo>
                    <a:lnTo>
                      <a:pt x="1725032" y="1702818"/>
                    </a:lnTo>
                    <a:lnTo>
                      <a:pt x="1725032" y="1704722"/>
                    </a:lnTo>
                    <a:lnTo>
                      <a:pt x="1723762" y="1705357"/>
                    </a:lnTo>
                    <a:lnTo>
                      <a:pt x="1724397" y="1705992"/>
                    </a:lnTo>
                    <a:lnTo>
                      <a:pt x="1726936" y="1706626"/>
                    </a:lnTo>
                    <a:lnTo>
                      <a:pt x="1727570" y="1707896"/>
                    </a:lnTo>
                    <a:lnTo>
                      <a:pt x="1726936" y="1708530"/>
                    </a:lnTo>
                    <a:lnTo>
                      <a:pt x="1725032" y="1708530"/>
                    </a:lnTo>
                    <a:lnTo>
                      <a:pt x="1724397" y="1709165"/>
                    </a:lnTo>
                    <a:lnTo>
                      <a:pt x="1725666" y="1710434"/>
                    </a:lnTo>
                    <a:lnTo>
                      <a:pt x="1725666" y="1711704"/>
                    </a:lnTo>
                    <a:lnTo>
                      <a:pt x="1724397" y="1711704"/>
                    </a:lnTo>
                    <a:lnTo>
                      <a:pt x="1721858" y="1709165"/>
                    </a:lnTo>
                    <a:lnTo>
                      <a:pt x="1721224" y="1709800"/>
                    </a:lnTo>
                    <a:lnTo>
                      <a:pt x="1721224" y="1711069"/>
                    </a:lnTo>
                    <a:lnTo>
                      <a:pt x="1722493" y="1711704"/>
                    </a:lnTo>
                    <a:lnTo>
                      <a:pt x="1723128" y="1711704"/>
                    </a:lnTo>
                    <a:lnTo>
                      <a:pt x="1723128" y="1711704"/>
                    </a:lnTo>
                    <a:lnTo>
                      <a:pt x="1723128" y="1712338"/>
                    </a:lnTo>
                    <a:lnTo>
                      <a:pt x="1723128" y="1712973"/>
                    </a:lnTo>
                    <a:lnTo>
                      <a:pt x="1722493" y="1713608"/>
                    </a:lnTo>
                    <a:lnTo>
                      <a:pt x="1722493" y="1713608"/>
                    </a:lnTo>
                    <a:lnTo>
                      <a:pt x="1721858" y="1713608"/>
                    </a:lnTo>
                    <a:lnTo>
                      <a:pt x="1721224" y="1713608"/>
                    </a:lnTo>
                    <a:lnTo>
                      <a:pt x="1719954" y="1714877"/>
                    </a:lnTo>
                    <a:lnTo>
                      <a:pt x="1719320" y="1715512"/>
                    </a:lnTo>
                    <a:lnTo>
                      <a:pt x="1719320" y="1716781"/>
                    </a:lnTo>
                    <a:lnTo>
                      <a:pt x="1719954" y="1717416"/>
                    </a:lnTo>
                    <a:lnTo>
                      <a:pt x="1719954" y="1716781"/>
                    </a:lnTo>
                    <a:lnTo>
                      <a:pt x="1719954" y="1716146"/>
                    </a:lnTo>
                    <a:lnTo>
                      <a:pt x="1720589" y="1715512"/>
                    </a:lnTo>
                    <a:lnTo>
                      <a:pt x="1721224" y="1715512"/>
                    </a:lnTo>
                    <a:lnTo>
                      <a:pt x="1722493" y="1716146"/>
                    </a:lnTo>
                    <a:lnTo>
                      <a:pt x="1723128" y="1716146"/>
                    </a:lnTo>
                    <a:lnTo>
                      <a:pt x="1723128" y="1714877"/>
                    </a:lnTo>
                    <a:lnTo>
                      <a:pt x="1723128" y="1713608"/>
                    </a:lnTo>
                    <a:lnTo>
                      <a:pt x="1723128" y="1712338"/>
                    </a:lnTo>
                    <a:lnTo>
                      <a:pt x="1723128" y="1711069"/>
                    </a:lnTo>
                    <a:lnTo>
                      <a:pt x="1723762" y="1711704"/>
                    </a:lnTo>
                    <a:lnTo>
                      <a:pt x="1724397" y="1712973"/>
                    </a:lnTo>
                    <a:lnTo>
                      <a:pt x="1725666" y="1716146"/>
                    </a:lnTo>
                    <a:lnTo>
                      <a:pt x="1726301" y="1716781"/>
                    </a:lnTo>
                    <a:lnTo>
                      <a:pt x="1726936" y="1716781"/>
                    </a:lnTo>
                    <a:lnTo>
                      <a:pt x="1727570" y="1716146"/>
                    </a:lnTo>
                    <a:lnTo>
                      <a:pt x="1727570" y="1714877"/>
                    </a:lnTo>
                    <a:lnTo>
                      <a:pt x="1727570" y="1714242"/>
                    </a:lnTo>
                    <a:lnTo>
                      <a:pt x="1725032" y="1715512"/>
                    </a:lnTo>
                    <a:close/>
                    <a:moveTo>
                      <a:pt x="1531457" y="1761843"/>
                    </a:moveTo>
                    <a:lnTo>
                      <a:pt x="1531457" y="1761843"/>
                    </a:lnTo>
                    <a:lnTo>
                      <a:pt x="1531457" y="1761208"/>
                    </a:lnTo>
                    <a:lnTo>
                      <a:pt x="1531457" y="1760573"/>
                    </a:lnTo>
                    <a:lnTo>
                      <a:pt x="1531457" y="1760573"/>
                    </a:lnTo>
                    <a:lnTo>
                      <a:pt x="1530823" y="1760573"/>
                    </a:lnTo>
                    <a:lnTo>
                      <a:pt x="1530188" y="1760573"/>
                    </a:lnTo>
                    <a:lnTo>
                      <a:pt x="1529553" y="1760573"/>
                    </a:lnTo>
                    <a:lnTo>
                      <a:pt x="1527649" y="1759304"/>
                    </a:lnTo>
                    <a:lnTo>
                      <a:pt x="1525745" y="1758669"/>
                    </a:lnTo>
                    <a:lnTo>
                      <a:pt x="1523207" y="1756765"/>
                    </a:lnTo>
                    <a:lnTo>
                      <a:pt x="1521937" y="1756130"/>
                    </a:lnTo>
                    <a:lnTo>
                      <a:pt x="1520033" y="1754861"/>
                    </a:lnTo>
                    <a:lnTo>
                      <a:pt x="1518764" y="1754227"/>
                    </a:lnTo>
                    <a:lnTo>
                      <a:pt x="1518129" y="1754227"/>
                    </a:lnTo>
                    <a:lnTo>
                      <a:pt x="1518129" y="1755496"/>
                    </a:lnTo>
                    <a:lnTo>
                      <a:pt x="1518129" y="1757400"/>
                    </a:lnTo>
                    <a:lnTo>
                      <a:pt x="1518129" y="1758669"/>
                    </a:lnTo>
                    <a:lnTo>
                      <a:pt x="1516860" y="1758669"/>
                    </a:lnTo>
                    <a:lnTo>
                      <a:pt x="1519399" y="1763112"/>
                    </a:lnTo>
                    <a:lnTo>
                      <a:pt x="1520033" y="1763747"/>
                    </a:lnTo>
                    <a:lnTo>
                      <a:pt x="1521937" y="1765016"/>
                    </a:lnTo>
                    <a:lnTo>
                      <a:pt x="1523207" y="1766920"/>
                    </a:lnTo>
                    <a:lnTo>
                      <a:pt x="1526380" y="1768189"/>
                    </a:lnTo>
                    <a:lnTo>
                      <a:pt x="1528284" y="1769459"/>
                    </a:lnTo>
                    <a:lnTo>
                      <a:pt x="1528919" y="1770093"/>
                    </a:lnTo>
                    <a:lnTo>
                      <a:pt x="1530188" y="1770093"/>
                    </a:lnTo>
                    <a:lnTo>
                      <a:pt x="1530188" y="1769459"/>
                    </a:lnTo>
                    <a:lnTo>
                      <a:pt x="1529553" y="1769459"/>
                    </a:lnTo>
                    <a:lnTo>
                      <a:pt x="1528919" y="1769459"/>
                    </a:lnTo>
                    <a:lnTo>
                      <a:pt x="1528284" y="1768824"/>
                    </a:lnTo>
                    <a:lnTo>
                      <a:pt x="1527649" y="1768189"/>
                    </a:lnTo>
                    <a:lnTo>
                      <a:pt x="1533996" y="1769459"/>
                    </a:lnTo>
                    <a:lnTo>
                      <a:pt x="1533996" y="1768824"/>
                    </a:lnTo>
                    <a:lnTo>
                      <a:pt x="1533996" y="1767554"/>
                    </a:lnTo>
                    <a:lnTo>
                      <a:pt x="1533996" y="1766285"/>
                    </a:lnTo>
                    <a:lnTo>
                      <a:pt x="1533996" y="1765650"/>
                    </a:lnTo>
                    <a:lnTo>
                      <a:pt x="1531457" y="1761843"/>
                    </a:lnTo>
                    <a:close/>
                    <a:moveTo>
                      <a:pt x="1493377" y="1686952"/>
                    </a:moveTo>
                    <a:lnTo>
                      <a:pt x="1493377" y="1686952"/>
                    </a:lnTo>
                    <a:lnTo>
                      <a:pt x="1489569" y="1687586"/>
                    </a:lnTo>
                    <a:lnTo>
                      <a:pt x="1488300" y="1688221"/>
                    </a:lnTo>
                    <a:lnTo>
                      <a:pt x="1488300" y="1688856"/>
                    </a:lnTo>
                    <a:lnTo>
                      <a:pt x="1488935" y="1690125"/>
                    </a:lnTo>
                    <a:lnTo>
                      <a:pt x="1490204" y="1690760"/>
                    </a:lnTo>
                    <a:lnTo>
                      <a:pt x="1491473" y="1690125"/>
                    </a:lnTo>
                    <a:lnTo>
                      <a:pt x="1492108" y="1689490"/>
                    </a:lnTo>
                    <a:lnTo>
                      <a:pt x="1491473" y="1689490"/>
                    </a:lnTo>
                    <a:lnTo>
                      <a:pt x="1490839" y="1690125"/>
                    </a:lnTo>
                    <a:lnTo>
                      <a:pt x="1490204" y="1690125"/>
                    </a:lnTo>
                    <a:lnTo>
                      <a:pt x="1489569" y="1690125"/>
                    </a:lnTo>
                    <a:lnTo>
                      <a:pt x="1488300" y="1690125"/>
                    </a:lnTo>
                    <a:lnTo>
                      <a:pt x="1488300" y="1689490"/>
                    </a:lnTo>
                    <a:lnTo>
                      <a:pt x="1493377" y="1686952"/>
                    </a:lnTo>
                    <a:close/>
                    <a:moveTo>
                      <a:pt x="1189371" y="1758669"/>
                    </a:moveTo>
                    <a:lnTo>
                      <a:pt x="1189371" y="1757400"/>
                    </a:lnTo>
                    <a:lnTo>
                      <a:pt x="1188736" y="1756765"/>
                    </a:lnTo>
                    <a:lnTo>
                      <a:pt x="1189371" y="1758669"/>
                    </a:lnTo>
                    <a:lnTo>
                      <a:pt x="1189371" y="1758669"/>
                    </a:lnTo>
                    <a:close/>
                    <a:moveTo>
                      <a:pt x="1542247" y="1768824"/>
                    </a:moveTo>
                    <a:lnTo>
                      <a:pt x="1542247" y="1768824"/>
                    </a:lnTo>
                    <a:lnTo>
                      <a:pt x="1542247" y="1767554"/>
                    </a:lnTo>
                    <a:lnTo>
                      <a:pt x="1542247" y="1766285"/>
                    </a:lnTo>
                    <a:lnTo>
                      <a:pt x="1539708" y="1764381"/>
                    </a:lnTo>
                    <a:lnTo>
                      <a:pt x="1539073" y="1763747"/>
                    </a:lnTo>
                    <a:lnTo>
                      <a:pt x="1538439" y="1763747"/>
                    </a:lnTo>
                    <a:lnTo>
                      <a:pt x="1537804" y="1764381"/>
                    </a:lnTo>
                    <a:lnTo>
                      <a:pt x="1537804" y="1765016"/>
                    </a:lnTo>
                    <a:lnTo>
                      <a:pt x="1537804" y="1765650"/>
                    </a:lnTo>
                    <a:lnTo>
                      <a:pt x="1539073" y="1768189"/>
                    </a:lnTo>
                    <a:lnTo>
                      <a:pt x="1540343" y="1769459"/>
                    </a:lnTo>
                    <a:lnTo>
                      <a:pt x="1541612" y="1769459"/>
                    </a:lnTo>
                    <a:lnTo>
                      <a:pt x="1544786" y="1768189"/>
                    </a:lnTo>
                    <a:lnTo>
                      <a:pt x="1544786" y="1767554"/>
                    </a:lnTo>
                    <a:lnTo>
                      <a:pt x="1542247" y="1768824"/>
                    </a:lnTo>
                    <a:lnTo>
                      <a:pt x="1542247" y="1768824"/>
                    </a:lnTo>
                    <a:close/>
                    <a:moveTo>
                      <a:pt x="1393099" y="1764381"/>
                    </a:moveTo>
                    <a:lnTo>
                      <a:pt x="1393099" y="1764381"/>
                    </a:lnTo>
                    <a:lnTo>
                      <a:pt x="1386753" y="1766285"/>
                    </a:lnTo>
                    <a:lnTo>
                      <a:pt x="1386753" y="1766920"/>
                    </a:lnTo>
                    <a:lnTo>
                      <a:pt x="1387387" y="1767554"/>
                    </a:lnTo>
                    <a:lnTo>
                      <a:pt x="1392465" y="1766285"/>
                    </a:lnTo>
                    <a:lnTo>
                      <a:pt x="1393734" y="1766920"/>
                    </a:lnTo>
                    <a:lnTo>
                      <a:pt x="1394369" y="1766920"/>
                    </a:lnTo>
                    <a:lnTo>
                      <a:pt x="1394369" y="1766285"/>
                    </a:lnTo>
                    <a:lnTo>
                      <a:pt x="1393099" y="1764381"/>
                    </a:lnTo>
                    <a:close/>
                    <a:moveTo>
                      <a:pt x="1505436" y="1732648"/>
                    </a:moveTo>
                    <a:lnTo>
                      <a:pt x="1505436" y="1732648"/>
                    </a:lnTo>
                    <a:lnTo>
                      <a:pt x="1504801" y="1731379"/>
                    </a:lnTo>
                    <a:lnTo>
                      <a:pt x="1504167" y="1730744"/>
                    </a:lnTo>
                    <a:lnTo>
                      <a:pt x="1503532" y="1730109"/>
                    </a:lnTo>
                    <a:lnTo>
                      <a:pt x="1502897" y="1728840"/>
                    </a:lnTo>
                    <a:lnTo>
                      <a:pt x="1502263" y="1724397"/>
                    </a:lnTo>
                    <a:lnTo>
                      <a:pt x="1501628" y="1722493"/>
                    </a:lnTo>
                    <a:lnTo>
                      <a:pt x="1500359" y="1721859"/>
                    </a:lnTo>
                    <a:lnTo>
                      <a:pt x="1499724" y="1721859"/>
                    </a:lnTo>
                    <a:lnTo>
                      <a:pt x="1499089" y="1721224"/>
                    </a:lnTo>
                    <a:lnTo>
                      <a:pt x="1498455" y="1721224"/>
                    </a:lnTo>
                    <a:lnTo>
                      <a:pt x="1497820" y="1721224"/>
                    </a:lnTo>
                    <a:lnTo>
                      <a:pt x="1497185" y="1721859"/>
                    </a:lnTo>
                    <a:lnTo>
                      <a:pt x="1496551" y="1722493"/>
                    </a:lnTo>
                    <a:lnTo>
                      <a:pt x="1495916" y="1722493"/>
                    </a:lnTo>
                    <a:lnTo>
                      <a:pt x="1491473" y="1721859"/>
                    </a:lnTo>
                    <a:lnTo>
                      <a:pt x="1490204" y="1721224"/>
                    </a:lnTo>
                    <a:lnTo>
                      <a:pt x="1488935" y="1719954"/>
                    </a:lnTo>
                    <a:lnTo>
                      <a:pt x="1488300" y="1718050"/>
                    </a:lnTo>
                    <a:lnTo>
                      <a:pt x="1487031" y="1711704"/>
                    </a:lnTo>
                    <a:lnTo>
                      <a:pt x="1487031" y="1709800"/>
                    </a:lnTo>
                    <a:lnTo>
                      <a:pt x="1487665" y="1704722"/>
                    </a:lnTo>
                    <a:lnTo>
                      <a:pt x="1487665" y="1702184"/>
                    </a:lnTo>
                    <a:lnTo>
                      <a:pt x="1487031" y="1700280"/>
                    </a:lnTo>
                    <a:lnTo>
                      <a:pt x="1486396" y="1698376"/>
                    </a:lnTo>
                    <a:lnTo>
                      <a:pt x="1485761" y="1696472"/>
                    </a:lnTo>
                    <a:lnTo>
                      <a:pt x="1484492" y="1694567"/>
                    </a:lnTo>
                    <a:lnTo>
                      <a:pt x="1483223" y="1693298"/>
                    </a:lnTo>
                    <a:lnTo>
                      <a:pt x="1482588" y="1692664"/>
                    </a:lnTo>
                    <a:lnTo>
                      <a:pt x="1482588" y="1691394"/>
                    </a:lnTo>
                    <a:lnTo>
                      <a:pt x="1482588" y="1690125"/>
                    </a:lnTo>
                    <a:lnTo>
                      <a:pt x="1483223" y="1689490"/>
                    </a:lnTo>
                    <a:lnTo>
                      <a:pt x="1483857" y="1689490"/>
                    </a:lnTo>
                    <a:lnTo>
                      <a:pt x="1481319" y="1687586"/>
                    </a:lnTo>
                    <a:lnTo>
                      <a:pt x="1474337" y="1688221"/>
                    </a:lnTo>
                    <a:lnTo>
                      <a:pt x="1469895" y="1685682"/>
                    </a:lnTo>
                    <a:lnTo>
                      <a:pt x="1468625" y="1685682"/>
                    </a:lnTo>
                    <a:lnTo>
                      <a:pt x="1467356" y="1686317"/>
                    </a:lnTo>
                    <a:lnTo>
                      <a:pt x="1466086" y="1686317"/>
                    </a:lnTo>
                    <a:lnTo>
                      <a:pt x="1460374" y="1686317"/>
                    </a:lnTo>
                    <a:lnTo>
                      <a:pt x="1459105" y="1686952"/>
                    </a:lnTo>
                    <a:lnTo>
                      <a:pt x="1455932" y="1690125"/>
                    </a:lnTo>
                    <a:lnTo>
                      <a:pt x="1453393" y="1691394"/>
                    </a:lnTo>
                    <a:lnTo>
                      <a:pt x="1451489" y="1692029"/>
                    </a:lnTo>
                    <a:lnTo>
                      <a:pt x="1447046" y="1692029"/>
                    </a:lnTo>
                    <a:lnTo>
                      <a:pt x="1444508" y="1692664"/>
                    </a:lnTo>
                    <a:lnTo>
                      <a:pt x="1441969" y="1693933"/>
                    </a:lnTo>
                    <a:lnTo>
                      <a:pt x="1439430" y="1695837"/>
                    </a:lnTo>
                    <a:lnTo>
                      <a:pt x="1440065" y="1697106"/>
                    </a:lnTo>
                    <a:lnTo>
                      <a:pt x="1440065" y="1697741"/>
                    </a:lnTo>
                    <a:lnTo>
                      <a:pt x="1439430" y="1698376"/>
                    </a:lnTo>
                    <a:lnTo>
                      <a:pt x="1434353" y="1697741"/>
                    </a:lnTo>
                    <a:lnTo>
                      <a:pt x="1433084" y="1697106"/>
                    </a:lnTo>
                    <a:lnTo>
                      <a:pt x="1431180" y="1694567"/>
                    </a:lnTo>
                    <a:lnTo>
                      <a:pt x="1429910" y="1693933"/>
                    </a:lnTo>
                    <a:lnTo>
                      <a:pt x="1426737" y="1693933"/>
                    </a:lnTo>
                    <a:lnTo>
                      <a:pt x="1425468" y="1694567"/>
                    </a:lnTo>
                    <a:lnTo>
                      <a:pt x="1421025" y="1697106"/>
                    </a:lnTo>
                    <a:lnTo>
                      <a:pt x="1420390" y="1697741"/>
                    </a:lnTo>
                    <a:lnTo>
                      <a:pt x="1419121" y="1701549"/>
                    </a:lnTo>
                    <a:lnTo>
                      <a:pt x="1418486" y="1702184"/>
                    </a:lnTo>
                    <a:lnTo>
                      <a:pt x="1407697" y="1717416"/>
                    </a:lnTo>
                    <a:lnTo>
                      <a:pt x="1405158" y="1719954"/>
                    </a:lnTo>
                    <a:lnTo>
                      <a:pt x="1401350" y="1721224"/>
                    </a:lnTo>
                    <a:lnTo>
                      <a:pt x="1396273" y="1721859"/>
                    </a:lnTo>
                    <a:lnTo>
                      <a:pt x="1394369" y="1722493"/>
                    </a:lnTo>
                    <a:lnTo>
                      <a:pt x="1392465" y="1723762"/>
                    </a:lnTo>
                    <a:lnTo>
                      <a:pt x="1391195" y="1725032"/>
                    </a:lnTo>
                    <a:lnTo>
                      <a:pt x="1391830" y="1728205"/>
                    </a:lnTo>
                    <a:lnTo>
                      <a:pt x="1391830" y="1730109"/>
                    </a:lnTo>
                    <a:lnTo>
                      <a:pt x="1391830" y="1732013"/>
                    </a:lnTo>
                    <a:lnTo>
                      <a:pt x="1391830" y="1733283"/>
                    </a:lnTo>
                    <a:lnTo>
                      <a:pt x="1392465" y="1734552"/>
                    </a:lnTo>
                    <a:lnTo>
                      <a:pt x="1392465" y="1735821"/>
                    </a:lnTo>
                    <a:lnTo>
                      <a:pt x="1391830" y="1737725"/>
                    </a:lnTo>
                    <a:lnTo>
                      <a:pt x="1393099" y="1738360"/>
                    </a:lnTo>
                    <a:lnTo>
                      <a:pt x="1393734" y="1740264"/>
                    </a:lnTo>
                    <a:lnTo>
                      <a:pt x="1395003" y="1744072"/>
                    </a:lnTo>
                    <a:lnTo>
                      <a:pt x="1396273" y="1745341"/>
                    </a:lnTo>
                    <a:lnTo>
                      <a:pt x="1397542" y="1746610"/>
                    </a:lnTo>
                    <a:lnTo>
                      <a:pt x="1406428" y="1749149"/>
                    </a:lnTo>
                    <a:lnTo>
                      <a:pt x="1407697" y="1749149"/>
                    </a:lnTo>
                    <a:lnTo>
                      <a:pt x="1409601" y="1747880"/>
                    </a:lnTo>
                    <a:lnTo>
                      <a:pt x="1412140" y="1747880"/>
                    </a:lnTo>
                    <a:lnTo>
                      <a:pt x="1415948" y="1748514"/>
                    </a:lnTo>
                    <a:lnTo>
                      <a:pt x="1419121" y="1748514"/>
                    </a:lnTo>
                    <a:lnTo>
                      <a:pt x="1422294" y="1747245"/>
                    </a:lnTo>
                    <a:lnTo>
                      <a:pt x="1425468" y="1745341"/>
                    </a:lnTo>
                    <a:lnTo>
                      <a:pt x="1427372" y="1742168"/>
                    </a:lnTo>
                    <a:lnTo>
                      <a:pt x="1428006" y="1740899"/>
                    </a:lnTo>
                    <a:lnTo>
                      <a:pt x="1428006" y="1740264"/>
                    </a:lnTo>
                    <a:lnTo>
                      <a:pt x="1428006" y="1739629"/>
                    </a:lnTo>
                    <a:lnTo>
                      <a:pt x="1428006" y="1738360"/>
                    </a:lnTo>
                    <a:lnTo>
                      <a:pt x="1428641" y="1737725"/>
                    </a:lnTo>
                    <a:lnTo>
                      <a:pt x="1436257" y="1732013"/>
                    </a:lnTo>
                    <a:lnTo>
                      <a:pt x="1438796" y="1731379"/>
                    </a:lnTo>
                    <a:lnTo>
                      <a:pt x="1441969" y="1730744"/>
                    </a:lnTo>
                    <a:lnTo>
                      <a:pt x="1462913" y="1732648"/>
                    </a:lnTo>
                    <a:lnTo>
                      <a:pt x="1469260" y="1735821"/>
                    </a:lnTo>
                    <a:lnTo>
                      <a:pt x="1472433" y="1737090"/>
                    </a:lnTo>
                    <a:lnTo>
                      <a:pt x="1478145" y="1735186"/>
                    </a:lnTo>
                    <a:lnTo>
                      <a:pt x="1478780" y="1735186"/>
                    </a:lnTo>
                    <a:lnTo>
                      <a:pt x="1480049" y="1733283"/>
                    </a:lnTo>
                    <a:lnTo>
                      <a:pt x="1483857" y="1733283"/>
                    </a:lnTo>
                    <a:lnTo>
                      <a:pt x="1485127" y="1732013"/>
                    </a:lnTo>
                    <a:lnTo>
                      <a:pt x="1485127" y="1730744"/>
                    </a:lnTo>
                    <a:lnTo>
                      <a:pt x="1485127" y="1726936"/>
                    </a:lnTo>
                    <a:lnTo>
                      <a:pt x="1485761" y="1725666"/>
                    </a:lnTo>
                    <a:lnTo>
                      <a:pt x="1486396" y="1725032"/>
                    </a:lnTo>
                    <a:lnTo>
                      <a:pt x="1487665" y="1724397"/>
                    </a:lnTo>
                    <a:lnTo>
                      <a:pt x="1490204" y="1723128"/>
                    </a:lnTo>
                    <a:lnTo>
                      <a:pt x="1491473" y="1724397"/>
                    </a:lnTo>
                    <a:lnTo>
                      <a:pt x="1492743" y="1728840"/>
                    </a:lnTo>
                    <a:lnTo>
                      <a:pt x="1493377" y="1729474"/>
                    </a:lnTo>
                    <a:lnTo>
                      <a:pt x="1495281" y="1729474"/>
                    </a:lnTo>
                    <a:lnTo>
                      <a:pt x="1495916" y="1730109"/>
                    </a:lnTo>
                    <a:lnTo>
                      <a:pt x="1496551" y="1732013"/>
                    </a:lnTo>
                    <a:lnTo>
                      <a:pt x="1497185" y="1732648"/>
                    </a:lnTo>
                    <a:lnTo>
                      <a:pt x="1497820" y="1733283"/>
                    </a:lnTo>
                    <a:lnTo>
                      <a:pt x="1498455" y="1733283"/>
                    </a:lnTo>
                    <a:lnTo>
                      <a:pt x="1500359" y="1732013"/>
                    </a:lnTo>
                    <a:lnTo>
                      <a:pt x="1501628" y="1732013"/>
                    </a:lnTo>
                    <a:lnTo>
                      <a:pt x="1502263" y="1732013"/>
                    </a:lnTo>
                    <a:lnTo>
                      <a:pt x="1502897" y="1732013"/>
                    </a:lnTo>
                    <a:lnTo>
                      <a:pt x="1503532" y="1732648"/>
                    </a:lnTo>
                    <a:lnTo>
                      <a:pt x="1504167" y="1733283"/>
                    </a:lnTo>
                    <a:lnTo>
                      <a:pt x="1501628" y="1733917"/>
                    </a:lnTo>
                    <a:lnTo>
                      <a:pt x="1500359" y="1733917"/>
                    </a:lnTo>
                    <a:lnTo>
                      <a:pt x="1500993" y="1734552"/>
                    </a:lnTo>
                    <a:lnTo>
                      <a:pt x="1506705" y="1735821"/>
                    </a:lnTo>
                    <a:lnTo>
                      <a:pt x="1507340" y="1735186"/>
                    </a:lnTo>
                    <a:lnTo>
                      <a:pt x="1507340" y="1733917"/>
                    </a:lnTo>
                    <a:lnTo>
                      <a:pt x="1505436" y="1732648"/>
                    </a:lnTo>
                    <a:close/>
                    <a:moveTo>
                      <a:pt x="1520033" y="1711069"/>
                    </a:moveTo>
                    <a:lnTo>
                      <a:pt x="1519399" y="1710434"/>
                    </a:lnTo>
                    <a:lnTo>
                      <a:pt x="1518764" y="1711069"/>
                    </a:lnTo>
                    <a:lnTo>
                      <a:pt x="1520033" y="1711069"/>
                    </a:lnTo>
                    <a:lnTo>
                      <a:pt x="1520033" y="1711704"/>
                    </a:lnTo>
                    <a:lnTo>
                      <a:pt x="1520033" y="1711069"/>
                    </a:lnTo>
                    <a:close/>
                    <a:moveTo>
                      <a:pt x="1593655" y="1694567"/>
                    </a:moveTo>
                    <a:lnTo>
                      <a:pt x="1592386" y="1693298"/>
                    </a:lnTo>
                    <a:lnTo>
                      <a:pt x="1592386" y="1693298"/>
                    </a:lnTo>
                    <a:lnTo>
                      <a:pt x="1592386" y="1693298"/>
                    </a:lnTo>
                    <a:lnTo>
                      <a:pt x="1592386" y="1693298"/>
                    </a:lnTo>
                    <a:lnTo>
                      <a:pt x="1592386" y="1692664"/>
                    </a:lnTo>
                    <a:lnTo>
                      <a:pt x="1585404" y="1690760"/>
                    </a:lnTo>
                    <a:lnTo>
                      <a:pt x="1582231" y="1692029"/>
                    </a:lnTo>
                    <a:lnTo>
                      <a:pt x="1581596" y="1692029"/>
                    </a:lnTo>
                    <a:lnTo>
                      <a:pt x="1580962" y="1692029"/>
                    </a:lnTo>
                    <a:lnTo>
                      <a:pt x="1580962" y="1693298"/>
                    </a:lnTo>
                    <a:lnTo>
                      <a:pt x="1580962" y="1693933"/>
                    </a:lnTo>
                    <a:lnTo>
                      <a:pt x="1580962" y="1693933"/>
                    </a:lnTo>
                    <a:lnTo>
                      <a:pt x="1581596" y="1693933"/>
                    </a:lnTo>
                    <a:lnTo>
                      <a:pt x="1582866" y="1695202"/>
                    </a:lnTo>
                    <a:lnTo>
                      <a:pt x="1584770" y="1696472"/>
                    </a:lnTo>
                    <a:lnTo>
                      <a:pt x="1585404" y="1697741"/>
                    </a:lnTo>
                    <a:lnTo>
                      <a:pt x="1586674" y="1694567"/>
                    </a:lnTo>
                    <a:lnTo>
                      <a:pt x="1587308" y="1693298"/>
                    </a:lnTo>
                    <a:lnTo>
                      <a:pt x="1587308" y="1691394"/>
                    </a:lnTo>
                    <a:lnTo>
                      <a:pt x="1589212" y="1693298"/>
                    </a:lnTo>
                    <a:lnTo>
                      <a:pt x="1589847" y="1694567"/>
                    </a:lnTo>
                    <a:lnTo>
                      <a:pt x="1589212" y="1695837"/>
                    </a:lnTo>
                    <a:lnTo>
                      <a:pt x="1586674" y="1698376"/>
                    </a:lnTo>
                    <a:lnTo>
                      <a:pt x="1586039" y="1699645"/>
                    </a:lnTo>
                    <a:lnTo>
                      <a:pt x="1586674" y="1700914"/>
                    </a:lnTo>
                    <a:lnTo>
                      <a:pt x="1587308" y="1702184"/>
                    </a:lnTo>
                    <a:lnTo>
                      <a:pt x="1587943" y="1702818"/>
                    </a:lnTo>
                    <a:lnTo>
                      <a:pt x="1589212" y="1702818"/>
                    </a:lnTo>
                    <a:lnTo>
                      <a:pt x="1589847" y="1702184"/>
                    </a:lnTo>
                    <a:lnTo>
                      <a:pt x="1590482" y="1701549"/>
                    </a:lnTo>
                    <a:lnTo>
                      <a:pt x="1591116" y="1700914"/>
                    </a:lnTo>
                    <a:lnTo>
                      <a:pt x="1591751" y="1701549"/>
                    </a:lnTo>
                    <a:lnTo>
                      <a:pt x="1592386" y="1699645"/>
                    </a:lnTo>
                    <a:lnTo>
                      <a:pt x="1594290" y="1698376"/>
                    </a:lnTo>
                    <a:lnTo>
                      <a:pt x="1594924" y="1697106"/>
                    </a:lnTo>
                    <a:lnTo>
                      <a:pt x="1593655" y="1695837"/>
                    </a:lnTo>
                    <a:lnTo>
                      <a:pt x="1593655" y="1694567"/>
                    </a:lnTo>
                    <a:close/>
                    <a:moveTo>
                      <a:pt x="1581596" y="1707896"/>
                    </a:moveTo>
                    <a:lnTo>
                      <a:pt x="1580327" y="1705992"/>
                    </a:lnTo>
                    <a:lnTo>
                      <a:pt x="1579692" y="1705992"/>
                    </a:lnTo>
                    <a:lnTo>
                      <a:pt x="1579058" y="1705992"/>
                    </a:lnTo>
                    <a:lnTo>
                      <a:pt x="1579058" y="1706626"/>
                    </a:lnTo>
                    <a:lnTo>
                      <a:pt x="1580962" y="1710434"/>
                    </a:lnTo>
                    <a:lnTo>
                      <a:pt x="1581596" y="1710434"/>
                    </a:lnTo>
                    <a:lnTo>
                      <a:pt x="1582231" y="1709800"/>
                    </a:lnTo>
                    <a:lnTo>
                      <a:pt x="1582231" y="1709165"/>
                    </a:lnTo>
                    <a:lnTo>
                      <a:pt x="1581596" y="1707896"/>
                    </a:lnTo>
                    <a:close/>
                    <a:moveTo>
                      <a:pt x="1547959" y="1742168"/>
                    </a:moveTo>
                    <a:lnTo>
                      <a:pt x="1547959" y="1742168"/>
                    </a:lnTo>
                    <a:lnTo>
                      <a:pt x="1547959" y="1742168"/>
                    </a:lnTo>
                    <a:lnTo>
                      <a:pt x="1547959" y="1742168"/>
                    </a:lnTo>
                    <a:lnTo>
                      <a:pt x="1547959" y="1742168"/>
                    </a:lnTo>
                    <a:lnTo>
                      <a:pt x="1547959" y="1742168"/>
                    </a:lnTo>
                    <a:lnTo>
                      <a:pt x="1547324" y="1742168"/>
                    </a:lnTo>
                    <a:lnTo>
                      <a:pt x="1547324" y="1742803"/>
                    </a:lnTo>
                    <a:lnTo>
                      <a:pt x="1546689" y="1743437"/>
                    </a:lnTo>
                    <a:lnTo>
                      <a:pt x="1546055" y="1743437"/>
                    </a:lnTo>
                    <a:lnTo>
                      <a:pt x="1546055" y="1744072"/>
                    </a:lnTo>
                    <a:lnTo>
                      <a:pt x="1546055" y="1744706"/>
                    </a:lnTo>
                    <a:lnTo>
                      <a:pt x="1546055" y="1744706"/>
                    </a:lnTo>
                    <a:lnTo>
                      <a:pt x="1546689" y="1744706"/>
                    </a:lnTo>
                    <a:lnTo>
                      <a:pt x="1547324" y="1744072"/>
                    </a:lnTo>
                    <a:lnTo>
                      <a:pt x="1547324" y="1743437"/>
                    </a:lnTo>
                    <a:lnTo>
                      <a:pt x="1547324" y="1743437"/>
                    </a:lnTo>
                    <a:lnTo>
                      <a:pt x="1547324" y="1742803"/>
                    </a:lnTo>
                    <a:lnTo>
                      <a:pt x="1547959" y="1742168"/>
                    </a:lnTo>
                    <a:lnTo>
                      <a:pt x="1547959" y="1742168"/>
                    </a:lnTo>
                    <a:close/>
                    <a:moveTo>
                      <a:pt x="1578423" y="1700914"/>
                    </a:moveTo>
                    <a:lnTo>
                      <a:pt x="1578423" y="1700280"/>
                    </a:lnTo>
                    <a:lnTo>
                      <a:pt x="1578423" y="1700914"/>
                    </a:lnTo>
                    <a:lnTo>
                      <a:pt x="1577788" y="1700914"/>
                    </a:lnTo>
                    <a:lnTo>
                      <a:pt x="1578423" y="1703453"/>
                    </a:lnTo>
                    <a:lnTo>
                      <a:pt x="1579058" y="1704087"/>
                    </a:lnTo>
                    <a:lnTo>
                      <a:pt x="1579058" y="1702818"/>
                    </a:lnTo>
                    <a:lnTo>
                      <a:pt x="1578423" y="1701549"/>
                    </a:lnTo>
                    <a:lnTo>
                      <a:pt x="1578423" y="1700914"/>
                    </a:lnTo>
                    <a:close/>
                    <a:moveTo>
                      <a:pt x="1558748" y="1706626"/>
                    </a:moveTo>
                    <a:lnTo>
                      <a:pt x="1556209" y="1706626"/>
                    </a:lnTo>
                    <a:lnTo>
                      <a:pt x="1553671" y="1707896"/>
                    </a:lnTo>
                    <a:lnTo>
                      <a:pt x="1551767" y="1709165"/>
                    </a:lnTo>
                    <a:lnTo>
                      <a:pt x="1548593" y="1710434"/>
                    </a:lnTo>
                    <a:lnTo>
                      <a:pt x="1547959" y="1711704"/>
                    </a:lnTo>
                    <a:lnTo>
                      <a:pt x="1547959" y="1712973"/>
                    </a:lnTo>
                    <a:lnTo>
                      <a:pt x="1548593" y="1714877"/>
                    </a:lnTo>
                    <a:lnTo>
                      <a:pt x="1549863" y="1717416"/>
                    </a:lnTo>
                    <a:lnTo>
                      <a:pt x="1551132" y="1719954"/>
                    </a:lnTo>
                    <a:lnTo>
                      <a:pt x="1553036" y="1721859"/>
                    </a:lnTo>
                    <a:lnTo>
                      <a:pt x="1554940" y="1722493"/>
                    </a:lnTo>
                    <a:lnTo>
                      <a:pt x="1556844" y="1721224"/>
                    </a:lnTo>
                    <a:lnTo>
                      <a:pt x="1560018" y="1717416"/>
                    </a:lnTo>
                    <a:lnTo>
                      <a:pt x="1560652" y="1716146"/>
                    </a:lnTo>
                    <a:lnTo>
                      <a:pt x="1560652" y="1714877"/>
                    </a:lnTo>
                    <a:lnTo>
                      <a:pt x="1560652" y="1712973"/>
                    </a:lnTo>
                    <a:lnTo>
                      <a:pt x="1560652" y="1711069"/>
                    </a:lnTo>
                    <a:lnTo>
                      <a:pt x="1560652" y="1709800"/>
                    </a:lnTo>
                    <a:lnTo>
                      <a:pt x="1558748" y="1706626"/>
                    </a:lnTo>
                    <a:close/>
                    <a:moveTo>
                      <a:pt x="50774" y="1502263"/>
                    </a:moveTo>
                    <a:lnTo>
                      <a:pt x="44427" y="1499724"/>
                    </a:lnTo>
                    <a:lnTo>
                      <a:pt x="43792" y="1499724"/>
                    </a:lnTo>
                    <a:lnTo>
                      <a:pt x="43792" y="1499724"/>
                    </a:lnTo>
                    <a:lnTo>
                      <a:pt x="43158" y="1500359"/>
                    </a:lnTo>
                    <a:lnTo>
                      <a:pt x="42523" y="1500993"/>
                    </a:lnTo>
                    <a:lnTo>
                      <a:pt x="41888" y="1501628"/>
                    </a:lnTo>
                    <a:lnTo>
                      <a:pt x="40619" y="1501628"/>
                    </a:lnTo>
                    <a:lnTo>
                      <a:pt x="39984" y="1500359"/>
                    </a:lnTo>
                    <a:lnTo>
                      <a:pt x="39350" y="1500359"/>
                    </a:lnTo>
                    <a:lnTo>
                      <a:pt x="37445" y="1501628"/>
                    </a:lnTo>
                    <a:lnTo>
                      <a:pt x="36176" y="1501628"/>
                    </a:lnTo>
                    <a:lnTo>
                      <a:pt x="34907" y="1501628"/>
                    </a:lnTo>
                    <a:lnTo>
                      <a:pt x="33637" y="1500993"/>
                    </a:lnTo>
                    <a:lnTo>
                      <a:pt x="32368" y="1499724"/>
                    </a:lnTo>
                    <a:lnTo>
                      <a:pt x="31733" y="1499089"/>
                    </a:lnTo>
                    <a:lnTo>
                      <a:pt x="29829" y="1499089"/>
                    </a:lnTo>
                    <a:lnTo>
                      <a:pt x="27925" y="1499089"/>
                    </a:lnTo>
                    <a:lnTo>
                      <a:pt x="26656" y="1499724"/>
                    </a:lnTo>
                    <a:lnTo>
                      <a:pt x="25387" y="1500993"/>
                    </a:lnTo>
                    <a:lnTo>
                      <a:pt x="26021" y="1502263"/>
                    </a:lnTo>
                    <a:lnTo>
                      <a:pt x="31099" y="1506071"/>
                    </a:lnTo>
                    <a:lnTo>
                      <a:pt x="37445" y="1508609"/>
                    </a:lnTo>
                    <a:lnTo>
                      <a:pt x="38715" y="1509244"/>
                    </a:lnTo>
                    <a:lnTo>
                      <a:pt x="38080" y="1510513"/>
                    </a:lnTo>
                    <a:lnTo>
                      <a:pt x="38080" y="1511148"/>
                    </a:lnTo>
                    <a:lnTo>
                      <a:pt x="38715" y="1511783"/>
                    </a:lnTo>
                    <a:lnTo>
                      <a:pt x="39350" y="1512418"/>
                    </a:lnTo>
                    <a:lnTo>
                      <a:pt x="39984" y="1512418"/>
                    </a:lnTo>
                    <a:lnTo>
                      <a:pt x="39984" y="1513052"/>
                    </a:lnTo>
                    <a:lnTo>
                      <a:pt x="39350" y="1513052"/>
                    </a:lnTo>
                    <a:lnTo>
                      <a:pt x="39350" y="1513052"/>
                    </a:lnTo>
                    <a:lnTo>
                      <a:pt x="39350" y="1513052"/>
                    </a:lnTo>
                    <a:lnTo>
                      <a:pt x="38715" y="1513687"/>
                    </a:lnTo>
                    <a:lnTo>
                      <a:pt x="43792" y="1514956"/>
                    </a:lnTo>
                    <a:lnTo>
                      <a:pt x="44427" y="1513687"/>
                    </a:lnTo>
                    <a:lnTo>
                      <a:pt x="45062" y="1511783"/>
                    </a:lnTo>
                    <a:lnTo>
                      <a:pt x="45696" y="1509879"/>
                    </a:lnTo>
                    <a:lnTo>
                      <a:pt x="45696" y="1508609"/>
                    </a:lnTo>
                    <a:lnTo>
                      <a:pt x="46331" y="1505436"/>
                    </a:lnTo>
                    <a:lnTo>
                      <a:pt x="48235" y="1504167"/>
                    </a:lnTo>
                    <a:lnTo>
                      <a:pt x="53312" y="1503532"/>
                    </a:lnTo>
                    <a:lnTo>
                      <a:pt x="52678" y="1502898"/>
                    </a:lnTo>
                    <a:lnTo>
                      <a:pt x="50774" y="1502263"/>
                    </a:lnTo>
                    <a:close/>
                    <a:moveTo>
                      <a:pt x="469021" y="1796749"/>
                    </a:moveTo>
                    <a:lnTo>
                      <a:pt x="469021" y="1796749"/>
                    </a:lnTo>
                    <a:lnTo>
                      <a:pt x="467751" y="1796749"/>
                    </a:lnTo>
                    <a:lnTo>
                      <a:pt x="467117" y="1797384"/>
                    </a:lnTo>
                    <a:lnTo>
                      <a:pt x="467751" y="1798653"/>
                    </a:lnTo>
                    <a:lnTo>
                      <a:pt x="467751" y="1798653"/>
                    </a:lnTo>
                    <a:lnTo>
                      <a:pt x="467751" y="1798653"/>
                    </a:lnTo>
                    <a:lnTo>
                      <a:pt x="467751" y="1799288"/>
                    </a:lnTo>
                    <a:lnTo>
                      <a:pt x="468386" y="1799288"/>
                    </a:lnTo>
                    <a:lnTo>
                      <a:pt x="469021" y="1798019"/>
                    </a:lnTo>
                    <a:lnTo>
                      <a:pt x="469021" y="1796749"/>
                    </a:lnTo>
                    <a:lnTo>
                      <a:pt x="469021" y="1796749"/>
                    </a:lnTo>
                    <a:close/>
                    <a:moveTo>
                      <a:pt x="641016" y="1827848"/>
                    </a:moveTo>
                    <a:lnTo>
                      <a:pt x="639747" y="1828483"/>
                    </a:lnTo>
                    <a:lnTo>
                      <a:pt x="639747" y="1828483"/>
                    </a:lnTo>
                    <a:lnTo>
                      <a:pt x="638478" y="1827213"/>
                    </a:lnTo>
                    <a:lnTo>
                      <a:pt x="638478" y="1826579"/>
                    </a:lnTo>
                    <a:lnTo>
                      <a:pt x="639747" y="1826579"/>
                    </a:lnTo>
                    <a:lnTo>
                      <a:pt x="640381" y="1826579"/>
                    </a:lnTo>
                    <a:lnTo>
                      <a:pt x="639747" y="1825944"/>
                    </a:lnTo>
                    <a:lnTo>
                      <a:pt x="639112" y="1825310"/>
                    </a:lnTo>
                    <a:lnTo>
                      <a:pt x="638478" y="1825310"/>
                    </a:lnTo>
                    <a:lnTo>
                      <a:pt x="636573" y="1824675"/>
                    </a:lnTo>
                    <a:lnTo>
                      <a:pt x="635304" y="1824675"/>
                    </a:lnTo>
                    <a:lnTo>
                      <a:pt x="634035" y="1825310"/>
                    </a:lnTo>
                    <a:lnTo>
                      <a:pt x="632765" y="1825944"/>
                    </a:lnTo>
                    <a:lnTo>
                      <a:pt x="639747" y="1831656"/>
                    </a:lnTo>
                    <a:lnTo>
                      <a:pt x="641016" y="1832291"/>
                    </a:lnTo>
                    <a:lnTo>
                      <a:pt x="641651" y="1831021"/>
                    </a:lnTo>
                    <a:lnTo>
                      <a:pt x="642286" y="1829752"/>
                    </a:lnTo>
                    <a:lnTo>
                      <a:pt x="642286" y="1828483"/>
                    </a:lnTo>
                    <a:lnTo>
                      <a:pt x="641016" y="1827848"/>
                    </a:lnTo>
                    <a:lnTo>
                      <a:pt x="641016" y="1827848"/>
                    </a:lnTo>
                    <a:close/>
                    <a:moveTo>
                      <a:pt x="481079" y="1816424"/>
                    </a:moveTo>
                    <a:lnTo>
                      <a:pt x="481079" y="1816424"/>
                    </a:lnTo>
                    <a:lnTo>
                      <a:pt x="481714" y="1817059"/>
                    </a:lnTo>
                    <a:lnTo>
                      <a:pt x="482349" y="1817059"/>
                    </a:lnTo>
                    <a:lnTo>
                      <a:pt x="482349" y="1815790"/>
                    </a:lnTo>
                    <a:lnTo>
                      <a:pt x="481079" y="1816424"/>
                    </a:lnTo>
                    <a:close/>
                    <a:moveTo>
                      <a:pt x="456327" y="1797384"/>
                    </a:moveTo>
                    <a:lnTo>
                      <a:pt x="454423" y="1796749"/>
                    </a:lnTo>
                    <a:lnTo>
                      <a:pt x="453154" y="1795480"/>
                    </a:lnTo>
                    <a:lnTo>
                      <a:pt x="453154" y="1795480"/>
                    </a:lnTo>
                    <a:lnTo>
                      <a:pt x="452519" y="1794211"/>
                    </a:lnTo>
                    <a:lnTo>
                      <a:pt x="451885" y="1793576"/>
                    </a:lnTo>
                    <a:lnTo>
                      <a:pt x="451250" y="1793576"/>
                    </a:lnTo>
                    <a:lnTo>
                      <a:pt x="451250" y="1793576"/>
                    </a:lnTo>
                    <a:lnTo>
                      <a:pt x="451250" y="1793576"/>
                    </a:lnTo>
                    <a:lnTo>
                      <a:pt x="451885" y="1794846"/>
                    </a:lnTo>
                    <a:lnTo>
                      <a:pt x="451885" y="1796115"/>
                    </a:lnTo>
                    <a:lnTo>
                      <a:pt x="451885" y="1796749"/>
                    </a:lnTo>
                    <a:lnTo>
                      <a:pt x="451885" y="1797384"/>
                    </a:lnTo>
                    <a:lnTo>
                      <a:pt x="453154" y="1798653"/>
                    </a:lnTo>
                    <a:lnTo>
                      <a:pt x="455693" y="1799288"/>
                    </a:lnTo>
                    <a:lnTo>
                      <a:pt x="456327" y="1799923"/>
                    </a:lnTo>
                    <a:lnTo>
                      <a:pt x="456962" y="1799288"/>
                    </a:lnTo>
                    <a:lnTo>
                      <a:pt x="456327" y="1797384"/>
                    </a:lnTo>
                    <a:lnTo>
                      <a:pt x="456327" y="1797384"/>
                    </a:lnTo>
                    <a:close/>
                    <a:moveTo>
                      <a:pt x="465847" y="1795480"/>
                    </a:moveTo>
                    <a:lnTo>
                      <a:pt x="465847" y="1795480"/>
                    </a:lnTo>
                    <a:lnTo>
                      <a:pt x="464578" y="1794846"/>
                    </a:lnTo>
                    <a:lnTo>
                      <a:pt x="463943" y="1794846"/>
                    </a:lnTo>
                    <a:lnTo>
                      <a:pt x="462674" y="1794846"/>
                    </a:lnTo>
                    <a:lnTo>
                      <a:pt x="462039" y="1794846"/>
                    </a:lnTo>
                    <a:lnTo>
                      <a:pt x="462039" y="1795480"/>
                    </a:lnTo>
                    <a:lnTo>
                      <a:pt x="462039" y="1796115"/>
                    </a:lnTo>
                    <a:lnTo>
                      <a:pt x="462039" y="1796749"/>
                    </a:lnTo>
                    <a:lnTo>
                      <a:pt x="462039" y="1796749"/>
                    </a:lnTo>
                    <a:lnTo>
                      <a:pt x="464578" y="1798019"/>
                    </a:lnTo>
                    <a:lnTo>
                      <a:pt x="465213" y="1798019"/>
                    </a:lnTo>
                    <a:lnTo>
                      <a:pt x="465847" y="1798019"/>
                    </a:lnTo>
                    <a:lnTo>
                      <a:pt x="466482" y="1797384"/>
                    </a:lnTo>
                    <a:lnTo>
                      <a:pt x="467117" y="1796749"/>
                    </a:lnTo>
                    <a:lnTo>
                      <a:pt x="465847" y="1795480"/>
                    </a:lnTo>
                    <a:lnTo>
                      <a:pt x="465847" y="1795480"/>
                    </a:lnTo>
                    <a:close/>
                    <a:moveTo>
                      <a:pt x="526141" y="1797384"/>
                    </a:moveTo>
                    <a:lnTo>
                      <a:pt x="529949" y="1796749"/>
                    </a:lnTo>
                    <a:lnTo>
                      <a:pt x="531853" y="1796749"/>
                    </a:lnTo>
                    <a:lnTo>
                      <a:pt x="533757" y="1797384"/>
                    </a:lnTo>
                    <a:lnTo>
                      <a:pt x="535661" y="1797384"/>
                    </a:lnTo>
                    <a:lnTo>
                      <a:pt x="537565" y="1796749"/>
                    </a:lnTo>
                    <a:lnTo>
                      <a:pt x="538834" y="1794211"/>
                    </a:lnTo>
                    <a:lnTo>
                      <a:pt x="536930" y="1794846"/>
                    </a:lnTo>
                    <a:lnTo>
                      <a:pt x="533122" y="1794211"/>
                    </a:lnTo>
                    <a:lnTo>
                      <a:pt x="524872" y="1791037"/>
                    </a:lnTo>
                    <a:lnTo>
                      <a:pt x="524872" y="1789133"/>
                    </a:lnTo>
                    <a:lnTo>
                      <a:pt x="522333" y="1786595"/>
                    </a:lnTo>
                    <a:lnTo>
                      <a:pt x="523602" y="1785960"/>
                    </a:lnTo>
                    <a:lnTo>
                      <a:pt x="523602" y="1785325"/>
                    </a:lnTo>
                    <a:lnTo>
                      <a:pt x="522968" y="1784691"/>
                    </a:lnTo>
                    <a:lnTo>
                      <a:pt x="521698" y="1781517"/>
                    </a:lnTo>
                    <a:lnTo>
                      <a:pt x="521698" y="1780883"/>
                    </a:lnTo>
                    <a:lnTo>
                      <a:pt x="520429" y="1779613"/>
                    </a:lnTo>
                    <a:lnTo>
                      <a:pt x="507736" y="1775805"/>
                    </a:lnTo>
                    <a:lnTo>
                      <a:pt x="505832" y="1775805"/>
                    </a:lnTo>
                    <a:lnTo>
                      <a:pt x="502658" y="1777709"/>
                    </a:lnTo>
                    <a:lnTo>
                      <a:pt x="503293" y="1780248"/>
                    </a:lnTo>
                    <a:lnTo>
                      <a:pt x="507736" y="1785325"/>
                    </a:lnTo>
                    <a:lnTo>
                      <a:pt x="509005" y="1788499"/>
                    </a:lnTo>
                    <a:lnTo>
                      <a:pt x="509640" y="1789768"/>
                    </a:lnTo>
                    <a:lnTo>
                      <a:pt x="512178" y="1791672"/>
                    </a:lnTo>
                    <a:lnTo>
                      <a:pt x="513448" y="1792941"/>
                    </a:lnTo>
                    <a:lnTo>
                      <a:pt x="514082" y="1794846"/>
                    </a:lnTo>
                    <a:lnTo>
                      <a:pt x="513448" y="1797384"/>
                    </a:lnTo>
                    <a:lnTo>
                      <a:pt x="512813" y="1798653"/>
                    </a:lnTo>
                    <a:lnTo>
                      <a:pt x="512178" y="1799288"/>
                    </a:lnTo>
                    <a:lnTo>
                      <a:pt x="511544" y="1799288"/>
                    </a:lnTo>
                    <a:lnTo>
                      <a:pt x="509640" y="1799288"/>
                    </a:lnTo>
                    <a:lnTo>
                      <a:pt x="508370" y="1799923"/>
                    </a:lnTo>
                    <a:lnTo>
                      <a:pt x="507736" y="1799923"/>
                    </a:lnTo>
                    <a:lnTo>
                      <a:pt x="504562" y="1798653"/>
                    </a:lnTo>
                    <a:lnTo>
                      <a:pt x="503293" y="1799288"/>
                    </a:lnTo>
                    <a:lnTo>
                      <a:pt x="502024" y="1801192"/>
                    </a:lnTo>
                    <a:lnTo>
                      <a:pt x="503293" y="1801827"/>
                    </a:lnTo>
                    <a:lnTo>
                      <a:pt x="505832" y="1802461"/>
                    </a:lnTo>
                    <a:lnTo>
                      <a:pt x="506466" y="1803096"/>
                    </a:lnTo>
                    <a:lnTo>
                      <a:pt x="507101" y="1805000"/>
                    </a:lnTo>
                    <a:lnTo>
                      <a:pt x="509640" y="1806269"/>
                    </a:lnTo>
                    <a:lnTo>
                      <a:pt x="510274" y="1807539"/>
                    </a:lnTo>
                    <a:lnTo>
                      <a:pt x="510274" y="1808173"/>
                    </a:lnTo>
                    <a:lnTo>
                      <a:pt x="509640" y="1810077"/>
                    </a:lnTo>
                    <a:lnTo>
                      <a:pt x="509640" y="1810712"/>
                    </a:lnTo>
                    <a:lnTo>
                      <a:pt x="510274" y="1811347"/>
                    </a:lnTo>
                    <a:lnTo>
                      <a:pt x="510909" y="1811981"/>
                    </a:lnTo>
                    <a:lnTo>
                      <a:pt x="511544" y="1811981"/>
                    </a:lnTo>
                    <a:lnTo>
                      <a:pt x="512178" y="1811347"/>
                    </a:lnTo>
                    <a:lnTo>
                      <a:pt x="512178" y="1808173"/>
                    </a:lnTo>
                    <a:lnTo>
                      <a:pt x="512813" y="1806904"/>
                    </a:lnTo>
                    <a:lnTo>
                      <a:pt x="513448" y="1805635"/>
                    </a:lnTo>
                    <a:lnTo>
                      <a:pt x="513448" y="1805000"/>
                    </a:lnTo>
                    <a:lnTo>
                      <a:pt x="514082" y="1805635"/>
                    </a:lnTo>
                    <a:lnTo>
                      <a:pt x="514717" y="1805635"/>
                    </a:lnTo>
                    <a:lnTo>
                      <a:pt x="515352" y="1805000"/>
                    </a:lnTo>
                    <a:lnTo>
                      <a:pt x="515986" y="1803731"/>
                    </a:lnTo>
                    <a:lnTo>
                      <a:pt x="517256" y="1805000"/>
                    </a:lnTo>
                    <a:lnTo>
                      <a:pt x="517890" y="1805635"/>
                    </a:lnTo>
                    <a:lnTo>
                      <a:pt x="518525" y="1805635"/>
                    </a:lnTo>
                    <a:lnTo>
                      <a:pt x="521064" y="1804366"/>
                    </a:lnTo>
                    <a:lnTo>
                      <a:pt x="521698" y="1803731"/>
                    </a:lnTo>
                    <a:lnTo>
                      <a:pt x="522333" y="1801192"/>
                    </a:lnTo>
                    <a:lnTo>
                      <a:pt x="522333" y="1801827"/>
                    </a:lnTo>
                    <a:lnTo>
                      <a:pt x="523602" y="1800557"/>
                    </a:lnTo>
                    <a:lnTo>
                      <a:pt x="525506" y="1799288"/>
                    </a:lnTo>
                    <a:lnTo>
                      <a:pt x="524872" y="1799288"/>
                    </a:lnTo>
                    <a:lnTo>
                      <a:pt x="524237" y="1798653"/>
                    </a:lnTo>
                    <a:lnTo>
                      <a:pt x="524237" y="1798019"/>
                    </a:lnTo>
                    <a:lnTo>
                      <a:pt x="524237" y="1796749"/>
                    </a:lnTo>
                    <a:lnTo>
                      <a:pt x="526141" y="1797384"/>
                    </a:lnTo>
                    <a:close/>
                    <a:moveTo>
                      <a:pt x="548989" y="1795480"/>
                    </a:moveTo>
                    <a:lnTo>
                      <a:pt x="548989" y="1795480"/>
                    </a:lnTo>
                    <a:lnTo>
                      <a:pt x="551528" y="1795480"/>
                    </a:lnTo>
                    <a:lnTo>
                      <a:pt x="551528" y="1794846"/>
                    </a:lnTo>
                    <a:lnTo>
                      <a:pt x="551528" y="1794211"/>
                    </a:lnTo>
                    <a:lnTo>
                      <a:pt x="551528" y="1793576"/>
                    </a:lnTo>
                    <a:lnTo>
                      <a:pt x="551528" y="1792941"/>
                    </a:lnTo>
                    <a:lnTo>
                      <a:pt x="550893" y="1791672"/>
                    </a:lnTo>
                    <a:lnTo>
                      <a:pt x="550258" y="1791672"/>
                    </a:lnTo>
                    <a:lnTo>
                      <a:pt x="548989" y="1792941"/>
                    </a:lnTo>
                    <a:lnTo>
                      <a:pt x="548989" y="1793576"/>
                    </a:lnTo>
                    <a:lnTo>
                      <a:pt x="548989" y="1795480"/>
                    </a:lnTo>
                    <a:lnTo>
                      <a:pt x="548989" y="1795480"/>
                    </a:lnTo>
                    <a:close/>
                    <a:moveTo>
                      <a:pt x="616899" y="1825310"/>
                    </a:moveTo>
                    <a:lnTo>
                      <a:pt x="618168" y="1825944"/>
                    </a:lnTo>
                    <a:lnTo>
                      <a:pt x="619437" y="1825944"/>
                    </a:lnTo>
                    <a:lnTo>
                      <a:pt x="620707" y="1824675"/>
                    </a:lnTo>
                    <a:lnTo>
                      <a:pt x="619437" y="1822771"/>
                    </a:lnTo>
                    <a:lnTo>
                      <a:pt x="616899" y="1821501"/>
                    </a:lnTo>
                    <a:lnTo>
                      <a:pt x="613725" y="1820867"/>
                    </a:lnTo>
                    <a:lnTo>
                      <a:pt x="611187" y="1821501"/>
                    </a:lnTo>
                    <a:lnTo>
                      <a:pt x="611821" y="1824675"/>
                    </a:lnTo>
                    <a:lnTo>
                      <a:pt x="611821" y="1825944"/>
                    </a:lnTo>
                    <a:lnTo>
                      <a:pt x="611821" y="1825944"/>
                    </a:lnTo>
                    <a:lnTo>
                      <a:pt x="611187" y="1825310"/>
                    </a:lnTo>
                    <a:lnTo>
                      <a:pt x="611187" y="1824675"/>
                    </a:lnTo>
                    <a:lnTo>
                      <a:pt x="609283" y="1831021"/>
                    </a:lnTo>
                    <a:lnTo>
                      <a:pt x="609283" y="1832926"/>
                    </a:lnTo>
                    <a:lnTo>
                      <a:pt x="609917" y="1833560"/>
                    </a:lnTo>
                    <a:lnTo>
                      <a:pt x="610552" y="1834195"/>
                    </a:lnTo>
                    <a:lnTo>
                      <a:pt x="611187" y="1834830"/>
                    </a:lnTo>
                    <a:lnTo>
                      <a:pt x="611821" y="1834195"/>
                    </a:lnTo>
                    <a:lnTo>
                      <a:pt x="611821" y="1836099"/>
                    </a:lnTo>
                    <a:lnTo>
                      <a:pt x="612456" y="1836099"/>
                    </a:lnTo>
                    <a:lnTo>
                      <a:pt x="613725" y="1834830"/>
                    </a:lnTo>
                    <a:lnTo>
                      <a:pt x="614360" y="1834830"/>
                    </a:lnTo>
                    <a:lnTo>
                      <a:pt x="614360" y="1836099"/>
                    </a:lnTo>
                    <a:lnTo>
                      <a:pt x="614995" y="1836099"/>
                    </a:lnTo>
                    <a:lnTo>
                      <a:pt x="615629" y="1834830"/>
                    </a:lnTo>
                    <a:lnTo>
                      <a:pt x="617533" y="1833560"/>
                    </a:lnTo>
                    <a:lnTo>
                      <a:pt x="618803" y="1832926"/>
                    </a:lnTo>
                    <a:lnTo>
                      <a:pt x="620072" y="1833560"/>
                    </a:lnTo>
                    <a:lnTo>
                      <a:pt x="620072" y="1832926"/>
                    </a:lnTo>
                    <a:lnTo>
                      <a:pt x="620072" y="1832926"/>
                    </a:lnTo>
                    <a:lnTo>
                      <a:pt x="619437" y="1832291"/>
                    </a:lnTo>
                    <a:lnTo>
                      <a:pt x="620072" y="1831656"/>
                    </a:lnTo>
                    <a:lnTo>
                      <a:pt x="620707" y="1831021"/>
                    </a:lnTo>
                    <a:lnTo>
                      <a:pt x="621341" y="1830387"/>
                    </a:lnTo>
                    <a:lnTo>
                      <a:pt x="621976" y="1830387"/>
                    </a:lnTo>
                    <a:lnTo>
                      <a:pt x="621976" y="1829752"/>
                    </a:lnTo>
                    <a:lnTo>
                      <a:pt x="621341" y="1828483"/>
                    </a:lnTo>
                    <a:lnTo>
                      <a:pt x="620072" y="1828483"/>
                    </a:lnTo>
                    <a:lnTo>
                      <a:pt x="618168" y="1829117"/>
                    </a:lnTo>
                    <a:lnTo>
                      <a:pt x="618168" y="1828483"/>
                    </a:lnTo>
                    <a:lnTo>
                      <a:pt x="618803" y="1827213"/>
                    </a:lnTo>
                    <a:lnTo>
                      <a:pt x="618168" y="1827213"/>
                    </a:lnTo>
                    <a:lnTo>
                      <a:pt x="616899" y="1826579"/>
                    </a:lnTo>
                    <a:lnTo>
                      <a:pt x="616264" y="1826579"/>
                    </a:lnTo>
                    <a:lnTo>
                      <a:pt x="616264" y="1825944"/>
                    </a:lnTo>
                    <a:lnTo>
                      <a:pt x="616899" y="1825310"/>
                    </a:lnTo>
                    <a:close/>
                    <a:moveTo>
                      <a:pt x="635939" y="1834195"/>
                    </a:moveTo>
                    <a:lnTo>
                      <a:pt x="636573" y="1833560"/>
                    </a:lnTo>
                    <a:lnTo>
                      <a:pt x="635939" y="1831656"/>
                    </a:lnTo>
                    <a:lnTo>
                      <a:pt x="634035" y="1829752"/>
                    </a:lnTo>
                    <a:lnTo>
                      <a:pt x="632131" y="1828483"/>
                    </a:lnTo>
                    <a:lnTo>
                      <a:pt x="630861" y="1829117"/>
                    </a:lnTo>
                    <a:lnTo>
                      <a:pt x="630227" y="1829752"/>
                    </a:lnTo>
                    <a:lnTo>
                      <a:pt x="630227" y="1828483"/>
                    </a:lnTo>
                    <a:lnTo>
                      <a:pt x="630227" y="1827213"/>
                    </a:lnTo>
                    <a:lnTo>
                      <a:pt x="630227" y="1826579"/>
                    </a:lnTo>
                    <a:lnTo>
                      <a:pt x="630227" y="1827213"/>
                    </a:lnTo>
                    <a:lnTo>
                      <a:pt x="628957" y="1825944"/>
                    </a:lnTo>
                    <a:lnTo>
                      <a:pt x="628323" y="1824675"/>
                    </a:lnTo>
                    <a:lnTo>
                      <a:pt x="627053" y="1824040"/>
                    </a:lnTo>
                    <a:lnTo>
                      <a:pt x="625784" y="1824040"/>
                    </a:lnTo>
                    <a:lnTo>
                      <a:pt x="625149" y="1825310"/>
                    </a:lnTo>
                    <a:lnTo>
                      <a:pt x="625149" y="1827213"/>
                    </a:lnTo>
                    <a:lnTo>
                      <a:pt x="624515" y="1827848"/>
                    </a:lnTo>
                    <a:lnTo>
                      <a:pt x="623245" y="1827213"/>
                    </a:lnTo>
                    <a:lnTo>
                      <a:pt x="622611" y="1829117"/>
                    </a:lnTo>
                    <a:lnTo>
                      <a:pt x="623245" y="1829752"/>
                    </a:lnTo>
                    <a:lnTo>
                      <a:pt x="623880" y="1830387"/>
                    </a:lnTo>
                    <a:lnTo>
                      <a:pt x="624515" y="1831656"/>
                    </a:lnTo>
                    <a:lnTo>
                      <a:pt x="625149" y="1831656"/>
                    </a:lnTo>
                    <a:lnTo>
                      <a:pt x="625149" y="1831656"/>
                    </a:lnTo>
                    <a:lnTo>
                      <a:pt x="625149" y="1831656"/>
                    </a:lnTo>
                    <a:lnTo>
                      <a:pt x="624515" y="1832291"/>
                    </a:lnTo>
                    <a:lnTo>
                      <a:pt x="624515" y="1832291"/>
                    </a:lnTo>
                    <a:lnTo>
                      <a:pt x="624515" y="1832926"/>
                    </a:lnTo>
                    <a:lnTo>
                      <a:pt x="624515" y="1834195"/>
                    </a:lnTo>
                    <a:lnTo>
                      <a:pt x="624515" y="1834830"/>
                    </a:lnTo>
                    <a:lnTo>
                      <a:pt x="625149" y="1834830"/>
                    </a:lnTo>
                    <a:lnTo>
                      <a:pt x="625149" y="1832926"/>
                    </a:lnTo>
                    <a:lnTo>
                      <a:pt x="625149" y="1831656"/>
                    </a:lnTo>
                    <a:lnTo>
                      <a:pt x="625784" y="1830387"/>
                    </a:lnTo>
                    <a:lnTo>
                      <a:pt x="627053" y="1829752"/>
                    </a:lnTo>
                    <a:lnTo>
                      <a:pt x="627053" y="1831021"/>
                    </a:lnTo>
                    <a:lnTo>
                      <a:pt x="627053" y="1832291"/>
                    </a:lnTo>
                    <a:lnTo>
                      <a:pt x="627688" y="1832926"/>
                    </a:lnTo>
                    <a:lnTo>
                      <a:pt x="628323" y="1833560"/>
                    </a:lnTo>
                    <a:lnTo>
                      <a:pt x="628323" y="1831021"/>
                    </a:lnTo>
                    <a:lnTo>
                      <a:pt x="628323" y="1830387"/>
                    </a:lnTo>
                    <a:lnTo>
                      <a:pt x="628957" y="1830387"/>
                    </a:lnTo>
                    <a:lnTo>
                      <a:pt x="630861" y="1831656"/>
                    </a:lnTo>
                    <a:lnTo>
                      <a:pt x="632131" y="1832291"/>
                    </a:lnTo>
                    <a:lnTo>
                      <a:pt x="633400" y="1832291"/>
                    </a:lnTo>
                    <a:lnTo>
                      <a:pt x="635939" y="1834195"/>
                    </a:lnTo>
                    <a:lnTo>
                      <a:pt x="636573" y="1836734"/>
                    </a:lnTo>
                    <a:lnTo>
                      <a:pt x="637208" y="1836099"/>
                    </a:lnTo>
                    <a:lnTo>
                      <a:pt x="636573" y="1835464"/>
                    </a:lnTo>
                    <a:lnTo>
                      <a:pt x="635939" y="1834195"/>
                    </a:lnTo>
                    <a:close/>
                    <a:moveTo>
                      <a:pt x="572472" y="1806904"/>
                    </a:moveTo>
                    <a:lnTo>
                      <a:pt x="572472" y="1806269"/>
                    </a:lnTo>
                    <a:lnTo>
                      <a:pt x="572472" y="1805635"/>
                    </a:lnTo>
                    <a:lnTo>
                      <a:pt x="573107" y="1805000"/>
                    </a:lnTo>
                    <a:lnTo>
                      <a:pt x="574376" y="1805000"/>
                    </a:lnTo>
                    <a:lnTo>
                      <a:pt x="574376" y="1803096"/>
                    </a:lnTo>
                    <a:lnTo>
                      <a:pt x="573741" y="1801192"/>
                    </a:lnTo>
                    <a:lnTo>
                      <a:pt x="572472" y="1799923"/>
                    </a:lnTo>
                    <a:lnTo>
                      <a:pt x="571203" y="1799288"/>
                    </a:lnTo>
                    <a:lnTo>
                      <a:pt x="568029" y="1798019"/>
                    </a:lnTo>
                    <a:lnTo>
                      <a:pt x="566760" y="1798019"/>
                    </a:lnTo>
                    <a:lnTo>
                      <a:pt x="566125" y="1799923"/>
                    </a:lnTo>
                    <a:lnTo>
                      <a:pt x="565491" y="1800557"/>
                    </a:lnTo>
                    <a:lnTo>
                      <a:pt x="564221" y="1802461"/>
                    </a:lnTo>
                    <a:lnTo>
                      <a:pt x="563586" y="1803096"/>
                    </a:lnTo>
                    <a:lnTo>
                      <a:pt x="561048" y="1808173"/>
                    </a:lnTo>
                    <a:lnTo>
                      <a:pt x="554701" y="1810077"/>
                    </a:lnTo>
                    <a:lnTo>
                      <a:pt x="547720" y="1810077"/>
                    </a:lnTo>
                    <a:lnTo>
                      <a:pt x="543277" y="1809443"/>
                    </a:lnTo>
                    <a:lnTo>
                      <a:pt x="542642" y="1809443"/>
                    </a:lnTo>
                    <a:lnTo>
                      <a:pt x="542008" y="1810077"/>
                    </a:lnTo>
                    <a:lnTo>
                      <a:pt x="541373" y="1810712"/>
                    </a:lnTo>
                    <a:lnTo>
                      <a:pt x="541373" y="1810712"/>
                    </a:lnTo>
                    <a:lnTo>
                      <a:pt x="539469" y="1810077"/>
                    </a:lnTo>
                    <a:lnTo>
                      <a:pt x="538834" y="1810077"/>
                    </a:lnTo>
                    <a:lnTo>
                      <a:pt x="538200" y="1810712"/>
                    </a:lnTo>
                    <a:lnTo>
                      <a:pt x="538200" y="1811347"/>
                    </a:lnTo>
                    <a:lnTo>
                      <a:pt x="537565" y="1811347"/>
                    </a:lnTo>
                    <a:lnTo>
                      <a:pt x="534392" y="1810077"/>
                    </a:lnTo>
                    <a:lnTo>
                      <a:pt x="533122" y="1809443"/>
                    </a:lnTo>
                    <a:lnTo>
                      <a:pt x="531218" y="1807539"/>
                    </a:lnTo>
                    <a:lnTo>
                      <a:pt x="529949" y="1806904"/>
                    </a:lnTo>
                    <a:lnTo>
                      <a:pt x="529314" y="1806904"/>
                    </a:lnTo>
                    <a:lnTo>
                      <a:pt x="526776" y="1808173"/>
                    </a:lnTo>
                    <a:lnTo>
                      <a:pt x="525506" y="1808173"/>
                    </a:lnTo>
                    <a:lnTo>
                      <a:pt x="525506" y="1808808"/>
                    </a:lnTo>
                    <a:lnTo>
                      <a:pt x="526141" y="1810077"/>
                    </a:lnTo>
                    <a:lnTo>
                      <a:pt x="526141" y="1810712"/>
                    </a:lnTo>
                    <a:lnTo>
                      <a:pt x="526141" y="1811347"/>
                    </a:lnTo>
                    <a:lnTo>
                      <a:pt x="526141" y="1812616"/>
                    </a:lnTo>
                    <a:lnTo>
                      <a:pt x="526141" y="1813886"/>
                    </a:lnTo>
                    <a:lnTo>
                      <a:pt x="526776" y="1814520"/>
                    </a:lnTo>
                    <a:lnTo>
                      <a:pt x="527410" y="1814520"/>
                    </a:lnTo>
                    <a:lnTo>
                      <a:pt x="528045" y="1813251"/>
                    </a:lnTo>
                    <a:lnTo>
                      <a:pt x="529949" y="1811347"/>
                    </a:lnTo>
                    <a:lnTo>
                      <a:pt x="532488" y="1810712"/>
                    </a:lnTo>
                    <a:lnTo>
                      <a:pt x="536930" y="1811981"/>
                    </a:lnTo>
                    <a:lnTo>
                      <a:pt x="538834" y="1813251"/>
                    </a:lnTo>
                    <a:lnTo>
                      <a:pt x="540104" y="1813251"/>
                    </a:lnTo>
                    <a:lnTo>
                      <a:pt x="541373" y="1812616"/>
                    </a:lnTo>
                    <a:lnTo>
                      <a:pt x="542642" y="1812616"/>
                    </a:lnTo>
                    <a:lnTo>
                      <a:pt x="543912" y="1812616"/>
                    </a:lnTo>
                    <a:lnTo>
                      <a:pt x="547085" y="1813886"/>
                    </a:lnTo>
                    <a:lnTo>
                      <a:pt x="547720" y="1814520"/>
                    </a:lnTo>
                    <a:lnTo>
                      <a:pt x="548354" y="1815155"/>
                    </a:lnTo>
                    <a:lnTo>
                      <a:pt x="548989" y="1816424"/>
                    </a:lnTo>
                    <a:lnTo>
                      <a:pt x="549624" y="1817693"/>
                    </a:lnTo>
                    <a:lnTo>
                      <a:pt x="549624" y="1817693"/>
                    </a:lnTo>
                    <a:lnTo>
                      <a:pt x="549624" y="1818328"/>
                    </a:lnTo>
                    <a:lnTo>
                      <a:pt x="549624" y="1818328"/>
                    </a:lnTo>
                    <a:lnTo>
                      <a:pt x="550258" y="1817693"/>
                    </a:lnTo>
                    <a:lnTo>
                      <a:pt x="551528" y="1819597"/>
                    </a:lnTo>
                    <a:lnTo>
                      <a:pt x="553432" y="1819597"/>
                    </a:lnTo>
                    <a:lnTo>
                      <a:pt x="555336" y="1818963"/>
                    </a:lnTo>
                    <a:lnTo>
                      <a:pt x="556605" y="1819597"/>
                    </a:lnTo>
                    <a:lnTo>
                      <a:pt x="556605" y="1818963"/>
                    </a:lnTo>
                    <a:lnTo>
                      <a:pt x="556605" y="1818328"/>
                    </a:lnTo>
                    <a:lnTo>
                      <a:pt x="556605" y="1817693"/>
                    </a:lnTo>
                    <a:lnTo>
                      <a:pt x="556605" y="1817059"/>
                    </a:lnTo>
                    <a:lnTo>
                      <a:pt x="557240" y="1817693"/>
                    </a:lnTo>
                    <a:lnTo>
                      <a:pt x="560413" y="1820867"/>
                    </a:lnTo>
                    <a:lnTo>
                      <a:pt x="562952" y="1818328"/>
                    </a:lnTo>
                    <a:lnTo>
                      <a:pt x="563586" y="1817059"/>
                    </a:lnTo>
                    <a:lnTo>
                      <a:pt x="562952" y="1815155"/>
                    </a:lnTo>
                    <a:lnTo>
                      <a:pt x="564856" y="1813251"/>
                    </a:lnTo>
                    <a:lnTo>
                      <a:pt x="565491" y="1809443"/>
                    </a:lnTo>
                    <a:lnTo>
                      <a:pt x="567395" y="1807539"/>
                    </a:lnTo>
                    <a:lnTo>
                      <a:pt x="571203" y="1806904"/>
                    </a:lnTo>
                    <a:lnTo>
                      <a:pt x="572472" y="1806904"/>
                    </a:lnTo>
                    <a:close/>
                    <a:moveTo>
                      <a:pt x="439191" y="1787864"/>
                    </a:moveTo>
                    <a:lnTo>
                      <a:pt x="439191" y="1787864"/>
                    </a:lnTo>
                    <a:lnTo>
                      <a:pt x="439191" y="1787864"/>
                    </a:lnTo>
                    <a:lnTo>
                      <a:pt x="438557" y="1788499"/>
                    </a:lnTo>
                    <a:lnTo>
                      <a:pt x="438557" y="1789133"/>
                    </a:lnTo>
                    <a:lnTo>
                      <a:pt x="439191" y="1789768"/>
                    </a:lnTo>
                    <a:lnTo>
                      <a:pt x="439826" y="1790403"/>
                    </a:lnTo>
                    <a:lnTo>
                      <a:pt x="439826" y="1789768"/>
                    </a:lnTo>
                    <a:lnTo>
                      <a:pt x="440461" y="1789133"/>
                    </a:lnTo>
                    <a:lnTo>
                      <a:pt x="439191" y="1787864"/>
                    </a:lnTo>
                    <a:close/>
                    <a:moveTo>
                      <a:pt x="608648" y="1830387"/>
                    </a:moveTo>
                    <a:lnTo>
                      <a:pt x="608648" y="1829117"/>
                    </a:lnTo>
                    <a:lnTo>
                      <a:pt x="608648" y="1827848"/>
                    </a:lnTo>
                    <a:lnTo>
                      <a:pt x="609283" y="1827213"/>
                    </a:lnTo>
                    <a:lnTo>
                      <a:pt x="609283" y="1826579"/>
                    </a:lnTo>
                    <a:lnTo>
                      <a:pt x="609283" y="1825310"/>
                    </a:lnTo>
                    <a:lnTo>
                      <a:pt x="609917" y="1824040"/>
                    </a:lnTo>
                    <a:lnTo>
                      <a:pt x="609917" y="1823406"/>
                    </a:lnTo>
                    <a:lnTo>
                      <a:pt x="609283" y="1822136"/>
                    </a:lnTo>
                    <a:lnTo>
                      <a:pt x="608013" y="1820867"/>
                    </a:lnTo>
                    <a:lnTo>
                      <a:pt x="606109" y="1820867"/>
                    </a:lnTo>
                    <a:lnTo>
                      <a:pt x="605475" y="1820867"/>
                    </a:lnTo>
                    <a:lnTo>
                      <a:pt x="604840" y="1821501"/>
                    </a:lnTo>
                    <a:lnTo>
                      <a:pt x="605475" y="1821501"/>
                    </a:lnTo>
                    <a:lnTo>
                      <a:pt x="605475" y="1822136"/>
                    </a:lnTo>
                    <a:lnTo>
                      <a:pt x="604205" y="1820867"/>
                    </a:lnTo>
                    <a:lnTo>
                      <a:pt x="603571" y="1819597"/>
                    </a:lnTo>
                    <a:lnTo>
                      <a:pt x="602301" y="1818963"/>
                    </a:lnTo>
                    <a:lnTo>
                      <a:pt x="600397" y="1819597"/>
                    </a:lnTo>
                    <a:lnTo>
                      <a:pt x="600397" y="1818963"/>
                    </a:lnTo>
                    <a:lnTo>
                      <a:pt x="600397" y="1818328"/>
                    </a:lnTo>
                    <a:lnTo>
                      <a:pt x="601032" y="1817693"/>
                    </a:lnTo>
                    <a:lnTo>
                      <a:pt x="601667" y="1817059"/>
                    </a:lnTo>
                    <a:lnTo>
                      <a:pt x="598493" y="1815790"/>
                    </a:lnTo>
                    <a:lnTo>
                      <a:pt x="598493" y="1815155"/>
                    </a:lnTo>
                    <a:lnTo>
                      <a:pt x="599763" y="1815155"/>
                    </a:lnTo>
                    <a:lnTo>
                      <a:pt x="601032" y="1813886"/>
                    </a:lnTo>
                    <a:lnTo>
                      <a:pt x="601667" y="1812616"/>
                    </a:lnTo>
                    <a:lnTo>
                      <a:pt x="602936" y="1811981"/>
                    </a:lnTo>
                    <a:lnTo>
                      <a:pt x="604205" y="1811981"/>
                    </a:lnTo>
                    <a:lnTo>
                      <a:pt x="605475" y="1812616"/>
                    </a:lnTo>
                    <a:lnTo>
                      <a:pt x="606744" y="1812616"/>
                    </a:lnTo>
                    <a:lnTo>
                      <a:pt x="608013" y="1810712"/>
                    </a:lnTo>
                    <a:lnTo>
                      <a:pt x="607379" y="1810077"/>
                    </a:lnTo>
                    <a:lnTo>
                      <a:pt x="607379" y="1808808"/>
                    </a:lnTo>
                    <a:lnTo>
                      <a:pt x="608013" y="1807539"/>
                    </a:lnTo>
                    <a:lnTo>
                      <a:pt x="608648" y="1806269"/>
                    </a:lnTo>
                    <a:lnTo>
                      <a:pt x="609283" y="1805635"/>
                    </a:lnTo>
                    <a:lnTo>
                      <a:pt x="608648" y="1804366"/>
                    </a:lnTo>
                    <a:lnTo>
                      <a:pt x="607379" y="1803731"/>
                    </a:lnTo>
                    <a:lnTo>
                      <a:pt x="606109" y="1803731"/>
                    </a:lnTo>
                    <a:lnTo>
                      <a:pt x="604840" y="1803731"/>
                    </a:lnTo>
                    <a:lnTo>
                      <a:pt x="604205" y="1804366"/>
                    </a:lnTo>
                    <a:lnTo>
                      <a:pt x="602936" y="1805635"/>
                    </a:lnTo>
                    <a:lnTo>
                      <a:pt x="602301" y="1805635"/>
                    </a:lnTo>
                    <a:lnTo>
                      <a:pt x="601667" y="1805000"/>
                    </a:lnTo>
                    <a:lnTo>
                      <a:pt x="600397" y="1803731"/>
                    </a:lnTo>
                    <a:lnTo>
                      <a:pt x="597859" y="1802461"/>
                    </a:lnTo>
                    <a:lnTo>
                      <a:pt x="596589" y="1802461"/>
                    </a:lnTo>
                    <a:lnTo>
                      <a:pt x="595320" y="1802461"/>
                    </a:lnTo>
                    <a:lnTo>
                      <a:pt x="594051" y="1803096"/>
                    </a:lnTo>
                    <a:lnTo>
                      <a:pt x="593416" y="1803731"/>
                    </a:lnTo>
                    <a:lnTo>
                      <a:pt x="592781" y="1806269"/>
                    </a:lnTo>
                    <a:lnTo>
                      <a:pt x="593416" y="1809443"/>
                    </a:lnTo>
                    <a:lnTo>
                      <a:pt x="595955" y="1813251"/>
                    </a:lnTo>
                    <a:lnTo>
                      <a:pt x="593416" y="1812616"/>
                    </a:lnTo>
                    <a:lnTo>
                      <a:pt x="592147" y="1812616"/>
                    </a:lnTo>
                    <a:lnTo>
                      <a:pt x="590877" y="1813251"/>
                    </a:lnTo>
                    <a:lnTo>
                      <a:pt x="590243" y="1814520"/>
                    </a:lnTo>
                    <a:lnTo>
                      <a:pt x="590243" y="1816424"/>
                    </a:lnTo>
                    <a:lnTo>
                      <a:pt x="590877" y="1817693"/>
                    </a:lnTo>
                    <a:lnTo>
                      <a:pt x="592781" y="1819597"/>
                    </a:lnTo>
                    <a:lnTo>
                      <a:pt x="593416" y="1820867"/>
                    </a:lnTo>
                    <a:lnTo>
                      <a:pt x="591512" y="1820867"/>
                    </a:lnTo>
                    <a:lnTo>
                      <a:pt x="586435" y="1818328"/>
                    </a:lnTo>
                    <a:lnTo>
                      <a:pt x="585165" y="1817059"/>
                    </a:lnTo>
                    <a:lnTo>
                      <a:pt x="584531" y="1815790"/>
                    </a:lnTo>
                    <a:lnTo>
                      <a:pt x="584531" y="1814520"/>
                    </a:lnTo>
                    <a:lnTo>
                      <a:pt x="583896" y="1813886"/>
                    </a:lnTo>
                    <a:lnTo>
                      <a:pt x="582627" y="1813886"/>
                    </a:lnTo>
                    <a:lnTo>
                      <a:pt x="580723" y="1814520"/>
                    </a:lnTo>
                    <a:lnTo>
                      <a:pt x="579453" y="1815790"/>
                    </a:lnTo>
                    <a:lnTo>
                      <a:pt x="579453" y="1817693"/>
                    </a:lnTo>
                    <a:lnTo>
                      <a:pt x="580088" y="1818963"/>
                    </a:lnTo>
                    <a:lnTo>
                      <a:pt x="581357" y="1819597"/>
                    </a:lnTo>
                    <a:lnTo>
                      <a:pt x="583261" y="1819597"/>
                    </a:lnTo>
                    <a:lnTo>
                      <a:pt x="584531" y="1820232"/>
                    </a:lnTo>
                    <a:lnTo>
                      <a:pt x="584531" y="1820867"/>
                    </a:lnTo>
                    <a:lnTo>
                      <a:pt x="581357" y="1821501"/>
                    </a:lnTo>
                    <a:lnTo>
                      <a:pt x="581357" y="1822136"/>
                    </a:lnTo>
                    <a:lnTo>
                      <a:pt x="581357" y="1822771"/>
                    </a:lnTo>
                    <a:lnTo>
                      <a:pt x="580723" y="1822771"/>
                    </a:lnTo>
                    <a:lnTo>
                      <a:pt x="579453" y="1822136"/>
                    </a:lnTo>
                    <a:lnTo>
                      <a:pt x="578819" y="1823406"/>
                    </a:lnTo>
                    <a:lnTo>
                      <a:pt x="578184" y="1824675"/>
                    </a:lnTo>
                    <a:lnTo>
                      <a:pt x="577549" y="1825310"/>
                    </a:lnTo>
                    <a:lnTo>
                      <a:pt x="576280" y="1825944"/>
                    </a:lnTo>
                    <a:lnTo>
                      <a:pt x="571203" y="1827848"/>
                    </a:lnTo>
                    <a:lnTo>
                      <a:pt x="569933" y="1829752"/>
                    </a:lnTo>
                    <a:lnTo>
                      <a:pt x="568029" y="1834195"/>
                    </a:lnTo>
                    <a:lnTo>
                      <a:pt x="568029" y="1834830"/>
                    </a:lnTo>
                    <a:lnTo>
                      <a:pt x="569299" y="1835464"/>
                    </a:lnTo>
                    <a:lnTo>
                      <a:pt x="571203" y="1835464"/>
                    </a:lnTo>
                    <a:lnTo>
                      <a:pt x="571837" y="1835464"/>
                    </a:lnTo>
                    <a:lnTo>
                      <a:pt x="572472" y="1834195"/>
                    </a:lnTo>
                    <a:lnTo>
                      <a:pt x="573107" y="1832926"/>
                    </a:lnTo>
                    <a:lnTo>
                      <a:pt x="573741" y="1832291"/>
                    </a:lnTo>
                    <a:lnTo>
                      <a:pt x="580723" y="1825944"/>
                    </a:lnTo>
                    <a:lnTo>
                      <a:pt x="580723" y="1826579"/>
                    </a:lnTo>
                    <a:lnTo>
                      <a:pt x="579453" y="1828483"/>
                    </a:lnTo>
                    <a:lnTo>
                      <a:pt x="578819" y="1830387"/>
                    </a:lnTo>
                    <a:lnTo>
                      <a:pt x="578819" y="1832291"/>
                    </a:lnTo>
                    <a:lnTo>
                      <a:pt x="578819" y="1834195"/>
                    </a:lnTo>
                    <a:lnTo>
                      <a:pt x="578819" y="1834830"/>
                    </a:lnTo>
                    <a:lnTo>
                      <a:pt x="577549" y="1834830"/>
                    </a:lnTo>
                    <a:lnTo>
                      <a:pt x="576915" y="1835464"/>
                    </a:lnTo>
                    <a:lnTo>
                      <a:pt x="577549" y="1836734"/>
                    </a:lnTo>
                    <a:lnTo>
                      <a:pt x="578184" y="1837368"/>
                    </a:lnTo>
                    <a:lnTo>
                      <a:pt x="579453" y="1837368"/>
                    </a:lnTo>
                    <a:lnTo>
                      <a:pt x="580723" y="1836734"/>
                    </a:lnTo>
                    <a:lnTo>
                      <a:pt x="582627" y="1835464"/>
                    </a:lnTo>
                    <a:lnTo>
                      <a:pt x="584531" y="1838637"/>
                    </a:lnTo>
                    <a:lnTo>
                      <a:pt x="585165" y="1838003"/>
                    </a:lnTo>
                    <a:lnTo>
                      <a:pt x="585800" y="1836734"/>
                    </a:lnTo>
                    <a:lnTo>
                      <a:pt x="585800" y="1835464"/>
                    </a:lnTo>
                    <a:lnTo>
                      <a:pt x="585165" y="1834830"/>
                    </a:lnTo>
                    <a:lnTo>
                      <a:pt x="585165" y="1834195"/>
                    </a:lnTo>
                    <a:lnTo>
                      <a:pt x="585800" y="1832926"/>
                    </a:lnTo>
                    <a:lnTo>
                      <a:pt x="587069" y="1831656"/>
                    </a:lnTo>
                    <a:lnTo>
                      <a:pt x="587704" y="1831656"/>
                    </a:lnTo>
                    <a:lnTo>
                      <a:pt x="588339" y="1832291"/>
                    </a:lnTo>
                    <a:lnTo>
                      <a:pt x="588973" y="1832926"/>
                    </a:lnTo>
                    <a:lnTo>
                      <a:pt x="589608" y="1833560"/>
                    </a:lnTo>
                    <a:lnTo>
                      <a:pt x="590243" y="1833560"/>
                    </a:lnTo>
                    <a:lnTo>
                      <a:pt x="590877" y="1832926"/>
                    </a:lnTo>
                    <a:lnTo>
                      <a:pt x="592147" y="1832926"/>
                    </a:lnTo>
                    <a:lnTo>
                      <a:pt x="592781" y="1832926"/>
                    </a:lnTo>
                    <a:lnTo>
                      <a:pt x="592781" y="1832291"/>
                    </a:lnTo>
                    <a:lnTo>
                      <a:pt x="593416" y="1832291"/>
                    </a:lnTo>
                    <a:lnTo>
                      <a:pt x="594051" y="1832926"/>
                    </a:lnTo>
                    <a:lnTo>
                      <a:pt x="594051" y="1833560"/>
                    </a:lnTo>
                    <a:lnTo>
                      <a:pt x="594051" y="1834830"/>
                    </a:lnTo>
                    <a:lnTo>
                      <a:pt x="599763" y="1831021"/>
                    </a:lnTo>
                    <a:lnTo>
                      <a:pt x="602301" y="1830387"/>
                    </a:lnTo>
                    <a:lnTo>
                      <a:pt x="602301" y="1834195"/>
                    </a:lnTo>
                    <a:lnTo>
                      <a:pt x="603571" y="1833560"/>
                    </a:lnTo>
                    <a:lnTo>
                      <a:pt x="605475" y="1832926"/>
                    </a:lnTo>
                    <a:lnTo>
                      <a:pt x="606744" y="1831656"/>
                    </a:lnTo>
                    <a:lnTo>
                      <a:pt x="606109" y="1831021"/>
                    </a:lnTo>
                    <a:lnTo>
                      <a:pt x="608648" y="1830387"/>
                    </a:lnTo>
                    <a:close/>
                    <a:moveTo>
                      <a:pt x="463943" y="1768824"/>
                    </a:moveTo>
                    <a:lnTo>
                      <a:pt x="462039" y="1769459"/>
                    </a:lnTo>
                    <a:lnTo>
                      <a:pt x="460135" y="1770728"/>
                    </a:lnTo>
                    <a:lnTo>
                      <a:pt x="458866" y="1771363"/>
                    </a:lnTo>
                    <a:lnTo>
                      <a:pt x="458866" y="1771997"/>
                    </a:lnTo>
                    <a:lnTo>
                      <a:pt x="459501" y="1773901"/>
                    </a:lnTo>
                    <a:lnTo>
                      <a:pt x="460135" y="1775805"/>
                    </a:lnTo>
                    <a:lnTo>
                      <a:pt x="460770" y="1777074"/>
                    </a:lnTo>
                    <a:lnTo>
                      <a:pt x="463943" y="1777709"/>
                    </a:lnTo>
                    <a:lnTo>
                      <a:pt x="466482" y="1775171"/>
                    </a:lnTo>
                    <a:lnTo>
                      <a:pt x="467117" y="1771363"/>
                    </a:lnTo>
                    <a:lnTo>
                      <a:pt x="465213" y="1770093"/>
                    </a:lnTo>
                    <a:lnTo>
                      <a:pt x="463943" y="1768824"/>
                    </a:lnTo>
                    <a:close/>
                    <a:moveTo>
                      <a:pt x="171361" y="1579692"/>
                    </a:moveTo>
                    <a:lnTo>
                      <a:pt x="170726" y="1578423"/>
                    </a:lnTo>
                    <a:lnTo>
                      <a:pt x="168822" y="1577154"/>
                    </a:lnTo>
                    <a:lnTo>
                      <a:pt x="168187" y="1580327"/>
                    </a:lnTo>
                    <a:lnTo>
                      <a:pt x="169457" y="1582231"/>
                    </a:lnTo>
                    <a:lnTo>
                      <a:pt x="171361" y="1582866"/>
                    </a:lnTo>
                    <a:lnTo>
                      <a:pt x="173899" y="1582231"/>
                    </a:lnTo>
                    <a:lnTo>
                      <a:pt x="173265" y="1580962"/>
                    </a:lnTo>
                    <a:lnTo>
                      <a:pt x="171361" y="1579692"/>
                    </a:lnTo>
                    <a:close/>
                    <a:moveTo>
                      <a:pt x="83776" y="1492108"/>
                    </a:moveTo>
                    <a:lnTo>
                      <a:pt x="82507" y="1492108"/>
                    </a:lnTo>
                    <a:lnTo>
                      <a:pt x="81238" y="1492743"/>
                    </a:lnTo>
                    <a:lnTo>
                      <a:pt x="80603" y="1493378"/>
                    </a:lnTo>
                    <a:lnTo>
                      <a:pt x="81238" y="1494012"/>
                    </a:lnTo>
                    <a:lnTo>
                      <a:pt x="85680" y="1497185"/>
                    </a:lnTo>
                    <a:lnTo>
                      <a:pt x="85680" y="1495281"/>
                    </a:lnTo>
                    <a:lnTo>
                      <a:pt x="83776" y="1492108"/>
                    </a:lnTo>
                    <a:close/>
                    <a:moveTo>
                      <a:pt x="436653" y="1808173"/>
                    </a:moveTo>
                    <a:lnTo>
                      <a:pt x="435383" y="1808808"/>
                    </a:lnTo>
                    <a:lnTo>
                      <a:pt x="434749" y="1809443"/>
                    </a:lnTo>
                    <a:lnTo>
                      <a:pt x="434749" y="1810712"/>
                    </a:lnTo>
                    <a:lnTo>
                      <a:pt x="434749" y="1811347"/>
                    </a:lnTo>
                    <a:lnTo>
                      <a:pt x="433479" y="1813251"/>
                    </a:lnTo>
                    <a:lnTo>
                      <a:pt x="432845" y="1813886"/>
                    </a:lnTo>
                    <a:lnTo>
                      <a:pt x="432210" y="1815790"/>
                    </a:lnTo>
                    <a:lnTo>
                      <a:pt x="433479" y="1815790"/>
                    </a:lnTo>
                    <a:lnTo>
                      <a:pt x="436018" y="1813886"/>
                    </a:lnTo>
                    <a:lnTo>
                      <a:pt x="437287" y="1813886"/>
                    </a:lnTo>
                    <a:lnTo>
                      <a:pt x="438557" y="1813886"/>
                    </a:lnTo>
                    <a:lnTo>
                      <a:pt x="439191" y="1813251"/>
                    </a:lnTo>
                    <a:lnTo>
                      <a:pt x="439191" y="1810712"/>
                    </a:lnTo>
                    <a:lnTo>
                      <a:pt x="437287" y="1808173"/>
                    </a:lnTo>
                    <a:lnTo>
                      <a:pt x="436653" y="1808173"/>
                    </a:lnTo>
                    <a:close/>
                    <a:moveTo>
                      <a:pt x="1836733" y="1588578"/>
                    </a:moveTo>
                    <a:lnTo>
                      <a:pt x="1836733" y="1587943"/>
                    </a:lnTo>
                    <a:lnTo>
                      <a:pt x="1836733" y="1587309"/>
                    </a:lnTo>
                    <a:lnTo>
                      <a:pt x="1836733" y="1587309"/>
                    </a:lnTo>
                    <a:lnTo>
                      <a:pt x="1836099" y="1586674"/>
                    </a:lnTo>
                    <a:lnTo>
                      <a:pt x="1834195" y="1586674"/>
                    </a:lnTo>
                    <a:lnTo>
                      <a:pt x="1831656" y="1587943"/>
                    </a:lnTo>
                    <a:lnTo>
                      <a:pt x="1831656" y="1588578"/>
                    </a:lnTo>
                    <a:lnTo>
                      <a:pt x="1832291" y="1589212"/>
                    </a:lnTo>
                    <a:lnTo>
                      <a:pt x="1833560" y="1589847"/>
                    </a:lnTo>
                    <a:lnTo>
                      <a:pt x="1834829" y="1591116"/>
                    </a:lnTo>
                    <a:lnTo>
                      <a:pt x="1835464" y="1591751"/>
                    </a:lnTo>
                    <a:lnTo>
                      <a:pt x="1836099" y="1591116"/>
                    </a:lnTo>
                    <a:lnTo>
                      <a:pt x="1836733" y="1590482"/>
                    </a:lnTo>
                    <a:lnTo>
                      <a:pt x="1837368" y="1589847"/>
                    </a:lnTo>
                    <a:lnTo>
                      <a:pt x="1837368" y="1589212"/>
                    </a:lnTo>
                    <a:lnTo>
                      <a:pt x="1836733" y="1588578"/>
                    </a:lnTo>
                    <a:close/>
                    <a:moveTo>
                      <a:pt x="303372" y="1695202"/>
                    </a:moveTo>
                    <a:lnTo>
                      <a:pt x="304007" y="1695837"/>
                    </a:lnTo>
                    <a:lnTo>
                      <a:pt x="305276" y="1696472"/>
                    </a:lnTo>
                    <a:lnTo>
                      <a:pt x="306545" y="1696472"/>
                    </a:lnTo>
                    <a:lnTo>
                      <a:pt x="307815" y="1696472"/>
                    </a:lnTo>
                    <a:lnTo>
                      <a:pt x="307815" y="1695837"/>
                    </a:lnTo>
                    <a:lnTo>
                      <a:pt x="309084" y="1695202"/>
                    </a:lnTo>
                    <a:lnTo>
                      <a:pt x="310353" y="1695202"/>
                    </a:lnTo>
                    <a:lnTo>
                      <a:pt x="310988" y="1694567"/>
                    </a:lnTo>
                    <a:lnTo>
                      <a:pt x="311623" y="1693298"/>
                    </a:lnTo>
                    <a:lnTo>
                      <a:pt x="311623" y="1691394"/>
                    </a:lnTo>
                    <a:lnTo>
                      <a:pt x="310988" y="1690125"/>
                    </a:lnTo>
                    <a:lnTo>
                      <a:pt x="309084" y="1688221"/>
                    </a:lnTo>
                    <a:lnTo>
                      <a:pt x="308449" y="1687586"/>
                    </a:lnTo>
                    <a:lnTo>
                      <a:pt x="308449" y="1687586"/>
                    </a:lnTo>
                    <a:lnTo>
                      <a:pt x="308449" y="1686952"/>
                    </a:lnTo>
                    <a:lnTo>
                      <a:pt x="307180" y="1686952"/>
                    </a:lnTo>
                    <a:lnTo>
                      <a:pt x="305911" y="1686952"/>
                    </a:lnTo>
                    <a:lnTo>
                      <a:pt x="305276" y="1686952"/>
                    </a:lnTo>
                    <a:lnTo>
                      <a:pt x="304641" y="1687586"/>
                    </a:lnTo>
                    <a:lnTo>
                      <a:pt x="304007" y="1688856"/>
                    </a:lnTo>
                    <a:lnTo>
                      <a:pt x="303372" y="1689490"/>
                    </a:lnTo>
                    <a:lnTo>
                      <a:pt x="302737" y="1690125"/>
                    </a:lnTo>
                    <a:lnTo>
                      <a:pt x="302737" y="1691394"/>
                    </a:lnTo>
                    <a:lnTo>
                      <a:pt x="302737" y="1692029"/>
                    </a:lnTo>
                    <a:lnTo>
                      <a:pt x="303372" y="1695202"/>
                    </a:lnTo>
                    <a:close/>
                    <a:moveTo>
                      <a:pt x="27291" y="1452759"/>
                    </a:moveTo>
                    <a:lnTo>
                      <a:pt x="29195" y="1452759"/>
                    </a:lnTo>
                    <a:lnTo>
                      <a:pt x="29829" y="1452759"/>
                    </a:lnTo>
                    <a:lnTo>
                      <a:pt x="29829" y="1453393"/>
                    </a:lnTo>
                    <a:lnTo>
                      <a:pt x="29829" y="1455932"/>
                    </a:lnTo>
                    <a:lnTo>
                      <a:pt x="30464" y="1457836"/>
                    </a:lnTo>
                    <a:lnTo>
                      <a:pt x="31099" y="1458471"/>
                    </a:lnTo>
                    <a:lnTo>
                      <a:pt x="32368" y="1458471"/>
                    </a:lnTo>
                    <a:lnTo>
                      <a:pt x="33637" y="1459105"/>
                    </a:lnTo>
                    <a:lnTo>
                      <a:pt x="34272" y="1458471"/>
                    </a:lnTo>
                    <a:lnTo>
                      <a:pt x="33637" y="1457201"/>
                    </a:lnTo>
                    <a:lnTo>
                      <a:pt x="34907" y="1455932"/>
                    </a:lnTo>
                    <a:lnTo>
                      <a:pt x="35541" y="1455932"/>
                    </a:lnTo>
                    <a:lnTo>
                      <a:pt x="34907" y="1456566"/>
                    </a:lnTo>
                    <a:lnTo>
                      <a:pt x="35541" y="1456566"/>
                    </a:lnTo>
                    <a:lnTo>
                      <a:pt x="36811" y="1455297"/>
                    </a:lnTo>
                    <a:lnTo>
                      <a:pt x="38080" y="1454662"/>
                    </a:lnTo>
                    <a:lnTo>
                      <a:pt x="39350" y="1454662"/>
                    </a:lnTo>
                    <a:lnTo>
                      <a:pt x="40619" y="1455297"/>
                    </a:lnTo>
                    <a:lnTo>
                      <a:pt x="41254" y="1456566"/>
                    </a:lnTo>
                    <a:lnTo>
                      <a:pt x="41888" y="1457836"/>
                    </a:lnTo>
                    <a:lnTo>
                      <a:pt x="42523" y="1460375"/>
                    </a:lnTo>
                    <a:lnTo>
                      <a:pt x="43158" y="1459740"/>
                    </a:lnTo>
                    <a:lnTo>
                      <a:pt x="44427" y="1459740"/>
                    </a:lnTo>
                    <a:lnTo>
                      <a:pt x="46966" y="1460375"/>
                    </a:lnTo>
                    <a:lnTo>
                      <a:pt x="49504" y="1461644"/>
                    </a:lnTo>
                    <a:lnTo>
                      <a:pt x="50774" y="1461644"/>
                    </a:lnTo>
                    <a:lnTo>
                      <a:pt x="52043" y="1460375"/>
                    </a:lnTo>
                    <a:lnTo>
                      <a:pt x="49504" y="1459740"/>
                    </a:lnTo>
                    <a:lnTo>
                      <a:pt x="46966" y="1457836"/>
                    </a:lnTo>
                    <a:lnTo>
                      <a:pt x="44427" y="1455932"/>
                    </a:lnTo>
                    <a:lnTo>
                      <a:pt x="43158" y="1453393"/>
                    </a:lnTo>
                    <a:lnTo>
                      <a:pt x="45696" y="1453393"/>
                    </a:lnTo>
                    <a:lnTo>
                      <a:pt x="46966" y="1453393"/>
                    </a:lnTo>
                    <a:lnTo>
                      <a:pt x="48235" y="1452759"/>
                    </a:lnTo>
                    <a:lnTo>
                      <a:pt x="48870" y="1451489"/>
                    </a:lnTo>
                    <a:lnTo>
                      <a:pt x="46331" y="1450220"/>
                    </a:lnTo>
                    <a:lnTo>
                      <a:pt x="44427" y="1448316"/>
                    </a:lnTo>
                    <a:lnTo>
                      <a:pt x="44427" y="1447046"/>
                    </a:lnTo>
                    <a:lnTo>
                      <a:pt x="42523" y="1447046"/>
                    </a:lnTo>
                    <a:lnTo>
                      <a:pt x="38080" y="1447681"/>
                    </a:lnTo>
                    <a:lnTo>
                      <a:pt x="38715" y="1447046"/>
                    </a:lnTo>
                    <a:lnTo>
                      <a:pt x="38715" y="1446412"/>
                    </a:lnTo>
                    <a:lnTo>
                      <a:pt x="38080" y="1445777"/>
                    </a:lnTo>
                    <a:lnTo>
                      <a:pt x="37445" y="1445777"/>
                    </a:lnTo>
                    <a:lnTo>
                      <a:pt x="39984" y="1444508"/>
                    </a:lnTo>
                    <a:lnTo>
                      <a:pt x="41254" y="1443873"/>
                    </a:lnTo>
                    <a:lnTo>
                      <a:pt x="41254" y="1443238"/>
                    </a:lnTo>
                    <a:lnTo>
                      <a:pt x="40619" y="1442604"/>
                    </a:lnTo>
                    <a:lnTo>
                      <a:pt x="39984" y="1440065"/>
                    </a:lnTo>
                    <a:lnTo>
                      <a:pt x="39984" y="1438796"/>
                    </a:lnTo>
                    <a:lnTo>
                      <a:pt x="34272" y="1435622"/>
                    </a:lnTo>
                    <a:lnTo>
                      <a:pt x="33003" y="1435622"/>
                    </a:lnTo>
                    <a:lnTo>
                      <a:pt x="29829" y="1435622"/>
                    </a:lnTo>
                    <a:lnTo>
                      <a:pt x="29195" y="1434988"/>
                    </a:lnTo>
                    <a:lnTo>
                      <a:pt x="28560" y="1433718"/>
                    </a:lnTo>
                    <a:lnTo>
                      <a:pt x="27925" y="1433718"/>
                    </a:lnTo>
                    <a:lnTo>
                      <a:pt x="27925" y="1433084"/>
                    </a:lnTo>
                    <a:lnTo>
                      <a:pt x="27925" y="1432449"/>
                    </a:lnTo>
                    <a:lnTo>
                      <a:pt x="27925" y="1431815"/>
                    </a:lnTo>
                    <a:lnTo>
                      <a:pt x="27925" y="1431180"/>
                    </a:lnTo>
                    <a:lnTo>
                      <a:pt x="21579" y="1426102"/>
                    </a:lnTo>
                    <a:lnTo>
                      <a:pt x="20944" y="1425468"/>
                    </a:lnTo>
                    <a:lnTo>
                      <a:pt x="19675" y="1426102"/>
                    </a:lnTo>
                    <a:lnTo>
                      <a:pt x="18405" y="1426102"/>
                    </a:lnTo>
                    <a:lnTo>
                      <a:pt x="14597" y="1422929"/>
                    </a:lnTo>
                    <a:lnTo>
                      <a:pt x="8251" y="1422929"/>
                    </a:lnTo>
                    <a:lnTo>
                      <a:pt x="6347" y="1424198"/>
                    </a:lnTo>
                    <a:lnTo>
                      <a:pt x="6347" y="1423564"/>
                    </a:lnTo>
                    <a:lnTo>
                      <a:pt x="0" y="1424833"/>
                    </a:lnTo>
                    <a:lnTo>
                      <a:pt x="635" y="1426102"/>
                    </a:lnTo>
                    <a:lnTo>
                      <a:pt x="2539" y="1426737"/>
                    </a:lnTo>
                    <a:lnTo>
                      <a:pt x="3173" y="1428006"/>
                    </a:lnTo>
                    <a:lnTo>
                      <a:pt x="3808" y="1428641"/>
                    </a:lnTo>
                    <a:lnTo>
                      <a:pt x="7616" y="1429276"/>
                    </a:lnTo>
                    <a:lnTo>
                      <a:pt x="9520" y="1430545"/>
                    </a:lnTo>
                    <a:lnTo>
                      <a:pt x="10155" y="1431180"/>
                    </a:lnTo>
                    <a:lnTo>
                      <a:pt x="10155" y="1432449"/>
                    </a:lnTo>
                    <a:lnTo>
                      <a:pt x="6981" y="1434988"/>
                    </a:lnTo>
                    <a:lnTo>
                      <a:pt x="6347" y="1435622"/>
                    </a:lnTo>
                    <a:lnTo>
                      <a:pt x="6981" y="1436257"/>
                    </a:lnTo>
                    <a:lnTo>
                      <a:pt x="11424" y="1437526"/>
                    </a:lnTo>
                    <a:lnTo>
                      <a:pt x="13328" y="1438796"/>
                    </a:lnTo>
                    <a:lnTo>
                      <a:pt x="13963" y="1438796"/>
                    </a:lnTo>
                    <a:lnTo>
                      <a:pt x="16501" y="1438796"/>
                    </a:lnTo>
                    <a:lnTo>
                      <a:pt x="17136" y="1438796"/>
                    </a:lnTo>
                    <a:lnTo>
                      <a:pt x="17771" y="1439431"/>
                    </a:lnTo>
                    <a:lnTo>
                      <a:pt x="17136" y="1440065"/>
                    </a:lnTo>
                    <a:lnTo>
                      <a:pt x="14597" y="1441969"/>
                    </a:lnTo>
                    <a:lnTo>
                      <a:pt x="12693" y="1444508"/>
                    </a:lnTo>
                    <a:lnTo>
                      <a:pt x="11424" y="1445142"/>
                    </a:lnTo>
                    <a:lnTo>
                      <a:pt x="10155" y="1445142"/>
                    </a:lnTo>
                    <a:lnTo>
                      <a:pt x="9520" y="1445777"/>
                    </a:lnTo>
                    <a:lnTo>
                      <a:pt x="10155" y="1446412"/>
                    </a:lnTo>
                    <a:lnTo>
                      <a:pt x="11424" y="1447681"/>
                    </a:lnTo>
                    <a:lnTo>
                      <a:pt x="12059" y="1448316"/>
                    </a:lnTo>
                    <a:lnTo>
                      <a:pt x="12693" y="1448316"/>
                    </a:lnTo>
                    <a:lnTo>
                      <a:pt x="13963" y="1447046"/>
                    </a:lnTo>
                    <a:lnTo>
                      <a:pt x="14597" y="1447046"/>
                    </a:lnTo>
                    <a:lnTo>
                      <a:pt x="14597" y="1447681"/>
                    </a:lnTo>
                    <a:lnTo>
                      <a:pt x="14597" y="1448951"/>
                    </a:lnTo>
                    <a:lnTo>
                      <a:pt x="14597" y="1449585"/>
                    </a:lnTo>
                    <a:lnTo>
                      <a:pt x="16501" y="1449585"/>
                    </a:lnTo>
                    <a:lnTo>
                      <a:pt x="17136" y="1450220"/>
                    </a:lnTo>
                    <a:lnTo>
                      <a:pt x="17771" y="1451489"/>
                    </a:lnTo>
                    <a:lnTo>
                      <a:pt x="17771" y="1452124"/>
                    </a:lnTo>
                    <a:lnTo>
                      <a:pt x="17136" y="1452759"/>
                    </a:lnTo>
                    <a:lnTo>
                      <a:pt x="16501" y="1453393"/>
                    </a:lnTo>
                    <a:lnTo>
                      <a:pt x="15867" y="1454028"/>
                    </a:lnTo>
                    <a:lnTo>
                      <a:pt x="17771" y="1455932"/>
                    </a:lnTo>
                    <a:lnTo>
                      <a:pt x="20944" y="1454662"/>
                    </a:lnTo>
                    <a:lnTo>
                      <a:pt x="24117" y="1452759"/>
                    </a:lnTo>
                    <a:lnTo>
                      <a:pt x="26656" y="1452124"/>
                    </a:lnTo>
                    <a:lnTo>
                      <a:pt x="27291" y="1452759"/>
                    </a:lnTo>
                    <a:close/>
                    <a:moveTo>
                      <a:pt x="380802" y="1719320"/>
                    </a:moveTo>
                    <a:lnTo>
                      <a:pt x="380167" y="1718050"/>
                    </a:lnTo>
                    <a:lnTo>
                      <a:pt x="379532" y="1715512"/>
                    </a:lnTo>
                    <a:lnTo>
                      <a:pt x="379532" y="1714877"/>
                    </a:lnTo>
                    <a:lnTo>
                      <a:pt x="378898" y="1714242"/>
                    </a:lnTo>
                    <a:lnTo>
                      <a:pt x="378898" y="1713608"/>
                    </a:lnTo>
                    <a:lnTo>
                      <a:pt x="378898" y="1712338"/>
                    </a:lnTo>
                    <a:lnTo>
                      <a:pt x="378263" y="1711704"/>
                    </a:lnTo>
                    <a:lnTo>
                      <a:pt x="378263" y="1711704"/>
                    </a:lnTo>
                    <a:lnTo>
                      <a:pt x="378263" y="1711069"/>
                    </a:lnTo>
                    <a:lnTo>
                      <a:pt x="376994" y="1711704"/>
                    </a:lnTo>
                    <a:lnTo>
                      <a:pt x="375090" y="1712338"/>
                    </a:lnTo>
                    <a:lnTo>
                      <a:pt x="373186" y="1712338"/>
                    </a:lnTo>
                    <a:lnTo>
                      <a:pt x="371916" y="1712338"/>
                    </a:lnTo>
                    <a:lnTo>
                      <a:pt x="369378" y="1713608"/>
                    </a:lnTo>
                    <a:lnTo>
                      <a:pt x="368743" y="1713608"/>
                    </a:lnTo>
                    <a:lnTo>
                      <a:pt x="367474" y="1712973"/>
                    </a:lnTo>
                    <a:lnTo>
                      <a:pt x="366839" y="1712973"/>
                    </a:lnTo>
                    <a:lnTo>
                      <a:pt x="366839" y="1713608"/>
                    </a:lnTo>
                    <a:lnTo>
                      <a:pt x="366839" y="1714242"/>
                    </a:lnTo>
                    <a:lnTo>
                      <a:pt x="366839" y="1715512"/>
                    </a:lnTo>
                    <a:lnTo>
                      <a:pt x="366839" y="1716781"/>
                    </a:lnTo>
                    <a:lnTo>
                      <a:pt x="366204" y="1716781"/>
                    </a:lnTo>
                    <a:lnTo>
                      <a:pt x="365570" y="1717416"/>
                    </a:lnTo>
                    <a:lnTo>
                      <a:pt x="363666" y="1719320"/>
                    </a:lnTo>
                    <a:lnTo>
                      <a:pt x="364935" y="1720589"/>
                    </a:lnTo>
                    <a:lnTo>
                      <a:pt x="366204" y="1722493"/>
                    </a:lnTo>
                    <a:lnTo>
                      <a:pt x="366204" y="1723128"/>
                    </a:lnTo>
                    <a:lnTo>
                      <a:pt x="366839" y="1723762"/>
                    </a:lnTo>
                    <a:lnTo>
                      <a:pt x="370647" y="1726936"/>
                    </a:lnTo>
                    <a:lnTo>
                      <a:pt x="372551" y="1727570"/>
                    </a:lnTo>
                    <a:lnTo>
                      <a:pt x="374455" y="1727570"/>
                    </a:lnTo>
                    <a:lnTo>
                      <a:pt x="376359" y="1726936"/>
                    </a:lnTo>
                    <a:lnTo>
                      <a:pt x="378263" y="1726301"/>
                    </a:lnTo>
                    <a:lnTo>
                      <a:pt x="378898" y="1725666"/>
                    </a:lnTo>
                    <a:lnTo>
                      <a:pt x="378898" y="1724397"/>
                    </a:lnTo>
                    <a:lnTo>
                      <a:pt x="379532" y="1724397"/>
                    </a:lnTo>
                    <a:lnTo>
                      <a:pt x="380167" y="1723762"/>
                    </a:lnTo>
                    <a:lnTo>
                      <a:pt x="381436" y="1723128"/>
                    </a:lnTo>
                    <a:lnTo>
                      <a:pt x="382071" y="1721859"/>
                    </a:lnTo>
                    <a:lnTo>
                      <a:pt x="380167" y="1720589"/>
                    </a:lnTo>
                    <a:lnTo>
                      <a:pt x="380802" y="1719320"/>
                    </a:lnTo>
                    <a:close/>
                    <a:moveTo>
                      <a:pt x="425863" y="1815155"/>
                    </a:moveTo>
                    <a:lnTo>
                      <a:pt x="423959" y="1815155"/>
                    </a:lnTo>
                    <a:lnTo>
                      <a:pt x="422690" y="1815155"/>
                    </a:lnTo>
                    <a:lnTo>
                      <a:pt x="422055" y="1815790"/>
                    </a:lnTo>
                    <a:lnTo>
                      <a:pt x="422055" y="1817059"/>
                    </a:lnTo>
                    <a:lnTo>
                      <a:pt x="422055" y="1818328"/>
                    </a:lnTo>
                    <a:lnTo>
                      <a:pt x="422055" y="1819597"/>
                    </a:lnTo>
                    <a:lnTo>
                      <a:pt x="420786" y="1820867"/>
                    </a:lnTo>
                    <a:lnTo>
                      <a:pt x="421421" y="1822771"/>
                    </a:lnTo>
                    <a:lnTo>
                      <a:pt x="422690" y="1822136"/>
                    </a:lnTo>
                    <a:lnTo>
                      <a:pt x="424594" y="1820867"/>
                    </a:lnTo>
                    <a:lnTo>
                      <a:pt x="426498" y="1820867"/>
                    </a:lnTo>
                    <a:lnTo>
                      <a:pt x="426498" y="1820232"/>
                    </a:lnTo>
                    <a:lnTo>
                      <a:pt x="426498" y="1818963"/>
                    </a:lnTo>
                    <a:lnTo>
                      <a:pt x="426498" y="1816424"/>
                    </a:lnTo>
                    <a:lnTo>
                      <a:pt x="425863" y="1815155"/>
                    </a:lnTo>
                    <a:close/>
                    <a:moveTo>
                      <a:pt x="289409" y="1699010"/>
                    </a:moveTo>
                    <a:lnTo>
                      <a:pt x="288140" y="1697741"/>
                    </a:lnTo>
                    <a:lnTo>
                      <a:pt x="285601" y="1696472"/>
                    </a:lnTo>
                    <a:lnTo>
                      <a:pt x="284332" y="1695202"/>
                    </a:lnTo>
                    <a:lnTo>
                      <a:pt x="283697" y="1695202"/>
                    </a:lnTo>
                    <a:lnTo>
                      <a:pt x="283063" y="1695202"/>
                    </a:lnTo>
                    <a:lnTo>
                      <a:pt x="283063" y="1695202"/>
                    </a:lnTo>
                    <a:lnTo>
                      <a:pt x="283063" y="1694567"/>
                    </a:lnTo>
                    <a:lnTo>
                      <a:pt x="283063" y="1696472"/>
                    </a:lnTo>
                    <a:lnTo>
                      <a:pt x="283697" y="1698376"/>
                    </a:lnTo>
                    <a:lnTo>
                      <a:pt x="284967" y="1700280"/>
                    </a:lnTo>
                    <a:lnTo>
                      <a:pt x="285601" y="1700914"/>
                    </a:lnTo>
                    <a:lnTo>
                      <a:pt x="286236" y="1701549"/>
                    </a:lnTo>
                    <a:lnTo>
                      <a:pt x="286871" y="1704087"/>
                    </a:lnTo>
                    <a:lnTo>
                      <a:pt x="287505" y="1704722"/>
                    </a:lnTo>
                    <a:lnTo>
                      <a:pt x="288140" y="1705357"/>
                    </a:lnTo>
                    <a:lnTo>
                      <a:pt x="290044" y="1705357"/>
                    </a:lnTo>
                    <a:lnTo>
                      <a:pt x="290679" y="1705992"/>
                    </a:lnTo>
                    <a:lnTo>
                      <a:pt x="289409" y="1700914"/>
                    </a:lnTo>
                    <a:lnTo>
                      <a:pt x="289409" y="1699010"/>
                    </a:lnTo>
                    <a:close/>
                    <a:moveTo>
                      <a:pt x="337009" y="1766285"/>
                    </a:moveTo>
                    <a:lnTo>
                      <a:pt x="335740" y="1766285"/>
                    </a:lnTo>
                    <a:lnTo>
                      <a:pt x="329393" y="1763747"/>
                    </a:lnTo>
                    <a:lnTo>
                      <a:pt x="329393" y="1763112"/>
                    </a:lnTo>
                    <a:lnTo>
                      <a:pt x="330028" y="1763112"/>
                    </a:lnTo>
                    <a:lnTo>
                      <a:pt x="330663" y="1763112"/>
                    </a:lnTo>
                    <a:lnTo>
                      <a:pt x="330663" y="1763112"/>
                    </a:lnTo>
                    <a:lnTo>
                      <a:pt x="331297" y="1763112"/>
                    </a:lnTo>
                    <a:lnTo>
                      <a:pt x="328759" y="1762477"/>
                    </a:lnTo>
                    <a:lnTo>
                      <a:pt x="328124" y="1761843"/>
                    </a:lnTo>
                    <a:lnTo>
                      <a:pt x="328124" y="1759304"/>
                    </a:lnTo>
                    <a:lnTo>
                      <a:pt x="327489" y="1756130"/>
                    </a:lnTo>
                    <a:lnTo>
                      <a:pt x="327489" y="1754861"/>
                    </a:lnTo>
                    <a:lnTo>
                      <a:pt x="326855" y="1754227"/>
                    </a:lnTo>
                    <a:lnTo>
                      <a:pt x="324316" y="1752957"/>
                    </a:lnTo>
                    <a:lnTo>
                      <a:pt x="323681" y="1752323"/>
                    </a:lnTo>
                    <a:lnTo>
                      <a:pt x="321143" y="1747245"/>
                    </a:lnTo>
                    <a:lnTo>
                      <a:pt x="320508" y="1742803"/>
                    </a:lnTo>
                    <a:lnTo>
                      <a:pt x="319873" y="1742168"/>
                    </a:lnTo>
                    <a:lnTo>
                      <a:pt x="319873" y="1741533"/>
                    </a:lnTo>
                    <a:lnTo>
                      <a:pt x="319873" y="1740264"/>
                    </a:lnTo>
                    <a:lnTo>
                      <a:pt x="319873" y="1739629"/>
                    </a:lnTo>
                    <a:lnTo>
                      <a:pt x="319239" y="1739629"/>
                    </a:lnTo>
                    <a:lnTo>
                      <a:pt x="317969" y="1738994"/>
                    </a:lnTo>
                    <a:lnTo>
                      <a:pt x="317969" y="1738994"/>
                    </a:lnTo>
                    <a:lnTo>
                      <a:pt x="317335" y="1738360"/>
                    </a:lnTo>
                    <a:lnTo>
                      <a:pt x="316700" y="1737725"/>
                    </a:lnTo>
                    <a:lnTo>
                      <a:pt x="316700" y="1737090"/>
                    </a:lnTo>
                    <a:lnTo>
                      <a:pt x="316700" y="1735821"/>
                    </a:lnTo>
                    <a:lnTo>
                      <a:pt x="316700" y="1735186"/>
                    </a:lnTo>
                    <a:lnTo>
                      <a:pt x="316700" y="1734552"/>
                    </a:lnTo>
                    <a:lnTo>
                      <a:pt x="314796" y="1732648"/>
                    </a:lnTo>
                    <a:lnTo>
                      <a:pt x="313527" y="1732013"/>
                    </a:lnTo>
                    <a:lnTo>
                      <a:pt x="312257" y="1731379"/>
                    </a:lnTo>
                    <a:lnTo>
                      <a:pt x="311623" y="1731379"/>
                    </a:lnTo>
                    <a:lnTo>
                      <a:pt x="311623" y="1730109"/>
                    </a:lnTo>
                    <a:lnTo>
                      <a:pt x="310988" y="1728840"/>
                    </a:lnTo>
                    <a:lnTo>
                      <a:pt x="310353" y="1728205"/>
                    </a:lnTo>
                    <a:lnTo>
                      <a:pt x="309084" y="1728840"/>
                    </a:lnTo>
                    <a:lnTo>
                      <a:pt x="308449" y="1726936"/>
                    </a:lnTo>
                    <a:lnTo>
                      <a:pt x="305911" y="1725666"/>
                    </a:lnTo>
                    <a:lnTo>
                      <a:pt x="304007" y="1723128"/>
                    </a:lnTo>
                    <a:lnTo>
                      <a:pt x="302737" y="1723128"/>
                    </a:lnTo>
                    <a:lnTo>
                      <a:pt x="300199" y="1723762"/>
                    </a:lnTo>
                    <a:lnTo>
                      <a:pt x="302737" y="1727570"/>
                    </a:lnTo>
                    <a:lnTo>
                      <a:pt x="303372" y="1728840"/>
                    </a:lnTo>
                    <a:lnTo>
                      <a:pt x="304007" y="1730744"/>
                    </a:lnTo>
                    <a:lnTo>
                      <a:pt x="304641" y="1732013"/>
                    </a:lnTo>
                    <a:lnTo>
                      <a:pt x="305911" y="1732648"/>
                    </a:lnTo>
                    <a:lnTo>
                      <a:pt x="307815" y="1733283"/>
                    </a:lnTo>
                    <a:lnTo>
                      <a:pt x="307815" y="1734552"/>
                    </a:lnTo>
                    <a:lnTo>
                      <a:pt x="309084" y="1735186"/>
                    </a:lnTo>
                    <a:lnTo>
                      <a:pt x="311623" y="1735821"/>
                    </a:lnTo>
                    <a:lnTo>
                      <a:pt x="313527" y="1737090"/>
                    </a:lnTo>
                    <a:lnTo>
                      <a:pt x="316700" y="1740899"/>
                    </a:lnTo>
                    <a:lnTo>
                      <a:pt x="317335" y="1742168"/>
                    </a:lnTo>
                    <a:lnTo>
                      <a:pt x="317969" y="1744706"/>
                    </a:lnTo>
                    <a:lnTo>
                      <a:pt x="319239" y="1746610"/>
                    </a:lnTo>
                    <a:lnTo>
                      <a:pt x="319873" y="1747880"/>
                    </a:lnTo>
                    <a:lnTo>
                      <a:pt x="319873" y="1749149"/>
                    </a:lnTo>
                    <a:lnTo>
                      <a:pt x="319873" y="1749784"/>
                    </a:lnTo>
                    <a:lnTo>
                      <a:pt x="319873" y="1750419"/>
                    </a:lnTo>
                    <a:lnTo>
                      <a:pt x="320508" y="1751688"/>
                    </a:lnTo>
                    <a:lnTo>
                      <a:pt x="321143" y="1753592"/>
                    </a:lnTo>
                    <a:lnTo>
                      <a:pt x="328759" y="1763747"/>
                    </a:lnTo>
                    <a:lnTo>
                      <a:pt x="327489" y="1764381"/>
                    </a:lnTo>
                    <a:lnTo>
                      <a:pt x="326855" y="1765016"/>
                    </a:lnTo>
                    <a:lnTo>
                      <a:pt x="326855" y="1765650"/>
                    </a:lnTo>
                    <a:lnTo>
                      <a:pt x="326855" y="1766920"/>
                    </a:lnTo>
                    <a:lnTo>
                      <a:pt x="327489" y="1767554"/>
                    </a:lnTo>
                    <a:lnTo>
                      <a:pt x="328759" y="1767554"/>
                    </a:lnTo>
                    <a:lnTo>
                      <a:pt x="330028" y="1767554"/>
                    </a:lnTo>
                    <a:lnTo>
                      <a:pt x="330663" y="1767554"/>
                    </a:lnTo>
                    <a:lnTo>
                      <a:pt x="331297" y="1768189"/>
                    </a:lnTo>
                    <a:lnTo>
                      <a:pt x="331932" y="1768824"/>
                    </a:lnTo>
                    <a:lnTo>
                      <a:pt x="332567" y="1768824"/>
                    </a:lnTo>
                    <a:lnTo>
                      <a:pt x="333201" y="1768824"/>
                    </a:lnTo>
                    <a:lnTo>
                      <a:pt x="333836" y="1768189"/>
                    </a:lnTo>
                    <a:lnTo>
                      <a:pt x="334471" y="1768189"/>
                    </a:lnTo>
                    <a:lnTo>
                      <a:pt x="336375" y="1768189"/>
                    </a:lnTo>
                    <a:lnTo>
                      <a:pt x="337009" y="1768824"/>
                    </a:lnTo>
                    <a:lnTo>
                      <a:pt x="337644" y="1770093"/>
                    </a:lnTo>
                    <a:lnTo>
                      <a:pt x="337644" y="1770093"/>
                    </a:lnTo>
                    <a:lnTo>
                      <a:pt x="337644" y="1770093"/>
                    </a:lnTo>
                    <a:lnTo>
                      <a:pt x="337644" y="1770728"/>
                    </a:lnTo>
                    <a:lnTo>
                      <a:pt x="338913" y="1771363"/>
                    </a:lnTo>
                    <a:lnTo>
                      <a:pt x="341452" y="1771363"/>
                    </a:lnTo>
                    <a:lnTo>
                      <a:pt x="342722" y="1771997"/>
                    </a:lnTo>
                    <a:lnTo>
                      <a:pt x="342087" y="1770728"/>
                    </a:lnTo>
                    <a:lnTo>
                      <a:pt x="337009" y="1766285"/>
                    </a:lnTo>
                    <a:close/>
                    <a:moveTo>
                      <a:pt x="261484" y="1650775"/>
                    </a:moveTo>
                    <a:lnTo>
                      <a:pt x="260214" y="1649506"/>
                    </a:lnTo>
                    <a:lnTo>
                      <a:pt x="258945" y="1649506"/>
                    </a:lnTo>
                    <a:lnTo>
                      <a:pt x="255772" y="1650141"/>
                    </a:lnTo>
                    <a:lnTo>
                      <a:pt x="255137" y="1652045"/>
                    </a:lnTo>
                    <a:lnTo>
                      <a:pt x="251329" y="1655853"/>
                    </a:lnTo>
                    <a:lnTo>
                      <a:pt x="249425" y="1659026"/>
                    </a:lnTo>
                    <a:lnTo>
                      <a:pt x="248790" y="1659661"/>
                    </a:lnTo>
                    <a:lnTo>
                      <a:pt x="246886" y="1659661"/>
                    </a:lnTo>
                    <a:lnTo>
                      <a:pt x="246252" y="1659661"/>
                    </a:lnTo>
                    <a:lnTo>
                      <a:pt x="244982" y="1659026"/>
                    </a:lnTo>
                    <a:lnTo>
                      <a:pt x="244348" y="1659026"/>
                    </a:lnTo>
                    <a:lnTo>
                      <a:pt x="243078" y="1659026"/>
                    </a:lnTo>
                    <a:lnTo>
                      <a:pt x="241174" y="1658392"/>
                    </a:lnTo>
                    <a:lnTo>
                      <a:pt x="239905" y="1658392"/>
                    </a:lnTo>
                    <a:lnTo>
                      <a:pt x="238636" y="1659026"/>
                    </a:lnTo>
                    <a:lnTo>
                      <a:pt x="236732" y="1660930"/>
                    </a:lnTo>
                    <a:lnTo>
                      <a:pt x="235462" y="1661565"/>
                    </a:lnTo>
                    <a:lnTo>
                      <a:pt x="234828" y="1661565"/>
                    </a:lnTo>
                    <a:lnTo>
                      <a:pt x="233558" y="1661565"/>
                    </a:lnTo>
                    <a:lnTo>
                      <a:pt x="227846" y="1662834"/>
                    </a:lnTo>
                    <a:lnTo>
                      <a:pt x="228481" y="1664103"/>
                    </a:lnTo>
                    <a:lnTo>
                      <a:pt x="230385" y="1667277"/>
                    </a:lnTo>
                    <a:lnTo>
                      <a:pt x="230385" y="1668546"/>
                    </a:lnTo>
                    <a:lnTo>
                      <a:pt x="230385" y="1669181"/>
                    </a:lnTo>
                    <a:lnTo>
                      <a:pt x="230385" y="1670450"/>
                    </a:lnTo>
                    <a:lnTo>
                      <a:pt x="230385" y="1671719"/>
                    </a:lnTo>
                    <a:lnTo>
                      <a:pt x="231020" y="1672354"/>
                    </a:lnTo>
                    <a:lnTo>
                      <a:pt x="231654" y="1671719"/>
                    </a:lnTo>
                    <a:lnTo>
                      <a:pt x="232289" y="1671085"/>
                    </a:lnTo>
                    <a:lnTo>
                      <a:pt x="236097" y="1666007"/>
                    </a:lnTo>
                    <a:lnTo>
                      <a:pt x="237366" y="1664738"/>
                    </a:lnTo>
                    <a:lnTo>
                      <a:pt x="239270" y="1664738"/>
                    </a:lnTo>
                    <a:lnTo>
                      <a:pt x="241174" y="1664103"/>
                    </a:lnTo>
                    <a:lnTo>
                      <a:pt x="244982" y="1664738"/>
                    </a:lnTo>
                    <a:lnTo>
                      <a:pt x="244348" y="1666007"/>
                    </a:lnTo>
                    <a:lnTo>
                      <a:pt x="244348" y="1667277"/>
                    </a:lnTo>
                    <a:lnTo>
                      <a:pt x="244982" y="1667277"/>
                    </a:lnTo>
                    <a:lnTo>
                      <a:pt x="245617" y="1666642"/>
                    </a:lnTo>
                    <a:lnTo>
                      <a:pt x="246886" y="1666007"/>
                    </a:lnTo>
                    <a:lnTo>
                      <a:pt x="247521" y="1666642"/>
                    </a:lnTo>
                    <a:lnTo>
                      <a:pt x="248156" y="1667277"/>
                    </a:lnTo>
                    <a:lnTo>
                      <a:pt x="248790" y="1668546"/>
                    </a:lnTo>
                    <a:lnTo>
                      <a:pt x="249425" y="1669816"/>
                    </a:lnTo>
                    <a:lnTo>
                      <a:pt x="250060" y="1669181"/>
                    </a:lnTo>
                    <a:lnTo>
                      <a:pt x="250694" y="1668546"/>
                    </a:lnTo>
                    <a:lnTo>
                      <a:pt x="251964" y="1667912"/>
                    </a:lnTo>
                    <a:lnTo>
                      <a:pt x="252598" y="1669181"/>
                    </a:lnTo>
                    <a:lnTo>
                      <a:pt x="253233" y="1669181"/>
                    </a:lnTo>
                    <a:lnTo>
                      <a:pt x="253868" y="1668546"/>
                    </a:lnTo>
                    <a:lnTo>
                      <a:pt x="254502" y="1667277"/>
                    </a:lnTo>
                    <a:lnTo>
                      <a:pt x="254502" y="1666642"/>
                    </a:lnTo>
                    <a:lnTo>
                      <a:pt x="252598" y="1665373"/>
                    </a:lnTo>
                    <a:lnTo>
                      <a:pt x="251964" y="1663469"/>
                    </a:lnTo>
                    <a:lnTo>
                      <a:pt x="253233" y="1662834"/>
                    </a:lnTo>
                    <a:lnTo>
                      <a:pt x="254502" y="1662199"/>
                    </a:lnTo>
                    <a:lnTo>
                      <a:pt x="254502" y="1660930"/>
                    </a:lnTo>
                    <a:lnTo>
                      <a:pt x="258945" y="1660296"/>
                    </a:lnTo>
                    <a:lnTo>
                      <a:pt x="260214" y="1659661"/>
                    </a:lnTo>
                    <a:lnTo>
                      <a:pt x="260849" y="1659026"/>
                    </a:lnTo>
                    <a:lnTo>
                      <a:pt x="261484" y="1657757"/>
                    </a:lnTo>
                    <a:lnTo>
                      <a:pt x="262118" y="1657122"/>
                    </a:lnTo>
                    <a:lnTo>
                      <a:pt x="262753" y="1656487"/>
                    </a:lnTo>
                    <a:lnTo>
                      <a:pt x="264022" y="1656487"/>
                    </a:lnTo>
                    <a:lnTo>
                      <a:pt x="264657" y="1655853"/>
                    </a:lnTo>
                    <a:lnTo>
                      <a:pt x="264657" y="1653949"/>
                    </a:lnTo>
                    <a:lnTo>
                      <a:pt x="264022" y="1652679"/>
                    </a:lnTo>
                    <a:lnTo>
                      <a:pt x="261484" y="1650775"/>
                    </a:lnTo>
                    <a:close/>
                    <a:moveTo>
                      <a:pt x="1084650" y="998970"/>
                    </a:moveTo>
                    <a:lnTo>
                      <a:pt x="1084650" y="998970"/>
                    </a:lnTo>
                    <a:lnTo>
                      <a:pt x="1085285" y="998970"/>
                    </a:lnTo>
                    <a:lnTo>
                      <a:pt x="1085285" y="998335"/>
                    </a:lnTo>
                    <a:lnTo>
                      <a:pt x="1085285" y="997066"/>
                    </a:lnTo>
                    <a:lnTo>
                      <a:pt x="1085285" y="996431"/>
                    </a:lnTo>
                    <a:lnTo>
                      <a:pt x="1085919" y="995162"/>
                    </a:lnTo>
                    <a:lnTo>
                      <a:pt x="1085919" y="993893"/>
                    </a:lnTo>
                    <a:lnTo>
                      <a:pt x="1085919" y="993258"/>
                    </a:lnTo>
                    <a:lnTo>
                      <a:pt x="1085919" y="992623"/>
                    </a:lnTo>
                    <a:lnTo>
                      <a:pt x="1084650" y="993258"/>
                    </a:lnTo>
                    <a:lnTo>
                      <a:pt x="1083381" y="994527"/>
                    </a:lnTo>
                    <a:lnTo>
                      <a:pt x="1082746" y="995797"/>
                    </a:lnTo>
                    <a:lnTo>
                      <a:pt x="1082746" y="997066"/>
                    </a:lnTo>
                    <a:lnTo>
                      <a:pt x="1084650" y="998970"/>
                    </a:lnTo>
                    <a:close/>
                    <a:moveTo>
                      <a:pt x="1061802" y="1844350"/>
                    </a:moveTo>
                    <a:lnTo>
                      <a:pt x="1061802" y="1844350"/>
                    </a:lnTo>
                    <a:lnTo>
                      <a:pt x="1061802" y="1843715"/>
                    </a:lnTo>
                    <a:lnTo>
                      <a:pt x="1061167" y="1843715"/>
                    </a:lnTo>
                    <a:lnTo>
                      <a:pt x="1060533" y="1843080"/>
                    </a:lnTo>
                    <a:lnTo>
                      <a:pt x="1059898" y="1842446"/>
                    </a:lnTo>
                    <a:lnTo>
                      <a:pt x="1059263" y="1841811"/>
                    </a:lnTo>
                    <a:lnTo>
                      <a:pt x="1058629" y="1841176"/>
                    </a:lnTo>
                    <a:lnTo>
                      <a:pt x="1057994" y="1841176"/>
                    </a:lnTo>
                    <a:lnTo>
                      <a:pt x="1057359" y="1841176"/>
                    </a:lnTo>
                    <a:lnTo>
                      <a:pt x="1056725" y="1839907"/>
                    </a:lnTo>
                    <a:lnTo>
                      <a:pt x="1055455" y="1840541"/>
                    </a:lnTo>
                    <a:lnTo>
                      <a:pt x="1052282" y="1839907"/>
                    </a:lnTo>
                    <a:lnTo>
                      <a:pt x="1051013" y="1840541"/>
                    </a:lnTo>
                    <a:lnTo>
                      <a:pt x="1049109" y="1842446"/>
                    </a:lnTo>
                    <a:lnTo>
                      <a:pt x="1048474" y="1842446"/>
                    </a:lnTo>
                    <a:lnTo>
                      <a:pt x="1047205" y="1842446"/>
                    </a:lnTo>
                    <a:lnTo>
                      <a:pt x="1044666" y="1841176"/>
                    </a:lnTo>
                    <a:lnTo>
                      <a:pt x="1044031" y="1841176"/>
                    </a:lnTo>
                    <a:lnTo>
                      <a:pt x="1041493" y="1842446"/>
                    </a:lnTo>
                    <a:lnTo>
                      <a:pt x="1040858" y="1843715"/>
                    </a:lnTo>
                    <a:lnTo>
                      <a:pt x="1040858" y="1844984"/>
                    </a:lnTo>
                    <a:lnTo>
                      <a:pt x="1042127" y="1846254"/>
                    </a:lnTo>
                    <a:lnTo>
                      <a:pt x="1042762" y="1847523"/>
                    </a:lnTo>
                    <a:lnTo>
                      <a:pt x="1043397" y="1847523"/>
                    </a:lnTo>
                    <a:lnTo>
                      <a:pt x="1044031" y="1847523"/>
                    </a:lnTo>
                    <a:lnTo>
                      <a:pt x="1045301" y="1847523"/>
                    </a:lnTo>
                    <a:lnTo>
                      <a:pt x="1046570" y="1847523"/>
                    </a:lnTo>
                    <a:lnTo>
                      <a:pt x="1047205" y="1847523"/>
                    </a:lnTo>
                    <a:lnTo>
                      <a:pt x="1050378" y="1846254"/>
                    </a:lnTo>
                    <a:lnTo>
                      <a:pt x="1051013" y="1846254"/>
                    </a:lnTo>
                    <a:lnTo>
                      <a:pt x="1056090" y="1849427"/>
                    </a:lnTo>
                    <a:lnTo>
                      <a:pt x="1057359" y="1850696"/>
                    </a:lnTo>
                    <a:lnTo>
                      <a:pt x="1058629" y="1852600"/>
                    </a:lnTo>
                    <a:lnTo>
                      <a:pt x="1059263" y="1853235"/>
                    </a:lnTo>
                    <a:lnTo>
                      <a:pt x="1060533" y="1852600"/>
                    </a:lnTo>
                    <a:lnTo>
                      <a:pt x="1060533" y="1851331"/>
                    </a:lnTo>
                    <a:lnTo>
                      <a:pt x="1061167" y="1850696"/>
                    </a:lnTo>
                    <a:lnTo>
                      <a:pt x="1062437" y="1850061"/>
                    </a:lnTo>
                    <a:lnTo>
                      <a:pt x="1063706" y="1849427"/>
                    </a:lnTo>
                    <a:lnTo>
                      <a:pt x="1063071" y="1848792"/>
                    </a:lnTo>
                    <a:lnTo>
                      <a:pt x="1064341" y="1846888"/>
                    </a:lnTo>
                    <a:lnTo>
                      <a:pt x="1064975" y="1846254"/>
                    </a:lnTo>
                    <a:lnTo>
                      <a:pt x="1061802" y="1844350"/>
                    </a:lnTo>
                    <a:lnTo>
                      <a:pt x="1061802" y="1844350"/>
                    </a:lnTo>
                    <a:close/>
                    <a:moveTo>
                      <a:pt x="1065610" y="1826579"/>
                    </a:moveTo>
                    <a:lnTo>
                      <a:pt x="1064341" y="1826579"/>
                    </a:lnTo>
                    <a:lnTo>
                      <a:pt x="1062437" y="1826579"/>
                    </a:lnTo>
                    <a:lnTo>
                      <a:pt x="1061167" y="1827213"/>
                    </a:lnTo>
                    <a:lnTo>
                      <a:pt x="1060533" y="1829752"/>
                    </a:lnTo>
                    <a:lnTo>
                      <a:pt x="1059898" y="1831021"/>
                    </a:lnTo>
                    <a:lnTo>
                      <a:pt x="1059263" y="1832291"/>
                    </a:lnTo>
                    <a:lnTo>
                      <a:pt x="1059898" y="1833560"/>
                    </a:lnTo>
                    <a:lnTo>
                      <a:pt x="1059263" y="1834830"/>
                    </a:lnTo>
                    <a:lnTo>
                      <a:pt x="1061167" y="1834830"/>
                    </a:lnTo>
                    <a:lnTo>
                      <a:pt x="1062437" y="1832926"/>
                    </a:lnTo>
                    <a:lnTo>
                      <a:pt x="1063706" y="1831021"/>
                    </a:lnTo>
                    <a:lnTo>
                      <a:pt x="1064975" y="1830387"/>
                    </a:lnTo>
                    <a:lnTo>
                      <a:pt x="1064975" y="1829117"/>
                    </a:lnTo>
                    <a:lnTo>
                      <a:pt x="1064975" y="1827848"/>
                    </a:lnTo>
                    <a:lnTo>
                      <a:pt x="1064975" y="1827213"/>
                    </a:lnTo>
                    <a:lnTo>
                      <a:pt x="1065610" y="1826579"/>
                    </a:lnTo>
                    <a:close/>
                    <a:moveTo>
                      <a:pt x="1153829" y="1461644"/>
                    </a:moveTo>
                    <a:lnTo>
                      <a:pt x="1154464" y="1462913"/>
                    </a:lnTo>
                    <a:lnTo>
                      <a:pt x="1155098" y="1465452"/>
                    </a:lnTo>
                    <a:lnTo>
                      <a:pt x="1155733" y="1466721"/>
                    </a:lnTo>
                    <a:lnTo>
                      <a:pt x="1158272" y="1467356"/>
                    </a:lnTo>
                    <a:lnTo>
                      <a:pt x="1160811" y="1466086"/>
                    </a:lnTo>
                    <a:lnTo>
                      <a:pt x="1163349" y="1464183"/>
                    </a:lnTo>
                    <a:lnTo>
                      <a:pt x="1165888" y="1463548"/>
                    </a:lnTo>
                    <a:lnTo>
                      <a:pt x="1165253" y="1461644"/>
                    </a:lnTo>
                    <a:lnTo>
                      <a:pt x="1163984" y="1460375"/>
                    </a:lnTo>
                    <a:lnTo>
                      <a:pt x="1162080" y="1459740"/>
                    </a:lnTo>
                    <a:lnTo>
                      <a:pt x="1160811" y="1460375"/>
                    </a:lnTo>
                    <a:lnTo>
                      <a:pt x="1158906" y="1460375"/>
                    </a:lnTo>
                    <a:lnTo>
                      <a:pt x="1151925" y="1456566"/>
                    </a:lnTo>
                    <a:lnTo>
                      <a:pt x="1149386" y="1455932"/>
                    </a:lnTo>
                    <a:lnTo>
                      <a:pt x="1150656" y="1457836"/>
                    </a:lnTo>
                    <a:lnTo>
                      <a:pt x="1153829" y="1461644"/>
                    </a:lnTo>
                    <a:close/>
                    <a:moveTo>
                      <a:pt x="1043397" y="1835464"/>
                    </a:moveTo>
                    <a:lnTo>
                      <a:pt x="1042127" y="1834830"/>
                    </a:lnTo>
                    <a:lnTo>
                      <a:pt x="1038954" y="1832926"/>
                    </a:lnTo>
                    <a:lnTo>
                      <a:pt x="1037685" y="1832926"/>
                    </a:lnTo>
                    <a:lnTo>
                      <a:pt x="1036415" y="1832926"/>
                    </a:lnTo>
                    <a:lnTo>
                      <a:pt x="1035146" y="1833560"/>
                    </a:lnTo>
                    <a:lnTo>
                      <a:pt x="1034511" y="1834195"/>
                    </a:lnTo>
                    <a:lnTo>
                      <a:pt x="1034511" y="1835464"/>
                    </a:lnTo>
                    <a:lnTo>
                      <a:pt x="1034511" y="1836734"/>
                    </a:lnTo>
                    <a:lnTo>
                      <a:pt x="1035146" y="1838003"/>
                    </a:lnTo>
                    <a:lnTo>
                      <a:pt x="1035781" y="1838637"/>
                    </a:lnTo>
                    <a:lnTo>
                      <a:pt x="1037685" y="1839907"/>
                    </a:lnTo>
                    <a:lnTo>
                      <a:pt x="1039589" y="1839272"/>
                    </a:lnTo>
                    <a:lnTo>
                      <a:pt x="1041493" y="1838003"/>
                    </a:lnTo>
                    <a:lnTo>
                      <a:pt x="1043397" y="1835464"/>
                    </a:lnTo>
                    <a:close/>
                    <a:moveTo>
                      <a:pt x="1035781" y="1848158"/>
                    </a:moveTo>
                    <a:lnTo>
                      <a:pt x="1034511" y="1846888"/>
                    </a:lnTo>
                    <a:lnTo>
                      <a:pt x="1033242" y="1846254"/>
                    </a:lnTo>
                    <a:lnTo>
                      <a:pt x="1031973" y="1845619"/>
                    </a:lnTo>
                    <a:lnTo>
                      <a:pt x="1030703" y="1844984"/>
                    </a:lnTo>
                    <a:lnTo>
                      <a:pt x="1029434" y="1844984"/>
                    </a:lnTo>
                    <a:lnTo>
                      <a:pt x="1028165" y="1845619"/>
                    </a:lnTo>
                    <a:lnTo>
                      <a:pt x="1028165" y="1845619"/>
                    </a:lnTo>
                    <a:lnTo>
                      <a:pt x="1028165" y="1845619"/>
                    </a:lnTo>
                    <a:lnTo>
                      <a:pt x="1028165" y="1846254"/>
                    </a:lnTo>
                    <a:lnTo>
                      <a:pt x="1027530" y="1846888"/>
                    </a:lnTo>
                    <a:lnTo>
                      <a:pt x="1025626" y="1850696"/>
                    </a:lnTo>
                    <a:lnTo>
                      <a:pt x="1030069" y="1851966"/>
                    </a:lnTo>
                    <a:lnTo>
                      <a:pt x="1034511" y="1851966"/>
                    </a:lnTo>
                    <a:lnTo>
                      <a:pt x="1034511" y="1851331"/>
                    </a:lnTo>
                    <a:lnTo>
                      <a:pt x="1034511" y="1850696"/>
                    </a:lnTo>
                    <a:lnTo>
                      <a:pt x="1034511" y="1850061"/>
                    </a:lnTo>
                    <a:lnTo>
                      <a:pt x="1035781" y="1848792"/>
                    </a:lnTo>
                    <a:lnTo>
                      <a:pt x="1035781" y="1848158"/>
                    </a:lnTo>
                    <a:close/>
                    <a:moveTo>
                      <a:pt x="1129077" y="1393099"/>
                    </a:moveTo>
                    <a:lnTo>
                      <a:pt x="1129712" y="1393734"/>
                    </a:lnTo>
                    <a:lnTo>
                      <a:pt x="1130981" y="1394369"/>
                    </a:lnTo>
                    <a:lnTo>
                      <a:pt x="1132885" y="1393734"/>
                    </a:lnTo>
                    <a:lnTo>
                      <a:pt x="1134789" y="1395004"/>
                    </a:lnTo>
                    <a:lnTo>
                      <a:pt x="1135424" y="1395004"/>
                    </a:lnTo>
                    <a:lnTo>
                      <a:pt x="1135424" y="1396273"/>
                    </a:lnTo>
                    <a:lnTo>
                      <a:pt x="1134789" y="1396908"/>
                    </a:lnTo>
                    <a:lnTo>
                      <a:pt x="1133520" y="1398812"/>
                    </a:lnTo>
                    <a:lnTo>
                      <a:pt x="1134154" y="1398812"/>
                    </a:lnTo>
                    <a:lnTo>
                      <a:pt x="1135424" y="1398177"/>
                    </a:lnTo>
                    <a:lnTo>
                      <a:pt x="1136058" y="1397542"/>
                    </a:lnTo>
                    <a:lnTo>
                      <a:pt x="1136058" y="1396273"/>
                    </a:lnTo>
                    <a:lnTo>
                      <a:pt x="1139232" y="1395638"/>
                    </a:lnTo>
                    <a:lnTo>
                      <a:pt x="1141770" y="1394369"/>
                    </a:lnTo>
                    <a:lnTo>
                      <a:pt x="1142405" y="1393734"/>
                    </a:lnTo>
                    <a:lnTo>
                      <a:pt x="1143040" y="1391830"/>
                    </a:lnTo>
                    <a:lnTo>
                      <a:pt x="1143674" y="1391196"/>
                    </a:lnTo>
                    <a:lnTo>
                      <a:pt x="1144309" y="1390561"/>
                    </a:lnTo>
                    <a:lnTo>
                      <a:pt x="1144944" y="1389926"/>
                    </a:lnTo>
                    <a:lnTo>
                      <a:pt x="1145578" y="1388657"/>
                    </a:lnTo>
                    <a:lnTo>
                      <a:pt x="1147482" y="1387388"/>
                    </a:lnTo>
                    <a:lnTo>
                      <a:pt x="1148117" y="1386118"/>
                    </a:lnTo>
                    <a:lnTo>
                      <a:pt x="1146848" y="1386118"/>
                    </a:lnTo>
                    <a:lnTo>
                      <a:pt x="1146213" y="1386753"/>
                    </a:lnTo>
                    <a:lnTo>
                      <a:pt x="1145578" y="1387388"/>
                    </a:lnTo>
                    <a:lnTo>
                      <a:pt x="1139866" y="1388022"/>
                    </a:lnTo>
                    <a:lnTo>
                      <a:pt x="1138597" y="1388022"/>
                    </a:lnTo>
                    <a:lnTo>
                      <a:pt x="1135424" y="1386753"/>
                    </a:lnTo>
                    <a:lnTo>
                      <a:pt x="1134789" y="1386753"/>
                    </a:lnTo>
                    <a:lnTo>
                      <a:pt x="1133520" y="1387388"/>
                    </a:lnTo>
                    <a:lnTo>
                      <a:pt x="1132885" y="1387388"/>
                    </a:lnTo>
                    <a:lnTo>
                      <a:pt x="1130981" y="1386753"/>
                    </a:lnTo>
                    <a:lnTo>
                      <a:pt x="1130346" y="1387388"/>
                    </a:lnTo>
                    <a:lnTo>
                      <a:pt x="1129712" y="1388657"/>
                    </a:lnTo>
                    <a:lnTo>
                      <a:pt x="1129712" y="1389926"/>
                    </a:lnTo>
                    <a:lnTo>
                      <a:pt x="1129712" y="1391196"/>
                    </a:lnTo>
                    <a:lnTo>
                      <a:pt x="1129077" y="1393099"/>
                    </a:lnTo>
                    <a:close/>
                    <a:moveTo>
                      <a:pt x="1000874" y="1848792"/>
                    </a:moveTo>
                    <a:lnTo>
                      <a:pt x="1000874" y="1848792"/>
                    </a:lnTo>
                    <a:lnTo>
                      <a:pt x="999604" y="1848158"/>
                    </a:lnTo>
                    <a:lnTo>
                      <a:pt x="998970" y="1846888"/>
                    </a:lnTo>
                    <a:lnTo>
                      <a:pt x="997700" y="1846254"/>
                    </a:lnTo>
                    <a:lnTo>
                      <a:pt x="996431" y="1845619"/>
                    </a:lnTo>
                    <a:lnTo>
                      <a:pt x="995796" y="1845619"/>
                    </a:lnTo>
                    <a:lnTo>
                      <a:pt x="995162" y="1846254"/>
                    </a:lnTo>
                    <a:lnTo>
                      <a:pt x="994527" y="1846888"/>
                    </a:lnTo>
                    <a:lnTo>
                      <a:pt x="993892" y="1846888"/>
                    </a:lnTo>
                    <a:lnTo>
                      <a:pt x="992623" y="1846888"/>
                    </a:lnTo>
                    <a:lnTo>
                      <a:pt x="991988" y="1846888"/>
                    </a:lnTo>
                    <a:lnTo>
                      <a:pt x="991354" y="1847523"/>
                    </a:lnTo>
                    <a:lnTo>
                      <a:pt x="991354" y="1848158"/>
                    </a:lnTo>
                    <a:lnTo>
                      <a:pt x="990719" y="1848792"/>
                    </a:lnTo>
                    <a:lnTo>
                      <a:pt x="985642" y="1851966"/>
                    </a:lnTo>
                    <a:lnTo>
                      <a:pt x="983103" y="1854504"/>
                    </a:lnTo>
                    <a:lnTo>
                      <a:pt x="982468" y="1858312"/>
                    </a:lnTo>
                    <a:lnTo>
                      <a:pt x="983103" y="1857678"/>
                    </a:lnTo>
                    <a:lnTo>
                      <a:pt x="983738" y="1859581"/>
                    </a:lnTo>
                    <a:lnTo>
                      <a:pt x="984372" y="1860216"/>
                    </a:lnTo>
                    <a:lnTo>
                      <a:pt x="985007" y="1859581"/>
                    </a:lnTo>
                    <a:lnTo>
                      <a:pt x="986276" y="1858312"/>
                    </a:lnTo>
                    <a:lnTo>
                      <a:pt x="987546" y="1857678"/>
                    </a:lnTo>
                    <a:lnTo>
                      <a:pt x="991354" y="1856408"/>
                    </a:lnTo>
                    <a:lnTo>
                      <a:pt x="993258" y="1857678"/>
                    </a:lnTo>
                    <a:lnTo>
                      <a:pt x="994527" y="1858312"/>
                    </a:lnTo>
                    <a:lnTo>
                      <a:pt x="996431" y="1858312"/>
                    </a:lnTo>
                    <a:lnTo>
                      <a:pt x="998335" y="1857043"/>
                    </a:lnTo>
                    <a:lnTo>
                      <a:pt x="1001508" y="1853235"/>
                    </a:lnTo>
                    <a:lnTo>
                      <a:pt x="1001508" y="1852600"/>
                    </a:lnTo>
                    <a:lnTo>
                      <a:pt x="1001508" y="1851966"/>
                    </a:lnTo>
                    <a:lnTo>
                      <a:pt x="1002143" y="1850696"/>
                    </a:lnTo>
                    <a:lnTo>
                      <a:pt x="1000874" y="1848792"/>
                    </a:lnTo>
                    <a:lnTo>
                      <a:pt x="1000874" y="1848792"/>
                    </a:lnTo>
                    <a:close/>
                    <a:moveTo>
                      <a:pt x="1188101" y="1815790"/>
                    </a:moveTo>
                    <a:lnTo>
                      <a:pt x="1188736" y="1814520"/>
                    </a:lnTo>
                    <a:lnTo>
                      <a:pt x="1188736" y="1813251"/>
                    </a:lnTo>
                    <a:lnTo>
                      <a:pt x="1188736" y="1812616"/>
                    </a:lnTo>
                    <a:lnTo>
                      <a:pt x="1188101" y="1811981"/>
                    </a:lnTo>
                    <a:lnTo>
                      <a:pt x="1189371" y="1810077"/>
                    </a:lnTo>
                    <a:lnTo>
                      <a:pt x="1192544" y="1807539"/>
                    </a:lnTo>
                    <a:lnTo>
                      <a:pt x="1193813" y="1805000"/>
                    </a:lnTo>
                    <a:lnTo>
                      <a:pt x="1193179" y="1803096"/>
                    </a:lnTo>
                    <a:lnTo>
                      <a:pt x="1191275" y="1802461"/>
                    </a:lnTo>
                    <a:lnTo>
                      <a:pt x="1187467" y="1801827"/>
                    </a:lnTo>
                    <a:lnTo>
                      <a:pt x="1185563" y="1801192"/>
                    </a:lnTo>
                    <a:lnTo>
                      <a:pt x="1184293" y="1799923"/>
                    </a:lnTo>
                    <a:lnTo>
                      <a:pt x="1182389" y="1795480"/>
                    </a:lnTo>
                    <a:lnTo>
                      <a:pt x="1181120" y="1796115"/>
                    </a:lnTo>
                    <a:lnTo>
                      <a:pt x="1177947" y="1795480"/>
                    </a:lnTo>
                    <a:lnTo>
                      <a:pt x="1176677" y="1795480"/>
                    </a:lnTo>
                    <a:lnTo>
                      <a:pt x="1175408" y="1796115"/>
                    </a:lnTo>
                    <a:lnTo>
                      <a:pt x="1174139" y="1796115"/>
                    </a:lnTo>
                    <a:lnTo>
                      <a:pt x="1169696" y="1795480"/>
                    </a:lnTo>
                    <a:lnTo>
                      <a:pt x="1167157" y="1796115"/>
                    </a:lnTo>
                    <a:lnTo>
                      <a:pt x="1164618" y="1797384"/>
                    </a:lnTo>
                    <a:lnTo>
                      <a:pt x="1161445" y="1799923"/>
                    </a:lnTo>
                    <a:lnTo>
                      <a:pt x="1158906" y="1800557"/>
                    </a:lnTo>
                    <a:lnTo>
                      <a:pt x="1157637" y="1801192"/>
                    </a:lnTo>
                    <a:lnTo>
                      <a:pt x="1157002" y="1801827"/>
                    </a:lnTo>
                    <a:lnTo>
                      <a:pt x="1154464" y="1805000"/>
                    </a:lnTo>
                    <a:lnTo>
                      <a:pt x="1153829" y="1806904"/>
                    </a:lnTo>
                    <a:lnTo>
                      <a:pt x="1153829" y="1807539"/>
                    </a:lnTo>
                    <a:lnTo>
                      <a:pt x="1153829" y="1808173"/>
                    </a:lnTo>
                    <a:lnTo>
                      <a:pt x="1153829" y="1810077"/>
                    </a:lnTo>
                    <a:lnTo>
                      <a:pt x="1153194" y="1811347"/>
                    </a:lnTo>
                    <a:lnTo>
                      <a:pt x="1151925" y="1812616"/>
                    </a:lnTo>
                    <a:lnTo>
                      <a:pt x="1150656" y="1813251"/>
                    </a:lnTo>
                    <a:lnTo>
                      <a:pt x="1150021" y="1813886"/>
                    </a:lnTo>
                    <a:lnTo>
                      <a:pt x="1150021" y="1814520"/>
                    </a:lnTo>
                    <a:lnTo>
                      <a:pt x="1150656" y="1815155"/>
                    </a:lnTo>
                    <a:lnTo>
                      <a:pt x="1152560" y="1815790"/>
                    </a:lnTo>
                    <a:lnTo>
                      <a:pt x="1153194" y="1816424"/>
                    </a:lnTo>
                    <a:lnTo>
                      <a:pt x="1152560" y="1817693"/>
                    </a:lnTo>
                    <a:lnTo>
                      <a:pt x="1152560" y="1818328"/>
                    </a:lnTo>
                    <a:lnTo>
                      <a:pt x="1153194" y="1818328"/>
                    </a:lnTo>
                    <a:lnTo>
                      <a:pt x="1153829" y="1817693"/>
                    </a:lnTo>
                    <a:lnTo>
                      <a:pt x="1152560" y="1820867"/>
                    </a:lnTo>
                    <a:lnTo>
                      <a:pt x="1151290" y="1821501"/>
                    </a:lnTo>
                    <a:lnTo>
                      <a:pt x="1149386" y="1821501"/>
                    </a:lnTo>
                    <a:lnTo>
                      <a:pt x="1147482" y="1822136"/>
                    </a:lnTo>
                    <a:lnTo>
                      <a:pt x="1147482" y="1821501"/>
                    </a:lnTo>
                    <a:lnTo>
                      <a:pt x="1147482" y="1819597"/>
                    </a:lnTo>
                    <a:lnTo>
                      <a:pt x="1147482" y="1818963"/>
                    </a:lnTo>
                    <a:lnTo>
                      <a:pt x="1146848" y="1818963"/>
                    </a:lnTo>
                    <a:lnTo>
                      <a:pt x="1146213" y="1818963"/>
                    </a:lnTo>
                    <a:lnTo>
                      <a:pt x="1145578" y="1818963"/>
                    </a:lnTo>
                    <a:lnTo>
                      <a:pt x="1144309" y="1818963"/>
                    </a:lnTo>
                    <a:lnTo>
                      <a:pt x="1143040" y="1820232"/>
                    </a:lnTo>
                    <a:lnTo>
                      <a:pt x="1142405" y="1820232"/>
                    </a:lnTo>
                    <a:lnTo>
                      <a:pt x="1141770" y="1820232"/>
                    </a:lnTo>
                    <a:lnTo>
                      <a:pt x="1141136" y="1819597"/>
                    </a:lnTo>
                    <a:lnTo>
                      <a:pt x="1139866" y="1818328"/>
                    </a:lnTo>
                    <a:lnTo>
                      <a:pt x="1137962" y="1816424"/>
                    </a:lnTo>
                    <a:lnTo>
                      <a:pt x="1136693" y="1816424"/>
                    </a:lnTo>
                    <a:lnTo>
                      <a:pt x="1136058" y="1817693"/>
                    </a:lnTo>
                    <a:lnTo>
                      <a:pt x="1135424" y="1818328"/>
                    </a:lnTo>
                    <a:lnTo>
                      <a:pt x="1131616" y="1820232"/>
                    </a:lnTo>
                    <a:lnTo>
                      <a:pt x="1130981" y="1820232"/>
                    </a:lnTo>
                    <a:lnTo>
                      <a:pt x="1128442" y="1822136"/>
                    </a:lnTo>
                    <a:lnTo>
                      <a:pt x="1125904" y="1822771"/>
                    </a:lnTo>
                    <a:lnTo>
                      <a:pt x="1124634" y="1824040"/>
                    </a:lnTo>
                    <a:lnTo>
                      <a:pt x="1123365" y="1825944"/>
                    </a:lnTo>
                    <a:lnTo>
                      <a:pt x="1122730" y="1827213"/>
                    </a:lnTo>
                    <a:lnTo>
                      <a:pt x="1122096" y="1829752"/>
                    </a:lnTo>
                    <a:lnTo>
                      <a:pt x="1122730" y="1833560"/>
                    </a:lnTo>
                    <a:lnTo>
                      <a:pt x="1122096" y="1834830"/>
                    </a:lnTo>
                    <a:lnTo>
                      <a:pt x="1118922" y="1838003"/>
                    </a:lnTo>
                    <a:lnTo>
                      <a:pt x="1117018" y="1838637"/>
                    </a:lnTo>
                    <a:lnTo>
                      <a:pt x="1115749" y="1838003"/>
                    </a:lnTo>
                    <a:lnTo>
                      <a:pt x="1114480" y="1839272"/>
                    </a:lnTo>
                    <a:lnTo>
                      <a:pt x="1113845" y="1843080"/>
                    </a:lnTo>
                    <a:lnTo>
                      <a:pt x="1113210" y="1844984"/>
                    </a:lnTo>
                    <a:lnTo>
                      <a:pt x="1111941" y="1846254"/>
                    </a:lnTo>
                    <a:lnTo>
                      <a:pt x="1110672" y="1846254"/>
                    </a:lnTo>
                    <a:lnTo>
                      <a:pt x="1109402" y="1845619"/>
                    </a:lnTo>
                    <a:lnTo>
                      <a:pt x="1108133" y="1845619"/>
                    </a:lnTo>
                    <a:lnTo>
                      <a:pt x="1106864" y="1846888"/>
                    </a:lnTo>
                    <a:lnTo>
                      <a:pt x="1106229" y="1850061"/>
                    </a:lnTo>
                    <a:lnTo>
                      <a:pt x="1104960" y="1851331"/>
                    </a:lnTo>
                    <a:lnTo>
                      <a:pt x="1103690" y="1851966"/>
                    </a:lnTo>
                    <a:lnTo>
                      <a:pt x="1099882" y="1851966"/>
                    </a:lnTo>
                    <a:lnTo>
                      <a:pt x="1099882" y="1852600"/>
                    </a:lnTo>
                    <a:lnTo>
                      <a:pt x="1099882" y="1852600"/>
                    </a:lnTo>
                    <a:lnTo>
                      <a:pt x="1099882" y="1852600"/>
                    </a:lnTo>
                    <a:lnTo>
                      <a:pt x="1099882" y="1852600"/>
                    </a:lnTo>
                    <a:lnTo>
                      <a:pt x="1098613" y="1853870"/>
                    </a:lnTo>
                    <a:lnTo>
                      <a:pt x="1097344" y="1853870"/>
                    </a:lnTo>
                    <a:lnTo>
                      <a:pt x="1096074" y="1853870"/>
                    </a:lnTo>
                    <a:lnTo>
                      <a:pt x="1094805" y="1854504"/>
                    </a:lnTo>
                    <a:lnTo>
                      <a:pt x="1099882" y="1854504"/>
                    </a:lnTo>
                    <a:lnTo>
                      <a:pt x="1099882" y="1853870"/>
                    </a:lnTo>
                    <a:lnTo>
                      <a:pt x="1099882" y="1852600"/>
                    </a:lnTo>
                    <a:lnTo>
                      <a:pt x="1101152" y="1851966"/>
                    </a:lnTo>
                    <a:lnTo>
                      <a:pt x="1103690" y="1851966"/>
                    </a:lnTo>
                    <a:lnTo>
                      <a:pt x="1107498" y="1850696"/>
                    </a:lnTo>
                    <a:lnTo>
                      <a:pt x="1110037" y="1850696"/>
                    </a:lnTo>
                    <a:lnTo>
                      <a:pt x="1111306" y="1850061"/>
                    </a:lnTo>
                    <a:lnTo>
                      <a:pt x="1113210" y="1848158"/>
                    </a:lnTo>
                    <a:lnTo>
                      <a:pt x="1114480" y="1848158"/>
                    </a:lnTo>
                    <a:lnTo>
                      <a:pt x="1115114" y="1848792"/>
                    </a:lnTo>
                    <a:lnTo>
                      <a:pt x="1115749" y="1848792"/>
                    </a:lnTo>
                    <a:lnTo>
                      <a:pt x="1116384" y="1847523"/>
                    </a:lnTo>
                    <a:lnTo>
                      <a:pt x="1117018" y="1848792"/>
                    </a:lnTo>
                    <a:lnTo>
                      <a:pt x="1117653" y="1850061"/>
                    </a:lnTo>
                    <a:lnTo>
                      <a:pt x="1118288" y="1850061"/>
                    </a:lnTo>
                    <a:lnTo>
                      <a:pt x="1119557" y="1848792"/>
                    </a:lnTo>
                    <a:lnTo>
                      <a:pt x="1118922" y="1847523"/>
                    </a:lnTo>
                    <a:lnTo>
                      <a:pt x="1118288" y="1846254"/>
                    </a:lnTo>
                    <a:lnTo>
                      <a:pt x="1118922" y="1845619"/>
                    </a:lnTo>
                    <a:lnTo>
                      <a:pt x="1120192" y="1845619"/>
                    </a:lnTo>
                    <a:lnTo>
                      <a:pt x="1124634" y="1846888"/>
                    </a:lnTo>
                    <a:lnTo>
                      <a:pt x="1124634" y="1846254"/>
                    </a:lnTo>
                    <a:lnTo>
                      <a:pt x="1124634" y="1845619"/>
                    </a:lnTo>
                    <a:lnTo>
                      <a:pt x="1125904" y="1844350"/>
                    </a:lnTo>
                    <a:lnTo>
                      <a:pt x="1129077" y="1842446"/>
                    </a:lnTo>
                    <a:lnTo>
                      <a:pt x="1130346" y="1841176"/>
                    </a:lnTo>
                    <a:lnTo>
                      <a:pt x="1132250" y="1840541"/>
                    </a:lnTo>
                    <a:lnTo>
                      <a:pt x="1135424" y="1840541"/>
                    </a:lnTo>
                    <a:lnTo>
                      <a:pt x="1136693" y="1839272"/>
                    </a:lnTo>
                    <a:lnTo>
                      <a:pt x="1137962" y="1840541"/>
                    </a:lnTo>
                    <a:lnTo>
                      <a:pt x="1139866" y="1839272"/>
                    </a:lnTo>
                    <a:lnTo>
                      <a:pt x="1143040" y="1835464"/>
                    </a:lnTo>
                    <a:lnTo>
                      <a:pt x="1144944" y="1834195"/>
                    </a:lnTo>
                    <a:lnTo>
                      <a:pt x="1146848" y="1833560"/>
                    </a:lnTo>
                    <a:lnTo>
                      <a:pt x="1148117" y="1832291"/>
                    </a:lnTo>
                    <a:lnTo>
                      <a:pt x="1148752" y="1829752"/>
                    </a:lnTo>
                    <a:lnTo>
                      <a:pt x="1150021" y="1830387"/>
                    </a:lnTo>
                    <a:lnTo>
                      <a:pt x="1150656" y="1829117"/>
                    </a:lnTo>
                    <a:lnTo>
                      <a:pt x="1151925" y="1827213"/>
                    </a:lnTo>
                    <a:lnTo>
                      <a:pt x="1153194" y="1826579"/>
                    </a:lnTo>
                    <a:lnTo>
                      <a:pt x="1153194" y="1825944"/>
                    </a:lnTo>
                    <a:lnTo>
                      <a:pt x="1153194" y="1824675"/>
                    </a:lnTo>
                    <a:lnTo>
                      <a:pt x="1154464" y="1824040"/>
                    </a:lnTo>
                    <a:lnTo>
                      <a:pt x="1156368" y="1822136"/>
                    </a:lnTo>
                    <a:lnTo>
                      <a:pt x="1157637" y="1822136"/>
                    </a:lnTo>
                    <a:lnTo>
                      <a:pt x="1158906" y="1822136"/>
                    </a:lnTo>
                    <a:lnTo>
                      <a:pt x="1160811" y="1821501"/>
                    </a:lnTo>
                    <a:lnTo>
                      <a:pt x="1163984" y="1821501"/>
                    </a:lnTo>
                    <a:lnTo>
                      <a:pt x="1166522" y="1820867"/>
                    </a:lnTo>
                    <a:lnTo>
                      <a:pt x="1177312" y="1816424"/>
                    </a:lnTo>
                    <a:lnTo>
                      <a:pt x="1178581" y="1816424"/>
                    </a:lnTo>
                    <a:lnTo>
                      <a:pt x="1180485" y="1816424"/>
                    </a:lnTo>
                    <a:lnTo>
                      <a:pt x="1184928" y="1814520"/>
                    </a:lnTo>
                    <a:lnTo>
                      <a:pt x="1186832" y="1813251"/>
                    </a:lnTo>
                    <a:lnTo>
                      <a:pt x="1188101" y="1815790"/>
                    </a:lnTo>
                    <a:close/>
                    <a:moveTo>
                      <a:pt x="1140501" y="1848792"/>
                    </a:moveTo>
                    <a:lnTo>
                      <a:pt x="1140501" y="1848792"/>
                    </a:lnTo>
                    <a:lnTo>
                      <a:pt x="1140501" y="1848792"/>
                    </a:lnTo>
                    <a:lnTo>
                      <a:pt x="1139866" y="1849427"/>
                    </a:lnTo>
                    <a:lnTo>
                      <a:pt x="1139866" y="1850061"/>
                    </a:lnTo>
                    <a:lnTo>
                      <a:pt x="1140501" y="1850061"/>
                    </a:lnTo>
                    <a:lnTo>
                      <a:pt x="1140501" y="1850061"/>
                    </a:lnTo>
                    <a:lnTo>
                      <a:pt x="1140501" y="1850696"/>
                    </a:lnTo>
                    <a:lnTo>
                      <a:pt x="1141770" y="1850696"/>
                    </a:lnTo>
                    <a:lnTo>
                      <a:pt x="1142405" y="1850696"/>
                    </a:lnTo>
                    <a:lnTo>
                      <a:pt x="1141770" y="1849427"/>
                    </a:lnTo>
                    <a:lnTo>
                      <a:pt x="1140501" y="1848792"/>
                    </a:lnTo>
                    <a:close/>
                    <a:moveTo>
                      <a:pt x="1099882" y="1035781"/>
                    </a:moveTo>
                    <a:lnTo>
                      <a:pt x="1101152" y="1036416"/>
                    </a:lnTo>
                    <a:lnTo>
                      <a:pt x="1103056" y="1036416"/>
                    </a:lnTo>
                    <a:lnTo>
                      <a:pt x="1104960" y="1035781"/>
                    </a:lnTo>
                    <a:lnTo>
                      <a:pt x="1106864" y="1035781"/>
                    </a:lnTo>
                    <a:lnTo>
                      <a:pt x="1109402" y="1037050"/>
                    </a:lnTo>
                    <a:lnTo>
                      <a:pt x="1111306" y="1037050"/>
                    </a:lnTo>
                    <a:lnTo>
                      <a:pt x="1111941" y="1037685"/>
                    </a:lnTo>
                    <a:lnTo>
                      <a:pt x="1114480" y="1040858"/>
                    </a:lnTo>
                    <a:lnTo>
                      <a:pt x="1115114" y="1042762"/>
                    </a:lnTo>
                    <a:lnTo>
                      <a:pt x="1115749" y="1043397"/>
                    </a:lnTo>
                    <a:lnTo>
                      <a:pt x="1118288" y="1043397"/>
                    </a:lnTo>
                    <a:lnTo>
                      <a:pt x="1118922" y="1043397"/>
                    </a:lnTo>
                    <a:lnTo>
                      <a:pt x="1118288" y="1042127"/>
                    </a:lnTo>
                    <a:lnTo>
                      <a:pt x="1115749" y="1039589"/>
                    </a:lnTo>
                    <a:lnTo>
                      <a:pt x="1115114" y="1038319"/>
                    </a:lnTo>
                    <a:lnTo>
                      <a:pt x="1112576" y="1032607"/>
                    </a:lnTo>
                    <a:lnTo>
                      <a:pt x="1111306" y="1031338"/>
                    </a:lnTo>
                    <a:lnTo>
                      <a:pt x="1106229" y="1031338"/>
                    </a:lnTo>
                    <a:lnTo>
                      <a:pt x="1104960" y="1030703"/>
                    </a:lnTo>
                    <a:lnTo>
                      <a:pt x="1093536" y="1018010"/>
                    </a:lnTo>
                    <a:lnTo>
                      <a:pt x="1091631" y="1013567"/>
                    </a:lnTo>
                    <a:lnTo>
                      <a:pt x="1090997" y="1012933"/>
                    </a:lnTo>
                    <a:lnTo>
                      <a:pt x="1090362" y="1011663"/>
                    </a:lnTo>
                    <a:lnTo>
                      <a:pt x="1090362" y="1009124"/>
                    </a:lnTo>
                    <a:lnTo>
                      <a:pt x="1090997" y="1006586"/>
                    </a:lnTo>
                    <a:lnTo>
                      <a:pt x="1092266" y="1005317"/>
                    </a:lnTo>
                    <a:lnTo>
                      <a:pt x="1092266" y="1003413"/>
                    </a:lnTo>
                    <a:lnTo>
                      <a:pt x="1090997" y="1003413"/>
                    </a:lnTo>
                    <a:lnTo>
                      <a:pt x="1087824" y="1005317"/>
                    </a:lnTo>
                    <a:lnTo>
                      <a:pt x="1087189" y="1005317"/>
                    </a:lnTo>
                    <a:lnTo>
                      <a:pt x="1086554" y="1005317"/>
                    </a:lnTo>
                    <a:lnTo>
                      <a:pt x="1085919" y="1005317"/>
                    </a:lnTo>
                    <a:lnTo>
                      <a:pt x="1085285" y="1005317"/>
                    </a:lnTo>
                    <a:lnTo>
                      <a:pt x="1085285" y="1005951"/>
                    </a:lnTo>
                    <a:lnTo>
                      <a:pt x="1085285" y="1006586"/>
                    </a:lnTo>
                    <a:lnTo>
                      <a:pt x="1085285" y="1007220"/>
                    </a:lnTo>
                    <a:lnTo>
                      <a:pt x="1084650" y="1007855"/>
                    </a:lnTo>
                    <a:lnTo>
                      <a:pt x="1084015" y="1009124"/>
                    </a:lnTo>
                    <a:lnTo>
                      <a:pt x="1084015" y="1010394"/>
                    </a:lnTo>
                    <a:lnTo>
                      <a:pt x="1084015" y="1011663"/>
                    </a:lnTo>
                    <a:lnTo>
                      <a:pt x="1083381" y="1011663"/>
                    </a:lnTo>
                    <a:lnTo>
                      <a:pt x="1082746" y="1012298"/>
                    </a:lnTo>
                    <a:lnTo>
                      <a:pt x="1085285" y="1014202"/>
                    </a:lnTo>
                    <a:lnTo>
                      <a:pt x="1094170" y="1025626"/>
                    </a:lnTo>
                    <a:lnTo>
                      <a:pt x="1094805" y="1026895"/>
                    </a:lnTo>
                    <a:lnTo>
                      <a:pt x="1095440" y="1028165"/>
                    </a:lnTo>
                    <a:lnTo>
                      <a:pt x="1095440" y="1030069"/>
                    </a:lnTo>
                    <a:lnTo>
                      <a:pt x="1096074" y="1030703"/>
                    </a:lnTo>
                    <a:lnTo>
                      <a:pt x="1096709" y="1031338"/>
                    </a:lnTo>
                    <a:lnTo>
                      <a:pt x="1097978" y="1031973"/>
                    </a:lnTo>
                    <a:lnTo>
                      <a:pt x="1098613" y="1032607"/>
                    </a:lnTo>
                    <a:lnTo>
                      <a:pt x="1100517" y="1035146"/>
                    </a:lnTo>
                    <a:lnTo>
                      <a:pt x="1099882" y="1035781"/>
                    </a:lnTo>
                    <a:close/>
                    <a:moveTo>
                      <a:pt x="1090362" y="1858947"/>
                    </a:moveTo>
                    <a:lnTo>
                      <a:pt x="1089093" y="1859581"/>
                    </a:lnTo>
                    <a:lnTo>
                      <a:pt x="1088458" y="1860216"/>
                    </a:lnTo>
                    <a:lnTo>
                      <a:pt x="1087824" y="1860216"/>
                    </a:lnTo>
                    <a:lnTo>
                      <a:pt x="1087824" y="1860216"/>
                    </a:lnTo>
                    <a:lnTo>
                      <a:pt x="1088458" y="1860216"/>
                    </a:lnTo>
                    <a:lnTo>
                      <a:pt x="1090362" y="1860216"/>
                    </a:lnTo>
                    <a:lnTo>
                      <a:pt x="1092266" y="1859581"/>
                    </a:lnTo>
                    <a:lnTo>
                      <a:pt x="1092901" y="1858947"/>
                    </a:lnTo>
                    <a:lnTo>
                      <a:pt x="1093536" y="1858947"/>
                    </a:lnTo>
                    <a:lnTo>
                      <a:pt x="1094170" y="1858947"/>
                    </a:lnTo>
                    <a:lnTo>
                      <a:pt x="1092901" y="1858312"/>
                    </a:lnTo>
                    <a:lnTo>
                      <a:pt x="1090362" y="1858947"/>
                    </a:lnTo>
                    <a:close/>
                    <a:moveTo>
                      <a:pt x="654344" y="1829117"/>
                    </a:moveTo>
                    <a:lnTo>
                      <a:pt x="654344" y="1829117"/>
                    </a:lnTo>
                    <a:lnTo>
                      <a:pt x="654344" y="1826579"/>
                    </a:lnTo>
                    <a:lnTo>
                      <a:pt x="654344" y="1825310"/>
                    </a:lnTo>
                    <a:lnTo>
                      <a:pt x="653710" y="1824675"/>
                    </a:lnTo>
                    <a:lnTo>
                      <a:pt x="652440" y="1824675"/>
                    </a:lnTo>
                    <a:lnTo>
                      <a:pt x="651806" y="1824040"/>
                    </a:lnTo>
                    <a:lnTo>
                      <a:pt x="651171" y="1824040"/>
                    </a:lnTo>
                    <a:lnTo>
                      <a:pt x="650536" y="1824675"/>
                    </a:lnTo>
                    <a:lnTo>
                      <a:pt x="651806" y="1825310"/>
                    </a:lnTo>
                    <a:lnTo>
                      <a:pt x="652440" y="1825944"/>
                    </a:lnTo>
                    <a:lnTo>
                      <a:pt x="653075" y="1826579"/>
                    </a:lnTo>
                    <a:lnTo>
                      <a:pt x="653075" y="1827213"/>
                    </a:lnTo>
                    <a:lnTo>
                      <a:pt x="653710" y="1827848"/>
                    </a:lnTo>
                    <a:lnTo>
                      <a:pt x="654344" y="1828483"/>
                    </a:lnTo>
                    <a:lnTo>
                      <a:pt x="654979" y="1829117"/>
                    </a:lnTo>
                    <a:lnTo>
                      <a:pt x="656248" y="1829752"/>
                    </a:lnTo>
                    <a:lnTo>
                      <a:pt x="656883" y="1829117"/>
                    </a:lnTo>
                    <a:lnTo>
                      <a:pt x="656883" y="1828483"/>
                    </a:lnTo>
                    <a:lnTo>
                      <a:pt x="654344" y="1829117"/>
                    </a:lnTo>
                    <a:close/>
                    <a:moveTo>
                      <a:pt x="635304" y="1819597"/>
                    </a:moveTo>
                    <a:lnTo>
                      <a:pt x="635939" y="1818328"/>
                    </a:lnTo>
                    <a:lnTo>
                      <a:pt x="634669" y="1817693"/>
                    </a:lnTo>
                    <a:lnTo>
                      <a:pt x="633400" y="1817693"/>
                    </a:lnTo>
                    <a:lnTo>
                      <a:pt x="632765" y="1817693"/>
                    </a:lnTo>
                    <a:lnTo>
                      <a:pt x="632765" y="1818328"/>
                    </a:lnTo>
                    <a:lnTo>
                      <a:pt x="632765" y="1818963"/>
                    </a:lnTo>
                    <a:lnTo>
                      <a:pt x="633400" y="1818963"/>
                    </a:lnTo>
                    <a:lnTo>
                      <a:pt x="635304" y="1819597"/>
                    </a:lnTo>
                    <a:close/>
                    <a:moveTo>
                      <a:pt x="660056" y="1825310"/>
                    </a:moveTo>
                    <a:lnTo>
                      <a:pt x="658787" y="1824675"/>
                    </a:lnTo>
                    <a:lnTo>
                      <a:pt x="656883" y="1826579"/>
                    </a:lnTo>
                    <a:lnTo>
                      <a:pt x="656248" y="1827213"/>
                    </a:lnTo>
                    <a:lnTo>
                      <a:pt x="656883" y="1827848"/>
                    </a:lnTo>
                    <a:lnTo>
                      <a:pt x="657518" y="1828483"/>
                    </a:lnTo>
                    <a:lnTo>
                      <a:pt x="658152" y="1828483"/>
                    </a:lnTo>
                    <a:lnTo>
                      <a:pt x="658787" y="1827213"/>
                    </a:lnTo>
                    <a:lnTo>
                      <a:pt x="659422" y="1827213"/>
                    </a:lnTo>
                    <a:lnTo>
                      <a:pt x="661960" y="1827213"/>
                    </a:lnTo>
                    <a:lnTo>
                      <a:pt x="661960" y="1826579"/>
                    </a:lnTo>
                    <a:lnTo>
                      <a:pt x="660691" y="1826579"/>
                    </a:lnTo>
                    <a:lnTo>
                      <a:pt x="660056" y="1825310"/>
                    </a:lnTo>
                    <a:close/>
                    <a:moveTo>
                      <a:pt x="677192" y="1829752"/>
                    </a:moveTo>
                    <a:lnTo>
                      <a:pt x="677192" y="1829752"/>
                    </a:lnTo>
                    <a:lnTo>
                      <a:pt x="675923" y="1829752"/>
                    </a:lnTo>
                    <a:lnTo>
                      <a:pt x="676558" y="1830387"/>
                    </a:lnTo>
                    <a:lnTo>
                      <a:pt x="677827" y="1830387"/>
                    </a:lnTo>
                    <a:lnTo>
                      <a:pt x="677192" y="1829752"/>
                    </a:lnTo>
                    <a:lnTo>
                      <a:pt x="677192" y="1829752"/>
                    </a:lnTo>
                    <a:close/>
                    <a:moveTo>
                      <a:pt x="646728" y="1813886"/>
                    </a:moveTo>
                    <a:lnTo>
                      <a:pt x="644824" y="1814520"/>
                    </a:lnTo>
                    <a:lnTo>
                      <a:pt x="644189" y="1813886"/>
                    </a:lnTo>
                    <a:lnTo>
                      <a:pt x="644189" y="1812616"/>
                    </a:lnTo>
                    <a:lnTo>
                      <a:pt x="644824" y="1811347"/>
                    </a:lnTo>
                    <a:lnTo>
                      <a:pt x="644824" y="1810077"/>
                    </a:lnTo>
                    <a:lnTo>
                      <a:pt x="643555" y="1806269"/>
                    </a:lnTo>
                    <a:lnTo>
                      <a:pt x="642286" y="1805000"/>
                    </a:lnTo>
                    <a:lnTo>
                      <a:pt x="640381" y="1803731"/>
                    </a:lnTo>
                    <a:lnTo>
                      <a:pt x="637843" y="1803096"/>
                    </a:lnTo>
                    <a:lnTo>
                      <a:pt x="635939" y="1803731"/>
                    </a:lnTo>
                    <a:lnTo>
                      <a:pt x="635304" y="1804366"/>
                    </a:lnTo>
                    <a:lnTo>
                      <a:pt x="634035" y="1806269"/>
                    </a:lnTo>
                    <a:lnTo>
                      <a:pt x="633400" y="1806904"/>
                    </a:lnTo>
                    <a:lnTo>
                      <a:pt x="632765" y="1807539"/>
                    </a:lnTo>
                    <a:lnTo>
                      <a:pt x="632765" y="1808808"/>
                    </a:lnTo>
                    <a:lnTo>
                      <a:pt x="632765" y="1812616"/>
                    </a:lnTo>
                    <a:lnTo>
                      <a:pt x="632765" y="1813251"/>
                    </a:lnTo>
                    <a:lnTo>
                      <a:pt x="633400" y="1813886"/>
                    </a:lnTo>
                    <a:lnTo>
                      <a:pt x="634669" y="1814520"/>
                    </a:lnTo>
                    <a:lnTo>
                      <a:pt x="635304" y="1815155"/>
                    </a:lnTo>
                    <a:lnTo>
                      <a:pt x="637208" y="1817059"/>
                    </a:lnTo>
                    <a:lnTo>
                      <a:pt x="637843" y="1818963"/>
                    </a:lnTo>
                    <a:lnTo>
                      <a:pt x="638478" y="1819597"/>
                    </a:lnTo>
                    <a:lnTo>
                      <a:pt x="639747" y="1818963"/>
                    </a:lnTo>
                    <a:lnTo>
                      <a:pt x="640381" y="1818328"/>
                    </a:lnTo>
                    <a:lnTo>
                      <a:pt x="641016" y="1817693"/>
                    </a:lnTo>
                    <a:lnTo>
                      <a:pt x="641016" y="1817059"/>
                    </a:lnTo>
                    <a:lnTo>
                      <a:pt x="639747" y="1817059"/>
                    </a:lnTo>
                    <a:lnTo>
                      <a:pt x="641651" y="1815790"/>
                    </a:lnTo>
                    <a:lnTo>
                      <a:pt x="645459" y="1815790"/>
                    </a:lnTo>
                    <a:lnTo>
                      <a:pt x="646728" y="1813886"/>
                    </a:lnTo>
                    <a:close/>
                    <a:moveTo>
                      <a:pt x="654979" y="1822136"/>
                    </a:moveTo>
                    <a:lnTo>
                      <a:pt x="654344" y="1821501"/>
                    </a:lnTo>
                    <a:lnTo>
                      <a:pt x="653075" y="1821501"/>
                    </a:lnTo>
                    <a:lnTo>
                      <a:pt x="651806" y="1821501"/>
                    </a:lnTo>
                    <a:lnTo>
                      <a:pt x="650536" y="1821501"/>
                    </a:lnTo>
                    <a:lnTo>
                      <a:pt x="650536" y="1820867"/>
                    </a:lnTo>
                    <a:lnTo>
                      <a:pt x="650536" y="1821501"/>
                    </a:lnTo>
                    <a:lnTo>
                      <a:pt x="650536" y="1821501"/>
                    </a:lnTo>
                    <a:lnTo>
                      <a:pt x="650536" y="1821501"/>
                    </a:lnTo>
                    <a:lnTo>
                      <a:pt x="650536" y="1822136"/>
                    </a:lnTo>
                    <a:lnTo>
                      <a:pt x="649902" y="1820867"/>
                    </a:lnTo>
                    <a:lnTo>
                      <a:pt x="648632" y="1820232"/>
                    </a:lnTo>
                    <a:lnTo>
                      <a:pt x="647363" y="1820232"/>
                    </a:lnTo>
                    <a:lnTo>
                      <a:pt x="646094" y="1821501"/>
                    </a:lnTo>
                    <a:lnTo>
                      <a:pt x="648632" y="1822771"/>
                    </a:lnTo>
                    <a:lnTo>
                      <a:pt x="650536" y="1823406"/>
                    </a:lnTo>
                    <a:lnTo>
                      <a:pt x="654979" y="1822136"/>
                    </a:lnTo>
                    <a:close/>
                    <a:moveTo>
                      <a:pt x="880287" y="1850696"/>
                    </a:moveTo>
                    <a:lnTo>
                      <a:pt x="879017" y="1848792"/>
                    </a:lnTo>
                    <a:lnTo>
                      <a:pt x="877748" y="1848158"/>
                    </a:lnTo>
                    <a:lnTo>
                      <a:pt x="877113" y="1847523"/>
                    </a:lnTo>
                    <a:lnTo>
                      <a:pt x="877113" y="1846888"/>
                    </a:lnTo>
                    <a:lnTo>
                      <a:pt x="872670" y="1848792"/>
                    </a:lnTo>
                    <a:lnTo>
                      <a:pt x="868228" y="1850061"/>
                    </a:lnTo>
                    <a:lnTo>
                      <a:pt x="866324" y="1851331"/>
                    </a:lnTo>
                    <a:lnTo>
                      <a:pt x="864420" y="1853235"/>
                    </a:lnTo>
                    <a:lnTo>
                      <a:pt x="860612" y="1857678"/>
                    </a:lnTo>
                    <a:lnTo>
                      <a:pt x="863150" y="1860216"/>
                    </a:lnTo>
                    <a:lnTo>
                      <a:pt x="866324" y="1860851"/>
                    </a:lnTo>
                    <a:lnTo>
                      <a:pt x="870132" y="1860216"/>
                    </a:lnTo>
                    <a:lnTo>
                      <a:pt x="873305" y="1858312"/>
                    </a:lnTo>
                    <a:lnTo>
                      <a:pt x="873940" y="1859581"/>
                    </a:lnTo>
                    <a:lnTo>
                      <a:pt x="874575" y="1859581"/>
                    </a:lnTo>
                    <a:lnTo>
                      <a:pt x="876479" y="1858312"/>
                    </a:lnTo>
                    <a:lnTo>
                      <a:pt x="880921" y="1858312"/>
                    </a:lnTo>
                    <a:lnTo>
                      <a:pt x="882191" y="1857678"/>
                    </a:lnTo>
                    <a:lnTo>
                      <a:pt x="883460" y="1855139"/>
                    </a:lnTo>
                    <a:lnTo>
                      <a:pt x="881556" y="1853235"/>
                    </a:lnTo>
                    <a:lnTo>
                      <a:pt x="880287" y="1850696"/>
                    </a:lnTo>
                    <a:close/>
                    <a:moveTo>
                      <a:pt x="955178" y="1853235"/>
                    </a:moveTo>
                    <a:lnTo>
                      <a:pt x="952639" y="1853870"/>
                    </a:lnTo>
                    <a:lnTo>
                      <a:pt x="950735" y="1856408"/>
                    </a:lnTo>
                    <a:lnTo>
                      <a:pt x="950100" y="1858947"/>
                    </a:lnTo>
                    <a:lnTo>
                      <a:pt x="952004" y="1860851"/>
                    </a:lnTo>
                    <a:lnTo>
                      <a:pt x="955812" y="1860851"/>
                    </a:lnTo>
                    <a:lnTo>
                      <a:pt x="956447" y="1860216"/>
                    </a:lnTo>
                    <a:lnTo>
                      <a:pt x="957082" y="1859581"/>
                    </a:lnTo>
                    <a:lnTo>
                      <a:pt x="957716" y="1858947"/>
                    </a:lnTo>
                    <a:lnTo>
                      <a:pt x="958351" y="1857678"/>
                    </a:lnTo>
                    <a:lnTo>
                      <a:pt x="957716" y="1856408"/>
                    </a:lnTo>
                    <a:lnTo>
                      <a:pt x="955178" y="1853235"/>
                    </a:lnTo>
                    <a:close/>
                    <a:moveTo>
                      <a:pt x="962159" y="1850061"/>
                    </a:moveTo>
                    <a:lnTo>
                      <a:pt x="962159" y="1850061"/>
                    </a:lnTo>
                    <a:lnTo>
                      <a:pt x="961524" y="1851331"/>
                    </a:lnTo>
                    <a:lnTo>
                      <a:pt x="960890" y="1851966"/>
                    </a:lnTo>
                    <a:lnTo>
                      <a:pt x="961524" y="1851966"/>
                    </a:lnTo>
                    <a:lnTo>
                      <a:pt x="962794" y="1852600"/>
                    </a:lnTo>
                    <a:lnTo>
                      <a:pt x="964698" y="1853235"/>
                    </a:lnTo>
                    <a:lnTo>
                      <a:pt x="964698" y="1852600"/>
                    </a:lnTo>
                    <a:lnTo>
                      <a:pt x="964698" y="1851966"/>
                    </a:lnTo>
                    <a:lnTo>
                      <a:pt x="965332" y="1851331"/>
                    </a:lnTo>
                    <a:lnTo>
                      <a:pt x="962159" y="1850061"/>
                    </a:lnTo>
                    <a:lnTo>
                      <a:pt x="962159" y="1850061"/>
                    </a:lnTo>
                    <a:close/>
                    <a:moveTo>
                      <a:pt x="679096" y="1808808"/>
                    </a:moveTo>
                    <a:lnTo>
                      <a:pt x="679096" y="1808808"/>
                    </a:lnTo>
                    <a:lnTo>
                      <a:pt x="678462" y="1808808"/>
                    </a:lnTo>
                    <a:lnTo>
                      <a:pt x="678462" y="1809443"/>
                    </a:lnTo>
                    <a:lnTo>
                      <a:pt x="677827" y="1810077"/>
                    </a:lnTo>
                    <a:lnTo>
                      <a:pt x="677827" y="1810712"/>
                    </a:lnTo>
                    <a:lnTo>
                      <a:pt x="677827" y="1811347"/>
                    </a:lnTo>
                    <a:lnTo>
                      <a:pt x="678462" y="1811981"/>
                    </a:lnTo>
                    <a:lnTo>
                      <a:pt x="678462" y="1811981"/>
                    </a:lnTo>
                    <a:lnTo>
                      <a:pt x="679731" y="1810712"/>
                    </a:lnTo>
                    <a:lnTo>
                      <a:pt x="679096" y="1808808"/>
                    </a:lnTo>
                    <a:lnTo>
                      <a:pt x="679096" y="1808808"/>
                    </a:lnTo>
                    <a:close/>
                    <a:moveTo>
                      <a:pt x="826340" y="1864024"/>
                    </a:moveTo>
                    <a:lnTo>
                      <a:pt x="825705" y="1863390"/>
                    </a:lnTo>
                    <a:lnTo>
                      <a:pt x="825070" y="1862755"/>
                    </a:lnTo>
                    <a:lnTo>
                      <a:pt x="824436" y="1862755"/>
                    </a:lnTo>
                    <a:lnTo>
                      <a:pt x="823166" y="1862755"/>
                    </a:lnTo>
                    <a:lnTo>
                      <a:pt x="819993" y="1862120"/>
                    </a:lnTo>
                    <a:lnTo>
                      <a:pt x="819358" y="1862120"/>
                    </a:lnTo>
                    <a:lnTo>
                      <a:pt x="818724" y="1862120"/>
                    </a:lnTo>
                    <a:lnTo>
                      <a:pt x="818089" y="1862120"/>
                    </a:lnTo>
                    <a:lnTo>
                      <a:pt x="818089" y="1861486"/>
                    </a:lnTo>
                    <a:lnTo>
                      <a:pt x="818089" y="1860851"/>
                    </a:lnTo>
                    <a:lnTo>
                      <a:pt x="818089" y="1860216"/>
                    </a:lnTo>
                    <a:lnTo>
                      <a:pt x="818089" y="1860216"/>
                    </a:lnTo>
                    <a:lnTo>
                      <a:pt x="816185" y="1859581"/>
                    </a:lnTo>
                    <a:lnTo>
                      <a:pt x="814281" y="1859581"/>
                    </a:lnTo>
                    <a:lnTo>
                      <a:pt x="812377" y="1859581"/>
                    </a:lnTo>
                    <a:lnTo>
                      <a:pt x="810473" y="1860216"/>
                    </a:lnTo>
                    <a:lnTo>
                      <a:pt x="810473" y="1858312"/>
                    </a:lnTo>
                    <a:lnTo>
                      <a:pt x="809838" y="1857678"/>
                    </a:lnTo>
                    <a:lnTo>
                      <a:pt x="807934" y="1857678"/>
                    </a:lnTo>
                    <a:lnTo>
                      <a:pt x="807300" y="1857043"/>
                    </a:lnTo>
                    <a:lnTo>
                      <a:pt x="807300" y="1856408"/>
                    </a:lnTo>
                    <a:lnTo>
                      <a:pt x="807300" y="1855774"/>
                    </a:lnTo>
                    <a:lnTo>
                      <a:pt x="806665" y="1855774"/>
                    </a:lnTo>
                    <a:lnTo>
                      <a:pt x="806030" y="1855774"/>
                    </a:lnTo>
                    <a:lnTo>
                      <a:pt x="805396" y="1855774"/>
                    </a:lnTo>
                    <a:lnTo>
                      <a:pt x="800318" y="1854504"/>
                    </a:lnTo>
                    <a:lnTo>
                      <a:pt x="799684" y="1853870"/>
                    </a:lnTo>
                    <a:lnTo>
                      <a:pt x="799049" y="1852600"/>
                    </a:lnTo>
                    <a:lnTo>
                      <a:pt x="797780" y="1853235"/>
                    </a:lnTo>
                    <a:lnTo>
                      <a:pt x="799684" y="1850696"/>
                    </a:lnTo>
                    <a:lnTo>
                      <a:pt x="798414" y="1850061"/>
                    </a:lnTo>
                    <a:lnTo>
                      <a:pt x="796510" y="1850061"/>
                    </a:lnTo>
                    <a:lnTo>
                      <a:pt x="795876" y="1848792"/>
                    </a:lnTo>
                    <a:lnTo>
                      <a:pt x="794606" y="1848792"/>
                    </a:lnTo>
                    <a:lnTo>
                      <a:pt x="793972" y="1848158"/>
                    </a:lnTo>
                    <a:lnTo>
                      <a:pt x="793337" y="1847523"/>
                    </a:lnTo>
                    <a:lnTo>
                      <a:pt x="792067" y="1846888"/>
                    </a:lnTo>
                    <a:lnTo>
                      <a:pt x="791433" y="1846888"/>
                    </a:lnTo>
                    <a:lnTo>
                      <a:pt x="789529" y="1847523"/>
                    </a:lnTo>
                    <a:lnTo>
                      <a:pt x="788894" y="1847523"/>
                    </a:lnTo>
                    <a:lnTo>
                      <a:pt x="786990" y="1846888"/>
                    </a:lnTo>
                    <a:lnTo>
                      <a:pt x="785086" y="1846888"/>
                    </a:lnTo>
                    <a:lnTo>
                      <a:pt x="783182" y="1847523"/>
                    </a:lnTo>
                    <a:lnTo>
                      <a:pt x="782547" y="1852600"/>
                    </a:lnTo>
                    <a:lnTo>
                      <a:pt x="781278" y="1848792"/>
                    </a:lnTo>
                    <a:lnTo>
                      <a:pt x="781278" y="1848158"/>
                    </a:lnTo>
                    <a:lnTo>
                      <a:pt x="780643" y="1848158"/>
                    </a:lnTo>
                    <a:lnTo>
                      <a:pt x="778739" y="1848792"/>
                    </a:lnTo>
                    <a:lnTo>
                      <a:pt x="777470" y="1848792"/>
                    </a:lnTo>
                    <a:lnTo>
                      <a:pt x="778105" y="1848158"/>
                    </a:lnTo>
                    <a:lnTo>
                      <a:pt x="778739" y="1847523"/>
                    </a:lnTo>
                    <a:lnTo>
                      <a:pt x="779374" y="1846254"/>
                    </a:lnTo>
                    <a:lnTo>
                      <a:pt x="778105" y="1846254"/>
                    </a:lnTo>
                    <a:lnTo>
                      <a:pt x="774931" y="1846888"/>
                    </a:lnTo>
                    <a:lnTo>
                      <a:pt x="773662" y="1846888"/>
                    </a:lnTo>
                    <a:lnTo>
                      <a:pt x="770489" y="1845619"/>
                    </a:lnTo>
                    <a:lnTo>
                      <a:pt x="769854" y="1844984"/>
                    </a:lnTo>
                    <a:lnTo>
                      <a:pt x="768585" y="1844350"/>
                    </a:lnTo>
                    <a:lnTo>
                      <a:pt x="768585" y="1843715"/>
                    </a:lnTo>
                    <a:lnTo>
                      <a:pt x="768585" y="1843715"/>
                    </a:lnTo>
                    <a:lnTo>
                      <a:pt x="768585" y="1843715"/>
                    </a:lnTo>
                    <a:lnTo>
                      <a:pt x="768585" y="1843715"/>
                    </a:lnTo>
                    <a:lnTo>
                      <a:pt x="768585" y="1844350"/>
                    </a:lnTo>
                    <a:lnTo>
                      <a:pt x="769219" y="1844984"/>
                    </a:lnTo>
                    <a:lnTo>
                      <a:pt x="769854" y="1846254"/>
                    </a:lnTo>
                    <a:lnTo>
                      <a:pt x="770489" y="1846888"/>
                    </a:lnTo>
                    <a:lnTo>
                      <a:pt x="771123" y="1847523"/>
                    </a:lnTo>
                    <a:lnTo>
                      <a:pt x="772393" y="1847523"/>
                    </a:lnTo>
                    <a:lnTo>
                      <a:pt x="773027" y="1847523"/>
                    </a:lnTo>
                    <a:lnTo>
                      <a:pt x="773662" y="1848158"/>
                    </a:lnTo>
                    <a:lnTo>
                      <a:pt x="774297" y="1849427"/>
                    </a:lnTo>
                    <a:lnTo>
                      <a:pt x="774931" y="1850061"/>
                    </a:lnTo>
                    <a:lnTo>
                      <a:pt x="776201" y="1850696"/>
                    </a:lnTo>
                    <a:lnTo>
                      <a:pt x="776835" y="1851331"/>
                    </a:lnTo>
                    <a:lnTo>
                      <a:pt x="775566" y="1853235"/>
                    </a:lnTo>
                    <a:lnTo>
                      <a:pt x="775566" y="1853870"/>
                    </a:lnTo>
                    <a:lnTo>
                      <a:pt x="777470" y="1855139"/>
                    </a:lnTo>
                    <a:lnTo>
                      <a:pt x="780009" y="1857678"/>
                    </a:lnTo>
                    <a:lnTo>
                      <a:pt x="785721" y="1858947"/>
                    </a:lnTo>
                    <a:lnTo>
                      <a:pt x="788259" y="1858947"/>
                    </a:lnTo>
                    <a:lnTo>
                      <a:pt x="790163" y="1858312"/>
                    </a:lnTo>
                    <a:lnTo>
                      <a:pt x="790798" y="1858947"/>
                    </a:lnTo>
                    <a:lnTo>
                      <a:pt x="790163" y="1859581"/>
                    </a:lnTo>
                    <a:lnTo>
                      <a:pt x="788894" y="1858947"/>
                    </a:lnTo>
                    <a:lnTo>
                      <a:pt x="795876" y="1860851"/>
                    </a:lnTo>
                    <a:lnTo>
                      <a:pt x="796510" y="1861486"/>
                    </a:lnTo>
                    <a:lnTo>
                      <a:pt x="795241" y="1862120"/>
                    </a:lnTo>
                    <a:lnTo>
                      <a:pt x="795876" y="1862755"/>
                    </a:lnTo>
                    <a:lnTo>
                      <a:pt x="796510" y="1862755"/>
                    </a:lnTo>
                    <a:lnTo>
                      <a:pt x="797145" y="1862755"/>
                    </a:lnTo>
                    <a:lnTo>
                      <a:pt x="797780" y="1862755"/>
                    </a:lnTo>
                    <a:lnTo>
                      <a:pt x="798414" y="1863390"/>
                    </a:lnTo>
                    <a:lnTo>
                      <a:pt x="799049" y="1864659"/>
                    </a:lnTo>
                    <a:lnTo>
                      <a:pt x="799684" y="1864659"/>
                    </a:lnTo>
                    <a:lnTo>
                      <a:pt x="800318" y="1864659"/>
                    </a:lnTo>
                    <a:lnTo>
                      <a:pt x="801588" y="1863390"/>
                    </a:lnTo>
                    <a:lnTo>
                      <a:pt x="802222" y="1862755"/>
                    </a:lnTo>
                    <a:lnTo>
                      <a:pt x="802857" y="1862755"/>
                    </a:lnTo>
                    <a:lnTo>
                      <a:pt x="804761" y="1864024"/>
                    </a:lnTo>
                    <a:lnTo>
                      <a:pt x="807300" y="1864659"/>
                    </a:lnTo>
                    <a:lnTo>
                      <a:pt x="812377" y="1863390"/>
                    </a:lnTo>
                    <a:lnTo>
                      <a:pt x="814916" y="1863390"/>
                    </a:lnTo>
                    <a:lnTo>
                      <a:pt x="815550" y="1864659"/>
                    </a:lnTo>
                    <a:lnTo>
                      <a:pt x="816185" y="1864659"/>
                    </a:lnTo>
                    <a:lnTo>
                      <a:pt x="816820" y="1864024"/>
                    </a:lnTo>
                    <a:lnTo>
                      <a:pt x="817454" y="1864024"/>
                    </a:lnTo>
                    <a:lnTo>
                      <a:pt x="818089" y="1864659"/>
                    </a:lnTo>
                    <a:lnTo>
                      <a:pt x="818724" y="1865294"/>
                    </a:lnTo>
                    <a:lnTo>
                      <a:pt x="819993" y="1867198"/>
                    </a:lnTo>
                    <a:lnTo>
                      <a:pt x="821262" y="1867832"/>
                    </a:lnTo>
                    <a:lnTo>
                      <a:pt x="823166" y="1867832"/>
                    </a:lnTo>
                    <a:lnTo>
                      <a:pt x="825705" y="1867198"/>
                    </a:lnTo>
                    <a:lnTo>
                      <a:pt x="828878" y="1869102"/>
                    </a:lnTo>
                    <a:lnTo>
                      <a:pt x="830148" y="1869102"/>
                    </a:lnTo>
                    <a:lnTo>
                      <a:pt x="831417" y="1868467"/>
                    </a:lnTo>
                    <a:lnTo>
                      <a:pt x="833956" y="1869102"/>
                    </a:lnTo>
                    <a:lnTo>
                      <a:pt x="835225" y="1869102"/>
                    </a:lnTo>
                    <a:lnTo>
                      <a:pt x="826340" y="1865294"/>
                    </a:lnTo>
                    <a:lnTo>
                      <a:pt x="826340" y="1864024"/>
                    </a:lnTo>
                    <a:close/>
                    <a:moveTo>
                      <a:pt x="765411" y="1839907"/>
                    </a:moveTo>
                    <a:lnTo>
                      <a:pt x="763507" y="1837368"/>
                    </a:lnTo>
                    <a:lnTo>
                      <a:pt x="762238" y="1834830"/>
                    </a:lnTo>
                    <a:lnTo>
                      <a:pt x="761603" y="1833560"/>
                    </a:lnTo>
                    <a:lnTo>
                      <a:pt x="761603" y="1832291"/>
                    </a:lnTo>
                    <a:lnTo>
                      <a:pt x="763507" y="1831021"/>
                    </a:lnTo>
                    <a:lnTo>
                      <a:pt x="769219" y="1832926"/>
                    </a:lnTo>
                    <a:lnTo>
                      <a:pt x="771758" y="1832291"/>
                    </a:lnTo>
                    <a:lnTo>
                      <a:pt x="772393" y="1831656"/>
                    </a:lnTo>
                    <a:lnTo>
                      <a:pt x="773027" y="1830387"/>
                    </a:lnTo>
                    <a:lnTo>
                      <a:pt x="773662" y="1829117"/>
                    </a:lnTo>
                    <a:lnTo>
                      <a:pt x="774297" y="1829117"/>
                    </a:lnTo>
                    <a:lnTo>
                      <a:pt x="774931" y="1829117"/>
                    </a:lnTo>
                    <a:lnTo>
                      <a:pt x="775566" y="1829117"/>
                    </a:lnTo>
                    <a:lnTo>
                      <a:pt x="776201" y="1828483"/>
                    </a:lnTo>
                    <a:lnTo>
                      <a:pt x="776835" y="1827848"/>
                    </a:lnTo>
                    <a:lnTo>
                      <a:pt x="778105" y="1825944"/>
                    </a:lnTo>
                    <a:lnTo>
                      <a:pt x="778105" y="1824040"/>
                    </a:lnTo>
                    <a:lnTo>
                      <a:pt x="778105" y="1822136"/>
                    </a:lnTo>
                    <a:lnTo>
                      <a:pt x="778739" y="1820232"/>
                    </a:lnTo>
                    <a:lnTo>
                      <a:pt x="777470" y="1819597"/>
                    </a:lnTo>
                    <a:lnTo>
                      <a:pt x="776201" y="1818328"/>
                    </a:lnTo>
                    <a:lnTo>
                      <a:pt x="775566" y="1816424"/>
                    </a:lnTo>
                    <a:lnTo>
                      <a:pt x="774931" y="1814520"/>
                    </a:lnTo>
                    <a:lnTo>
                      <a:pt x="773662" y="1814520"/>
                    </a:lnTo>
                    <a:lnTo>
                      <a:pt x="772393" y="1813886"/>
                    </a:lnTo>
                    <a:lnTo>
                      <a:pt x="771123" y="1812616"/>
                    </a:lnTo>
                    <a:lnTo>
                      <a:pt x="770489" y="1811347"/>
                    </a:lnTo>
                    <a:lnTo>
                      <a:pt x="768585" y="1810712"/>
                    </a:lnTo>
                    <a:lnTo>
                      <a:pt x="764777" y="1811981"/>
                    </a:lnTo>
                    <a:lnTo>
                      <a:pt x="762238" y="1811981"/>
                    </a:lnTo>
                    <a:lnTo>
                      <a:pt x="761603" y="1813251"/>
                    </a:lnTo>
                    <a:lnTo>
                      <a:pt x="760969" y="1813886"/>
                    </a:lnTo>
                    <a:lnTo>
                      <a:pt x="760334" y="1813886"/>
                    </a:lnTo>
                    <a:lnTo>
                      <a:pt x="759699" y="1813251"/>
                    </a:lnTo>
                    <a:lnTo>
                      <a:pt x="759065" y="1812616"/>
                    </a:lnTo>
                    <a:lnTo>
                      <a:pt x="757795" y="1813251"/>
                    </a:lnTo>
                    <a:lnTo>
                      <a:pt x="757161" y="1816424"/>
                    </a:lnTo>
                    <a:lnTo>
                      <a:pt x="754622" y="1817059"/>
                    </a:lnTo>
                    <a:lnTo>
                      <a:pt x="750179" y="1815790"/>
                    </a:lnTo>
                    <a:lnTo>
                      <a:pt x="749545" y="1817059"/>
                    </a:lnTo>
                    <a:lnTo>
                      <a:pt x="750814" y="1818963"/>
                    </a:lnTo>
                    <a:lnTo>
                      <a:pt x="752718" y="1820867"/>
                    </a:lnTo>
                    <a:lnTo>
                      <a:pt x="754622" y="1821501"/>
                    </a:lnTo>
                    <a:lnTo>
                      <a:pt x="754622" y="1819597"/>
                    </a:lnTo>
                    <a:lnTo>
                      <a:pt x="755257" y="1818328"/>
                    </a:lnTo>
                    <a:lnTo>
                      <a:pt x="755891" y="1818328"/>
                    </a:lnTo>
                    <a:lnTo>
                      <a:pt x="757161" y="1819597"/>
                    </a:lnTo>
                    <a:lnTo>
                      <a:pt x="757161" y="1820232"/>
                    </a:lnTo>
                    <a:lnTo>
                      <a:pt x="757161" y="1821501"/>
                    </a:lnTo>
                    <a:lnTo>
                      <a:pt x="757795" y="1822771"/>
                    </a:lnTo>
                    <a:lnTo>
                      <a:pt x="758430" y="1824040"/>
                    </a:lnTo>
                    <a:lnTo>
                      <a:pt x="760969" y="1824675"/>
                    </a:lnTo>
                    <a:lnTo>
                      <a:pt x="761603" y="1825944"/>
                    </a:lnTo>
                    <a:lnTo>
                      <a:pt x="760969" y="1827848"/>
                    </a:lnTo>
                    <a:lnTo>
                      <a:pt x="760334" y="1828483"/>
                    </a:lnTo>
                    <a:lnTo>
                      <a:pt x="759065" y="1828483"/>
                    </a:lnTo>
                    <a:lnTo>
                      <a:pt x="758430" y="1828483"/>
                    </a:lnTo>
                    <a:lnTo>
                      <a:pt x="757795" y="1829117"/>
                    </a:lnTo>
                    <a:lnTo>
                      <a:pt x="757161" y="1830387"/>
                    </a:lnTo>
                    <a:lnTo>
                      <a:pt x="756526" y="1831021"/>
                    </a:lnTo>
                    <a:lnTo>
                      <a:pt x="755891" y="1830387"/>
                    </a:lnTo>
                    <a:lnTo>
                      <a:pt x="754622" y="1830387"/>
                    </a:lnTo>
                    <a:lnTo>
                      <a:pt x="753353" y="1831021"/>
                    </a:lnTo>
                    <a:lnTo>
                      <a:pt x="752083" y="1832291"/>
                    </a:lnTo>
                    <a:lnTo>
                      <a:pt x="751449" y="1829752"/>
                    </a:lnTo>
                    <a:lnTo>
                      <a:pt x="750179" y="1828483"/>
                    </a:lnTo>
                    <a:lnTo>
                      <a:pt x="746371" y="1827213"/>
                    </a:lnTo>
                    <a:lnTo>
                      <a:pt x="746371" y="1827848"/>
                    </a:lnTo>
                    <a:lnTo>
                      <a:pt x="747641" y="1829117"/>
                    </a:lnTo>
                    <a:lnTo>
                      <a:pt x="748275" y="1829752"/>
                    </a:lnTo>
                    <a:lnTo>
                      <a:pt x="748275" y="1830387"/>
                    </a:lnTo>
                    <a:lnTo>
                      <a:pt x="747641" y="1831656"/>
                    </a:lnTo>
                    <a:lnTo>
                      <a:pt x="747006" y="1831656"/>
                    </a:lnTo>
                    <a:lnTo>
                      <a:pt x="745737" y="1830387"/>
                    </a:lnTo>
                    <a:lnTo>
                      <a:pt x="738755" y="1828483"/>
                    </a:lnTo>
                    <a:lnTo>
                      <a:pt x="738755" y="1829752"/>
                    </a:lnTo>
                    <a:lnTo>
                      <a:pt x="738755" y="1829752"/>
                    </a:lnTo>
                    <a:lnTo>
                      <a:pt x="738755" y="1830387"/>
                    </a:lnTo>
                    <a:lnTo>
                      <a:pt x="738121" y="1831021"/>
                    </a:lnTo>
                    <a:lnTo>
                      <a:pt x="738755" y="1831656"/>
                    </a:lnTo>
                    <a:lnTo>
                      <a:pt x="739390" y="1832291"/>
                    </a:lnTo>
                    <a:lnTo>
                      <a:pt x="741294" y="1832926"/>
                    </a:lnTo>
                    <a:lnTo>
                      <a:pt x="740025" y="1834195"/>
                    </a:lnTo>
                    <a:lnTo>
                      <a:pt x="738755" y="1834195"/>
                    </a:lnTo>
                    <a:lnTo>
                      <a:pt x="737486" y="1833560"/>
                    </a:lnTo>
                    <a:lnTo>
                      <a:pt x="736217" y="1832926"/>
                    </a:lnTo>
                    <a:lnTo>
                      <a:pt x="734947" y="1833560"/>
                    </a:lnTo>
                    <a:lnTo>
                      <a:pt x="734313" y="1834195"/>
                    </a:lnTo>
                    <a:lnTo>
                      <a:pt x="734313" y="1834830"/>
                    </a:lnTo>
                    <a:lnTo>
                      <a:pt x="735582" y="1835464"/>
                    </a:lnTo>
                    <a:lnTo>
                      <a:pt x="733678" y="1835464"/>
                    </a:lnTo>
                    <a:lnTo>
                      <a:pt x="730505" y="1834830"/>
                    </a:lnTo>
                    <a:lnTo>
                      <a:pt x="727966" y="1832926"/>
                    </a:lnTo>
                    <a:lnTo>
                      <a:pt x="726697" y="1831021"/>
                    </a:lnTo>
                    <a:lnTo>
                      <a:pt x="725427" y="1831021"/>
                    </a:lnTo>
                    <a:lnTo>
                      <a:pt x="724793" y="1832291"/>
                    </a:lnTo>
                    <a:lnTo>
                      <a:pt x="723523" y="1832926"/>
                    </a:lnTo>
                    <a:lnTo>
                      <a:pt x="720985" y="1834195"/>
                    </a:lnTo>
                    <a:lnTo>
                      <a:pt x="720985" y="1832926"/>
                    </a:lnTo>
                    <a:lnTo>
                      <a:pt x="720350" y="1831656"/>
                    </a:lnTo>
                    <a:lnTo>
                      <a:pt x="719081" y="1831656"/>
                    </a:lnTo>
                    <a:lnTo>
                      <a:pt x="717811" y="1832291"/>
                    </a:lnTo>
                    <a:lnTo>
                      <a:pt x="717176" y="1830387"/>
                    </a:lnTo>
                    <a:lnTo>
                      <a:pt x="714003" y="1831021"/>
                    </a:lnTo>
                    <a:lnTo>
                      <a:pt x="714003" y="1829752"/>
                    </a:lnTo>
                    <a:lnTo>
                      <a:pt x="714003" y="1828483"/>
                    </a:lnTo>
                    <a:lnTo>
                      <a:pt x="712734" y="1829117"/>
                    </a:lnTo>
                    <a:lnTo>
                      <a:pt x="711464" y="1830387"/>
                    </a:lnTo>
                    <a:lnTo>
                      <a:pt x="710830" y="1831021"/>
                    </a:lnTo>
                    <a:lnTo>
                      <a:pt x="710195" y="1830387"/>
                    </a:lnTo>
                    <a:lnTo>
                      <a:pt x="709560" y="1830387"/>
                    </a:lnTo>
                    <a:lnTo>
                      <a:pt x="708926" y="1831656"/>
                    </a:lnTo>
                    <a:lnTo>
                      <a:pt x="708291" y="1832291"/>
                    </a:lnTo>
                    <a:lnTo>
                      <a:pt x="707656" y="1831656"/>
                    </a:lnTo>
                    <a:lnTo>
                      <a:pt x="707022" y="1831021"/>
                    </a:lnTo>
                    <a:lnTo>
                      <a:pt x="707022" y="1830387"/>
                    </a:lnTo>
                    <a:lnTo>
                      <a:pt x="707022" y="1830387"/>
                    </a:lnTo>
                    <a:lnTo>
                      <a:pt x="706387" y="1829752"/>
                    </a:lnTo>
                    <a:lnTo>
                      <a:pt x="705752" y="1829752"/>
                    </a:lnTo>
                    <a:lnTo>
                      <a:pt x="705118" y="1830387"/>
                    </a:lnTo>
                    <a:lnTo>
                      <a:pt x="704483" y="1831656"/>
                    </a:lnTo>
                    <a:lnTo>
                      <a:pt x="704483" y="1832291"/>
                    </a:lnTo>
                    <a:lnTo>
                      <a:pt x="705118" y="1832926"/>
                    </a:lnTo>
                    <a:lnTo>
                      <a:pt x="704483" y="1833560"/>
                    </a:lnTo>
                    <a:lnTo>
                      <a:pt x="703848" y="1833560"/>
                    </a:lnTo>
                    <a:lnTo>
                      <a:pt x="703214" y="1832926"/>
                    </a:lnTo>
                    <a:lnTo>
                      <a:pt x="702579" y="1832291"/>
                    </a:lnTo>
                    <a:lnTo>
                      <a:pt x="701310" y="1832291"/>
                    </a:lnTo>
                    <a:lnTo>
                      <a:pt x="699406" y="1832926"/>
                    </a:lnTo>
                    <a:lnTo>
                      <a:pt x="698136" y="1832926"/>
                    </a:lnTo>
                    <a:lnTo>
                      <a:pt x="699406" y="1832291"/>
                    </a:lnTo>
                    <a:lnTo>
                      <a:pt x="699406" y="1831656"/>
                    </a:lnTo>
                    <a:lnTo>
                      <a:pt x="698771" y="1831021"/>
                    </a:lnTo>
                    <a:lnTo>
                      <a:pt x="697502" y="1830387"/>
                    </a:lnTo>
                    <a:lnTo>
                      <a:pt x="696232" y="1829752"/>
                    </a:lnTo>
                    <a:lnTo>
                      <a:pt x="693059" y="1829752"/>
                    </a:lnTo>
                    <a:lnTo>
                      <a:pt x="686712" y="1828483"/>
                    </a:lnTo>
                    <a:lnTo>
                      <a:pt x="684174" y="1829117"/>
                    </a:lnTo>
                    <a:lnTo>
                      <a:pt x="684808" y="1830387"/>
                    </a:lnTo>
                    <a:lnTo>
                      <a:pt x="702579" y="1836734"/>
                    </a:lnTo>
                    <a:lnTo>
                      <a:pt x="705118" y="1836099"/>
                    </a:lnTo>
                    <a:lnTo>
                      <a:pt x="706387" y="1835464"/>
                    </a:lnTo>
                    <a:lnTo>
                      <a:pt x="707656" y="1835464"/>
                    </a:lnTo>
                    <a:lnTo>
                      <a:pt x="710195" y="1836734"/>
                    </a:lnTo>
                    <a:lnTo>
                      <a:pt x="710830" y="1836734"/>
                    </a:lnTo>
                    <a:lnTo>
                      <a:pt x="712099" y="1836099"/>
                    </a:lnTo>
                    <a:lnTo>
                      <a:pt x="712734" y="1836099"/>
                    </a:lnTo>
                    <a:lnTo>
                      <a:pt x="718446" y="1839907"/>
                    </a:lnTo>
                    <a:lnTo>
                      <a:pt x="719715" y="1841176"/>
                    </a:lnTo>
                    <a:lnTo>
                      <a:pt x="720350" y="1841811"/>
                    </a:lnTo>
                    <a:lnTo>
                      <a:pt x="722889" y="1842446"/>
                    </a:lnTo>
                    <a:lnTo>
                      <a:pt x="723523" y="1842446"/>
                    </a:lnTo>
                    <a:lnTo>
                      <a:pt x="722889" y="1841176"/>
                    </a:lnTo>
                    <a:lnTo>
                      <a:pt x="723523" y="1841176"/>
                    </a:lnTo>
                    <a:lnTo>
                      <a:pt x="724158" y="1840541"/>
                    </a:lnTo>
                    <a:lnTo>
                      <a:pt x="724158" y="1839907"/>
                    </a:lnTo>
                    <a:lnTo>
                      <a:pt x="723523" y="1839272"/>
                    </a:lnTo>
                    <a:lnTo>
                      <a:pt x="724793" y="1839272"/>
                    </a:lnTo>
                    <a:lnTo>
                      <a:pt x="726697" y="1841811"/>
                    </a:lnTo>
                    <a:lnTo>
                      <a:pt x="727966" y="1842446"/>
                    </a:lnTo>
                    <a:lnTo>
                      <a:pt x="728601" y="1842446"/>
                    </a:lnTo>
                    <a:lnTo>
                      <a:pt x="730505" y="1841811"/>
                    </a:lnTo>
                    <a:lnTo>
                      <a:pt x="731139" y="1841811"/>
                    </a:lnTo>
                    <a:lnTo>
                      <a:pt x="731774" y="1842446"/>
                    </a:lnTo>
                    <a:lnTo>
                      <a:pt x="733043" y="1843080"/>
                    </a:lnTo>
                    <a:lnTo>
                      <a:pt x="733678" y="1843715"/>
                    </a:lnTo>
                    <a:lnTo>
                      <a:pt x="733678" y="1843080"/>
                    </a:lnTo>
                    <a:lnTo>
                      <a:pt x="733678" y="1842446"/>
                    </a:lnTo>
                    <a:lnTo>
                      <a:pt x="733043" y="1841811"/>
                    </a:lnTo>
                    <a:lnTo>
                      <a:pt x="733043" y="1841176"/>
                    </a:lnTo>
                    <a:lnTo>
                      <a:pt x="734313" y="1841176"/>
                    </a:lnTo>
                    <a:lnTo>
                      <a:pt x="735582" y="1841811"/>
                    </a:lnTo>
                    <a:lnTo>
                      <a:pt x="736217" y="1843080"/>
                    </a:lnTo>
                    <a:lnTo>
                      <a:pt x="736851" y="1844350"/>
                    </a:lnTo>
                    <a:lnTo>
                      <a:pt x="736851" y="1842446"/>
                    </a:lnTo>
                    <a:lnTo>
                      <a:pt x="736217" y="1839272"/>
                    </a:lnTo>
                    <a:lnTo>
                      <a:pt x="736851" y="1838003"/>
                    </a:lnTo>
                    <a:lnTo>
                      <a:pt x="737486" y="1839907"/>
                    </a:lnTo>
                    <a:lnTo>
                      <a:pt x="738121" y="1841176"/>
                    </a:lnTo>
                    <a:lnTo>
                      <a:pt x="739390" y="1841811"/>
                    </a:lnTo>
                    <a:lnTo>
                      <a:pt x="740659" y="1840541"/>
                    </a:lnTo>
                    <a:lnTo>
                      <a:pt x="740659" y="1843080"/>
                    </a:lnTo>
                    <a:lnTo>
                      <a:pt x="740659" y="1844350"/>
                    </a:lnTo>
                    <a:lnTo>
                      <a:pt x="741294" y="1844984"/>
                    </a:lnTo>
                    <a:lnTo>
                      <a:pt x="742563" y="1845619"/>
                    </a:lnTo>
                    <a:lnTo>
                      <a:pt x="743833" y="1844984"/>
                    </a:lnTo>
                    <a:lnTo>
                      <a:pt x="745737" y="1841176"/>
                    </a:lnTo>
                    <a:lnTo>
                      <a:pt x="747006" y="1841176"/>
                    </a:lnTo>
                    <a:lnTo>
                      <a:pt x="747006" y="1840541"/>
                    </a:lnTo>
                    <a:lnTo>
                      <a:pt x="745102" y="1839907"/>
                    </a:lnTo>
                    <a:lnTo>
                      <a:pt x="743833" y="1839907"/>
                    </a:lnTo>
                    <a:lnTo>
                      <a:pt x="742563" y="1839907"/>
                    </a:lnTo>
                    <a:lnTo>
                      <a:pt x="743198" y="1838637"/>
                    </a:lnTo>
                    <a:lnTo>
                      <a:pt x="744467" y="1838637"/>
                    </a:lnTo>
                    <a:lnTo>
                      <a:pt x="747006" y="1839907"/>
                    </a:lnTo>
                    <a:lnTo>
                      <a:pt x="748275" y="1839907"/>
                    </a:lnTo>
                    <a:lnTo>
                      <a:pt x="749545" y="1839907"/>
                    </a:lnTo>
                    <a:lnTo>
                      <a:pt x="750814" y="1839907"/>
                    </a:lnTo>
                    <a:lnTo>
                      <a:pt x="751449" y="1840541"/>
                    </a:lnTo>
                    <a:lnTo>
                      <a:pt x="751449" y="1841176"/>
                    </a:lnTo>
                    <a:lnTo>
                      <a:pt x="752083" y="1843080"/>
                    </a:lnTo>
                    <a:lnTo>
                      <a:pt x="752718" y="1843715"/>
                    </a:lnTo>
                    <a:lnTo>
                      <a:pt x="755257" y="1844984"/>
                    </a:lnTo>
                    <a:lnTo>
                      <a:pt x="755891" y="1845619"/>
                    </a:lnTo>
                    <a:lnTo>
                      <a:pt x="756526" y="1844984"/>
                    </a:lnTo>
                    <a:lnTo>
                      <a:pt x="757161" y="1844350"/>
                    </a:lnTo>
                    <a:lnTo>
                      <a:pt x="757161" y="1843715"/>
                    </a:lnTo>
                    <a:lnTo>
                      <a:pt x="757161" y="1842446"/>
                    </a:lnTo>
                    <a:lnTo>
                      <a:pt x="757795" y="1842446"/>
                    </a:lnTo>
                    <a:lnTo>
                      <a:pt x="759065" y="1843080"/>
                    </a:lnTo>
                    <a:lnTo>
                      <a:pt x="759699" y="1843715"/>
                    </a:lnTo>
                    <a:lnTo>
                      <a:pt x="760334" y="1843715"/>
                    </a:lnTo>
                    <a:lnTo>
                      <a:pt x="760969" y="1843080"/>
                    </a:lnTo>
                    <a:lnTo>
                      <a:pt x="761603" y="1843080"/>
                    </a:lnTo>
                    <a:lnTo>
                      <a:pt x="762238" y="1843080"/>
                    </a:lnTo>
                    <a:lnTo>
                      <a:pt x="764142" y="1844984"/>
                    </a:lnTo>
                    <a:lnTo>
                      <a:pt x="764777" y="1844984"/>
                    </a:lnTo>
                    <a:lnTo>
                      <a:pt x="765411" y="1843715"/>
                    </a:lnTo>
                    <a:lnTo>
                      <a:pt x="765411" y="1842446"/>
                    </a:lnTo>
                    <a:lnTo>
                      <a:pt x="765411" y="1839907"/>
                    </a:lnTo>
                    <a:close/>
                    <a:moveTo>
                      <a:pt x="1459740" y="534392"/>
                    </a:moveTo>
                    <a:lnTo>
                      <a:pt x="1460374" y="534392"/>
                    </a:lnTo>
                    <a:lnTo>
                      <a:pt x="1461009" y="533757"/>
                    </a:lnTo>
                    <a:lnTo>
                      <a:pt x="1461644" y="533122"/>
                    </a:lnTo>
                    <a:lnTo>
                      <a:pt x="1462278" y="532488"/>
                    </a:lnTo>
                    <a:lnTo>
                      <a:pt x="1462913" y="531853"/>
                    </a:lnTo>
                    <a:lnTo>
                      <a:pt x="1463548" y="531218"/>
                    </a:lnTo>
                    <a:lnTo>
                      <a:pt x="1463548" y="530584"/>
                    </a:lnTo>
                    <a:lnTo>
                      <a:pt x="1462913" y="530584"/>
                    </a:lnTo>
                    <a:lnTo>
                      <a:pt x="1461644" y="530584"/>
                    </a:lnTo>
                    <a:lnTo>
                      <a:pt x="1461644" y="532488"/>
                    </a:lnTo>
                    <a:lnTo>
                      <a:pt x="1461009" y="533122"/>
                    </a:lnTo>
                    <a:lnTo>
                      <a:pt x="1459740" y="534392"/>
                    </a:lnTo>
                    <a:lnTo>
                      <a:pt x="1459740" y="534392"/>
                    </a:lnTo>
                    <a:close/>
                    <a:moveTo>
                      <a:pt x="3335823" y="1397542"/>
                    </a:moveTo>
                    <a:lnTo>
                      <a:pt x="3337092" y="1396273"/>
                    </a:lnTo>
                    <a:lnTo>
                      <a:pt x="3336458" y="1394369"/>
                    </a:lnTo>
                    <a:lnTo>
                      <a:pt x="3335188" y="1392465"/>
                    </a:lnTo>
                    <a:lnTo>
                      <a:pt x="3331380" y="1388022"/>
                    </a:lnTo>
                    <a:lnTo>
                      <a:pt x="3329476" y="1384849"/>
                    </a:lnTo>
                    <a:lnTo>
                      <a:pt x="3328207" y="1383579"/>
                    </a:lnTo>
                    <a:lnTo>
                      <a:pt x="3326303" y="1382310"/>
                    </a:lnTo>
                    <a:lnTo>
                      <a:pt x="3324399" y="1382310"/>
                    </a:lnTo>
                    <a:lnTo>
                      <a:pt x="3323129" y="1382945"/>
                    </a:lnTo>
                    <a:lnTo>
                      <a:pt x="3322495" y="1384849"/>
                    </a:lnTo>
                    <a:lnTo>
                      <a:pt x="3321225" y="1386118"/>
                    </a:lnTo>
                    <a:lnTo>
                      <a:pt x="3319321" y="1385484"/>
                    </a:lnTo>
                    <a:lnTo>
                      <a:pt x="3317417" y="1384214"/>
                    </a:lnTo>
                    <a:lnTo>
                      <a:pt x="3316148" y="1382945"/>
                    </a:lnTo>
                    <a:lnTo>
                      <a:pt x="3314879" y="1381675"/>
                    </a:lnTo>
                    <a:lnTo>
                      <a:pt x="3312975" y="1378502"/>
                    </a:lnTo>
                    <a:lnTo>
                      <a:pt x="3311705" y="1377233"/>
                    </a:lnTo>
                    <a:lnTo>
                      <a:pt x="3309801" y="1376598"/>
                    </a:lnTo>
                    <a:lnTo>
                      <a:pt x="3304724" y="1375329"/>
                    </a:lnTo>
                    <a:lnTo>
                      <a:pt x="3302820" y="1374694"/>
                    </a:lnTo>
                    <a:lnTo>
                      <a:pt x="3302185" y="1375329"/>
                    </a:lnTo>
                    <a:lnTo>
                      <a:pt x="3302820" y="1377233"/>
                    </a:lnTo>
                    <a:lnTo>
                      <a:pt x="3304089" y="1379137"/>
                    </a:lnTo>
                    <a:lnTo>
                      <a:pt x="3305359" y="1380406"/>
                    </a:lnTo>
                    <a:lnTo>
                      <a:pt x="3306628" y="1381675"/>
                    </a:lnTo>
                    <a:lnTo>
                      <a:pt x="3307263" y="1382945"/>
                    </a:lnTo>
                    <a:lnTo>
                      <a:pt x="3307897" y="1384214"/>
                    </a:lnTo>
                    <a:lnTo>
                      <a:pt x="3307897" y="1385484"/>
                    </a:lnTo>
                    <a:lnTo>
                      <a:pt x="3307897" y="1386118"/>
                    </a:lnTo>
                    <a:lnTo>
                      <a:pt x="3307897" y="1386753"/>
                    </a:lnTo>
                    <a:lnTo>
                      <a:pt x="3308532" y="1388022"/>
                    </a:lnTo>
                    <a:lnTo>
                      <a:pt x="3309801" y="1389292"/>
                    </a:lnTo>
                    <a:lnTo>
                      <a:pt x="3310436" y="1390561"/>
                    </a:lnTo>
                    <a:lnTo>
                      <a:pt x="3311071" y="1396273"/>
                    </a:lnTo>
                    <a:lnTo>
                      <a:pt x="3312340" y="1398177"/>
                    </a:lnTo>
                    <a:lnTo>
                      <a:pt x="3314879" y="1400081"/>
                    </a:lnTo>
                    <a:lnTo>
                      <a:pt x="3317417" y="1401350"/>
                    </a:lnTo>
                    <a:lnTo>
                      <a:pt x="3319321" y="1401985"/>
                    </a:lnTo>
                    <a:lnTo>
                      <a:pt x="3323764" y="1401985"/>
                    </a:lnTo>
                    <a:lnTo>
                      <a:pt x="3325033" y="1402619"/>
                    </a:lnTo>
                    <a:lnTo>
                      <a:pt x="3326303" y="1403254"/>
                    </a:lnTo>
                    <a:lnTo>
                      <a:pt x="3327572" y="1403889"/>
                    </a:lnTo>
                    <a:lnTo>
                      <a:pt x="3328207" y="1403889"/>
                    </a:lnTo>
                    <a:lnTo>
                      <a:pt x="3327572" y="1402619"/>
                    </a:lnTo>
                    <a:lnTo>
                      <a:pt x="3328841" y="1402619"/>
                    </a:lnTo>
                    <a:lnTo>
                      <a:pt x="3330111" y="1403889"/>
                    </a:lnTo>
                    <a:lnTo>
                      <a:pt x="3330745" y="1405158"/>
                    </a:lnTo>
                    <a:lnTo>
                      <a:pt x="3332015" y="1406428"/>
                    </a:lnTo>
                    <a:lnTo>
                      <a:pt x="3332649" y="1405793"/>
                    </a:lnTo>
                    <a:lnTo>
                      <a:pt x="3333919" y="1404524"/>
                    </a:lnTo>
                    <a:lnTo>
                      <a:pt x="3334553" y="1402619"/>
                    </a:lnTo>
                    <a:lnTo>
                      <a:pt x="3334553" y="1400716"/>
                    </a:lnTo>
                    <a:lnTo>
                      <a:pt x="3333919" y="1397542"/>
                    </a:lnTo>
                    <a:lnTo>
                      <a:pt x="3335188" y="1396908"/>
                    </a:lnTo>
                    <a:lnTo>
                      <a:pt x="3335823" y="1397542"/>
                    </a:lnTo>
                    <a:close/>
                    <a:moveTo>
                      <a:pt x="2135028" y="1188736"/>
                    </a:moveTo>
                    <a:lnTo>
                      <a:pt x="2134393" y="1187467"/>
                    </a:lnTo>
                    <a:lnTo>
                      <a:pt x="2133124" y="1186832"/>
                    </a:lnTo>
                    <a:lnTo>
                      <a:pt x="2132490" y="1186832"/>
                    </a:lnTo>
                    <a:lnTo>
                      <a:pt x="2131855" y="1187467"/>
                    </a:lnTo>
                    <a:lnTo>
                      <a:pt x="2131855" y="1188101"/>
                    </a:lnTo>
                    <a:lnTo>
                      <a:pt x="2131855" y="1189371"/>
                    </a:lnTo>
                    <a:lnTo>
                      <a:pt x="2132490" y="1190640"/>
                    </a:lnTo>
                    <a:lnTo>
                      <a:pt x="2133124" y="1192544"/>
                    </a:lnTo>
                    <a:lnTo>
                      <a:pt x="2135028" y="1195083"/>
                    </a:lnTo>
                    <a:lnTo>
                      <a:pt x="2136297" y="1195083"/>
                    </a:lnTo>
                    <a:lnTo>
                      <a:pt x="2136297" y="1192544"/>
                    </a:lnTo>
                    <a:lnTo>
                      <a:pt x="2136297" y="1190640"/>
                    </a:lnTo>
                    <a:lnTo>
                      <a:pt x="2135028" y="1188736"/>
                    </a:lnTo>
                    <a:close/>
                    <a:moveTo>
                      <a:pt x="2088697" y="1269339"/>
                    </a:moveTo>
                    <a:lnTo>
                      <a:pt x="2088063" y="1269339"/>
                    </a:lnTo>
                    <a:lnTo>
                      <a:pt x="2086793" y="1270608"/>
                    </a:lnTo>
                    <a:lnTo>
                      <a:pt x="2086158" y="1271243"/>
                    </a:lnTo>
                    <a:lnTo>
                      <a:pt x="2085524" y="1271878"/>
                    </a:lnTo>
                    <a:lnTo>
                      <a:pt x="2084889" y="1272512"/>
                    </a:lnTo>
                    <a:lnTo>
                      <a:pt x="2084255" y="1273782"/>
                    </a:lnTo>
                    <a:lnTo>
                      <a:pt x="2084255" y="1275051"/>
                    </a:lnTo>
                    <a:lnTo>
                      <a:pt x="2084255" y="1276321"/>
                    </a:lnTo>
                    <a:lnTo>
                      <a:pt x="2084889" y="1276955"/>
                    </a:lnTo>
                    <a:lnTo>
                      <a:pt x="2085524" y="1276955"/>
                    </a:lnTo>
                    <a:lnTo>
                      <a:pt x="2086158" y="1277590"/>
                    </a:lnTo>
                    <a:lnTo>
                      <a:pt x="2087428" y="1278224"/>
                    </a:lnTo>
                    <a:lnTo>
                      <a:pt x="2092505" y="1276955"/>
                    </a:lnTo>
                    <a:lnTo>
                      <a:pt x="2093775" y="1275686"/>
                    </a:lnTo>
                    <a:lnTo>
                      <a:pt x="2095044" y="1273782"/>
                    </a:lnTo>
                    <a:lnTo>
                      <a:pt x="2095044" y="1272512"/>
                    </a:lnTo>
                    <a:lnTo>
                      <a:pt x="2093140" y="1269339"/>
                    </a:lnTo>
                    <a:lnTo>
                      <a:pt x="2088697" y="1269339"/>
                    </a:lnTo>
                    <a:close/>
                    <a:moveTo>
                      <a:pt x="3474181" y="1443873"/>
                    </a:moveTo>
                    <a:lnTo>
                      <a:pt x="3472911" y="1442604"/>
                    </a:lnTo>
                    <a:lnTo>
                      <a:pt x="3471642" y="1440700"/>
                    </a:lnTo>
                    <a:lnTo>
                      <a:pt x="3469738" y="1436257"/>
                    </a:lnTo>
                    <a:lnTo>
                      <a:pt x="3468469" y="1434353"/>
                    </a:lnTo>
                    <a:lnTo>
                      <a:pt x="3467834" y="1433084"/>
                    </a:lnTo>
                    <a:lnTo>
                      <a:pt x="3465295" y="1431180"/>
                    </a:lnTo>
                    <a:lnTo>
                      <a:pt x="3464660" y="1430545"/>
                    </a:lnTo>
                    <a:lnTo>
                      <a:pt x="3462757" y="1428006"/>
                    </a:lnTo>
                    <a:lnTo>
                      <a:pt x="3459583" y="1424833"/>
                    </a:lnTo>
                    <a:lnTo>
                      <a:pt x="3458949" y="1422929"/>
                    </a:lnTo>
                    <a:lnTo>
                      <a:pt x="3458314" y="1422294"/>
                    </a:lnTo>
                    <a:lnTo>
                      <a:pt x="3457679" y="1421660"/>
                    </a:lnTo>
                    <a:lnTo>
                      <a:pt x="3457679" y="1417852"/>
                    </a:lnTo>
                    <a:lnTo>
                      <a:pt x="3457679" y="1415948"/>
                    </a:lnTo>
                    <a:lnTo>
                      <a:pt x="3457045" y="1414044"/>
                    </a:lnTo>
                    <a:lnTo>
                      <a:pt x="3455775" y="1412140"/>
                    </a:lnTo>
                    <a:lnTo>
                      <a:pt x="3454506" y="1410871"/>
                    </a:lnTo>
                    <a:lnTo>
                      <a:pt x="3453236" y="1410236"/>
                    </a:lnTo>
                    <a:lnTo>
                      <a:pt x="3451967" y="1408966"/>
                    </a:lnTo>
                    <a:lnTo>
                      <a:pt x="3451967" y="1407697"/>
                    </a:lnTo>
                    <a:lnTo>
                      <a:pt x="3451333" y="1407062"/>
                    </a:lnTo>
                    <a:lnTo>
                      <a:pt x="3450698" y="1406428"/>
                    </a:lnTo>
                    <a:lnTo>
                      <a:pt x="3450063" y="1405793"/>
                    </a:lnTo>
                    <a:lnTo>
                      <a:pt x="3450063" y="1404524"/>
                    </a:lnTo>
                    <a:lnTo>
                      <a:pt x="3450063" y="1403889"/>
                    </a:lnTo>
                    <a:lnTo>
                      <a:pt x="3450063" y="1403254"/>
                    </a:lnTo>
                    <a:lnTo>
                      <a:pt x="3450063" y="1400716"/>
                    </a:lnTo>
                    <a:lnTo>
                      <a:pt x="3450063" y="1399446"/>
                    </a:lnTo>
                    <a:lnTo>
                      <a:pt x="3451333" y="1396908"/>
                    </a:lnTo>
                    <a:lnTo>
                      <a:pt x="3452602" y="1391196"/>
                    </a:lnTo>
                    <a:lnTo>
                      <a:pt x="3453236" y="1387388"/>
                    </a:lnTo>
                    <a:lnTo>
                      <a:pt x="3453236" y="1387388"/>
                    </a:lnTo>
                    <a:lnTo>
                      <a:pt x="3452602" y="1386118"/>
                    </a:lnTo>
                    <a:lnTo>
                      <a:pt x="3451333" y="1381675"/>
                    </a:lnTo>
                    <a:lnTo>
                      <a:pt x="3449429" y="1377868"/>
                    </a:lnTo>
                    <a:lnTo>
                      <a:pt x="3448159" y="1375964"/>
                    </a:lnTo>
                    <a:lnTo>
                      <a:pt x="3446890" y="1374059"/>
                    </a:lnTo>
                    <a:lnTo>
                      <a:pt x="3443716" y="1370886"/>
                    </a:lnTo>
                    <a:lnTo>
                      <a:pt x="3441813" y="1369617"/>
                    </a:lnTo>
                    <a:lnTo>
                      <a:pt x="3440543" y="1369617"/>
                    </a:lnTo>
                    <a:lnTo>
                      <a:pt x="3436100" y="1373425"/>
                    </a:lnTo>
                    <a:lnTo>
                      <a:pt x="3434196" y="1374059"/>
                    </a:lnTo>
                    <a:lnTo>
                      <a:pt x="3431023" y="1374059"/>
                    </a:lnTo>
                    <a:lnTo>
                      <a:pt x="3424042" y="1374059"/>
                    </a:lnTo>
                    <a:lnTo>
                      <a:pt x="3422772" y="1373425"/>
                    </a:lnTo>
                    <a:lnTo>
                      <a:pt x="3421503" y="1372155"/>
                    </a:lnTo>
                    <a:lnTo>
                      <a:pt x="3417695" y="1366444"/>
                    </a:lnTo>
                    <a:lnTo>
                      <a:pt x="3416426" y="1365174"/>
                    </a:lnTo>
                    <a:lnTo>
                      <a:pt x="3415156" y="1365174"/>
                    </a:lnTo>
                    <a:lnTo>
                      <a:pt x="3408810" y="1365809"/>
                    </a:lnTo>
                    <a:lnTo>
                      <a:pt x="3405636" y="1365174"/>
                    </a:lnTo>
                    <a:lnTo>
                      <a:pt x="3396116" y="1359462"/>
                    </a:lnTo>
                    <a:lnTo>
                      <a:pt x="3391039" y="1358193"/>
                    </a:lnTo>
                    <a:lnTo>
                      <a:pt x="3380884" y="1360097"/>
                    </a:lnTo>
                    <a:lnTo>
                      <a:pt x="3375807" y="1359462"/>
                    </a:lnTo>
                    <a:lnTo>
                      <a:pt x="3367556" y="1357558"/>
                    </a:lnTo>
                    <a:lnTo>
                      <a:pt x="3358671" y="1355019"/>
                    </a:lnTo>
                    <a:lnTo>
                      <a:pt x="3348516" y="1352481"/>
                    </a:lnTo>
                    <a:lnTo>
                      <a:pt x="3345343" y="1350577"/>
                    </a:lnTo>
                    <a:lnTo>
                      <a:pt x="3343439" y="1349942"/>
                    </a:lnTo>
                    <a:lnTo>
                      <a:pt x="3342169" y="1350577"/>
                    </a:lnTo>
                    <a:lnTo>
                      <a:pt x="3336458" y="1353750"/>
                    </a:lnTo>
                    <a:lnTo>
                      <a:pt x="3330745" y="1355654"/>
                    </a:lnTo>
                    <a:lnTo>
                      <a:pt x="3328841" y="1355654"/>
                    </a:lnTo>
                    <a:lnTo>
                      <a:pt x="3328207" y="1355019"/>
                    </a:lnTo>
                    <a:lnTo>
                      <a:pt x="3326938" y="1350577"/>
                    </a:lnTo>
                    <a:lnTo>
                      <a:pt x="3326303" y="1348673"/>
                    </a:lnTo>
                    <a:lnTo>
                      <a:pt x="3325033" y="1346769"/>
                    </a:lnTo>
                    <a:lnTo>
                      <a:pt x="3322495" y="1344230"/>
                    </a:lnTo>
                    <a:lnTo>
                      <a:pt x="3321225" y="1342961"/>
                    </a:lnTo>
                    <a:lnTo>
                      <a:pt x="3320591" y="1342326"/>
                    </a:lnTo>
                    <a:lnTo>
                      <a:pt x="3319956" y="1341057"/>
                    </a:lnTo>
                    <a:lnTo>
                      <a:pt x="3319956" y="1339787"/>
                    </a:lnTo>
                    <a:lnTo>
                      <a:pt x="3319956" y="1337884"/>
                    </a:lnTo>
                    <a:lnTo>
                      <a:pt x="3319956" y="1336614"/>
                    </a:lnTo>
                    <a:lnTo>
                      <a:pt x="3319321" y="1335979"/>
                    </a:lnTo>
                    <a:lnTo>
                      <a:pt x="3304089" y="1334075"/>
                    </a:lnTo>
                    <a:lnTo>
                      <a:pt x="3302185" y="1315670"/>
                    </a:lnTo>
                    <a:lnTo>
                      <a:pt x="3294569" y="1315670"/>
                    </a:lnTo>
                    <a:lnTo>
                      <a:pt x="3283780" y="1315670"/>
                    </a:lnTo>
                    <a:lnTo>
                      <a:pt x="3285049" y="1307419"/>
                    </a:lnTo>
                    <a:lnTo>
                      <a:pt x="3285684" y="1301707"/>
                    </a:lnTo>
                    <a:lnTo>
                      <a:pt x="3278702" y="1294726"/>
                    </a:lnTo>
                    <a:lnTo>
                      <a:pt x="3273625" y="1289014"/>
                    </a:lnTo>
                    <a:lnTo>
                      <a:pt x="3266009" y="1283302"/>
                    </a:lnTo>
                    <a:lnTo>
                      <a:pt x="3258393" y="1276955"/>
                    </a:lnTo>
                    <a:lnTo>
                      <a:pt x="3251412" y="1269974"/>
                    </a:lnTo>
                    <a:lnTo>
                      <a:pt x="3244430" y="1262992"/>
                    </a:lnTo>
                    <a:lnTo>
                      <a:pt x="3233641" y="1252203"/>
                    </a:lnTo>
                    <a:lnTo>
                      <a:pt x="3226025" y="1244587"/>
                    </a:lnTo>
                    <a:lnTo>
                      <a:pt x="3213966" y="1235067"/>
                    </a:lnTo>
                    <a:lnTo>
                      <a:pt x="3203177" y="1221739"/>
                    </a:lnTo>
                    <a:lnTo>
                      <a:pt x="3187310" y="1210315"/>
                    </a:lnTo>
                    <a:lnTo>
                      <a:pt x="3180329" y="1202699"/>
                    </a:lnTo>
                    <a:lnTo>
                      <a:pt x="3182867" y="1197621"/>
                    </a:lnTo>
                    <a:lnTo>
                      <a:pt x="3160019" y="1184293"/>
                    </a:lnTo>
                    <a:lnTo>
                      <a:pt x="3148595" y="1174773"/>
                    </a:lnTo>
                    <a:lnTo>
                      <a:pt x="3123208" y="1168427"/>
                    </a:lnTo>
                    <a:lnTo>
                      <a:pt x="3117496" y="1163349"/>
                    </a:lnTo>
                    <a:lnTo>
                      <a:pt x="3116862" y="1158907"/>
                    </a:lnTo>
                    <a:lnTo>
                      <a:pt x="3112419" y="1158907"/>
                    </a:lnTo>
                    <a:lnTo>
                      <a:pt x="3111150" y="1151925"/>
                    </a:lnTo>
                    <a:lnTo>
                      <a:pt x="3103534" y="1144309"/>
                    </a:lnTo>
                    <a:lnTo>
                      <a:pt x="3099091" y="1145578"/>
                    </a:lnTo>
                    <a:lnTo>
                      <a:pt x="3091475" y="1141136"/>
                    </a:lnTo>
                    <a:lnTo>
                      <a:pt x="3088936" y="1136058"/>
                    </a:lnTo>
                    <a:lnTo>
                      <a:pt x="3074974" y="1136693"/>
                    </a:lnTo>
                    <a:lnTo>
                      <a:pt x="3069261" y="1130981"/>
                    </a:lnTo>
                    <a:lnTo>
                      <a:pt x="3069896" y="1126538"/>
                    </a:lnTo>
                    <a:lnTo>
                      <a:pt x="3062915" y="1123365"/>
                    </a:lnTo>
                    <a:lnTo>
                      <a:pt x="3063549" y="1120192"/>
                    </a:lnTo>
                    <a:lnTo>
                      <a:pt x="3064819" y="1118288"/>
                    </a:lnTo>
                    <a:lnTo>
                      <a:pt x="3061646" y="1108133"/>
                    </a:lnTo>
                    <a:lnTo>
                      <a:pt x="3054664" y="1103690"/>
                    </a:lnTo>
                    <a:lnTo>
                      <a:pt x="3052760" y="1104325"/>
                    </a:lnTo>
                    <a:lnTo>
                      <a:pt x="3048952" y="1101786"/>
                    </a:lnTo>
                    <a:lnTo>
                      <a:pt x="3047048" y="1097978"/>
                    </a:lnTo>
                    <a:lnTo>
                      <a:pt x="3039432" y="1096074"/>
                    </a:lnTo>
                    <a:lnTo>
                      <a:pt x="3031816" y="1091631"/>
                    </a:lnTo>
                    <a:lnTo>
                      <a:pt x="3011507" y="1112576"/>
                    </a:lnTo>
                    <a:lnTo>
                      <a:pt x="3000083" y="1118288"/>
                    </a:lnTo>
                    <a:lnTo>
                      <a:pt x="2995640" y="1121461"/>
                    </a:lnTo>
                    <a:lnTo>
                      <a:pt x="2993736" y="1124634"/>
                    </a:lnTo>
                    <a:lnTo>
                      <a:pt x="3000083" y="1126538"/>
                    </a:lnTo>
                    <a:lnTo>
                      <a:pt x="3001987" y="1129077"/>
                    </a:lnTo>
                    <a:lnTo>
                      <a:pt x="3000083" y="1137328"/>
                    </a:lnTo>
                    <a:lnTo>
                      <a:pt x="2995640" y="1140501"/>
                    </a:lnTo>
                    <a:lnTo>
                      <a:pt x="2991832" y="1139867"/>
                    </a:lnTo>
                    <a:lnTo>
                      <a:pt x="2997544" y="1158272"/>
                    </a:lnTo>
                    <a:lnTo>
                      <a:pt x="2994371" y="1172235"/>
                    </a:lnTo>
                    <a:lnTo>
                      <a:pt x="2981677" y="1176677"/>
                    </a:lnTo>
                    <a:lnTo>
                      <a:pt x="2962002" y="1199525"/>
                    </a:lnTo>
                    <a:lnTo>
                      <a:pt x="2955656" y="1210315"/>
                    </a:lnTo>
                    <a:lnTo>
                      <a:pt x="2951213" y="1211584"/>
                    </a:lnTo>
                    <a:lnTo>
                      <a:pt x="2951213" y="1202699"/>
                    </a:lnTo>
                    <a:lnTo>
                      <a:pt x="2939154" y="1178581"/>
                    </a:lnTo>
                    <a:lnTo>
                      <a:pt x="2909960" y="1160176"/>
                    </a:lnTo>
                    <a:lnTo>
                      <a:pt x="2873149" y="1137328"/>
                    </a:lnTo>
                    <a:lnTo>
                      <a:pt x="2869975" y="1133520"/>
                    </a:lnTo>
                    <a:lnTo>
                      <a:pt x="2864898" y="1123365"/>
                    </a:lnTo>
                    <a:lnTo>
                      <a:pt x="2845223" y="1118923"/>
                    </a:lnTo>
                    <a:lnTo>
                      <a:pt x="2835703" y="1110037"/>
                    </a:lnTo>
                    <a:lnTo>
                      <a:pt x="2836338" y="1084016"/>
                    </a:lnTo>
                    <a:lnTo>
                      <a:pt x="2834434" y="1080842"/>
                    </a:lnTo>
                    <a:lnTo>
                      <a:pt x="2803970" y="1089728"/>
                    </a:lnTo>
                    <a:lnTo>
                      <a:pt x="2792546" y="1108768"/>
                    </a:lnTo>
                    <a:lnTo>
                      <a:pt x="2765255" y="1100517"/>
                    </a:lnTo>
                    <a:lnTo>
                      <a:pt x="2762716" y="1110037"/>
                    </a:lnTo>
                    <a:lnTo>
                      <a:pt x="2736060" y="1104960"/>
                    </a:lnTo>
                    <a:lnTo>
                      <a:pt x="2732887" y="1090997"/>
                    </a:lnTo>
                    <a:lnTo>
                      <a:pt x="2729713" y="1075765"/>
                    </a:lnTo>
                    <a:lnTo>
                      <a:pt x="2726540" y="1060533"/>
                    </a:lnTo>
                    <a:lnTo>
                      <a:pt x="2723367" y="1045301"/>
                    </a:lnTo>
                    <a:lnTo>
                      <a:pt x="2720193" y="1030069"/>
                    </a:lnTo>
                    <a:lnTo>
                      <a:pt x="2717020" y="1014837"/>
                    </a:lnTo>
                    <a:lnTo>
                      <a:pt x="2713847" y="999604"/>
                    </a:lnTo>
                    <a:lnTo>
                      <a:pt x="2710673" y="984373"/>
                    </a:lnTo>
                    <a:lnTo>
                      <a:pt x="2707500" y="969140"/>
                    </a:lnTo>
                    <a:lnTo>
                      <a:pt x="2701153" y="938676"/>
                    </a:lnTo>
                    <a:lnTo>
                      <a:pt x="2697980" y="923444"/>
                    </a:lnTo>
                    <a:lnTo>
                      <a:pt x="2694807" y="908212"/>
                    </a:lnTo>
                    <a:lnTo>
                      <a:pt x="2691633" y="892980"/>
                    </a:lnTo>
                    <a:lnTo>
                      <a:pt x="2688460" y="877748"/>
                    </a:lnTo>
                    <a:lnTo>
                      <a:pt x="2685286" y="862516"/>
                    </a:lnTo>
                    <a:lnTo>
                      <a:pt x="2682113" y="847284"/>
                    </a:lnTo>
                    <a:lnTo>
                      <a:pt x="2678940" y="832052"/>
                    </a:lnTo>
                    <a:lnTo>
                      <a:pt x="2675766" y="816820"/>
                    </a:lnTo>
                    <a:lnTo>
                      <a:pt x="2672593" y="801588"/>
                    </a:lnTo>
                    <a:lnTo>
                      <a:pt x="2669420" y="786356"/>
                    </a:lnTo>
                    <a:lnTo>
                      <a:pt x="2666246" y="771123"/>
                    </a:lnTo>
                    <a:lnTo>
                      <a:pt x="2663073" y="755892"/>
                    </a:lnTo>
                    <a:lnTo>
                      <a:pt x="2659900" y="740659"/>
                    </a:lnTo>
                    <a:lnTo>
                      <a:pt x="2656726" y="725427"/>
                    </a:lnTo>
                    <a:lnTo>
                      <a:pt x="2653553" y="710195"/>
                    </a:lnTo>
                    <a:lnTo>
                      <a:pt x="2650380" y="694963"/>
                    </a:lnTo>
                    <a:lnTo>
                      <a:pt x="2647206" y="679731"/>
                    </a:lnTo>
                    <a:lnTo>
                      <a:pt x="2644033" y="664499"/>
                    </a:lnTo>
                    <a:lnTo>
                      <a:pt x="2640860" y="649267"/>
                    </a:lnTo>
                    <a:lnTo>
                      <a:pt x="2628801" y="588339"/>
                    </a:lnTo>
                    <a:lnTo>
                      <a:pt x="2625628" y="573107"/>
                    </a:lnTo>
                    <a:lnTo>
                      <a:pt x="2619916" y="542642"/>
                    </a:lnTo>
                    <a:lnTo>
                      <a:pt x="2616742" y="527411"/>
                    </a:lnTo>
                    <a:lnTo>
                      <a:pt x="2611030" y="496946"/>
                    </a:lnTo>
                    <a:lnTo>
                      <a:pt x="2607857" y="481714"/>
                    </a:lnTo>
                    <a:lnTo>
                      <a:pt x="2604684" y="466482"/>
                    </a:lnTo>
                    <a:lnTo>
                      <a:pt x="2601510" y="451250"/>
                    </a:lnTo>
                    <a:lnTo>
                      <a:pt x="2598337" y="436018"/>
                    </a:lnTo>
                    <a:lnTo>
                      <a:pt x="2592625" y="405554"/>
                    </a:lnTo>
                    <a:lnTo>
                      <a:pt x="2589452" y="390322"/>
                    </a:lnTo>
                    <a:lnTo>
                      <a:pt x="2586278" y="375090"/>
                    </a:lnTo>
                    <a:lnTo>
                      <a:pt x="2583105" y="359858"/>
                    </a:lnTo>
                    <a:lnTo>
                      <a:pt x="2577393" y="330028"/>
                    </a:lnTo>
                    <a:lnTo>
                      <a:pt x="2574219" y="314796"/>
                    </a:lnTo>
                    <a:lnTo>
                      <a:pt x="2571046" y="299564"/>
                    </a:lnTo>
                    <a:lnTo>
                      <a:pt x="2565334" y="269735"/>
                    </a:lnTo>
                    <a:lnTo>
                      <a:pt x="2559622" y="239905"/>
                    </a:lnTo>
                    <a:lnTo>
                      <a:pt x="2556449" y="224673"/>
                    </a:lnTo>
                    <a:lnTo>
                      <a:pt x="2553275" y="209441"/>
                    </a:lnTo>
                    <a:lnTo>
                      <a:pt x="2550102" y="194209"/>
                    </a:lnTo>
                    <a:lnTo>
                      <a:pt x="2546929" y="178977"/>
                    </a:lnTo>
                    <a:lnTo>
                      <a:pt x="2543755" y="163745"/>
                    </a:lnTo>
                    <a:lnTo>
                      <a:pt x="2540582" y="148513"/>
                    </a:lnTo>
                    <a:lnTo>
                      <a:pt x="2537409" y="133281"/>
                    </a:lnTo>
                    <a:lnTo>
                      <a:pt x="2536774" y="133281"/>
                    </a:lnTo>
                    <a:lnTo>
                      <a:pt x="2524715" y="131377"/>
                    </a:lnTo>
                    <a:lnTo>
                      <a:pt x="2524715" y="132012"/>
                    </a:lnTo>
                    <a:lnTo>
                      <a:pt x="2525350" y="132012"/>
                    </a:lnTo>
                    <a:lnTo>
                      <a:pt x="2525985" y="132012"/>
                    </a:lnTo>
                    <a:lnTo>
                      <a:pt x="2526619" y="132012"/>
                    </a:lnTo>
                    <a:lnTo>
                      <a:pt x="2527889" y="132646"/>
                    </a:lnTo>
                    <a:lnTo>
                      <a:pt x="2527254" y="133915"/>
                    </a:lnTo>
                    <a:lnTo>
                      <a:pt x="2526619" y="135819"/>
                    </a:lnTo>
                    <a:lnTo>
                      <a:pt x="2525985" y="137089"/>
                    </a:lnTo>
                    <a:lnTo>
                      <a:pt x="2520907" y="136454"/>
                    </a:lnTo>
                    <a:lnTo>
                      <a:pt x="2519638" y="135819"/>
                    </a:lnTo>
                    <a:lnTo>
                      <a:pt x="2517099" y="132646"/>
                    </a:lnTo>
                    <a:lnTo>
                      <a:pt x="2516465" y="131377"/>
                    </a:lnTo>
                    <a:lnTo>
                      <a:pt x="2515195" y="130742"/>
                    </a:lnTo>
                    <a:lnTo>
                      <a:pt x="2513291" y="130107"/>
                    </a:lnTo>
                    <a:lnTo>
                      <a:pt x="2509483" y="127569"/>
                    </a:lnTo>
                    <a:lnTo>
                      <a:pt x="2502502" y="125665"/>
                    </a:lnTo>
                    <a:lnTo>
                      <a:pt x="2499963" y="124395"/>
                    </a:lnTo>
                    <a:lnTo>
                      <a:pt x="2498694" y="123761"/>
                    </a:lnTo>
                    <a:lnTo>
                      <a:pt x="2498059" y="124395"/>
                    </a:lnTo>
                    <a:lnTo>
                      <a:pt x="2497424" y="125665"/>
                    </a:lnTo>
                    <a:lnTo>
                      <a:pt x="2496790" y="126299"/>
                    </a:lnTo>
                    <a:lnTo>
                      <a:pt x="2495520" y="126299"/>
                    </a:lnTo>
                    <a:lnTo>
                      <a:pt x="2494251" y="125665"/>
                    </a:lnTo>
                    <a:lnTo>
                      <a:pt x="2493616" y="122492"/>
                    </a:lnTo>
                    <a:lnTo>
                      <a:pt x="2491078" y="121222"/>
                    </a:lnTo>
                    <a:lnTo>
                      <a:pt x="2484731" y="121857"/>
                    </a:lnTo>
                    <a:lnTo>
                      <a:pt x="2483462" y="121222"/>
                    </a:lnTo>
                    <a:lnTo>
                      <a:pt x="2482192" y="119318"/>
                    </a:lnTo>
                    <a:lnTo>
                      <a:pt x="2481558" y="119318"/>
                    </a:lnTo>
                    <a:lnTo>
                      <a:pt x="2480923" y="119318"/>
                    </a:lnTo>
                    <a:lnTo>
                      <a:pt x="2479654" y="118683"/>
                    </a:lnTo>
                    <a:lnTo>
                      <a:pt x="2479654" y="118049"/>
                    </a:lnTo>
                    <a:lnTo>
                      <a:pt x="2479654" y="117414"/>
                    </a:lnTo>
                    <a:lnTo>
                      <a:pt x="2479654" y="116145"/>
                    </a:lnTo>
                    <a:lnTo>
                      <a:pt x="2479019" y="115510"/>
                    </a:lnTo>
                    <a:lnTo>
                      <a:pt x="2478384" y="115510"/>
                    </a:lnTo>
                    <a:lnTo>
                      <a:pt x="2477115" y="115510"/>
                    </a:lnTo>
                    <a:lnTo>
                      <a:pt x="2477115" y="114875"/>
                    </a:lnTo>
                    <a:lnTo>
                      <a:pt x="2477115" y="114241"/>
                    </a:lnTo>
                    <a:lnTo>
                      <a:pt x="2477115" y="113606"/>
                    </a:lnTo>
                    <a:lnTo>
                      <a:pt x="2477115" y="112971"/>
                    </a:lnTo>
                    <a:lnTo>
                      <a:pt x="2475846" y="111702"/>
                    </a:lnTo>
                    <a:lnTo>
                      <a:pt x="2473307" y="111702"/>
                    </a:lnTo>
                    <a:lnTo>
                      <a:pt x="2472038" y="110433"/>
                    </a:lnTo>
                    <a:lnTo>
                      <a:pt x="2472672" y="109798"/>
                    </a:lnTo>
                    <a:lnTo>
                      <a:pt x="2473307" y="109798"/>
                    </a:lnTo>
                    <a:lnTo>
                      <a:pt x="2473942" y="109798"/>
                    </a:lnTo>
                    <a:lnTo>
                      <a:pt x="2474576" y="109798"/>
                    </a:lnTo>
                    <a:lnTo>
                      <a:pt x="2473307" y="108529"/>
                    </a:lnTo>
                    <a:lnTo>
                      <a:pt x="2472672" y="108529"/>
                    </a:lnTo>
                    <a:lnTo>
                      <a:pt x="2472038" y="109163"/>
                    </a:lnTo>
                    <a:lnTo>
                      <a:pt x="2472038" y="109798"/>
                    </a:lnTo>
                    <a:lnTo>
                      <a:pt x="2471403" y="110433"/>
                    </a:lnTo>
                    <a:lnTo>
                      <a:pt x="2470768" y="110433"/>
                    </a:lnTo>
                    <a:lnTo>
                      <a:pt x="2470134" y="109798"/>
                    </a:lnTo>
                    <a:lnTo>
                      <a:pt x="2470134" y="106625"/>
                    </a:lnTo>
                    <a:lnTo>
                      <a:pt x="2469499" y="105990"/>
                    </a:lnTo>
                    <a:lnTo>
                      <a:pt x="2467595" y="105990"/>
                    </a:lnTo>
                    <a:lnTo>
                      <a:pt x="2458075" y="101547"/>
                    </a:lnTo>
                    <a:lnTo>
                      <a:pt x="2456171" y="101547"/>
                    </a:lnTo>
                    <a:lnTo>
                      <a:pt x="2456805" y="102182"/>
                    </a:lnTo>
                    <a:lnTo>
                      <a:pt x="2456171" y="102817"/>
                    </a:lnTo>
                    <a:lnTo>
                      <a:pt x="2455536" y="103451"/>
                    </a:lnTo>
                    <a:lnTo>
                      <a:pt x="2454902" y="103451"/>
                    </a:lnTo>
                    <a:lnTo>
                      <a:pt x="2454267" y="102817"/>
                    </a:lnTo>
                    <a:lnTo>
                      <a:pt x="2453632" y="101547"/>
                    </a:lnTo>
                    <a:lnTo>
                      <a:pt x="2452998" y="100913"/>
                    </a:lnTo>
                    <a:lnTo>
                      <a:pt x="2452363" y="100913"/>
                    </a:lnTo>
                    <a:lnTo>
                      <a:pt x="2449190" y="102182"/>
                    </a:lnTo>
                    <a:lnTo>
                      <a:pt x="2448555" y="102182"/>
                    </a:lnTo>
                    <a:lnTo>
                      <a:pt x="2447920" y="101547"/>
                    </a:lnTo>
                    <a:lnTo>
                      <a:pt x="2447285" y="100913"/>
                    </a:lnTo>
                    <a:lnTo>
                      <a:pt x="2446651" y="100278"/>
                    </a:lnTo>
                    <a:lnTo>
                      <a:pt x="2444112" y="99643"/>
                    </a:lnTo>
                    <a:lnTo>
                      <a:pt x="2442843" y="99643"/>
                    </a:lnTo>
                    <a:lnTo>
                      <a:pt x="2442208" y="100278"/>
                    </a:lnTo>
                    <a:lnTo>
                      <a:pt x="2442208" y="102182"/>
                    </a:lnTo>
                    <a:lnTo>
                      <a:pt x="2442843" y="104086"/>
                    </a:lnTo>
                    <a:lnTo>
                      <a:pt x="2443478" y="105990"/>
                    </a:lnTo>
                    <a:lnTo>
                      <a:pt x="2444112" y="107259"/>
                    </a:lnTo>
                    <a:lnTo>
                      <a:pt x="2443478" y="107894"/>
                    </a:lnTo>
                    <a:lnTo>
                      <a:pt x="2442843" y="106625"/>
                    </a:lnTo>
                    <a:lnTo>
                      <a:pt x="2440939" y="102182"/>
                    </a:lnTo>
                    <a:lnTo>
                      <a:pt x="2440939" y="101547"/>
                    </a:lnTo>
                    <a:lnTo>
                      <a:pt x="2440939" y="101547"/>
                    </a:lnTo>
                    <a:lnTo>
                      <a:pt x="2435861" y="103451"/>
                    </a:lnTo>
                    <a:lnTo>
                      <a:pt x="2435227" y="102817"/>
                    </a:lnTo>
                    <a:lnTo>
                      <a:pt x="2433958" y="100913"/>
                    </a:lnTo>
                    <a:lnTo>
                      <a:pt x="2433958" y="100278"/>
                    </a:lnTo>
                    <a:lnTo>
                      <a:pt x="2433323" y="100913"/>
                    </a:lnTo>
                    <a:lnTo>
                      <a:pt x="2433323" y="101547"/>
                    </a:lnTo>
                    <a:lnTo>
                      <a:pt x="2433323" y="102182"/>
                    </a:lnTo>
                    <a:lnTo>
                      <a:pt x="2433323" y="102817"/>
                    </a:lnTo>
                    <a:lnTo>
                      <a:pt x="2432688" y="103451"/>
                    </a:lnTo>
                    <a:lnTo>
                      <a:pt x="2428880" y="104086"/>
                    </a:lnTo>
                    <a:lnTo>
                      <a:pt x="2428245" y="104086"/>
                    </a:lnTo>
                    <a:lnTo>
                      <a:pt x="2426341" y="102817"/>
                    </a:lnTo>
                    <a:lnTo>
                      <a:pt x="2425072" y="102817"/>
                    </a:lnTo>
                    <a:lnTo>
                      <a:pt x="2423168" y="104720"/>
                    </a:lnTo>
                    <a:lnTo>
                      <a:pt x="2422533" y="105355"/>
                    </a:lnTo>
                    <a:lnTo>
                      <a:pt x="2421264" y="105355"/>
                    </a:lnTo>
                    <a:lnTo>
                      <a:pt x="2420629" y="105355"/>
                    </a:lnTo>
                    <a:lnTo>
                      <a:pt x="2420629" y="105990"/>
                    </a:lnTo>
                    <a:lnTo>
                      <a:pt x="2420629" y="107259"/>
                    </a:lnTo>
                    <a:lnTo>
                      <a:pt x="2419995" y="107259"/>
                    </a:lnTo>
                    <a:lnTo>
                      <a:pt x="2418725" y="106625"/>
                    </a:lnTo>
                    <a:lnTo>
                      <a:pt x="2418725" y="106625"/>
                    </a:lnTo>
                    <a:lnTo>
                      <a:pt x="2418091" y="106625"/>
                    </a:lnTo>
                    <a:lnTo>
                      <a:pt x="2418091" y="106625"/>
                    </a:lnTo>
                    <a:lnTo>
                      <a:pt x="2417456" y="105990"/>
                    </a:lnTo>
                    <a:lnTo>
                      <a:pt x="2416821" y="105990"/>
                    </a:lnTo>
                    <a:lnTo>
                      <a:pt x="2414917" y="107259"/>
                    </a:lnTo>
                    <a:lnTo>
                      <a:pt x="2415552" y="108529"/>
                    </a:lnTo>
                    <a:lnTo>
                      <a:pt x="2416187" y="109163"/>
                    </a:lnTo>
                    <a:lnTo>
                      <a:pt x="2417456" y="110433"/>
                    </a:lnTo>
                    <a:lnTo>
                      <a:pt x="2417456" y="114241"/>
                    </a:lnTo>
                    <a:lnTo>
                      <a:pt x="2417456" y="116145"/>
                    </a:lnTo>
                    <a:lnTo>
                      <a:pt x="2416821" y="117414"/>
                    </a:lnTo>
                    <a:lnTo>
                      <a:pt x="2416821" y="116145"/>
                    </a:lnTo>
                    <a:lnTo>
                      <a:pt x="2416821" y="115510"/>
                    </a:lnTo>
                    <a:lnTo>
                      <a:pt x="2416821" y="114875"/>
                    </a:lnTo>
                    <a:lnTo>
                      <a:pt x="2416187" y="114241"/>
                    </a:lnTo>
                    <a:lnTo>
                      <a:pt x="2416187" y="113606"/>
                    </a:lnTo>
                    <a:lnTo>
                      <a:pt x="2416187" y="112971"/>
                    </a:lnTo>
                    <a:lnTo>
                      <a:pt x="2416187" y="112337"/>
                    </a:lnTo>
                    <a:lnTo>
                      <a:pt x="2415552" y="111067"/>
                    </a:lnTo>
                    <a:lnTo>
                      <a:pt x="2414283" y="110433"/>
                    </a:lnTo>
                    <a:lnTo>
                      <a:pt x="2413648" y="110433"/>
                    </a:lnTo>
                    <a:lnTo>
                      <a:pt x="2413648" y="111067"/>
                    </a:lnTo>
                    <a:lnTo>
                      <a:pt x="2413013" y="112337"/>
                    </a:lnTo>
                    <a:lnTo>
                      <a:pt x="2411744" y="112971"/>
                    </a:lnTo>
                    <a:lnTo>
                      <a:pt x="2404763" y="114241"/>
                    </a:lnTo>
                    <a:lnTo>
                      <a:pt x="2400320" y="117414"/>
                    </a:lnTo>
                    <a:lnTo>
                      <a:pt x="2399051" y="120587"/>
                    </a:lnTo>
                    <a:lnTo>
                      <a:pt x="2398416" y="121222"/>
                    </a:lnTo>
                    <a:lnTo>
                      <a:pt x="2394608" y="122492"/>
                    </a:lnTo>
                    <a:lnTo>
                      <a:pt x="2390165" y="121857"/>
                    </a:lnTo>
                    <a:lnTo>
                      <a:pt x="2388261" y="120587"/>
                    </a:lnTo>
                    <a:lnTo>
                      <a:pt x="2387627" y="121222"/>
                    </a:lnTo>
                    <a:lnTo>
                      <a:pt x="2385723" y="123126"/>
                    </a:lnTo>
                    <a:lnTo>
                      <a:pt x="2377472" y="121857"/>
                    </a:lnTo>
                    <a:lnTo>
                      <a:pt x="2373029" y="123761"/>
                    </a:lnTo>
                    <a:lnTo>
                      <a:pt x="2371760" y="123126"/>
                    </a:lnTo>
                    <a:lnTo>
                      <a:pt x="2373664" y="119318"/>
                    </a:lnTo>
                    <a:lnTo>
                      <a:pt x="2374298" y="118683"/>
                    </a:lnTo>
                    <a:lnTo>
                      <a:pt x="2374298" y="118049"/>
                    </a:lnTo>
                    <a:lnTo>
                      <a:pt x="2369856" y="119953"/>
                    </a:lnTo>
                    <a:lnTo>
                      <a:pt x="2368586" y="119953"/>
                    </a:lnTo>
                    <a:lnTo>
                      <a:pt x="2366048" y="118683"/>
                    </a:lnTo>
                    <a:lnTo>
                      <a:pt x="2364778" y="118683"/>
                    </a:lnTo>
                    <a:lnTo>
                      <a:pt x="2364144" y="118049"/>
                    </a:lnTo>
                    <a:lnTo>
                      <a:pt x="2362874" y="115510"/>
                    </a:lnTo>
                    <a:lnTo>
                      <a:pt x="2362240" y="114875"/>
                    </a:lnTo>
                    <a:lnTo>
                      <a:pt x="2360971" y="114875"/>
                    </a:lnTo>
                    <a:lnTo>
                      <a:pt x="2360336" y="114875"/>
                    </a:lnTo>
                    <a:lnTo>
                      <a:pt x="2369221" y="119953"/>
                    </a:lnTo>
                    <a:lnTo>
                      <a:pt x="2368586" y="121222"/>
                    </a:lnTo>
                    <a:lnTo>
                      <a:pt x="2367952" y="121857"/>
                    </a:lnTo>
                    <a:lnTo>
                      <a:pt x="2367317" y="121857"/>
                    </a:lnTo>
                    <a:lnTo>
                      <a:pt x="2367952" y="120587"/>
                    </a:lnTo>
                    <a:lnTo>
                      <a:pt x="2367317" y="119953"/>
                    </a:lnTo>
                    <a:lnTo>
                      <a:pt x="2365413" y="119318"/>
                    </a:lnTo>
                    <a:lnTo>
                      <a:pt x="2362874" y="116779"/>
                    </a:lnTo>
                    <a:lnTo>
                      <a:pt x="2360336" y="116145"/>
                    </a:lnTo>
                    <a:lnTo>
                      <a:pt x="2357162" y="112971"/>
                    </a:lnTo>
                    <a:lnTo>
                      <a:pt x="2355893" y="112337"/>
                    </a:lnTo>
                    <a:lnTo>
                      <a:pt x="2356528" y="114875"/>
                    </a:lnTo>
                    <a:lnTo>
                      <a:pt x="2355893" y="114875"/>
                    </a:lnTo>
                    <a:lnTo>
                      <a:pt x="2353989" y="113606"/>
                    </a:lnTo>
                    <a:lnTo>
                      <a:pt x="2353354" y="113606"/>
                    </a:lnTo>
                    <a:lnTo>
                      <a:pt x="2352720" y="114875"/>
                    </a:lnTo>
                    <a:lnTo>
                      <a:pt x="2352085" y="115510"/>
                    </a:lnTo>
                    <a:lnTo>
                      <a:pt x="2348277" y="115510"/>
                    </a:lnTo>
                    <a:lnTo>
                      <a:pt x="2342565" y="112971"/>
                    </a:lnTo>
                    <a:lnTo>
                      <a:pt x="2334949" y="114241"/>
                    </a:lnTo>
                    <a:lnTo>
                      <a:pt x="2323525" y="114241"/>
                    </a:lnTo>
                    <a:lnTo>
                      <a:pt x="2319717" y="114875"/>
                    </a:lnTo>
                    <a:lnTo>
                      <a:pt x="2318448" y="115510"/>
                    </a:lnTo>
                    <a:lnTo>
                      <a:pt x="2318448" y="116779"/>
                    </a:lnTo>
                    <a:lnTo>
                      <a:pt x="2309562" y="118683"/>
                    </a:lnTo>
                    <a:lnTo>
                      <a:pt x="2307024" y="118049"/>
                    </a:lnTo>
                    <a:lnTo>
                      <a:pt x="2307024" y="118049"/>
                    </a:lnTo>
                    <a:lnTo>
                      <a:pt x="2306389" y="117414"/>
                    </a:lnTo>
                    <a:lnTo>
                      <a:pt x="2306389" y="117414"/>
                    </a:lnTo>
                    <a:lnTo>
                      <a:pt x="2306389" y="117414"/>
                    </a:lnTo>
                    <a:lnTo>
                      <a:pt x="2306389" y="118049"/>
                    </a:lnTo>
                    <a:lnTo>
                      <a:pt x="2306389" y="118049"/>
                    </a:lnTo>
                    <a:lnTo>
                      <a:pt x="2299408" y="116779"/>
                    </a:lnTo>
                    <a:lnTo>
                      <a:pt x="2289887" y="116779"/>
                    </a:lnTo>
                    <a:lnTo>
                      <a:pt x="2286079" y="115510"/>
                    </a:lnTo>
                    <a:lnTo>
                      <a:pt x="2285445" y="114875"/>
                    </a:lnTo>
                    <a:lnTo>
                      <a:pt x="2285445" y="114241"/>
                    </a:lnTo>
                    <a:lnTo>
                      <a:pt x="2285445" y="113606"/>
                    </a:lnTo>
                    <a:lnTo>
                      <a:pt x="2285445" y="112337"/>
                    </a:lnTo>
                    <a:lnTo>
                      <a:pt x="2284810" y="111702"/>
                    </a:lnTo>
                    <a:lnTo>
                      <a:pt x="2284175" y="111067"/>
                    </a:lnTo>
                    <a:lnTo>
                      <a:pt x="2283541" y="111067"/>
                    </a:lnTo>
                    <a:lnTo>
                      <a:pt x="2282906" y="111067"/>
                    </a:lnTo>
                    <a:lnTo>
                      <a:pt x="2282906" y="109798"/>
                    </a:lnTo>
                    <a:lnTo>
                      <a:pt x="2282906" y="109163"/>
                    </a:lnTo>
                    <a:lnTo>
                      <a:pt x="2282906" y="108529"/>
                    </a:lnTo>
                    <a:lnTo>
                      <a:pt x="2282271" y="107259"/>
                    </a:lnTo>
                    <a:lnTo>
                      <a:pt x="2281637" y="106625"/>
                    </a:lnTo>
                    <a:lnTo>
                      <a:pt x="2281002" y="106625"/>
                    </a:lnTo>
                    <a:lnTo>
                      <a:pt x="2280367" y="106625"/>
                    </a:lnTo>
                    <a:lnTo>
                      <a:pt x="2277829" y="107894"/>
                    </a:lnTo>
                    <a:lnTo>
                      <a:pt x="2277194" y="107894"/>
                    </a:lnTo>
                    <a:lnTo>
                      <a:pt x="2277194" y="107259"/>
                    </a:lnTo>
                    <a:lnTo>
                      <a:pt x="2276559" y="106625"/>
                    </a:lnTo>
                    <a:lnTo>
                      <a:pt x="2275925" y="106625"/>
                    </a:lnTo>
                    <a:lnTo>
                      <a:pt x="2275290" y="107259"/>
                    </a:lnTo>
                    <a:lnTo>
                      <a:pt x="2274655" y="107259"/>
                    </a:lnTo>
                    <a:lnTo>
                      <a:pt x="2274021" y="107259"/>
                    </a:lnTo>
                    <a:lnTo>
                      <a:pt x="2273386" y="106625"/>
                    </a:lnTo>
                    <a:lnTo>
                      <a:pt x="2270847" y="103451"/>
                    </a:lnTo>
                    <a:lnTo>
                      <a:pt x="2269578" y="102817"/>
                    </a:lnTo>
                    <a:lnTo>
                      <a:pt x="2267039" y="102817"/>
                    </a:lnTo>
                    <a:lnTo>
                      <a:pt x="2265770" y="103451"/>
                    </a:lnTo>
                    <a:lnTo>
                      <a:pt x="2263231" y="107259"/>
                    </a:lnTo>
                    <a:lnTo>
                      <a:pt x="2261962" y="107894"/>
                    </a:lnTo>
                    <a:lnTo>
                      <a:pt x="2256885" y="107894"/>
                    </a:lnTo>
                    <a:lnTo>
                      <a:pt x="2256885" y="105355"/>
                    </a:lnTo>
                    <a:lnTo>
                      <a:pt x="2256885" y="103451"/>
                    </a:lnTo>
                    <a:lnTo>
                      <a:pt x="2256250" y="102182"/>
                    </a:lnTo>
                    <a:lnTo>
                      <a:pt x="2254981" y="100913"/>
                    </a:lnTo>
                    <a:lnTo>
                      <a:pt x="2253711" y="100278"/>
                    </a:lnTo>
                    <a:lnTo>
                      <a:pt x="2251807" y="99643"/>
                    </a:lnTo>
                    <a:lnTo>
                      <a:pt x="2251173" y="99009"/>
                    </a:lnTo>
                    <a:lnTo>
                      <a:pt x="2249903" y="97739"/>
                    </a:lnTo>
                    <a:lnTo>
                      <a:pt x="2248634" y="97739"/>
                    </a:lnTo>
                    <a:lnTo>
                      <a:pt x="2246095" y="99009"/>
                    </a:lnTo>
                    <a:lnTo>
                      <a:pt x="2244826" y="98374"/>
                    </a:lnTo>
                    <a:lnTo>
                      <a:pt x="2241653" y="96470"/>
                    </a:lnTo>
                    <a:lnTo>
                      <a:pt x="2241018" y="96470"/>
                    </a:lnTo>
                    <a:lnTo>
                      <a:pt x="2239749" y="97739"/>
                    </a:lnTo>
                    <a:lnTo>
                      <a:pt x="2239114" y="97739"/>
                    </a:lnTo>
                    <a:lnTo>
                      <a:pt x="2239114" y="97105"/>
                    </a:lnTo>
                    <a:lnTo>
                      <a:pt x="2239114" y="96470"/>
                    </a:lnTo>
                    <a:lnTo>
                      <a:pt x="2238479" y="95835"/>
                    </a:lnTo>
                    <a:lnTo>
                      <a:pt x="2237845" y="94566"/>
                    </a:lnTo>
                    <a:lnTo>
                      <a:pt x="2236575" y="93931"/>
                    </a:lnTo>
                    <a:lnTo>
                      <a:pt x="2225151" y="90123"/>
                    </a:lnTo>
                    <a:lnTo>
                      <a:pt x="2224517" y="90758"/>
                    </a:lnTo>
                    <a:lnTo>
                      <a:pt x="2225151" y="91393"/>
                    </a:lnTo>
                    <a:lnTo>
                      <a:pt x="2223882" y="92662"/>
                    </a:lnTo>
                    <a:lnTo>
                      <a:pt x="2220074" y="92027"/>
                    </a:lnTo>
                    <a:lnTo>
                      <a:pt x="2220074" y="92027"/>
                    </a:lnTo>
                    <a:lnTo>
                      <a:pt x="2220074" y="92027"/>
                    </a:lnTo>
                    <a:lnTo>
                      <a:pt x="2220074" y="91393"/>
                    </a:lnTo>
                    <a:lnTo>
                      <a:pt x="2220074" y="90758"/>
                    </a:lnTo>
                    <a:lnTo>
                      <a:pt x="2218804" y="89489"/>
                    </a:lnTo>
                    <a:lnTo>
                      <a:pt x="2218170" y="89489"/>
                    </a:lnTo>
                    <a:lnTo>
                      <a:pt x="2216266" y="90758"/>
                    </a:lnTo>
                    <a:lnTo>
                      <a:pt x="2210554" y="91393"/>
                    </a:lnTo>
                    <a:lnTo>
                      <a:pt x="2208650" y="92662"/>
                    </a:lnTo>
                    <a:lnTo>
                      <a:pt x="2207380" y="92662"/>
                    </a:lnTo>
                    <a:lnTo>
                      <a:pt x="2205477" y="91393"/>
                    </a:lnTo>
                    <a:lnTo>
                      <a:pt x="2204842" y="91393"/>
                    </a:lnTo>
                    <a:lnTo>
                      <a:pt x="2197226" y="99009"/>
                    </a:lnTo>
                    <a:lnTo>
                      <a:pt x="2192148" y="99643"/>
                    </a:lnTo>
                    <a:lnTo>
                      <a:pt x="2187706" y="102817"/>
                    </a:lnTo>
                    <a:lnTo>
                      <a:pt x="2186436" y="102817"/>
                    </a:lnTo>
                    <a:lnTo>
                      <a:pt x="2186436" y="102182"/>
                    </a:lnTo>
                    <a:lnTo>
                      <a:pt x="2187706" y="97105"/>
                    </a:lnTo>
                    <a:lnTo>
                      <a:pt x="2187706" y="95835"/>
                    </a:lnTo>
                    <a:lnTo>
                      <a:pt x="2187071" y="93931"/>
                    </a:lnTo>
                    <a:lnTo>
                      <a:pt x="2185802" y="94566"/>
                    </a:lnTo>
                    <a:lnTo>
                      <a:pt x="2184532" y="95835"/>
                    </a:lnTo>
                    <a:lnTo>
                      <a:pt x="2183263" y="96470"/>
                    </a:lnTo>
                    <a:lnTo>
                      <a:pt x="2182628" y="95835"/>
                    </a:lnTo>
                    <a:lnTo>
                      <a:pt x="2182628" y="94566"/>
                    </a:lnTo>
                    <a:lnTo>
                      <a:pt x="2182628" y="93296"/>
                    </a:lnTo>
                    <a:lnTo>
                      <a:pt x="2181994" y="92662"/>
                    </a:lnTo>
                    <a:lnTo>
                      <a:pt x="2181359" y="92662"/>
                    </a:lnTo>
                    <a:lnTo>
                      <a:pt x="2180090" y="93296"/>
                    </a:lnTo>
                    <a:lnTo>
                      <a:pt x="2179455" y="93296"/>
                    </a:lnTo>
                    <a:lnTo>
                      <a:pt x="2178820" y="93296"/>
                    </a:lnTo>
                    <a:lnTo>
                      <a:pt x="2178186" y="92662"/>
                    </a:lnTo>
                    <a:lnTo>
                      <a:pt x="2177551" y="92662"/>
                    </a:lnTo>
                    <a:lnTo>
                      <a:pt x="2171204" y="93931"/>
                    </a:lnTo>
                    <a:lnTo>
                      <a:pt x="2171204" y="95200"/>
                    </a:lnTo>
                    <a:lnTo>
                      <a:pt x="2171839" y="95835"/>
                    </a:lnTo>
                    <a:lnTo>
                      <a:pt x="2173108" y="96470"/>
                    </a:lnTo>
                    <a:lnTo>
                      <a:pt x="2172474" y="97105"/>
                    </a:lnTo>
                    <a:lnTo>
                      <a:pt x="2170570" y="96470"/>
                    </a:lnTo>
                    <a:lnTo>
                      <a:pt x="2169935" y="96470"/>
                    </a:lnTo>
                    <a:lnTo>
                      <a:pt x="2169935" y="96470"/>
                    </a:lnTo>
                    <a:lnTo>
                      <a:pt x="2169300" y="97105"/>
                    </a:lnTo>
                    <a:lnTo>
                      <a:pt x="2169300" y="97105"/>
                    </a:lnTo>
                    <a:lnTo>
                      <a:pt x="2166127" y="97105"/>
                    </a:lnTo>
                    <a:lnTo>
                      <a:pt x="2166127" y="97105"/>
                    </a:lnTo>
                    <a:lnTo>
                      <a:pt x="2165492" y="97739"/>
                    </a:lnTo>
                    <a:lnTo>
                      <a:pt x="2165492" y="97739"/>
                    </a:lnTo>
                    <a:lnTo>
                      <a:pt x="2158511" y="99009"/>
                    </a:lnTo>
                    <a:lnTo>
                      <a:pt x="2157876" y="99643"/>
                    </a:lnTo>
                    <a:lnTo>
                      <a:pt x="2157876" y="101547"/>
                    </a:lnTo>
                    <a:lnTo>
                      <a:pt x="2158511" y="103451"/>
                    </a:lnTo>
                    <a:lnTo>
                      <a:pt x="2159146" y="104720"/>
                    </a:lnTo>
                    <a:lnTo>
                      <a:pt x="2159146" y="105355"/>
                    </a:lnTo>
                    <a:lnTo>
                      <a:pt x="2157242" y="105990"/>
                    </a:lnTo>
                    <a:lnTo>
                      <a:pt x="2156607" y="105355"/>
                    </a:lnTo>
                    <a:lnTo>
                      <a:pt x="2155337" y="103451"/>
                    </a:lnTo>
                    <a:lnTo>
                      <a:pt x="2154068" y="102817"/>
                    </a:lnTo>
                    <a:lnTo>
                      <a:pt x="2153434" y="102182"/>
                    </a:lnTo>
                    <a:lnTo>
                      <a:pt x="2152799" y="101547"/>
                    </a:lnTo>
                    <a:lnTo>
                      <a:pt x="2150895" y="101547"/>
                    </a:lnTo>
                    <a:lnTo>
                      <a:pt x="2148991" y="100278"/>
                    </a:lnTo>
                    <a:lnTo>
                      <a:pt x="2138836" y="100913"/>
                    </a:lnTo>
                    <a:lnTo>
                      <a:pt x="2129951" y="99643"/>
                    </a:lnTo>
                    <a:lnTo>
                      <a:pt x="2131220" y="96470"/>
                    </a:lnTo>
                    <a:lnTo>
                      <a:pt x="2133124" y="95200"/>
                    </a:lnTo>
                    <a:lnTo>
                      <a:pt x="2136297" y="93931"/>
                    </a:lnTo>
                    <a:lnTo>
                      <a:pt x="2134393" y="93296"/>
                    </a:lnTo>
                    <a:lnTo>
                      <a:pt x="2133759" y="92662"/>
                    </a:lnTo>
                    <a:lnTo>
                      <a:pt x="2134393" y="92027"/>
                    </a:lnTo>
                    <a:lnTo>
                      <a:pt x="2136297" y="92662"/>
                    </a:lnTo>
                    <a:lnTo>
                      <a:pt x="2136932" y="92027"/>
                    </a:lnTo>
                    <a:lnTo>
                      <a:pt x="2137567" y="90123"/>
                    </a:lnTo>
                    <a:lnTo>
                      <a:pt x="2138202" y="89489"/>
                    </a:lnTo>
                    <a:lnTo>
                      <a:pt x="2138836" y="88854"/>
                    </a:lnTo>
                    <a:lnTo>
                      <a:pt x="2140740" y="88219"/>
                    </a:lnTo>
                    <a:lnTo>
                      <a:pt x="2137567" y="88854"/>
                    </a:lnTo>
                    <a:lnTo>
                      <a:pt x="2133124" y="87585"/>
                    </a:lnTo>
                    <a:lnTo>
                      <a:pt x="2115353" y="89489"/>
                    </a:lnTo>
                    <a:lnTo>
                      <a:pt x="2113449" y="90758"/>
                    </a:lnTo>
                    <a:lnTo>
                      <a:pt x="2112180" y="90758"/>
                    </a:lnTo>
                    <a:lnTo>
                      <a:pt x="2111545" y="90758"/>
                    </a:lnTo>
                    <a:lnTo>
                      <a:pt x="2110911" y="90123"/>
                    </a:lnTo>
                    <a:lnTo>
                      <a:pt x="2110276" y="90123"/>
                    </a:lnTo>
                    <a:lnTo>
                      <a:pt x="2109007" y="90123"/>
                    </a:lnTo>
                    <a:lnTo>
                      <a:pt x="2108372" y="90123"/>
                    </a:lnTo>
                    <a:lnTo>
                      <a:pt x="2109007" y="88854"/>
                    </a:lnTo>
                    <a:lnTo>
                      <a:pt x="2110276" y="87585"/>
                    </a:lnTo>
                    <a:lnTo>
                      <a:pt x="2111545" y="86950"/>
                    </a:lnTo>
                    <a:lnTo>
                      <a:pt x="2112815" y="86950"/>
                    </a:lnTo>
                    <a:lnTo>
                      <a:pt x="2114719" y="88219"/>
                    </a:lnTo>
                    <a:lnTo>
                      <a:pt x="2115988" y="87585"/>
                    </a:lnTo>
                    <a:lnTo>
                      <a:pt x="2124873" y="87585"/>
                    </a:lnTo>
                    <a:lnTo>
                      <a:pt x="2126777" y="88219"/>
                    </a:lnTo>
                    <a:lnTo>
                      <a:pt x="2128047" y="87585"/>
                    </a:lnTo>
                    <a:lnTo>
                      <a:pt x="2126777" y="85680"/>
                    </a:lnTo>
                    <a:lnTo>
                      <a:pt x="2124873" y="85046"/>
                    </a:lnTo>
                    <a:lnTo>
                      <a:pt x="2121065" y="85680"/>
                    </a:lnTo>
                    <a:lnTo>
                      <a:pt x="2114084" y="83142"/>
                    </a:lnTo>
                    <a:lnTo>
                      <a:pt x="2112815" y="81238"/>
                    </a:lnTo>
                    <a:lnTo>
                      <a:pt x="2111545" y="78699"/>
                    </a:lnTo>
                    <a:lnTo>
                      <a:pt x="2111545" y="76160"/>
                    </a:lnTo>
                    <a:lnTo>
                      <a:pt x="2112180" y="74891"/>
                    </a:lnTo>
                    <a:lnTo>
                      <a:pt x="2112815" y="74256"/>
                    </a:lnTo>
                    <a:lnTo>
                      <a:pt x="2114084" y="73622"/>
                    </a:lnTo>
                    <a:lnTo>
                      <a:pt x="2114719" y="72987"/>
                    </a:lnTo>
                    <a:lnTo>
                      <a:pt x="2114719" y="72352"/>
                    </a:lnTo>
                    <a:lnTo>
                      <a:pt x="2114719" y="71718"/>
                    </a:lnTo>
                    <a:lnTo>
                      <a:pt x="2114084" y="71083"/>
                    </a:lnTo>
                    <a:lnTo>
                      <a:pt x="2114084" y="70449"/>
                    </a:lnTo>
                    <a:lnTo>
                      <a:pt x="2115988" y="69814"/>
                    </a:lnTo>
                    <a:lnTo>
                      <a:pt x="2119161" y="64736"/>
                    </a:lnTo>
                    <a:lnTo>
                      <a:pt x="2121065" y="63467"/>
                    </a:lnTo>
                    <a:lnTo>
                      <a:pt x="2121065" y="62832"/>
                    </a:lnTo>
                    <a:lnTo>
                      <a:pt x="2117257" y="59025"/>
                    </a:lnTo>
                    <a:lnTo>
                      <a:pt x="2109641" y="55851"/>
                    </a:lnTo>
                    <a:lnTo>
                      <a:pt x="2103929" y="55851"/>
                    </a:lnTo>
                    <a:lnTo>
                      <a:pt x="2102660" y="57120"/>
                    </a:lnTo>
                    <a:lnTo>
                      <a:pt x="2103929" y="57120"/>
                    </a:lnTo>
                    <a:lnTo>
                      <a:pt x="2104564" y="57755"/>
                    </a:lnTo>
                    <a:lnTo>
                      <a:pt x="2105199" y="59025"/>
                    </a:lnTo>
                    <a:lnTo>
                      <a:pt x="2105833" y="60928"/>
                    </a:lnTo>
                    <a:lnTo>
                      <a:pt x="2104564" y="63467"/>
                    </a:lnTo>
                    <a:lnTo>
                      <a:pt x="2103929" y="63467"/>
                    </a:lnTo>
                    <a:lnTo>
                      <a:pt x="2102660" y="60928"/>
                    </a:lnTo>
                    <a:lnTo>
                      <a:pt x="2101391" y="59659"/>
                    </a:lnTo>
                    <a:lnTo>
                      <a:pt x="2100756" y="59025"/>
                    </a:lnTo>
                    <a:lnTo>
                      <a:pt x="2100121" y="57755"/>
                    </a:lnTo>
                    <a:lnTo>
                      <a:pt x="2102660" y="56486"/>
                    </a:lnTo>
                    <a:lnTo>
                      <a:pt x="2102660" y="55851"/>
                    </a:lnTo>
                    <a:lnTo>
                      <a:pt x="2102025" y="55851"/>
                    </a:lnTo>
                    <a:lnTo>
                      <a:pt x="2102025" y="56486"/>
                    </a:lnTo>
                    <a:lnTo>
                      <a:pt x="2102025" y="57120"/>
                    </a:lnTo>
                    <a:lnTo>
                      <a:pt x="2102025" y="57755"/>
                    </a:lnTo>
                    <a:lnTo>
                      <a:pt x="2101391" y="57755"/>
                    </a:lnTo>
                    <a:lnTo>
                      <a:pt x="2100756" y="57755"/>
                    </a:lnTo>
                    <a:lnTo>
                      <a:pt x="2100121" y="57120"/>
                    </a:lnTo>
                    <a:lnTo>
                      <a:pt x="2099487" y="56486"/>
                    </a:lnTo>
                    <a:lnTo>
                      <a:pt x="2098852" y="55216"/>
                    </a:lnTo>
                    <a:lnTo>
                      <a:pt x="2098852" y="53947"/>
                    </a:lnTo>
                    <a:lnTo>
                      <a:pt x="2098852" y="52678"/>
                    </a:lnTo>
                    <a:lnTo>
                      <a:pt x="2098217" y="52043"/>
                    </a:lnTo>
                    <a:lnTo>
                      <a:pt x="2095044" y="51408"/>
                    </a:lnTo>
                    <a:lnTo>
                      <a:pt x="2094409" y="51408"/>
                    </a:lnTo>
                    <a:lnTo>
                      <a:pt x="2093775" y="52043"/>
                    </a:lnTo>
                    <a:lnTo>
                      <a:pt x="2093775" y="52043"/>
                    </a:lnTo>
                    <a:lnTo>
                      <a:pt x="2093140" y="52043"/>
                    </a:lnTo>
                    <a:lnTo>
                      <a:pt x="2092505" y="51408"/>
                    </a:lnTo>
                    <a:lnTo>
                      <a:pt x="2091870" y="51408"/>
                    </a:lnTo>
                    <a:lnTo>
                      <a:pt x="2091236" y="51408"/>
                    </a:lnTo>
                    <a:lnTo>
                      <a:pt x="2090601" y="50139"/>
                    </a:lnTo>
                    <a:lnTo>
                      <a:pt x="2089967" y="50139"/>
                    </a:lnTo>
                    <a:lnTo>
                      <a:pt x="2086793" y="49505"/>
                    </a:lnTo>
                    <a:lnTo>
                      <a:pt x="2084889" y="50139"/>
                    </a:lnTo>
                    <a:lnTo>
                      <a:pt x="2082985" y="52678"/>
                    </a:lnTo>
                    <a:lnTo>
                      <a:pt x="2082350" y="52678"/>
                    </a:lnTo>
                    <a:lnTo>
                      <a:pt x="2079812" y="52678"/>
                    </a:lnTo>
                    <a:lnTo>
                      <a:pt x="2077273" y="56486"/>
                    </a:lnTo>
                    <a:lnTo>
                      <a:pt x="2063945" y="55216"/>
                    </a:lnTo>
                    <a:lnTo>
                      <a:pt x="2063310" y="55851"/>
                    </a:lnTo>
                    <a:lnTo>
                      <a:pt x="2062676" y="57120"/>
                    </a:lnTo>
                    <a:lnTo>
                      <a:pt x="2060772" y="60928"/>
                    </a:lnTo>
                    <a:lnTo>
                      <a:pt x="2058868" y="62198"/>
                    </a:lnTo>
                    <a:lnTo>
                      <a:pt x="2055694" y="66640"/>
                    </a:lnTo>
                    <a:lnTo>
                      <a:pt x="2054425" y="67910"/>
                    </a:lnTo>
                    <a:lnTo>
                      <a:pt x="2053156" y="68545"/>
                    </a:lnTo>
                    <a:lnTo>
                      <a:pt x="2052521" y="68545"/>
                    </a:lnTo>
                    <a:lnTo>
                      <a:pt x="2051886" y="67910"/>
                    </a:lnTo>
                    <a:lnTo>
                      <a:pt x="2051886" y="67275"/>
                    </a:lnTo>
                    <a:lnTo>
                      <a:pt x="2052521" y="66006"/>
                    </a:lnTo>
                    <a:lnTo>
                      <a:pt x="2051886" y="64102"/>
                    </a:lnTo>
                    <a:lnTo>
                      <a:pt x="2050617" y="62832"/>
                    </a:lnTo>
                    <a:lnTo>
                      <a:pt x="2048078" y="62198"/>
                    </a:lnTo>
                    <a:lnTo>
                      <a:pt x="2046174" y="62198"/>
                    </a:lnTo>
                    <a:lnTo>
                      <a:pt x="2042366" y="63467"/>
                    </a:lnTo>
                    <a:lnTo>
                      <a:pt x="2040462" y="63467"/>
                    </a:lnTo>
                    <a:lnTo>
                      <a:pt x="2039193" y="62832"/>
                    </a:lnTo>
                    <a:lnTo>
                      <a:pt x="2039193" y="62198"/>
                    </a:lnTo>
                    <a:lnTo>
                      <a:pt x="2039193" y="60928"/>
                    </a:lnTo>
                    <a:lnTo>
                      <a:pt x="2039193" y="60294"/>
                    </a:lnTo>
                    <a:lnTo>
                      <a:pt x="2037924" y="58390"/>
                    </a:lnTo>
                    <a:lnTo>
                      <a:pt x="2037924" y="57755"/>
                    </a:lnTo>
                    <a:lnTo>
                      <a:pt x="2037289" y="56486"/>
                    </a:lnTo>
                    <a:lnTo>
                      <a:pt x="2033481" y="57120"/>
                    </a:lnTo>
                    <a:lnTo>
                      <a:pt x="2034116" y="55216"/>
                    </a:lnTo>
                    <a:lnTo>
                      <a:pt x="2036654" y="54582"/>
                    </a:lnTo>
                    <a:lnTo>
                      <a:pt x="2037924" y="53947"/>
                    </a:lnTo>
                    <a:lnTo>
                      <a:pt x="2038558" y="53312"/>
                    </a:lnTo>
                    <a:lnTo>
                      <a:pt x="2038558" y="52678"/>
                    </a:lnTo>
                    <a:lnTo>
                      <a:pt x="2039193" y="50774"/>
                    </a:lnTo>
                    <a:lnTo>
                      <a:pt x="2039193" y="50139"/>
                    </a:lnTo>
                    <a:lnTo>
                      <a:pt x="2039193" y="49505"/>
                    </a:lnTo>
                    <a:lnTo>
                      <a:pt x="2039193" y="48870"/>
                    </a:lnTo>
                    <a:lnTo>
                      <a:pt x="2039828" y="48235"/>
                    </a:lnTo>
                    <a:lnTo>
                      <a:pt x="2040462" y="47600"/>
                    </a:lnTo>
                    <a:lnTo>
                      <a:pt x="2041097" y="46331"/>
                    </a:lnTo>
                    <a:lnTo>
                      <a:pt x="2041097" y="45696"/>
                    </a:lnTo>
                    <a:lnTo>
                      <a:pt x="2041097" y="44427"/>
                    </a:lnTo>
                    <a:lnTo>
                      <a:pt x="2041097" y="43792"/>
                    </a:lnTo>
                    <a:lnTo>
                      <a:pt x="2040462" y="42523"/>
                    </a:lnTo>
                    <a:lnTo>
                      <a:pt x="2037289" y="39984"/>
                    </a:lnTo>
                    <a:lnTo>
                      <a:pt x="2035385" y="36811"/>
                    </a:lnTo>
                    <a:lnTo>
                      <a:pt x="2034116" y="35542"/>
                    </a:lnTo>
                    <a:lnTo>
                      <a:pt x="2032846" y="34907"/>
                    </a:lnTo>
                    <a:lnTo>
                      <a:pt x="2032212" y="35542"/>
                    </a:lnTo>
                    <a:lnTo>
                      <a:pt x="2031577" y="36176"/>
                    </a:lnTo>
                    <a:lnTo>
                      <a:pt x="2030942" y="35542"/>
                    </a:lnTo>
                    <a:lnTo>
                      <a:pt x="2030308" y="34272"/>
                    </a:lnTo>
                    <a:lnTo>
                      <a:pt x="2029673" y="33638"/>
                    </a:lnTo>
                    <a:lnTo>
                      <a:pt x="2027769" y="33003"/>
                    </a:lnTo>
                    <a:lnTo>
                      <a:pt x="2027134" y="33003"/>
                    </a:lnTo>
                    <a:lnTo>
                      <a:pt x="2026500" y="33638"/>
                    </a:lnTo>
                    <a:lnTo>
                      <a:pt x="2026500" y="33638"/>
                    </a:lnTo>
                    <a:lnTo>
                      <a:pt x="2026500" y="34272"/>
                    </a:lnTo>
                    <a:lnTo>
                      <a:pt x="2026500" y="35542"/>
                    </a:lnTo>
                    <a:lnTo>
                      <a:pt x="2026500" y="36811"/>
                    </a:lnTo>
                    <a:lnTo>
                      <a:pt x="2025865" y="38715"/>
                    </a:lnTo>
                    <a:lnTo>
                      <a:pt x="2025230" y="41888"/>
                    </a:lnTo>
                    <a:lnTo>
                      <a:pt x="2024596" y="43158"/>
                    </a:lnTo>
                    <a:lnTo>
                      <a:pt x="2023961" y="43792"/>
                    </a:lnTo>
                    <a:lnTo>
                      <a:pt x="2022692" y="43158"/>
                    </a:lnTo>
                    <a:lnTo>
                      <a:pt x="2023326" y="41888"/>
                    </a:lnTo>
                    <a:lnTo>
                      <a:pt x="2024596" y="40619"/>
                    </a:lnTo>
                    <a:lnTo>
                      <a:pt x="2025230" y="39350"/>
                    </a:lnTo>
                    <a:lnTo>
                      <a:pt x="2025230" y="38715"/>
                    </a:lnTo>
                    <a:lnTo>
                      <a:pt x="2024596" y="36176"/>
                    </a:lnTo>
                    <a:lnTo>
                      <a:pt x="2024596" y="34907"/>
                    </a:lnTo>
                    <a:lnTo>
                      <a:pt x="2024596" y="33638"/>
                    </a:lnTo>
                    <a:lnTo>
                      <a:pt x="2024596" y="32368"/>
                    </a:lnTo>
                    <a:lnTo>
                      <a:pt x="2024596" y="31733"/>
                    </a:lnTo>
                    <a:lnTo>
                      <a:pt x="2024596" y="30464"/>
                    </a:lnTo>
                    <a:lnTo>
                      <a:pt x="2023961" y="29195"/>
                    </a:lnTo>
                    <a:lnTo>
                      <a:pt x="2023326" y="29195"/>
                    </a:lnTo>
                    <a:lnTo>
                      <a:pt x="2022692" y="29830"/>
                    </a:lnTo>
                    <a:lnTo>
                      <a:pt x="2022057" y="31099"/>
                    </a:lnTo>
                    <a:lnTo>
                      <a:pt x="2022692" y="31733"/>
                    </a:lnTo>
                    <a:lnTo>
                      <a:pt x="2022692" y="33003"/>
                    </a:lnTo>
                    <a:lnTo>
                      <a:pt x="2022692" y="34907"/>
                    </a:lnTo>
                    <a:lnTo>
                      <a:pt x="2022692" y="36811"/>
                    </a:lnTo>
                    <a:lnTo>
                      <a:pt x="2022057" y="36176"/>
                    </a:lnTo>
                    <a:lnTo>
                      <a:pt x="2020788" y="33003"/>
                    </a:lnTo>
                    <a:lnTo>
                      <a:pt x="2020153" y="32368"/>
                    </a:lnTo>
                    <a:lnTo>
                      <a:pt x="2019518" y="33003"/>
                    </a:lnTo>
                    <a:lnTo>
                      <a:pt x="2017614" y="35542"/>
                    </a:lnTo>
                    <a:lnTo>
                      <a:pt x="2016980" y="36811"/>
                    </a:lnTo>
                    <a:lnTo>
                      <a:pt x="2017614" y="38080"/>
                    </a:lnTo>
                    <a:lnTo>
                      <a:pt x="2019518" y="39984"/>
                    </a:lnTo>
                    <a:lnTo>
                      <a:pt x="2020153" y="41254"/>
                    </a:lnTo>
                    <a:lnTo>
                      <a:pt x="2020788" y="43158"/>
                    </a:lnTo>
                    <a:lnTo>
                      <a:pt x="2020788" y="45062"/>
                    </a:lnTo>
                    <a:lnTo>
                      <a:pt x="2020153" y="46331"/>
                    </a:lnTo>
                    <a:lnTo>
                      <a:pt x="2019518" y="46966"/>
                    </a:lnTo>
                    <a:lnTo>
                      <a:pt x="2018883" y="46331"/>
                    </a:lnTo>
                    <a:lnTo>
                      <a:pt x="2017614" y="43158"/>
                    </a:lnTo>
                    <a:lnTo>
                      <a:pt x="2016980" y="42523"/>
                    </a:lnTo>
                    <a:lnTo>
                      <a:pt x="2016345" y="42523"/>
                    </a:lnTo>
                    <a:lnTo>
                      <a:pt x="2015710" y="43792"/>
                    </a:lnTo>
                    <a:lnTo>
                      <a:pt x="2015076" y="44427"/>
                    </a:lnTo>
                    <a:lnTo>
                      <a:pt x="2013171" y="45062"/>
                    </a:lnTo>
                    <a:lnTo>
                      <a:pt x="2012537" y="45696"/>
                    </a:lnTo>
                    <a:lnTo>
                      <a:pt x="2009998" y="49505"/>
                    </a:lnTo>
                    <a:lnTo>
                      <a:pt x="2008094" y="50139"/>
                    </a:lnTo>
                    <a:lnTo>
                      <a:pt x="2007460" y="51408"/>
                    </a:lnTo>
                    <a:lnTo>
                      <a:pt x="2007460" y="53312"/>
                    </a:lnTo>
                    <a:lnTo>
                      <a:pt x="2007460" y="55216"/>
                    </a:lnTo>
                    <a:lnTo>
                      <a:pt x="2007460" y="57120"/>
                    </a:lnTo>
                    <a:lnTo>
                      <a:pt x="2007460" y="57755"/>
                    </a:lnTo>
                    <a:lnTo>
                      <a:pt x="2007460" y="59025"/>
                    </a:lnTo>
                    <a:lnTo>
                      <a:pt x="2006190" y="60928"/>
                    </a:lnTo>
                    <a:lnTo>
                      <a:pt x="2005556" y="60928"/>
                    </a:lnTo>
                    <a:lnTo>
                      <a:pt x="2004286" y="58390"/>
                    </a:lnTo>
                    <a:lnTo>
                      <a:pt x="2003651" y="58390"/>
                    </a:lnTo>
                    <a:lnTo>
                      <a:pt x="2003651" y="59025"/>
                    </a:lnTo>
                    <a:lnTo>
                      <a:pt x="2003651" y="59659"/>
                    </a:lnTo>
                    <a:lnTo>
                      <a:pt x="2003651" y="60294"/>
                    </a:lnTo>
                    <a:lnTo>
                      <a:pt x="2003651" y="60928"/>
                    </a:lnTo>
                    <a:lnTo>
                      <a:pt x="2003651" y="61563"/>
                    </a:lnTo>
                    <a:lnTo>
                      <a:pt x="2003651" y="62198"/>
                    </a:lnTo>
                    <a:lnTo>
                      <a:pt x="2003651" y="62832"/>
                    </a:lnTo>
                    <a:lnTo>
                      <a:pt x="2002382" y="60928"/>
                    </a:lnTo>
                    <a:lnTo>
                      <a:pt x="2001113" y="60294"/>
                    </a:lnTo>
                    <a:lnTo>
                      <a:pt x="1999843" y="60294"/>
                    </a:lnTo>
                    <a:lnTo>
                      <a:pt x="1999209" y="60928"/>
                    </a:lnTo>
                    <a:lnTo>
                      <a:pt x="1997939" y="61563"/>
                    </a:lnTo>
                    <a:lnTo>
                      <a:pt x="1994766" y="60928"/>
                    </a:lnTo>
                    <a:lnTo>
                      <a:pt x="1993497" y="62198"/>
                    </a:lnTo>
                    <a:lnTo>
                      <a:pt x="1993497" y="63467"/>
                    </a:lnTo>
                    <a:lnTo>
                      <a:pt x="1993497" y="64736"/>
                    </a:lnTo>
                    <a:lnTo>
                      <a:pt x="1994131" y="66006"/>
                    </a:lnTo>
                    <a:lnTo>
                      <a:pt x="1994766" y="66640"/>
                    </a:lnTo>
                    <a:lnTo>
                      <a:pt x="1994131" y="67910"/>
                    </a:lnTo>
                    <a:lnTo>
                      <a:pt x="1993497" y="68545"/>
                    </a:lnTo>
                    <a:lnTo>
                      <a:pt x="1991593" y="69179"/>
                    </a:lnTo>
                    <a:lnTo>
                      <a:pt x="1991593" y="68545"/>
                    </a:lnTo>
                    <a:lnTo>
                      <a:pt x="1991593" y="67275"/>
                    </a:lnTo>
                    <a:lnTo>
                      <a:pt x="1991593" y="66006"/>
                    </a:lnTo>
                    <a:lnTo>
                      <a:pt x="1991593" y="64736"/>
                    </a:lnTo>
                    <a:lnTo>
                      <a:pt x="1990958" y="63467"/>
                    </a:lnTo>
                    <a:lnTo>
                      <a:pt x="1990958" y="62198"/>
                    </a:lnTo>
                    <a:lnTo>
                      <a:pt x="1990958" y="60928"/>
                    </a:lnTo>
                    <a:lnTo>
                      <a:pt x="1991593" y="60294"/>
                    </a:lnTo>
                    <a:lnTo>
                      <a:pt x="1992227" y="59659"/>
                    </a:lnTo>
                    <a:lnTo>
                      <a:pt x="1992862" y="59025"/>
                    </a:lnTo>
                    <a:lnTo>
                      <a:pt x="1992227" y="57755"/>
                    </a:lnTo>
                    <a:lnTo>
                      <a:pt x="1990958" y="56486"/>
                    </a:lnTo>
                    <a:lnTo>
                      <a:pt x="1990323" y="55216"/>
                    </a:lnTo>
                    <a:lnTo>
                      <a:pt x="1990958" y="54582"/>
                    </a:lnTo>
                    <a:lnTo>
                      <a:pt x="1990323" y="53312"/>
                    </a:lnTo>
                    <a:lnTo>
                      <a:pt x="1987785" y="53947"/>
                    </a:lnTo>
                    <a:lnTo>
                      <a:pt x="1986515" y="53312"/>
                    </a:lnTo>
                    <a:lnTo>
                      <a:pt x="1987785" y="52678"/>
                    </a:lnTo>
                    <a:lnTo>
                      <a:pt x="1988419" y="52043"/>
                    </a:lnTo>
                    <a:lnTo>
                      <a:pt x="1987150" y="51408"/>
                    </a:lnTo>
                    <a:lnTo>
                      <a:pt x="1984611" y="52043"/>
                    </a:lnTo>
                    <a:lnTo>
                      <a:pt x="1983342" y="52043"/>
                    </a:lnTo>
                    <a:lnTo>
                      <a:pt x="1984611" y="50774"/>
                    </a:lnTo>
                    <a:lnTo>
                      <a:pt x="1987785" y="51408"/>
                    </a:lnTo>
                    <a:lnTo>
                      <a:pt x="1989054" y="50139"/>
                    </a:lnTo>
                    <a:lnTo>
                      <a:pt x="1988419" y="48235"/>
                    </a:lnTo>
                    <a:lnTo>
                      <a:pt x="1987785" y="47600"/>
                    </a:lnTo>
                    <a:lnTo>
                      <a:pt x="1987150" y="47600"/>
                    </a:lnTo>
                    <a:lnTo>
                      <a:pt x="1986515" y="46966"/>
                    </a:lnTo>
                    <a:lnTo>
                      <a:pt x="1986515" y="46966"/>
                    </a:lnTo>
                    <a:lnTo>
                      <a:pt x="1987150" y="46331"/>
                    </a:lnTo>
                    <a:lnTo>
                      <a:pt x="1995401" y="45696"/>
                    </a:lnTo>
                    <a:lnTo>
                      <a:pt x="1995401" y="45696"/>
                    </a:lnTo>
                    <a:lnTo>
                      <a:pt x="1996036" y="44427"/>
                    </a:lnTo>
                    <a:lnTo>
                      <a:pt x="1996036" y="44427"/>
                    </a:lnTo>
                    <a:lnTo>
                      <a:pt x="1997305" y="44427"/>
                    </a:lnTo>
                    <a:lnTo>
                      <a:pt x="1997939" y="43792"/>
                    </a:lnTo>
                    <a:lnTo>
                      <a:pt x="1998574" y="43158"/>
                    </a:lnTo>
                    <a:lnTo>
                      <a:pt x="1998574" y="41254"/>
                    </a:lnTo>
                    <a:lnTo>
                      <a:pt x="1998574" y="40619"/>
                    </a:lnTo>
                    <a:lnTo>
                      <a:pt x="1998574" y="39984"/>
                    </a:lnTo>
                    <a:lnTo>
                      <a:pt x="1999209" y="39984"/>
                    </a:lnTo>
                    <a:lnTo>
                      <a:pt x="1999843" y="39984"/>
                    </a:lnTo>
                    <a:lnTo>
                      <a:pt x="2000478" y="38080"/>
                    </a:lnTo>
                    <a:lnTo>
                      <a:pt x="2001113" y="37446"/>
                    </a:lnTo>
                    <a:lnTo>
                      <a:pt x="2003017" y="36811"/>
                    </a:lnTo>
                    <a:lnTo>
                      <a:pt x="2004286" y="35542"/>
                    </a:lnTo>
                    <a:lnTo>
                      <a:pt x="2004921" y="33638"/>
                    </a:lnTo>
                    <a:lnTo>
                      <a:pt x="2004921" y="31099"/>
                    </a:lnTo>
                    <a:lnTo>
                      <a:pt x="2004286" y="28560"/>
                    </a:lnTo>
                    <a:lnTo>
                      <a:pt x="2003651" y="26656"/>
                    </a:lnTo>
                    <a:lnTo>
                      <a:pt x="2003017" y="25387"/>
                    </a:lnTo>
                    <a:lnTo>
                      <a:pt x="1996670" y="22848"/>
                    </a:lnTo>
                    <a:lnTo>
                      <a:pt x="1994766" y="22848"/>
                    </a:lnTo>
                    <a:lnTo>
                      <a:pt x="1993497" y="24118"/>
                    </a:lnTo>
                    <a:lnTo>
                      <a:pt x="1992862" y="24118"/>
                    </a:lnTo>
                    <a:lnTo>
                      <a:pt x="1992227" y="22848"/>
                    </a:lnTo>
                    <a:lnTo>
                      <a:pt x="1992227" y="21579"/>
                    </a:lnTo>
                    <a:lnTo>
                      <a:pt x="1991593" y="20944"/>
                    </a:lnTo>
                    <a:lnTo>
                      <a:pt x="1990958" y="20944"/>
                    </a:lnTo>
                    <a:lnTo>
                      <a:pt x="1990323" y="21579"/>
                    </a:lnTo>
                    <a:lnTo>
                      <a:pt x="1989054" y="23483"/>
                    </a:lnTo>
                    <a:lnTo>
                      <a:pt x="1987785" y="24752"/>
                    </a:lnTo>
                    <a:lnTo>
                      <a:pt x="1986515" y="25387"/>
                    </a:lnTo>
                    <a:lnTo>
                      <a:pt x="1985246" y="25387"/>
                    </a:lnTo>
                    <a:lnTo>
                      <a:pt x="1985246" y="24752"/>
                    </a:lnTo>
                    <a:lnTo>
                      <a:pt x="1987150" y="22213"/>
                    </a:lnTo>
                    <a:lnTo>
                      <a:pt x="1987785" y="20944"/>
                    </a:lnTo>
                    <a:lnTo>
                      <a:pt x="1987150" y="20310"/>
                    </a:lnTo>
                    <a:lnTo>
                      <a:pt x="1985246" y="19675"/>
                    </a:lnTo>
                    <a:lnTo>
                      <a:pt x="1985246" y="19040"/>
                    </a:lnTo>
                    <a:lnTo>
                      <a:pt x="1985881" y="17136"/>
                    </a:lnTo>
                    <a:lnTo>
                      <a:pt x="1984611" y="15867"/>
                    </a:lnTo>
                    <a:lnTo>
                      <a:pt x="1981438" y="14598"/>
                    </a:lnTo>
                    <a:lnTo>
                      <a:pt x="1974457" y="14598"/>
                    </a:lnTo>
                    <a:lnTo>
                      <a:pt x="1973822" y="13963"/>
                    </a:lnTo>
                    <a:lnTo>
                      <a:pt x="1973822" y="13328"/>
                    </a:lnTo>
                    <a:lnTo>
                      <a:pt x="1974457" y="12059"/>
                    </a:lnTo>
                    <a:lnTo>
                      <a:pt x="1970649" y="11424"/>
                    </a:lnTo>
                    <a:lnTo>
                      <a:pt x="1970014" y="10789"/>
                    </a:lnTo>
                    <a:lnTo>
                      <a:pt x="1970014" y="8886"/>
                    </a:lnTo>
                    <a:lnTo>
                      <a:pt x="1969379" y="7616"/>
                    </a:lnTo>
                    <a:lnTo>
                      <a:pt x="1968110" y="5712"/>
                    </a:lnTo>
                    <a:lnTo>
                      <a:pt x="1968745" y="5078"/>
                    </a:lnTo>
                    <a:lnTo>
                      <a:pt x="1970014" y="4443"/>
                    </a:lnTo>
                    <a:lnTo>
                      <a:pt x="1972553" y="1269"/>
                    </a:lnTo>
                    <a:lnTo>
                      <a:pt x="1973822" y="1269"/>
                    </a:lnTo>
                    <a:lnTo>
                      <a:pt x="1975726" y="3173"/>
                    </a:lnTo>
                    <a:lnTo>
                      <a:pt x="1976995" y="3173"/>
                    </a:lnTo>
                    <a:lnTo>
                      <a:pt x="1976361" y="1904"/>
                    </a:lnTo>
                    <a:lnTo>
                      <a:pt x="1975091" y="635"/>
                    </a:lnTo>
                    <a:lnTo>
                      <a:pt x="1973822" y="0"/>
                    </a:lnTo>
                    <a:lnTo>
                      <a:pt x="1972553" y="635"/>
                    </a:lnTo>
                    <a:lnTo>
                      <a:pt x="1971918" y="1904"/>
                    </a:lnTo>
                    <a:lnTo>
                      <a:pt x="1969379" y="4443"/>
                    </a:lnTo>
                    <a:lnTo>
                      <a:pt x="1966206" y="5712"/>
                    </a:lnTo>
                    <a:lnTo>
                      <a:pt x="1961129" y="10155"/>
                    </a:lnTo>
                    <a:lnTo>
                      <a:pt x="1953513" y="20310"/>
                    </a:lnTo>
                    <a:lnTo>
                      <a:pt x="1950974" y="25387"/>
                    </a:lnTo>
                    <a:lnTo>
                      <a:pt x="1945262" y="33638"/>
                    </a:lnTo>
                    <a:lnTo>
                      <a:pt x="1933203" y="45696"/>
                    </a:lnTo>
                    <a:lnTo>
                      <a:pt x="1932569" y="45696"/>
                    </a:lnTo>
                    <a:lnTo>
                      <a:pt x="1931934" y="45696"/>
                    </a:lnTo>
                    <a:lnTo>
                      <a:pt x="1930664" y="46966"/>
                    </a:lnTo>
                    <a:lnTo>
                      <a:pt x="1928761" y="47600"/>
                    </a:lnTo>
                    <a:lnTo>
                      <a:pt x="1921779" y="53312"/>
                    </a:lnTo>
                    <a:lnTo>
                      <a:pt x="1915432" y="55851"/>
                    </a:lnTo>
                    <a:lnTo>
                      <a:pt x="1903374" y="55216"/>
                    </a:lnTo>
                    <a:lnTo>
                      <a:pt x="1900200" y="53312"/>
                    </a:lnTo>
                    <a:lnTo>
                      <a:pt x="1898931" y="53312"/>
                    </a:lnTo>
                    <a:lnTo>
                      <a:pt x="1899566" y="55216"/>
                    </a:lnTo>
                    <a:lnTo>
                      <a:pt x="1901470" y="56486"/>
                    </a:lnTo>
                    <a:lnTo>
                      <a:pt x="1905278" y="57120"/>
                    </a:lnTo>
                    <a:lnTo>
                      <a:pt x="1891950" y="59025"/>
                    </a:lnTo>
                    <a:lnTo>
                      <a:pt x="1879891" y="55216"/>
                    </a:lnTo>
                    <a:lnTo>
                      <a:pt x="1878622" y="56486"/>
                    </a:lnTo>
                    <a:lnTo>
                      <a:pt x="1880526" y="56486"/>
                    </a:lnTo>
                    <a:lnTo>
                      <a:pt x="1881160" y="57120"/>
                    </a:lnTo>
                    <a:lnTo>
                      <a:pt x="1881795" y="59025"/>
                    </a:lnTo>
                    <a:lnTo>
                      <a:pt x="1877352" y="60294"/>
                    </a:lnTo>
                    <a:lnTo>
                      <a:pt x="1873544" y="59025"/>
                    </a:lnTo>
                    <a:lnTo>
                      <a:pt x="1872275" y="59659"/>
                    </a:lnTo>
                    <a:lnTo>
                      <a:pt x="1872275" y="61563"/>
                    </a:lnTo>
                    <a:lnTo>
                      <a:pt x="1873544" y="66640"/>
                    </a:lnTo>
                    <a:lnTo>
                      <a:pt x="1873544" y="67275"/>
                    </a:lnTo>
                    <a:lnTo>
                      <a:pt x="1872910" y="65371"/>
                    </a:lnTo>
                    <a:lnTo>
                      <a:pt x="1871006" y="62832"/>
                    </a:lnTo>
                    <a:lnTo>
                      <a:pt x="1870371" y="60928"/>
                    </a:lnTo>
                    <a:lnTo>
                      <a:pt x="1870371" y="60928"/>
                    </a:lnTo>
                    <a:lnTo>
                      <a:pt x="1871006" y="60294"/>
                    </a:lnTo>
                    <a:lnTo>
                      <a:pt x="1871006" y="59659"/>
                    </a:lnTo>
                    <a:lnTo>
                      <a:pt x="1870371" y="58390"/>
                    </a:lnTo>
                    <a:lnTo>
                      <a:pt x="1869736" y="58390"/>
                    </a:lnTo>
                    <a:lnTo>
                      <a:pt x="1869102" y="59025"/>
                    </a:lnTo>
                    <a:lnTo>
                      <a:pt x="1868467" y="59025"/>
                    </a:lnTo>
                    <a:lnTo>
                      <a:pt x="1867832" y="58390"/>
                    </a:lnTo>
                    <a:lnTo>
                      <a:pt x="1865928" y="57120"/>
                    </a:lnTo>
                    <a:lnTo>
                      <a:pt x="1865928" y="56486"/>
                    </a:lnTo>
                    <a:lnTo>
                      <a:pt x="1867198" y="56486"/>
                    </a:lnTo>
                    <a:lnTo>
                      <a:pt x="1871006" y="53947"/>
                    </a:lnTo>
                    <a:lnTo>
                      <a:pt x="1875448" y="53947"/>
                    </a:lnTo>
                    <a:lnTo>
                      <a:pt x="1876718" y="53312"/>
                    </a:lnTo>
                    <a:lnTo>
                      <a:pt x="1876083" y="51408"/>
                    </a:lnTo>
                    <a:lnTo>
                      <a:pt x="1875448" y="50774"/>
                    </a:lnTo>
                    <a:lnTo>
                      <a:pt x="1868467" y="50774"/>
                    </a:lnTo>
                    <a:lnTo>
                      <a:pt x="1870371" y="49505"/>
                    </a:lnTo>
                    <a:lnTo>
                      <a:pt x="1874179" y="49505"/>
                    </a:lnTo>
                    <a:lnTo>
                      <a:pt x="1876083" y="47600"/>
                    </a:lnTo>
                    <a:lnTo>
                      <a:pt x="1869102" y="49505"/>
                    </a:lnTo>
                    <a:lnTo>
                      <a:pt x="1867832" y="50774"/>
                    </a:lnTo>
                    <a:lnTo>
                      <a:pt x="1866563" y="51408"/>
                    </a:lnTo>
                    <a:lnTo>
                      <a:pt x="1862755" y="52043"/>
                    </a:lnTo>
                    <a:lnTo>
                      <a:pt x="1861486" y="52678"/>
                    </a:lnTo>
                    <a:lnTo>
                      <a:pt x="1859582" y="53947"/>
                    </a:lnTo>
                    <a:lnTo>
                      <a:pt x="1857677" y="53947"/>
                    </a:lnTo>
                    <a:lnTo>
                      <a:pt x="1857043" y="54582"/>
                    </a:lnTo>
                    <a:lnTo>
                      <a:pt x="1856408" y="55216"/>
                    </a:lnTo>
                    <a:lnTo>
                      <a:pt x="1855139" y="57120"/>
                    </a:lnTo>
                    <a:lnTo>
                      <a:pt x="1850696" y="62198"/>
                    </a:lnTo>
                    <a:lnTo>
                      <a:pt x="1849427" y="63467"/>
                    </a:lnTo>
                    <a:lnTo>
                      <a:pt x="1850696" y="63467"/>
                    </a:lnTo>
                    <a:lnTo>
                      <a:pt x="1850062" y="64102"/>
                    </a:lnTo>
                    <a:lnTo>
                      <a:pt x="1848157" y="64102"/>
                    </a:lnTo>
                    <a:lnTo>
                      <a:pt x="1847523" y="64736"/>
                    </a:lnTo>
                    <a:lnTo>
                      <a:pt x="1840542" y="69814"/>
                    </a:lnTo>
                    <a:lnTo>
                      <a:pt x="1839272" y="71718"/>
                    </a:lnTo>
                    <a:lnTo>
                      <a:pt x="1839272" y="72987"/>
                    </a:lnTo>
                    <a:lnTo>
                      <a:pt x="1839272" y="73622"/>
                    </a:lnTo>
                    <a:lnTo>
                      <a:pt x="1839272" y="74256"/>
                    </a:lnTo>
                    <a:lnTo>
                      <a:pt x="1841176" y="72352"/>
                    </a:lnTo>
                    <a:lnTo>
                      <a:pt x="1843715" y="71083"/>
                    </a:lnTo>
                    <a:lnTo>
                      <a:pt x="1845619" y="71718"/>
                    </a:lnTo>
                    <a:lnTo>
                      <a:pt x="1847523" y="75526"/>
                    </a:lnTo>
                    <a:lnTo>
                      <a:pt x="1848157" y="75526"/>
                    </a:lnTo>
                    <a:lnTo>
                      <a:pt x="1848792" y="76160"/>
                    </a:lnTo>
                    <a:lnTo>
                      <a:pt x="1848792" y="77430"/>
                    </a:lnTo>
                    <a:lnTo>
                      <a:pt x="1848792" y="78699"/>
                    </a:lnTo>
                    <a:lnTo>
                      <a:pt x="1848792" y="79334"/>
                    </a:lnTo>
                    <a:lnTo>
                      <a:pt x="1848792" y="79969"/>
                    </a:lnTo>
                    <a:lnTo>
                      <a:pt x="1848792" y="80603"/>
                    </a:lnTo>
                    <a:lnTo>
                      <a:pt x="1849427" y="81873"/>
                    </a:lnTo>
                    <a:lnTo>
                      <a:pt x="1851331" y="85046"/>
                    </a:lnTo>
                    <a:lnTo>
                      <a:pt x="1851965" y="86315"/>
                    </a:lnTo>
                    <a:lnTo>
                      <a:pt x="1852600" y="86950"/>
                    </a:lnTo>
                    <a:lnTo>
                      <a:pt x="1853235" y="87585"/>
                    </a:lnTo>
                    <a:lnTo>
                      <a:pt x="1854504" y="87585"/>
                    </a:lnTo>
                    <a:lnTo>
                      <a:pt x="1855139" y="87585"/>
                    </a:lnTo>
                    <a:lnTo>
                      <a:pt x="1855774" y="86950"/>
                    </a:lnTo>
                    <a:lnTo>
                      <a:pt x="1856408" y="86315"/>
                    </a:lnTo>
                    <a:lnTo>
                      <a:pt x="1857043" y="86315"/>
                    </a:lnTo>
                    <a:lnTo>
                      <a:pt x="1858947" y="86315"/>
                    </a:lnTo>
                    <a:lnTo>
                      <a:pt x="1858947" y="86315"/>
                    </a:lnTo>
                    <a:lnTo>
                      <a:pt x="1858947" y="86315"/>
                    </a:lnTo>
                    <a:lnTo>
                      <a:pt x="1858947" y="85680"/>
                    </a:lnTo>
                    <a:lnTo>
                      <a:pt x="1858947" y="85046"/>
                    </a:lnTo>
                    <a:lnTo>
                      <a:pt x="1858947" y="85046"/>
                    </a:lnTo>
                    <a:lnTo>
                      <a:pt x="1860216" y="85046"/>
                    </a:lnTo>
                    <a:lnTo>
                      <a:pt x="1864024" y="86315"/>
                    </a:lnTo>
                    <a:lnTo>
                      <a:pt x="1869102" y="85046"/>
                    </a:lnTo>
                    <a:lnTo>
                      <a:pt x="1868467" y="86315"/>
                    </a:lnTo>
                    <a:lnTo>
                      <a:pt x="1867832" y="86950"/>
                    </a:lnTo>
                    <a:lnTo>
                      <a:pt x="1866563" y="86950"/>
                    </a:lnTo>
                    <a:lnTo>
                      <a:pt x="1864659" y="88854"/>
                    </a:lnTo>
                    <a:lnTo>
                      <a:pt x="1864024" y="88854"/>
                    </a:lnTo>
                    <a:lnTo>
                      <a:pt x="1863389" y="88219"/>
                    </a:lnTo>
                    <a:lnTo>
                      <a:pt x="1862120" y="86315"/>
                    </a:lnTo>
                    <a:lnTo>
                      <a:pt x="1861486" y="86315"/>
                    </a:lnTo>
                    <a:lnTo>
                      <a:pt x="1859582" y="87585"/>
                    </a:lnTo>
                    <a:lnTo>
                      <a:pt x="1857677" y="88219"/>
                    </a:lnTo>
                    <a:lnTo>
                      <a:pt x="1854504" y="90123"/>
                    </a:lnTo>
                    <a:lnTo>
                      <a:pt x="1853235" y="90123"/>
                    </a:lnTo>
                    <a:lnTo>
                      <a:pt x="1852600" y="89489"/>
                    </a:lnTo>
                    <a:lnTo>
                      <a:pt x="1850062" y="86315"/>
                    </a:lnTo>
                    <a:lnTo>
                      <a:pt x="1849427" y="86315"/>
                    </a:lnTo>
                    <a:lnTo>
                      <a:pt x="1848792" y="86950"/>
                    </a:lnTo>
                    <a:lnTo>
                      <a:pt x="1848157" y="89489"/>
                    </a:lnTo>
                    <a:lnTo>
                      <a:pt x="1847523" y="90758"/>
                    </a:lnTo>
                    <a:lnTo>
                      <a:pt x="1846888" y="92027"/>
                    </a:lnTo>
                    <a:lnTo>
                      <a:pt x="1846254" y="93931"/>
                    </a:lnTo>
                    <a:lnTo>
                      <a:pt x="1846254" y="95200"/>
                    </a:lnTo>
                    <a:lnTo>
                      <a:pt x="1846254" y="95835"/>
                    </a:lnTo>
                    <a:lnTo>
                      <a:pt x="1846254" y="96470"/>
                    </a:lnTo>
                    <a:lnTo>
                      <a:pt x="1846254" y="97739"/>
                    </a:lnTo>
                    <a:lnTo>
                      <a:pt x="1846254" y="99009"/>
                    </a:lnTo>
                    <a:lnTo>
                      <a:pt x="1847523" y="101547"/>
                    </a:lnTo>
                    <a:lnTo>
                      <a:pt x="1847523" y="102182"/>
                    </a:lnTo>
                    <a:lnTo>
                      <a:pt x="1847523" y="102817"/>
                    </a:lnTo>
                    <a:lnTo>
                      <a:pt x="1847523" y="103451"/>
                    </a:lnTo>
                    <a:lnTo>
                      <a:pt x="1847523" y="104086"/>
                    </a:lnTo>
                    <a:lnTo>
                      <a:pt x="1847523" y="104720"/>
                    </a:lnTo>
                    <a:lnTo>
                      <a:pt x="1847523" y="105355"/>
                    </a:lnTo>
                    <a:lnTo>
                      <a:pt x="1847523" y="105990"/>
                    </a:lnTo>
                    <a:lnTo>
                      <a:pt x="1847523" y="108529"/>
                    </a:lnTo>
                    <a:lnTo>
                      <a:pt x="1847523" y="109798"/>
                    </a:lnTo>
                    <a:lnTo>
                      <a:pt x="1847523" y="111067"/>
                    </a:lnTo>
                    <a:lnTo>
                      <a:pt x="1848157" y="112971"/>
                    </a:lnTo>
                    <a:lnTo>
                      <a:pt x="1848792" y="114241"/>
                    </a:lnTo>
                    <a:lnTo>
                      <a:pt x="1849427" y="115510"/>
                    </a:lnTo>
                    <a:lnTo>
                      <a:pt x="1849427" y="118683"/>
                    </a:lnTo>
                    <a:lnTo>
                      <a:pt x="1848792" y="116145"/>
                    </a:lnTo>
                    <a:lnTo>
                      <a:pt x="1848157" y="112971"/>
                    </a:lnTo>
                    <a:lnTo>
                      <a:pt x="1846888" y="110433"/>
                    </a:lnTo>
                    <a:lnTo>
                      <a:pt x="1845619" y="109798"/>
                    </a:lnTo>
                    <a:lnTo>
                      <a:pt x="1845619" y="108529"/>
                    </a:lnTo>
                    <a:lnTo>
                      <a:pt x="1845619" y="107894"/>
                    </a:lnTo>
                    <a:lnTo>
                      <a:pt x="1845619" y="107259"/>
                    </a:lnTo>
                    <a:lnTo>
                      <a:pt x="1845619" y="106625"/>
                    </a:lnTo>
                    <a:lnTo>
                      <a:pt x="1845619" y="106625"/>
                    </a:lnTo>
                    <a:lnTo>
                      <a:pt x="1845619" y="106625"/>
                    </a:lnTo>
                    <a:lnTo>
                      <a:pt x="1845619" y="106625"/>
                    </a:lnTo>
                    <a:lnTo>
                      <a:pt x="1845619" y="106625"/>
                    </a:lnTo>
                    <a:lnTo>
                      <a:pt x="1845619" y="105990"/>
                    </a:lnTo>
                    <a:lnTo>
                      <a:pt x="1845619" y="105355"/>
                    </a:lnTo>
                    <a:lnTo>
                      <a:pt x="1845619" y="105355"/>
                    </a:lnTo>
                    <a:lnTo>
                      <a:pt x="1845619" y="105355"/>
                    </a:lnTo>
                    <a:lnTo>
                      <a:pt x="1845619" y="103451"/>
                    </a:lnTo>
                    <a:lnTo>
                      <a:pt x="1845619" y="102182"/>
                    </a:lnTo>
                    <a:lnTo>
                      <a:pt x="1844984" y="101547"/>
                    </a:lnTo>
                    <a:lnTo>
                      <a:pt x="1844349" y="100913"/>
                    </a:lnTo>
                    <a:lnTo>
                      <a:pt x="1843080" y="102182"/>
                    </a:lnTo>
                    <a:lnTo>
                      <a:pt x="1839272" y="105990"/>
                    </a:lnTo>
                    <a:lnTo>
                      <a:pt x="1838003" y="105355"/>
                    </a:lnTo>
                    <a:lnTo>
                      <a:pt x="1838637" y="103451"/>
                    </a:lnTo>
                    <a:lnTo>
                      <a:pt x="1841176" y="100278"/>
                    </a:lnTo>
                    <a:lnTo>
                      <a:pt x="1841811" y="98374"/>
                    </a:lnTo>
                    <a:lnTo>
                      <a:pt x="1842445" y="97739"/>
                    </a:lnTo>
                    <a:lnTo>
                      <a:pt x="1843080" y="96470"/>
                    </a:lnTo>
                    <a:lnTo>
                      <a:pt x="1844349" y="93296"/>
                    </a:lnTo>
                    <a:lnTo>
                      <a:pt x="1844984" y="92027"/>
                    </a:lnTo>
                    <a:lnTo>
                      <a:pt x="1846254" y="90123"/>
                    </a:lnTo>
                    <a:lnTo>
                      <a:pt x="1846888" y="88854"/>
                    </a:lnTo>
                    <a:lnTo>
                      <a:pt x="1846254" y="88219"/>
                    </a:lnTo>
                    <a:lnTo>
                      <a:pt x="1839272" y="90758"/>
                    </a:lnTo>
                    <a:lnTo>
                      <a:pt x="1838003" y="90758"/>
                    </a:lnTo>
                    <a:lnTo>
                      <a:pt x="1836733" y="89489"/>
                    </a:lnTo>
                    <a:lnTo>
                      <a:pt x="1839907" y="89489"/>
                    </a:lnTo>
                    <a:lnTo>
                      <a:pt x="1841176" y="88854"/>
                    </a:lnTo>
                    <a:lnTo>
                      <a:pt x="1842445" y="86950"/>
                    </a:lnTo>
                    <a:lnTo>
                      <a:pt x="1843715" y="85680"/>
                    </a:lnTo>
                    <a:lnTo>
                      <a:pt x="1846254" y="85680"/>
                    </a:lnTo>
                    <a:lnTo>
                      <a:pt x="1847523" y="83142"/>
                    </a:lnTo>
                    <a:lnTo>
                      <a:pt x="1846888" y="83142"/>
                    </a:lnTo>
                    <a:lnTo>
                      <a:pt x="1846888" y="83142"/>
                    </a:lnTo>
                    <a:lnTo>
                      <a:pt x="1846888" y="82507"/>
                    </a:lnTo>
                    <a:lnTo>
                      <a:pt x="1847523" y="81873"/>
                    </a:lnTo>
                    <a:lnTo>
                      <a:pt x="1848157" y="80603"/>
                    </a:lnTo>
                    <a:lnTo>
                      <a:pt x="1848157" y="79334"/>
                    </a:lnTo>
                    <a:lnTo>
                      <a:pt x="1848157" y="78065"/>
                    </a:lnTo>
                    <a:lnTo>
                      <a:pt x="1847523" y="77430"/>
                    </a:lnTo>
                    <a:lnTo>
                      <a:pt x="1844349" y="77430"/>
                    </a:lnTo>
                    <a:lnTo>
                      <a:pt x="1841811" y="78699"/>
                    </a:lnTo>
                    <a:lnTo>
                      <a:pt x="1841176" y="78699"/>
                    </a:lnTo>
                    <a:lnTo>
                      <a:pt x="1840542" y="78065"/>
                    </a:lnTo>
                    <a:lnTo>
                      <a:pt x="1839907" y="77430"/>
                    </a:lnTo>
                    <a:lnTo>
                      <a:pt x="1839907" y="76795"/>
                    </a:lnTo>
                    <a:lnTo>
                      <a:pt x="1840542" y="75526"/>
                    </a:lnTo>
                    <a:lnTo>
                      <a:pt x="1839907" y="75526"/>
                    </a:lnTo>
                    <a:lnTo>
                      <a:pt x="1839272" y="76160"/>
                    </a:lnTo>
                    <a:lnTo>
                      <a:pt x="1838003" y="78065"/>
                    </a:lnTo>
                    <a:lnTo>
                      <a:pt x="1828483" y="86315"/>
                    </a:lnTo>
                    <a:lnTo>
                      <a:pt x="1818963" y="91393"/>
                    </a:lnTo>
                    <a:lnTo>
                      <a:pt x="1815789" y="93931"/>
                    </a:lnTo>
                    <a:lnTo>
                      <a:pt x="1813885" y="95835"/>
                    </a:lnTo>
                    <a:lnTo>
                      <a:pt x="1818328" y="92662"/>
                    </a:lnTo>
                    <a:lnTo>
                      <a:pt x="1820232" y="91393"/>
                    </a:lnTo>
                    <a:lnTo>
                      <a:pt x="1822771" y="90758"/>
                    </a:lnTo>
                    <a:lnTo>
                      <a:pt x="1822136" y="92027"/>
                    </a:lnTo>
                    <a:lnTo>
                      <a:pt x="1812616" y="99643"/>
                    </a:lnTo>
                    <a:lnTo>
                      <a:pt x="1808808" y="100913"/>
                    </a:lnTo>
                    <a:lnTo>
                      <a:pt x="1807539" y="101547"/>
                    </a:lnTo>
                    <a:lnTo>
                      <a:pt x="1807539" y="102817"/>
                    </a:lnTo>
                    <a:lnTo>
                      <a:pt x="1808173" y="104086"/>
                    </a:lnTo>
                    <a:lnTo>
                      <a:pt x="1808173" y="105355"/>
                    </a:lnTo>
                    <a:lnTo>
                      <a:pt x="1806269" y="103451"/>
                    </a:lnTo>
                    <a:lnTo>
                      <a:pt x="1805635" y="103451"/>
                    </a:lnTo>
                    <a:lnTo>
                      <a:pt x="1805635" y="102817"/>
                    </a:lnTo>
                    <a:lnTo>
                      <a:pt x="1805635" y="102817"/>
                    </a:lnTo>
                    <a:lnTo>
                      <a:pt x="1805635" y="102182"/>
                    </a:lnTo>
                    <a:lnTo>
                      <a:pt x="1804365" y="102182"/>
                    </a:lnTo>
                    <a:lnTo>
                      <a:pt x="1798653" y="105355"/>
                    </a:lnTo>
                    <a:lnTo>
                      <a:pt x="1793576" y="106625"/>
                    </a:lnTo>
                    <a:lnTo>
                      <a:pt x="1782787" y="105990"/>
                    </a:lnTo>
                    <a:lnTo>
                      <a:pt x="1782152" y="105990"/>
                    </a:lnTo>
                    <a:lnTo>
                      <a:pt x="1781517" y="106625"/>
                    </a:lnTo>
                    <a:lnTo>
                      <a:pt x="1781517" y="107259"/>
                    </a:lnTo>
                    <a:lnTo>
                      <a:pt x="1781517" y="107894"/>
                    </a:lnTo>
                    <a:lnTo>
                      <a:pt x="1781517" y="108529"/>
                    </a:lnTo>
                    <a:lnTo>
                      <a:pt x="1780882" y="108529"/>
                    </a:lnTo>
                    <a:lnTo>
                      <a:pt x="1780248" y="108529"/>
                    </a:lnTo>
                    <a:lnTo>
                      <a:pt x="1779613" y="109163"/>
                    </a:lnTo>
                    <a:lnTo>
                      <a:pt x="1778979" y="109798"/>
                    </a:lnTo>
                    <a:lnTo>
                      <a:pt x="1778344" y="111067"/>
                    </a:lnTo>
                    <a:lnTo>
                      <a:pt x="1778979" y="111067"/>
                    </a:lnTo>
                    <a:lnTo>
                      <a:pt x="1778979" y="111067"/>
                    </a:lnTo>
                    <a:lnTo>
                      <a:pt x="1779613" y="111702"/>
                    </a:lnTo>
                    <a:lnTo>
                      <a:pt x="1776440" y="111067"/>
                    </a:lnTo>
                    <a:lnTo>
                      <a:pt x="1775170" y="111702"/>
                    </a:lnTo>
                    <a:lnTo>
                      <a:pt x="1773901" y="113606"/>
                    </a:lnTo>
                    <a:lnTo>
                      <a:pt x="1773267" y="114241"/>
                    </a:lnTo>
                    <a:lnTo>
                      <a:pt x="1763746" y="114875"/>
                    </a:lnTo>
                    <a:lnTo>
                      <a:pt x="1763746" y="114241"/>
                    </a:lnTo>
                    <a:lnTo>
                      <a:pt x="1765650" y="112971"/>
                    </a:lnTo>
                    <a:lnTo>
                      <a:pt x="1766285" y="112337"/>
                    </a:lnTo>
                    <a:lnTo>
                      <a:pt x="1767555" y="111067"/>
                    </a:lnTo>
                    <a:lnTo>
                      <a:pt x="1768189" y="110433"/>
                    </a:lnTo>
                    <a:lnTo>
                      <a:pt x="1768824" y="110433"/>
                    </a:lnTo>
                    <a:lnTo>
                      <a:pt x="1772632" y="112971"/>
                    </a:lnTo>
                    <a:lnTo>
                      <a:pt x="1773901" y="112971"/>
                    </a:lnTo>
                    <a:lnTo>
                      <a:pt x="1775170" y="111702"/>
                    </a:lnTo>
                    <a:lnTo>
                      <a:pt x="1774536" y="109798"/>
                    </a:lnTo>
                    <a:lnTo>
                      <a:pt x="1775805" y="108529"/>
                    </a:lnTo>
                    <a:lnTo>
                      <a:pt x="1777709" y="107894"/>
                    </a:lnTo>
                    <a:lnTo>
                      <a:pt x="1778979" y="107894"/>
                    </a:lnTo>
                    <a:lnTo>
                      <a:pt x="1777709" y="106625"/>
                    </a:lnTo>
                    <a:lnTo>
                      <a:pt x="1775170" y="105990"/>
                    </a:lnTo>
                    <a:lnTo>
                      <a:pt x="1773901" y="104086"/>
                    </a:lnTo>
                    <a:lnTo>
                      <a:pt x="1775170" y="104086"/>
                    </a:lnTo>
                    <a:lnTo>
                      <a:pt x="1779613" y="105355"/>
                    </a:lnTo>
                    <a:lnTo>
                      <a:pt x="1780882" y="104086"/>
                    </a:lnTo>
                    <a:lnTo>
                      <a:pt x="1780248" y="102817"/>
                    </a:lnTo>
                    <a:lnTo>
                      <a:pt x="1775170" y="100913"/>
                    </a:lnTo>
                    <a:lnTo>
                      <a:pt x="1775805" y="100278"/>
                    </a:lnTo>
                    <a:lnTo>
                      <a:pt x="1775805" y="100278"/>
                    </a:lnTo>
                    <a:lnTo>
                      <a:pt x="1775805" y="99643"/>
                    </a:lnTo>
                    <a:lnTo>
                      <a:pt x="1775805" y="99643"/>
                    </a:lnTo>
                    <a:lnTo>
                      <a:pt x="1775170" y="99643"/>
                    </a:lnTo>
                    <a:lnTo>
                      <a:pt x="1775170" y="98374"/>
                    </a:lnTo>
                    <a:lnTo>
                      <a:pt x="1775170" y="97739"/>
                    </a:lnTo>
                    <a:lnTo>
                      <a:pt x="1774536" y="97105"/>
                    </a:lnTo>
                    <a:lnTo>
                      <a:pt x="1773267" y="97105"/>
                    </a:lnTo>
                    <a:lnTo>
                      <a:pt x="1771362" y="98374"/>
                    </a:lnTo>
                    <a:lnTo>
                      <a:pt x="1769458" y="100913"/>
                    </a:lnTo>
                    <a:lnTo>
                      <a:pt x="1768824" y="100913"/>
                    </a:lnTo>
                    <a:lnTo>
                      <a:pt x="1766920" y="104086"/>
                    </a:lnTo>
                    <a:lnTo>
                      <a:pt x="1765016" y="105990"/>
                    </a:lnTo>
                    <a:lnTo>
                      <a:pt x="1763746" y="107894"/>
                    </a:lnTo>
                    <a:lnTo>
                      <a:pt x="1761842" y="109798"/>
                    </a:lnTo>
                    <a:lnTo>
                      <a:pt x="1761208" y="109798"/>
                    </a:lnTo>
                    <a:lnTo>
                      <a:pt x="1761208" y="109798"/>
                    </a:lnTo>
                    <a:lnTo>
                      <a:pt x="1761208" y="110433"/>
                    </a:lnTo>
                    <a:lnTo>
                      <a:pt x="1761208" y="111067"/>
                    </a:lnTo>
                    <a:lnTo>
                      <a:pt x="1761208" y="111067"/>
                    </a:lnTo>
                    <a:lnTo>
                      <a:pt x="1759938" y="111702"/>
                    </a:lnTo>
                    <a:lnTo>
                      <a:pt x="1756765" y="114241"/>
                    </a:lnTo>
                    <a:lnTo>
                      <a:pt x="1755496" y="116145"/>
                    </a:lnTo>
                    <a:lnTo>
                      <a:pt x="1755496" y="118049"/>
                    </a:lnTo>
                    <a:lnTo>
                      <a:pt x="1754226" y="118683"/>
                    </a:lnTo>
                    <a:lnTo>
                      <a:pt x="1754226" y="119318"/>
                    </a:lnTo>
                    <a:lnTo>
                      <a:pt x="1754226" y="121222"/>
                    </a:lnTo>
                    <a:lnTo>
                      <a:pt x="1754226" y="121857"/>
                    </a:lnTo>
                    <a:lnTo>
                      <a:pt x="1750418" y="121222"/>
                    </a:lnTo>
                    <a:lnTo>
                      <a:pt x="1749149" y="121857"/>
                    </a:lnTo>
                    <a:lnTo>
                      <a:pt x="1749149" y="123761"/>
                    </a:lnTo>
                    <a:lnTo>
                      <a:pt x="1749149" y="124395"/>
                    </a:lnTo>
                    <a:lnTo>
                      <a:pt x="1748514" y="126934"/>
                    </a:lnTo>
                    <a:lnTo>
                      <a:pt x="1747245" y="129473"/>
                    </a:lnTo>
                    <a:lnTo>
                      <a:pt x="1745976" y="131377"/>
                    </a:lnTo>
                    <a:lnTo>
                      <a:pt x="1744072" y="132646"/>
                    </a:lnTo>
                    <a:lnTo>
                      <a:pt x="1740898" y="135819"/>
                    </a:lnTo>
                    <a:lnTo>
                      <a:pt x="1738994" y="138358"/>
                    </a:lnTo>
                    <a:lnTo>
                      <a:pt x="1737090" y="138993"/>
                    </a:lnTo>
                    <a:lnTo>
                      <a:pt x="1735821" y="140897"/>
                    </a:lnTo>
                    <a:lnTo>
                      <a:pt x="1728840" y="146609"/>
                    </a:lnTo>
                    <a:lnTo>
                      <a:pt x="1727570" y="148513"/>
                    </a:lnTo>
                    <a:lnTo>
                      <a:pt x="1727570" y="149147"/>
                    </a:lnTo>
                    <a:lnTo>
                      <a:pt x="1726936" y="149782"/>
                    </a:lnTo>
                    <a:lnTo>
                      <a:pt x="1726301" y="149782"/>
                    </a:lnTo>
                    <a:lnTo>
                      <a:pt x="1725666" y="150417"/>
                    </a:lnTo>
                    <a:lnTo>
                      <a:pt x="1725032" y="152321"/>
                    </a:lnTo>
                    <a:lnTo>
                      <a:pt x="1726301" y="152321"/>
                    </a:lnTo>
                    <a:lnTo>
                      <a:pt x="1727570" y="152956"/>
                    </a:lnTo>
                    <a:lnTo>
                      <a:pt x="1728205" y="154225"/>
                    </a:lnTo>
                    <a:lnTo>
                      <a:pt x="1726936" y="156763"/>
                    </a:lnTo>
                    <a:lnTo>
                      <a:pt x="1725666" y="157398"/>
                    </a:lnTo>
                    <a:lnTo>
                      <a:pt x="1723128" y="156763"/>
                    </a:lnTo>
                    <a:lnTo>
                      <a:pt x="1722493" y="158033"/>
                    </a:lnTo>
                    <a:lnTo>
                      <a:pt x="1723128" y="159302"/>
                    </a:lnTo>
                    <a:lnTo>
                      <a:pt x="1723128" y="159302"/>
                    </a:lnTo>
                    <a:lnTo>
                      <a:pt x="1721858" y="160572"/>
                    </a:lnTo>
                    <a:lnTo>
                      <a:pt x="1723128" y="162476"/>
                    </a:lnTo>
                    <a:lnTo>
                      <a:pt x="1723128" y="163110"/>
                    </a:lnTo>
                    <a:lnTo>
                      <a:pt x="1721858" y="164380"/>
                    </a:lnTo>
                    <a:lnTo>
                      <a:pt x="1720589" y="165014"/>
                    </a:lnTo>
                    <a:lnTo>
                      <a:pt x="1718050" y="165014"/>
                    </a:lnTo>
                    <a:lnTo>
                      <a:pt x="1718050" y="165649"/>
                    </a:lnTo>
                    <a:lnTo>
                      <a:pt x="1719954" y="166918"/>
                    </a:lnTo>
                    <a:lnTo>
                      <a:pt x="1720589" y="167553"/>
                    </a:lnTo>
                    <a:lnTo>
                      <a:pt x="1720589" y="168187"/>
                    </a:lnTo>
                    <a:lnTo>
                      <a:pt x="1720589" y="169457"/>
                    </a:lnTo>
                    <a:lnTo>
                      <a:pt x="1720589" y="170726"/>
                    </a:lnTo>
                    <a:lnTo>
                      <a:pt x="1720589" y="171361"/>
                    </a:lnTo>
                    <a:lnTo>
                      <a:pt x="1720589" y="172630"/>
                    </a:lnTo>
                    <a:lnTo>
                      <a:pt x="1719954" y="174534"/>
                    </a:lnTo>
                    <a:lnTo>
                      <a:pt x="1719320" y="176438"/>
                    </a:lnTo>
                    <a:lnTo>
                      <a:pt x="1718050" y="177073"/>
                    </a:lnTo>
                    <a:lnTo>
                      <a:pt x="1718050" y="178342"/>
                    </a:lnTo>
                    <a:lnTo>
                      <a:pt x="1718050" y="178977"/>
                    </a:lnTo>
                    <a:lnTo>
                      <a:pt x="1717415" y="179612"/>
                    </a:lnTo>
                    <a:lnTo>
                      <a:pt x="1716781" y="180881"/>
                    </a:lnTo>
                    <a:lnTo>
                      <a:pt x="1716781" y="181516"/>
                    </a:lnTo>
                    <a:lnTo>
                      <a:pt x="1716781" y="182150"/>
                    </a:lnTo>
                    <a:lnTo>
                      <a:pt x="1716781" y="182785"/>
                    </a:lnTo>
                    <a:lnTo>
                      <a:pt x="1716146" y="183420"/>
                    </a:lnTo>
                    <a:lnTo>
                      <a:pt x="1716781" y="184689"/>
                    </a:lnTo>
                    <a:lnTo>
                      <a:pt x="1716146" y="186593"/>
                    </a:lnTo>
                    <a:lnTo>
                      <a:pt x="1715512" y="187862"/>
                    </a:lnTo>
                    <a:lnTo>
                      <a:pt x="1714877" y="188497"/>
                    </a:lnTo>
                    <a:lnTo>
                      <a:pt x="1714877" y="189132"/>
                    </a:lnTo>
                    <a:lnTo>
                      <a:pt x="1711069" y="194209"/>
                    </a:lnTo>
                    <a:lnTo>
                      <a:pt x="1709800" y="194844"/>
                    </a:lnTo>
                    <a:lnTo>
                      <a:pt x="1709800" y="194209"/>
                    </a:lnTo>
                    <a:lnTo>
                      <a:pt x="1711704" y="191670"/>
                    </a:lnTo>
                    <a:lnTo>
                      <a:pt x="1716146" y="182785"/>
                    </a:lnTo>
                    <a:lnTo>
                      <a:pt x="1715512" y="182150"/>
                    </a:lnTo>
                    <a:lnTo>
                      <a:pt x="1714877" y="183420"/>
                    </a:lnTo>
                    <a:lnTo>
                      <a:pt x="1711069" y="192305"/>
                    </a:lnTo>
                    <a:lnTo>
                      <a:pt x="1709800" y="193574"/>
                    </a:lnTo>
                    <a:lnTo>
                      <a:pt x="1694568" y="211345"/>
                    </a:lnTo>
                    <a:lnTo>
                      <a:pt x="1685682" y="217692"/>
                    </a:lnTo>
                    <a:lnTo>
                      <a:pt x="1683143" y="218326"/>
                    </a:lnTo>
                    <a:lnTo>
                      <a:pt x="1680605" y="220865"/>
                    </a:lnTo>
                    <a:lnTo>
                      <a:pt x="1679335" y="221500"/>
                    </a:lnTo>
                    <a:lnTo>
                      <a:pt x="1674258" y="223404"/>
                    </a:lnTo>
                    <a:lnTo>
                      <a:pt x="1671085" y="225308"/>
                    </a:lnTo>
                    <a:lnTo>
                      <a:pt x="1667911" y="225308"/>
                    </a:lnTo>
                    <a:lnTo>
                      <a:pt x="1664103" y="226577"/>
                    </a:lnTo>
                    <a:lnTo>
                      <a:pt x="1646967" y="225308"/>
                    </a:lnTo>
                    <a:lnTo>
                      <a:pt x="1636813" y="227212"/>
                    </a:lnTo>
                    <a:lnTo>
                      <a:pt x="1626023" y="225943"/>
                    </a:lnTo>
                    <a:lnTo>
                      <a:pt x="1612695" y="225308"/>
                    </a:lnTo>
                    <a:lnTo>
                      <a:pt x="1607618" y="222134"/>
                    </a:lnTo>
                    <a:lnTo>
                      <a:pt x="1600002" y="221500"/>
                    </a:lnTo>
                    <a:lnTo>
                      <a:pt x="1597463" y="218961"/>
                    </a:lnTo>
                    <a:lnTo>
                      <a:pt x="1592386" y="218326"/>
                    </a:lnTo>
                    <a:lnTo>
                      <a:pt x="1591751" y="219596"/>
                    </a:lnTo>
                    <a:lnTo>
                      <a:pt x="1591751" y="222134"/>
                    </a:lnTo>
                    <a:lnTo>
                      <a:pt x="1591751" y="227212"/>
                    </a:lnTo>
                    <a:lnTo>
                      <a:pt x="1591751" y="229750"/>
                    </a:lnTo>
                    <a:lnTo>
                      <a:pt x="1591116" y="231654"/>
                    </a:lnTo>
                    <a:lnTo>
                      <a:pt x="1590482" y="233559"/>
                    </a:lnTo>
                    <a:lnTo>
                      <a:pt x="1589847" y="235463"/>
                    </a:lnTo>
                    <a:lnTo>
                      <a:pt x="1589212" y="238001"/>
                    </a:lnTo>
                    <a:lnTo>
                      <a:pt x="1589212" y="239270"/>
                    </a:lnTo>
                    <a:lnTo>
                      <a:pt x="1588578" y="240540"/>
                    </a:lnTo>
                    <a:lnTo>
                      <a:pt x="1587943" y="241174"/>
                    </a:lnTo>
                    <a:lnTo>
                      <a:pt x="1587308" y="241809"/>
                    </a:lnTo>
                    <a:lnTo>
                      <a:pt x="1587308" y="242444"/>
                    </a:lnTo>
                    <a:lnTo>
                      <a:pt x="1587308" y="243713"/>
                    </a:lnTo>
                    <a:lnTo>
                      <a:pt x="1586039" y="246887"/>
                    </a:lnTo>
                    <a:lnTo>
                      <a:pt x="1585404" y="248156"/>
                    </a:lnTo>
                    <a:lnTo>
                      <a:pt x="1585404" y="249425"/>
                    </a:lnTo>
                    <a:lnTo>
                      <a:pt x="1585404" y="250060"/>
                    </a:lnTo>
                    <a:lnTo>
                      <a:pt x="1585404" y="250694"/>
                    </a:lnTo>
                    <a:lnTo>
                      <a:pt x="1584770" y="251964"/>
                    </a:lnTo>
                    <a:lnTo>
                      <a:pt x="1583500" y="253233"/>
                    </a:lnTo>
                    <a:lnTo>
                      <a:pt x="1582231" y="254503"/>
                    </a:lnTo>
                    <a:lnTo>
                      <a:pt x="1580962" y="255772"/>
                    </a:lnTo>
                    <a:lnTo>
                      <a:pt x="1580962" y="257676"/>
                    </a:lnTo>
                    <a:lnTo>
                      <a:pt x="1579692" y="259580"/>
                    </a:lnTo>
                    <a:lnTo>
                      <a:pt x="1579058" y="260849"/>
                    </a:lnTo>
                    <a:lnTo>
                      <a:pt x="1577154" y="263388"/>
                    </a:lnTo>
                    <a:lnTo>
                      <a:pt x="1577788" y="264023"/>
                    </a:lnTo>
                    <a:lnTo>
                      <a:pt x="1577788" y="266561"/>
                    </a:lnTo>
                    <a:lnTo>
                      <a:pt x="1578423" y="267196"/>
                    </a:lnTo>
                    <a:lnTo>
                      <a:pt x="1577154" y="267831"/>
                    </a:lnTo>
                    <a:lnTo>
                      <a:pt x="1573980" y="265927"/>
                    </a:lnTo>
                    <a:lnTo>
                      <a:pt x="1574615" y="267196"/>
                    </a:lnTo>
                    <a:lnTo>
                      <a:pt x="1575250" y="267831"/>
                    </a:lnTo>
                    <a:lnTo>
                      <a:pt x="1575250" y="269100"/>
                    </a:lnTo>
                    <a:lnTo>
                      <a:pt x="1573346" y="267831"/>
                    </a:lnTo>
                    <a:lnTo>
                      <a:pt x="1572076" y="267196"/>
                    </a:lnTo>
                    <a:lnTo>
                      <a:pt x="1567634" y="270369"/>
                    </a:lnTo>
                    <a:lnTo>
                      <a:pt x="1563191" y="270369"/>
                    </a:lnTo>
                    <a:lnTo>
                      <a:pt x="1560018" y="268465"/>
                    </a:lnTo>
                    <a:lnTo>
                      <a:pt x="1561287" y="267831"/>
                    </a:lnTo>
                    <a:lnTo>
                      <a:pt x="1570172" y="265292"/>
                    </a:lnTo>
                    <a:lnTo>
                      <a:pt x="1572711" y="265292"/>
                    </a:lnTo>
                    <a:lnTo>
                      <a:pt x="1570172" y="264657"/>
                    </a:lnTo>
                    <a:lnTo>
                      <a:pt x="1566364" y="265292"/>
                    </a:lnTo>
                    <a:lnTo>
                      <a:pt x="1556844" y="268465"/>
                    </a:lnTo>
                    <a:lnTo>
                      <a:pt x="1556209" y="269100"/>
                    </a:lnTo>
                    <a:lnTo>
                      <a:pt x="1556209" y="269100"/>
                    </a:lnTo>
                    <a:lnTo>
                      <a:pt x="1557479" y="270369"/>
                    </a:lnTo>
                    <a:lnTo>
                      <a:pt x="1563191" y="271004"/>
                    </a:lnTo>
                    <a:lnTo>
                      <a:pt x="1575884" y="277986"/>
                    </a:lnTo>
                    <a:lnTo>
                      <a:pt x="1578423" y="282428"/>
                    </a:lnTo>
                    <a:lnTo>
                      <a:pt x="1582231" y="285601"/>
                    </a:lnTo>
                    <a:lnTo>
                      <a:pt x="1582866" y="287506"/>
                    </a:lnTo>
                    <a:lnTo>
                      <a:pt x="1582866" y="288140"/>
                    </a:lnTo>
                    <a:lnTo>
                      <a:pt x="1584135" y="290679"/>
                    </a:lnTo>
                    <a:lnTo>
                      <a:pt x="1584770" y="293852"/>
                    </a:lnTo>
                    <a:lnTo>
                      <a:pt x="1586674" y="297660"/>
                    </a:lnTo>
                    <a:lnTo>
                      <a:pt x="1592386" y="302103"/>
                    </a:lnTo>
                    <a:lnTo>
                      <a:pt x="1598098" y="304641"/>
                    </a:lnTo>
                    <a:lnTo>
                      <a:pt x="1604444" y="309084"/>
                    </a:lnTo>
                    <a:lnTo>
                      <a:pt x="1611426" y="316700"/>
                    </a:lnTo>
                    <a:lnTo>
                      <a:pt x="1617138" y="324316"/>
                    </a:lnTo>
                    <a:lnTo>
                      <a:pt x="1623484" y="334471"/>
                    </a:lnTo>
                    <a:lnTo>
                      <a:pt x="1625388" y="335740"/>
                    </a:lnTo>
                    <a:lnTo>
                      <a:pt x="1627293" y="338914"/>
                    </a:lnTo>
                    <a:lnTo>
                      <a:pt x="1628562" y="339548"/>
                    </a:lnTo>
                    <a:lnTo>
                      <a:pt x="1627927" y="338914"/>
                    </a:lnTo>
                    <a:lnTo>
                      <a:pt x="1627293" y="338279"/>
                    </a:lnTo>
                    <a:lnTo>
                      <a:pt x="1626658" y="337644"/>
                    </a:lnTo>
                    <a:lnTo>
                      <a:pt x="1626658" y="336375"/>
                    </a:lnTo>
                    <a:lnTo>
                      <a:pt x="1626658" y="336375"/>
                    </a:lnTo>
                    <a:lnTo>
                      <a:pt x="1627927" y="337010"/>
                    </a:lnTo>
                    <a:lnTo>
                      <a:pt x="1629196" y="338279"/>
                    </a:lnTo>
                    <a:lnTo>
                      <a:pt x="1632370" y="343991"/>
                    </a:lnTo>
                    <a:lnTo>
                      <a:pt x="1634908" y="346530"/>
                    </a:lnTo>
                    <a:lnTo>
                      <a:pt x="1637447" y="351607"/>
                    </a:lnTo>
                    <a:lnTo>
                      <a:pt x="1647602" y="363031"/>
                    </a:lnTo>
                    <a:lnTo>
                      <a:pt x="1650775" y="369378"/>
                    </a:lnTo>
                    <a:lnTo>
                      <a:pt x="1653314" y="376994"/>
                    </a:lnTo>
                    <a:lnTo>
                      <a:pt x="1656487" y="392861"/>
                    </a:lnTo>
                    <a:lnTo>
                      <a:pt x="1656487" y="394764"/>
                    </a:lnTo>
                    <a:lnTo>
                      <a:pt x="1656487" y="399842"/>
                    </a:lnTo>
                    <a:lnTo>
                      <a:pt x="1656487" y="401746"/>
                    </a:lnTo>
                    <a:lnTo>
                      <a:pt x="1656487" y="406188"/>
                    </a:lnTo>
                    <a:lnTo>
                      <a:pt x="1655853" y="410631"/>
                    </a:lnTo>
                    <a:lnTo>
                      <a:pt x="1655853" y="415074"/>
                    </a:lnTo>
                    <a:lnTo>
                      <a:pt x="1657122" y="418247"/>
                    </a:lnTo>
                    <a:lnTo>
                      <a:pt x="1658391" y="419517"/>
                    </a:lnTo>
                    <a:lnTo>
                      <a:pt x="1668546" y="422690"/>
                    </a:lnTo>
                    <a:lnTo>
                      <a:pt x="1669815" y="423960"/>
                    </a:lnTo>
                    <a:lnTo>
                      <a:pt x="1680605" y="427133"/>
                    </a:lnTo>
                    <a:lnTo>
                      <a:pt x="1683143" y="429671"/>
                    </a:lnTo>
                    <a:lnTo>
                      <a:pt x="1690759" y="434114"/>
                    </a:lnTo>
                    <a:lnTo>
                      <a:pt x="1692029" y="434114"/>
                    </a:lnTo>
                    <a:lnTo>
                      <a:pt x="1691394" y="433480"/>
                    </a:lnTo>
                    <a:lnTo>
                      <a:pt x="1689490" y="432845"/>
                    </a:lnTo>
                    <a:lnTo>
                      <a:pt x="1688855" y="431575"/>
                    </a:lnTo>
                    <a:lnTo>
                      <a:pt x="1688221" y="429671"/>
                    </a:lnTo>
                    <a:lnTo>
                      <a:pt x="1688855" y="429037"/>
                    </a:lnTo>
                    <a:lnTo>
                      <a:pt x="1690759" y="429671"/>
                    </a:lnTo>
                    <a:lnTo>
                      <a:pt x="1697106" y="429671"/>
                    </a:lnTo>
                    <a:lnTo>
                      <a:pt x="1699010" y="430941"/>
                    </a:lnTo>
                    <a:lnTo>
                      <a:pt x="1699010" y="431575"/>
                    </a:lnTo>
                    <a:lnTo>
                      <a:pt x="1699010" y="432210"/>
                    </a:lnTo>
                    <a:lnTo>
                      <a:pt x="1699010" y="432845"/>
                    </a:lnTo>
                    <a:lnTo>
                      <a:pt x="1699645" y="433480"/>
                    </a:lnTo>
                    <a:lnTo>
                      <a:pt x="1700280" y="433480"/>
                    </a:lnTo>
                    <a:lnTo>
                      <a:pt x="1703453" y="434114"/>
                    </a:lnTo>
                    <a:lnTo>
                      <a:pt x="1704722" y="433480"/>
                    </a:lnTo>
                    <a:lnTo>
                      <a:pt x="1708530" y="429671"/>
                    </a:lnTo>
                    <a:lnTo>
                      <a:pt x="1713608" y="422690"/>
                    </a:lnTo>
                    <a:lnTo>
                      <a:pt x="1714242" y="422055"/>
                    </a:lnTo>
                    <a:lnTo>
                      <a:pt x="1714242" y="420151"/>
                    </a:lnTo>
                    <a:lnTo>
                      <a:pt x="1713608" y="419517"/>
                    </a:lnTo>
                    <a:lnTo>
                      <a:pt x="1712338" y="419517"/>
                    </a:lnTo>
                    <a:lnTo>
                      <a:pt x="1712973" y="418882"/>
                    </a:lnTo>
                    <a:lnTo>
                      <a:pt x="1714242" y="418882"/>
                    </a:lnTo>
                    <a:lnTo>
                      <a:pt x="1715512" y="418882"/>
                    </a:lnTo>
                    <a:lnTo>
                      <a:pt x="1716146" y="419517"/>
                    </a:lnTo>
                    <a:lnTo>
                      <a:pt x="1716146" y="420786"/>
                    </a:lnTo>
                    <a:lnTo>
                      <a:pt x="1716146" y="421421"/>
                    </a:lnTo>
                    <a:lnTo>
                      <a:pt x="1715512" y="422690"/>
                    </a:lnTo>
                    <a:lnTo>
                      <a:pt x="1713608" y="427133"/>
                    </a:lnTo>
                    <a:lnTo>
                      <a:pt x="1712338" y="429037"/>
                    </a:lnTo>
                    <a:lnTo>
                      <a:pt x="1711704" y="429671"/>
                    </a:lnTo>
                    <a:lnTo>
                      <a:pt x="1711704" y="430306"/>
                    </a:lnTo>
                    <a:lnTo>
                      <a:pt x="1709165" y="435383"/>
                    </a:lnTo>
                    <a:lnTo>
                      <a:pt x="1709165" y="436018"/>
                    </a:lnTo>
                    <a:lnTo>
                      <a:pt x="1709165" y="436653"/>
                    </a:lnTo>
                    <a:lnTo>
                      <a:pt x="1709800" y="437287"/>
                    </a:lnTo>
                    <a:lnTo>
                      <a:pt x="1712973" y="436018"/>
                    </a:lnTo>
                    <a:lnTo>
                      <a:pt x="1714877" y="436653"/>
                    </a:lnTo>
                    <a:lnTo>
                      <a:pt x="1715512" y="436018"/>
                    </a:lnTo>
                    <a:lnTo>
                      <a:pt x="1714877" y="433480"/>
                    </a:lnTo>
                    <a:lnTo>
                      <a:pt x="1715512" y="432210"/>
                    </a:lnTo>
                    <a:lnTo>
                      <a:pt x="1716146" y="430941"/>
                    </a:lnTo>
                    <a:lnTo>
                      <a:pt x="1716146" y="429037"/>
                    </a:lnTo>
                    <a:lnTo>
                      <a:pt x="1716781" y="429037"/>
                    </a:lnTo>
                    <a:lnTo>
                      <a:pt x="1717415" y="429671"/>
                    </a:lnTo>
                    <a:lnTo>
                      <a:pt x="1718050" y="430306"/>
                    </a:lnTo>
                    <a:lnTo>
                      <a:pt x="1718050" y="431575"/>
                    </a:lnTo>
                    <a:lnTo>
                      <a:pt x="1718050" y="432210"/>
                    </a:lnTo>
                    <a:lnTo>
                      <a:pt x="1718050" y="433480"/>
                    </a:lnTo>
                    <a:lnTo>
                      <a:pt x="1718050" y="434749"/>
                    </a:lnTo>
                    <a:lnTo>
                      <a:pt x="1718685" y="435383"/>
                    </a:lnTo>
                    <a:lnTo>
                      <a:pt x="1729474" y="432845"/>
                    </a:lnTo>
                    <a:lnTo>
                      <a:pt x="1735821" y="432845"/>
                    </a:lnTo>
                    <a:lnTo>
                      <a:pt x="1737090" y="433480"/>
                    </a:lnTo>
                    <a:lnTo>
                      <a:pt x="1738360" y="435383"/>
                    </a:lnTo>
                    <a:lnTo>
                      <a:pt x="1738994" y="436653"/>
                    </a:lnTo>
                    <a:lnTo>
                      <a:pt x="1739629" y="437287"/>
                    </a:lnTo>
                    <a:lnTo>
                      <a:pt x="1740264" y="437922"/>
                    </a:lnTo>
                    <a:lnTo>
                      <a:pt x="1740898" y="437922"/>
                    </a:lnTo>
                    <a:lnTo>
                      <a:pt x="1740898" y="437922"/>
                    </a:lnTo>
                    <a:lnTo>
                      <a:pt x="1740898" y="437287"/>
                    </a:lnTo>
                    <a:lnTo>
                      <a:pt x="1740898" y="436653"/>
                    </a:lnTo>
                    <a:lnTo>
                      <a:pt x="1741533" y="436653"/>
                    </a:lnTo>
                    <a:lnTo>
                      <a:pt x="1742168" y="436653"/>
                    </a:lnTo>
                    <a:lnTo>
                      <a:pt x="1744072" y="438557"/>
                    </a:lnTo>
                    <a:lnTo>
                      <a:pt x="1744706" y="439191"/>
                    </a:lnTo>
                    <a:lnTo>
                      <a:pt x="1745341" y="440461"/>
                    </a:lnTo>
                    <a:lnTo>
                      <a:pt x="1745976" y="441095"/>
                    </a:lnTo>
                    <a:lnTo>
                      <a:pt x="1747880" y="441095"/>
                    </a:lnTo>
                    <a:lnTo>
                      <a:pt x="1748514" y="441730"/>
                    </a:lnTo>
                    <a:lnTo>
                      <a:pt x="1749149" y="444269"/>
                    </a:lnTo>
                    <a:lnTo>
                      <a:pt x="1747245" y="449981"/>
                    </a:lnTo>
                    <a:lnTo>
                      <a:pt x="1745341" y="449981"/>
                    </a:lnTo>
                    <a:lnTo>
                      <a:pt x="1742802" y="449346"/>
                    </a:lnTo>
                    <a:lnTo>
                      <a:pt x="1741533" y="449346"/>
                    </a:lnTo>
                    <a:lnTo>
                      <a:pt x="1738360" y="449981"/>
                    </a:lnTo>
                    <a:lnTo>
                      <a:pt x="1738360" y="450615"/>
                    </a:lnTo>
                    <a:lnTo>
                      <a:pt x="1738360" y="451250"/>
                    </a:lnTo>
                    <a:lnTo>
                      <a:pt x="1738360" y="451885"/>
                    </a:lnTo>
                    <a:lnTo>
                      <a:pt x="1738360" y="452520"/>
                    </a:lnTo>
                    <a:lnTo>
                      <a:pt x="1737725" y="454424"/>
                    </a:lnTo>
                    <a:lnTo>
                      <a:pt x="1735186" y="455058"/>
                    </a:lnTo>
                    <a:lnTo>
                      <a:pt x="1734552" y="456327"/>
                    </a:lnTo>
                    <a:lnTo>
                      <a:pt x="1733917" y="458231"/>
                    </a:lnTo>
                    <a:lnTo>
                      <a:pt x="1733917" y="459501"/>
                    </a:lnTo>
                    <a:lnTo>
                      <a:pt x="1733917" y="460770"/>
                    </a:lnTo>
                    <a:lnTo>
                      <a:pt x="1732648" y="462674"/>
                    </a:lnTo>
                    <a:lnTo>
                      <a:pt x="1730744" y="464578"/>
                    </a:lnTo>
                    <a:lnTo>
                      <a:pt x="1729474" y="465213"/>
                    </a:lnTo>
                    <a:lnTo>
                      <a:pt x="1729474" y="465848"/>
                    </a:lnTo>
                    <a:lnTo>
                      <a:pt x="1729474" y="467751"/>
                    </a:lnTo>
                    <a:lnTo>
                      <a:pt x="1729474" y="470290"/>
                    </a:lnTo>
                    <a:lnTo>
                      <a:pt x="1729474" y="471560"/>
                    </a:lnTo>
                    <a:lnTo>
                      <a:pt x="1729474" y="472194"/>
                    </a:lnTo>
                    <a:lnTo>
                      <a:pt x="1728205" y="474098"/>
                    </a:lnTo>
                    <a:lnTo>
                      <a:pt x="1729474" y="477272"/>
                    </a:lnTo>
                    <a:lnTo>
                      <a:pt x="1737725" y="488061"/>
                    </a:lnTo>
                    <a:lnTo>
                      <a:pt x="1739629" y="489330"/>
                    </a:lnTo>
                    <a:lnTo>
                      <a:pt x="1741533" y="489965"/>
                    </a:lnTo>
                    <a:lnTo>
                      <a:pt x="1740264" y="491869"/>
                    </a:lnTo>
                    <a:lnTo>
                      <a:pt x="1740264" y="493138"/>
                    </a:lnTo>
                    <a:lnTo>
                      <a:pt x="1742168" y="495042"/>
                    </a:lnTo>
                    <a:lnTo>
                      <a:pt x="1742802" y="496312"/>
                    </a:lnTo>
                    <a:lnTo>
                      <a:pt x="1743437" y="496946"/>
                    </a:lnTo>
                    <a:lnTo>
                      <a:pt x="1744706" y="496312"/>
                    </a:lnTo>
                    <a:lnTo>
                      <a:pt x="1745341" y="496312"/>
                    </a:lnTo>
                    <a:lnTo>
                      <a:pt x="1746610" y="496946"/>
                    </a:lnTo>
                    <a:lnTo>
                      <a:pt x="1749784" y="497581"/>
                    </a:lnTo>
                    <a:lnTo>
                      <a:pt x="1751688" y="496946"/>
                    </a:lnTo>
                    <a:lnTo>
                      <a:pt x="1752957" y="495042"/>
                    </a:lnTo>
                    <a:lnTo>
                      <a:pt x="1753592" y="493773"/>
                    </a:lnTo>
                    <a:lnTo>
                      <a:pt x="1753592" y="493138"/>
                    </a:lnTo>
                    <a:lnTo>
                      <a:pt x="1753592" y="492504"/>
                    </a:lnTo>
                    <a:lnTo>
                      <a:pt x="1753592" y="491234"/>
                    </a:lnTo>
                    <a:lnTo>
                      <a:pt x="1753592" y="491234"/>
                    </a:lnTo>
                    <a:lnTo>
                      <a:pt x="1754226" y="491234"/>
                    </a:lnTo>
                    <a:lnTo>
                      <a:pt x="1754861" y="490600"/>
                    </a:lnTo>
                    <a:lnTo>
                      <a:pt x="1754861" y="489965"/>
                    </a:lnTo>
                    <a:lnTo>
                      <a:pt x="1754861" y="488695"/>
                    </a:lnTo>
                    <a:lnTo>
                      <a:pt x="1754861" y="488061"/>
                    </a:lnTo>
                    <a:lnTo>
                      <a:pt x="1756130" y="486157"/>
                    </a:lnTo>
                    <a:lnTo>
                      <a:pt x="1757400" y="485522"/>
                    </a:lnTo>
                    <a:lnTo>
                      <a:pt x="1760573" y="486157"/>
                    </a:lnTo>
                    <a:lnTo>
                      <a:pt x="1768189" y="484888"/>
                    </a:lnTo>
                    <a:lnTo>
                      <a:pt x="1770728" y="486157"/>
                    </a:lnTo>
                    <a:lnTo>
                      <a:pt x="1775170" y="491869"/>
                    </a:lnTo>
                    <a:lnTo>
                      <a:pt x="1777709" y="493773"/>
                    </a:lnTo>
                    <a:lnTo>
                      <a:pt x="1780882" y="495042"/>
                    </a:lnTo>
                    <a:lnTo>
                      <a:pt x="1781517" y="495042"/>
                    </a:lnTo>
                    <a:lnTo>
                      <a:pt x="1782152" y="494408"/>
                    </a:lnTo>
                    <a:lnTo>
                      <a:pt x="1782152" y="493138"/>
                    </a:lnTo>
                    <a:lnTo>
                      <a:pt x="1782787" y="491869"/>
                    </a:lnTo>
                    <a:lnTo>
                      <a:pt x="1784056" y="490600"/>
                    </a:lnTo>
                    <a:lnTo>
                      <a:pt x="1785960" y="490600"/>
                    </a:lnTo>
                    <a:lnTo>
                      <a:pt x="1787864" y="491234"/>
                    </a:lnTo>
                    <a:lnTo>
                      <a:pt x="1789133" y="492504"/>
                    </a:lnTo>
                    <a:lnTo>
                      <a:pt x="1789768" y="489965"/>
                    </a:lnTo>
                    <a:lnTo>
                      <a:pt x="1791672" y="488695"/>
                    </a:lnTo>
                    <a:lnTo>
                      <a:pt x="1793576" y="488695"/>
                    </a:lnTo>
                    <a:lnTo>
                      <a:pt x="1794845" y="489965"/>
                    </a:lnTo>
                    <a:lnTo>
                      <a:pt x="1793576" y="490600"/>
                    </a:lnTo>
                    <a:lnTo>
                      <a:pt x="1792307" y="490600"/>
                    </a:lnTo>
                    <a:lnTo>
                      <a:pt x="1791672" y="491234"/>
                    </a:lnTo>
                    <a:lnTo>
                      <a:pt x="1791672" y="493773"/>
                    </a:lnTo>
                    <a:lnTo>
                      <a:pt x="1791672" y="493773"/>
                    </a:lnTo>
                    <a:lnTo>
                      <a:pt x="1791037" y="494408"/>
                    </a:lnTo>
                    <a:lnTo>
                      <a:pt x="1791037" y="494408"/>
                    </a:lnTo>
                    <a:lnTo>
                      <a:pt x="1793576" y="499485"/>
                    </a:lnTo>
                    <a:lnTo>
                      <a:pt x="1794845" y="502658"/>
                    </a:lnTo>
                    <a:lnTo>
                      <a:pt x="1794211" y="506467"/>
                    </a:lnTo>
                    <a:lnTo>
                      <a:pt x="1794211" y="510909"/>
                    </a:lnTo>
                    <a:lnTo>
                      <a:pt x="1794211" y="512813"/>
                    </a:lnTo>
                    <a:lnTo>
                      <a:pt x="1793576" y="514717"/>
                    </a:lnTo>
                    <a:lnTo>
                      <a:pt x="1792307" y="515987"/>
                    </a:lnTo>
                    <a:lnTo>
                      <a:pt x="1783421" y="515987"/>
                    </a:lnTo>
                    <a:lnTo>
                      <a:pt x="1775805" y="517891"/>
                    </a:lnTo>
                    <a:lnTo>
                      <a:pt x="1771997" y="516621"/>
                    </a:lnTo>
                    <a:lnTo>
                      <a:pt x="1769458" y="517256"/>
                    </a:lnTo>
                    <a:lnTo>
                      <a:pt x="1768824" y="516621"/>
                    </a:lnTo>
                    <a:lnTo>
                      <a:pt x="1761208" y="509005"/>
                    </a:lnTo>
                    <a:lnTo>
                      <a:pt x="1759304" y="505197"/>
                    </a:lnTo>
                    <a:lnTo>
                      <a:pt x="1758034" y="503928"/>
                    </a:lnTo>
                    <a:lnTo>
                      <a:pt x="1754861" y="502024"/>
                    </a:lnTo>
                    <a:lnTo>
                      <a:pt x="1754226" y="501389"/>
                    </a:lnTo>
                    <a:lnTo>
                      <a:pt x="1752957" y="497581"/>
                    </a:lnTo>
                    <a:lnTo>
                      <a:pt x="1752322" y="496946"/>
                    </a:lnTo>
                    <a:lnTo>
                      <a:pt x="1751053" y="496946"/>
                    </a:lnTo>
                    <a:lnTo>
                      <a:pt x="1749784" y="497581"/>
                    </a:lnTo>
                    <a:lnTo>
                      <a:pt x="1747245" y="500120"/>
                    </a:lnTo>
                    <a:lnTo>
                      <a:pt x="1745976" y="500754"/>
                    </a:lnTo>
                    <a:lnTo>
                      <a:pt x="1745976" y="501389"/>
                    </a:lnTo>
                    <a:lnTo>
                      <a:pt x="1745341" y="501389"/>
                    </a:lnTo>
                    <a:lnTo>
                      <a:pt x="1744072" y="501389"/>
                    </a:lnTo>
                    <a:lnTo>
                      <a:pt x="1742168" y="502658"/>
                    </a:lnTo>
                    <a:lnTo>
                      <a:pt x="1734552" y="503293"/>
                    </a:lnTo>
                    <a:lnTo>
                      <a:pt x="1733282" y="502658"/>
                    </a:lnTo>
                    <a:lnTo>
                      <a:pt x="1724397" y="493773"/>
                    </a:lnTo>
                    <a:lnTo>
                      <a:pt x="1723128" y="491234"/>
                    </a:lnTo>
                    <a:lnTo>
                      <a:pt x="1720589" y="484253"/>
                    </a:lnTo>
                    <a:lnTo>
                      <a:pt x="1719954" y="482984"/>
                    </a:lnTo>
                    <a:lnTo>
                      <a:pt x="1718050" y="480445"/>
                    </a:lnTo>
                    <a:lnTo>
                      <a:pt x="1717415" y="479175"/>
                    </a:lnTo>
                    <a:lnTo>
                      <a:pt x="1717415" y="477272"/>
                    </a:lnTo>
                    <a:lnTo>
                      <a:pt x="1718050" y="475368"/>
                    </a:lnTo>
                    <a:lnTo>
                      <a:pt x="1719320" y="472194"/>
                    </a:lnTo>
                    <a:lnTo>
                      <a:pt x="1721224" y="468386"/>
                    </a:lnTo>
                    <a:lnTo>
                      <a:pt x="1721224" y="467751"/>
                    </a:lnTo>
                    <a:lnTo>
                      <a:pt x="1720589" y="467117"/>
                    </a:lnTo>
                    <a:lnTo>
                      <a:pt x="1718050" y="465848"/>
                    </a:lnTo>
                    <a:lnTo>
                      <a:pt x="1717415" y="464578"/>
                    </a:lnTo>
                    <a:lnTo>
                      <a:pt x="1714242" y="457597"/>
                    </a:lnTo>
                    <a:lnTo>
                      <a:pt x="1711704" y="449981"/>
                    </a:lnTo>
                    <a:lnTo>
                      <a:pt x="1711069" y="448077"/>
                    </a:lnTo>
                    <a:lnTo>
                      <a:pt x="1710434" y="447442"/>
                    </a:lnTo>
                    <a:lnTo>
                      <a:pt x="1709165" y="448077"/>
                    </a:lnTo>
                    <a:lnTo>
                      <a:pt x="1707895" y="449981"/>
                    </a:lnTo>
                    <a:lnTo>
                      <a:pt x="1706626" y="451250"/>
                    </a:lnTo>
                    <a:lnTo>
                      <a:pt x="1705357" y="449981"/>
                    </a:lnTo>
                    <a:lnTo>
                      <a:pt x="1704722" y="448077"/>
                    </a:lnTo>
                    <a:lnTo>
                      <a:pt x="1704722" y="447442"/>
                    </a:lnTo>
                    <a:lnTo>
                      <a:pt x="1704088" y="446807"/>
                    </a:lnTo>
                    <a:lnTo>
                      <a:pt x="1703453" y="447442"/>
                    </a:lnTo>
                    <a:lnTo>
                      <a:pt x="1702818" y="448077"/>
                    </a:lnTo>
                    <a:lnTo>
                      <a:pt x="1702183" y="448711"/>
                    </a:lnTo>
                    <a:lnTo>
                      <a:pt x="1701549" y="449981"/>
                    </a:lnTo>
                    <a:lnTo>
                      <a:pt x="1701549" y="450615"/>
                    </a:lnTo>
                    <a:lnTo>
                      <a:pt x="1701549" y="450615"/>
                    </a:lnTo>
                    <a:lnTo>
                      <a:pt x="1699010" y="450615"/>
                    </a:lnTo>
                    <a:lnTo>
                      <a:pt x="1698375" y="450615"/>
                    </a:lnTo>
                    <a:lnTo>
                      <a:pt x="1696471" y="451885"/>
                    </a:lnTo>
                    <a:lnTo>
                      <a:pt x="1696471" y="453154"/>
                    </a:lnTo>
                    <a:lnTo>
                      <a:pt x="1696471" y="455693"/>
                    </a:lnTo>
                    <a:lnTo>
                      <a:pt x="1697106" y="457597"/>
                    </a:lnTo>
                    <a:lnTo>
                      <a:pt x="1697741" y="457597"/>
                    </a:lnTo>
                    <a:lnTo>
                      <a:pt x="1697741" y="458866"/>
                    </a:lnTo>
                    <a:lnTo>
                      <a:pt x="1699010" y="462040"/>
                    </a:lnTo>
                    <a:lnTo>
                      <a:pt x="1699645" y="463944"/>
                    </a:lnTo>
                    <a:lnTo>
                      <a:pt x="1699645" y="464578"/>
                    </a:lnTo>
                    <a:lnTo>
                      <a:pt x="1699645" y="465848"/>
                    </a:lnTo>
                    <a:lnTo>
                      <a:pt x="1699645" y="466482"/>
                    </a:lnTo>
                    <a:lnTo>
                      <a:pt x="1700280" y="467117"/>
                    </a:lnTo>
                    <a:lnTo>
                      <a:pt x="1700914" y="467751"/>
                    </a:lnTo>
                    <a:lnTo>
                      <a:pt x="1701549" y="467751"/>
                    </a:lnTo>
                    <a:lnTo>
                      <a:pt x="1702183" y="468386"/>
                    </a:lnTo>
                    <a:lnTo>
                      <a:pt x="1703453" y="469655"/>
                    </a:lnTo>
                    <a:lnTo>
                      <a:pt x="1710434" y="471560"/>
                    </a:lnTo>
                    <a:lnTo>
                      <a:pt x="1712338" y="473464"/>
                    </a:lnTo>
                    <a:lnTo>
                      <a:pt x="1714242" y="476002"/>
                    </a:lnTo>
                    <a:lnTo>
                      <a:pt x="1716781" y="482349"/>
                    </a:lnTo>
                    <a:lnTo>
                      <a:pt x="1721858" y="489965"/>
                    </a:lnTo>
                    <a:lnTo>
                      <a:pt x="1723128" y="493773"/>
                    </a:lnTo>
                    <a:lnTo>
                      <a:pt x="1723762" y="498216"/>
                    </a:lnTo>
                    <a:lnTo>
                      <a:pt x="1723128" y="500120"/>
                    </a:lnTo>
                    <a:lnTo>
                      <a:pt x="1722493" y="502024"/>
                    </a:lnTo>
                    <a:lnTo>
                      <a:pt x="1721858" y="503928"/>
                    </a:lnTo>
                    <a:lnTo>
                      <a:pt x="1721224" y="505197"/>
                    </a:lnTo>
                    <a:lnTo>
                      <a:pt x="1718685" y="509640"/>
                    </a:lnTo>
                    <a:lnTo>
                      <a:pt x="1718050" y="511544"/>
                    </a:lnTo>
                    <a:lnTo>
                      <a:pt x="1718050" y="512813"/>
                    </a:lnTo>
                    <a:lnTo>
                      <a:pt x="1718050" y="513448"/>
                    </a:lnTo>
                    <a:lnTo>
                      <a:pt x="1718685" y="514082"/>
                    </a:lnTo>
                    <a:lnTo>
                      <a:pt x="1718685" y="514717"/>
                    </a:lnTo>
                    <a:lnTo>
                      <a:pt x="1718685" y="515987"/>
                    </a:lnTo>
                    <a:lnTo>
                      <a:pt x="1718685" y="517256"/>
                    </a:lnTo>
                    <a:lnTo>
                      <a:pt x="1718685" y="518525"/>
                    </a:lnTo>
                    <a:lnTo>
                      <a:pt x="1718685" y="519794"/>
                    </a:lnTo>
                    <a:lnTo>
                      <a:pt x="1719320" y="521064"/>
                    </a:lnTo>
                    <a:lnTo>
                      <a:pt x="1719954" y="521064"/>
                    </a:lnTo>
                    <a:lnTo>
                      <a:pt x="1720589" y="520429"/>
                    </a:lnTo>
                    <a:lnTo>
                      <a:pt x="1720589" y="519160"/>
                    </a:lnTo>
                    <a:lnTo>
                      <a:pt x="1720589" y="518525"/>
                    </a:lnTo>
                    <a:lnTo>
                      <a:pt x="1719954" y="517891"/>
                    </a:lnTo>
                    <a:lnTo>
                      <a:pt x="1719954" y="517256"/>
                    </a:lnTo>
                    <a:lnTo>
                      <a:pt x="1720589" y="516621"/>
                    </a:lnTo>
                    <a:lnTo>
                      <a:pt x="1719320" y="515987"/>
                    </a:lnTo>
                    <a:lnTo>
                      <a:pt x="1719320" y="514082"/>
                    </a:lnTo>
                    <a:lnTo>
                      <a:pt x="1719954" y="512178"/>
                    </a:lnTo>
                    <a:lnTo>
                      <a:pt x="1721224" y="510909"/>
                    </a:lnTo>
                    <a:lnTo>
                      <a:pt x="1723762" y="510909"/>
                    </a:lnTo>
                    <a:lnTo>
                      <a:pt x="1724397" y="510909"/>
                    </a:lnTo>
                    <a:lnTo>
                      <a:pt x="1726301" y="509005"/>
                    </a:lnTo>
                    <a:lnTo>
                      <a:pt x="1726936" y="509005"/>
                    </a:lnTo>
                    <a:lnTo>
                      <a:pt x="1737090" y="509640"/>
                    </a:lnTo>
                    <a:lnTo>
                      <a:pt x="1740264" y="512813"/>
                    </a:lnTo>
                    <a:lnTo>
                      <a:pt x="1742802" y="512813"/>
                    </a:lnTo>
                    <a:lnTo>
                      <a:pt x="1743437" y="512813"/>
                    </a:lnTo>
                    <a:lnTo>
                      <a:pt x="1744706" y="514082"/>
                    </a:lnTo>
                    <a:lnTo>
                      <a:pt x="1746610" y="514717"/>
                    </a:lnTo>
                    <a:lnTo>
                      <a:pt x="1751688" y="517891"/>
                    </a:lnTo>
                    <a:lnTo>
                      <a:pt x="1752322" y="519160"/>
                    </a:lnTo>
                    <a:lnTo>
                      <a:pt x="1752957" y="520429"/>
                    </a:lnTo>
                    <a:lnTo>
                      <a:pt x="1753592" y="522333"/>
                    </a:lnTo>
                    <a:lnTo>
                      <a:pt x="1754226" y="523602"/>
                    </a:lnTo>
                    <a:lnTo>
                      <a:pt x="1756130" y="526141"/>
                    </a:lnTo>
                    <a:lnTo>
                      <a:pt x="1756765" y="528680"/>
                    </a:lnTo>
                    <a:lnTo>
                      <a:pt x="1756130" y="529314"/>
                    </a:lnTo>
                    <a:lnTo>
                      <a:pt x="1754861" y="533122"/>
                    </a:lnTo>
                    <a:lnTo>
                      <a:pt x="1754226" y="533757"/>
                    </a:lnTo>
                    <a:lnTo>
                      <a:pt x="1752957" y="536296"/>
                    </a:lnTo>
                    <a:lnTo>
                      <a:pt x="1752322" y="538200"/>
                    </a:lnTo>
                    <a:lnTo>
                      <a:pt x="1751688" y="538835"/>
                    </a:lnTo>
                    <a:lnTo>
                      <a:pt x="1751053" y="539469"/>
                    </a:lnTo>
                    <a:lnTo>
                      <a:pt x="1749784" y="540104"/>
                    </a:lnTo>
                    <a:lnTo>
                      <a:pt x="1748514" y="540104"/>
                    </a:lnTo>
                    <a:lnTo>
                      <a:pt x="1747245" y="540104"/>
                    </a:lnTo>
                    <a:lnTo>
                      <a:pt x="1746610" y="539469"/>
                    </a:lnTo>
                    <a:lnTo>
                      <a:pt x="1746610" y="538835"/>
                    </a:lnTo>
                    <a:lnTo>
                      <a:pt x="1748514" y="539469"/>
                    </a:lnTo>
                    <a:lnTo>
                      <a:pt x="1749149" y="539469"/>
                    </a:lnTo>
                    <a:lnTo>
                      <a:pt x="1749784" y="538835"/>
                    </a:lnTo>
                    <a:lnTo>
                      <a:pt x="1749784" y="537565"/>
                    </a:lnTo>
                    <a:lnTo>
                      <a:pt x="1749784" y="536931"/>
                    </a:lnTo>
                    <a:lnTo>
                      <a:pt x="1750418" y="536296"/>
                    </a:lnTo>
                    <a:lnTo>
                      <a:pt x="1751053" y="535661"/>
                    </a:lnTo>
                    <a:lnTo>
                      <a:pt x="1751053" y="535027"/>
                    </a:lnTo>
                    <a:lnTo>
                      <a:pt x="1751053" y="534392"/>
                    </a:lnTo>
                    <a:lnTo>
                      <a:pt x="1751053" y="533757"/>
                    </a:lnTo>
                    <a:lnTo>
                      <a:pt x="1751053" y="532488"/>
                    </a:lnTo>
                    <a:lnTo>
                      <a:pt x="1751688" y="532488"/>
                    </a:lnTo>
                    <a:lnTo>
                      <a:pt x="1752322" y="531218"/>
                    </a:lnTo>
                    <a:lnTo>
                      <a:pt x="1752322" y="529949"/>
                    </a:lnTo>
                    <a:lnTo>
                      <a:pt x="1752322" y="528680"/>
                    </a:lnTo>
                    <a:lnTo>
                      <a:pt x="1751688" y="527411"/>
                    </a:lnTo>
                    <a:lnTo>
                      <a:pt x="1750418" y="528045"/>
                    </a:lnTo>
                    <a:lnTo>
                      <a:pt x="1748514" y="529949"/>
                    </a:lnTo>
                    <a:lnTo>
                      <a:pt x="1745976" y="529949"/>
                    </a:lnTo>
                    <a:lnTo>
                      <a:pt x="1743437" y="529314"/>
                    </a:lnTo>
                    <a:lnTo>
                      <a:pt x="1742802" y="528680"/>
                    </a:lnTo>
                    <a:lnTo>
                      <a:pt x="1740898" y="525507"/>
                    </a:lnTo>
                    <a:lnTo>
                      <a:pt x="1741533" y="524237"/>
                    </a:lnTo>
                    <a:lnTo>
                      <a:pt x="1741533" y="524237"/>
                    </a:lnTo>
                    <a:lnTo>
                      <a:pt x="1735186" y="522968"/>
                    </a:lnTo>
                    <a:lnTo>
                      <a:pt x="1733282" y="524872"/>
                    </a:lnTo>
                    <a:lnTo>
                      <a:pt x="1732648" y="524872"/>
                    </a:lnTo>
                    <a:lnTo>
                      <a:pt x="1732013" y="524872"/>
                    </a:lnTo>
                    <a:lnTo>
                      <a:pt x="1732013" y="525507"/>
                    </a:lnTo>
                    <a:lnTo>
                      <a:pt x="1731378" y="526776"/>
                    </a:lnTo>
                    <a:lnTo>
                      <a:pt x="1729474" y="530584"/>
                    </a:lnTo>
                    <a:lnTo>
                      <a:pt x="1729474" y="531218"/>
                    </a:lnTo>
                    <a:lnTo>
                      <a:pt x="1728840" y="531853"/>
                    </a:lnTo>
                    <a:lnTo>
                      <a:pt x="1728205" y="533122"/>
                    </a:lnTo>
                    <a:lnTo>
                      <a:pt x="1727570" y="535661"/>
                    </a:lnTo>
                    <a:lnTo>
                      <a:pt x="1726936" y="536296"/>
                    </a:lnTo>
                    <a:lnTo>
                      <a:pt x="1725666" y="537565"/>
                    </a:lnTo>
                    <a:lnTo>
                      <a:pt x="1721858" y="542008"/>
                    </a:lnTo>
                    <a:lnTo>
                      <a:pt x="1720589" y="542642"/>
                    </a:lnTo>
                    <a:lnTo>
                      <a:pt x="1720589" y="543277"/>
                    </a:lnTo>
                    <a:lnTo>
                      <a:pt x="1722493" y="542008"/>
                    </a:lnTo>
                    <a:lnTo>
                      <a:pt x="1723128" y="542008"/>
                    </a:lnTo>
                    <a:lnTo>
                      <a:pt x="1723128" y="542642"/>
                    </a:lnTo>
                    <a:lnTo>
                      <a:pt x="1722493" y="543277"/>
                    </a:lnTo>
                    <a:lnTo>
                      <a:pt x="1721224" y="543912"/>
                    </a:lnTo>
                    <a:lnTo>
                      <a:pt x="1719954" y="544547"/>
                    </a:lnTo>
                    <a:lnTo>
                      <a:pt x="1719320" y="545816"/>
                    </a:lnTo>
                    <a:lnTo>
                      <a:pt x="1718685" y="547085"/>
                    </a:lnTo>
                    <a:lnTo>
                      <a:pt x="1718050" y="548989"/>
                    </a:lnTo>
                    <a:lnTo>
                      <a:pt x="1719954" y="550893"/>
                    </a:lnTo>
                    <a:lnTo>
                      <a:pt x="1719954" y="551528"/>
                    </a:lnTo>
                    <a:lnTo>
                      <a:pt x="1718685" y="552162"/>
                    </a:lnTo>
                    <a:lnTo>
                      <a:pt x="1716781" y="552162"/>
                    </a:lnTo>
                    <a:lnTo>
                      <a:pt x="1715512" y="551528"/>
                    </a:lnTo>
                    <a:lnTo>
                      <a:pt x="1714242" y="550259"/>
                    </a:lnTo>
                    <a:lnTo>
                      <a:pt x="1714877" y="549624"/>
                    </a:lnTo>
                    <a:lnTo>
                      <a:pt x="1715512" y="548989"/>
                    </a:lnTo>
                    <a:lnTo>
                      <a:pt x="1715512" y="547720"/>
                    </a:lnTo>
                    <a:lnTo>
                      <a:pt x="1715512" y="546451"/>
                    </a:lnTo>
                    <a:lnTo>
                      <a:pt x="1714877" y="545816"/>
                    </a:lnTo>
                    <a:lnTo>
                      <a:pt x="1712973" y="547085"/>
                    </a:lnTo>
                    <a:lnTo>
                      <a:pt x="1712338" y="547085"/>
                    </a:lnTo>
                    <a:lnTo>
                      <a:pt x="1713608" y="545181"/>
                    </a:lnTo>
                    <a:lnTo>
                      <a:pt x="1714242" y="544547"/>
                    </a:lnTo>
                    <a:lnTo>
                      <a:pt x="1714877" y="544547"/>
                    </a:lnTo>
                    <a:lnTo>
                      <a:pt x="1704088" y="539469"/>
                    </a:lnTo>
                    <a:lnTo>
                      <a:pt x="1702818" y="539469"/>
                    </a:lnTo>
                    <a:lnTo>
                      <a:pt x="1698375" y="542008"/>
                    </a:lnTo>
                    <a:lnTo>
                      <a:pt x="1696471" y="542642"/>
                    </a:lnTo>
                    <a:lnTo>
                      <a:pt x="1694568" y="542642"/>
                    </a:lnTo>
                    <a:lnTo>
                      <a:pt x="1693933" y="542008"/>
                    </a:lnTo>
                    <a:lnTo>
                      <a:pt x="1692663" y="540738"/>
                    </a:lnTo>
                    <a:lnTo>
                      <a:pt x="1692029" y="540738"/>
                    </a:lnTo>
                    <a:lnTo>
                      <a:pt x="1692029" y="540738"/>
                    </a:lnTo>
                    <a:lnTo>
                      <a:pt x="1692029" y="540104"/>
                    </a:lnTo>
                    <a:lnTo>
                      <a:pt x="1692029" y="538835"/>
                    </a:lnTo>
                    <a:lnTo>
                      <a:pt x="1692029" y="538200"/>
                    </a:lnTo>
                    <a:lnTo>
                      <a:pt x="1692029" y="538200"/>
                    </a:lnTo>
                    <a:lnTo>
                      <a:pt x="1691394" y="538835"/>
                    </a:lnTo>
                    <a:lnTo>
                      <a:pt x="1691394" y="538835"/>
                    </a:lnTo>
                    <a:lnTo>
                      <a:pt x="1690759" y="538835"/>
                    </a:lnTo>
                    <a:lnTo>
                      <a:pt x="1688855" y="539469"/>
                    </a:lnTo>
                    <a:lnTo>
                      <a:pt x="1685048" y="540104"/>
                    </a:lnTo>
                    <a:lnTo>
                      <a:pt x="1684413" y="540738"/>
                    </a:lnTo>
                    <a:lnTo>
                      <a:pt x="1683778" y="541373"/>
                    </a:lnTo>
                    <a:lnTo>
                      <a:pt x="1683778" y="542642"/>
                    </a:lnTo>
                    <a:lnTo>
                      <a:pt x="1683778" y="543277"/>
                    </a:lnTo>
                    <a:lnTo>
                      <a:pt x="1683143" y="543912"/>
                    </a:lnTo>
                    <a:lnTo>
                      <a:pt x="1682509" y="544547"/>
                    </a:lnTo>
                    <a:lnTo>
                      <a:pt x="1682509" y="543912"/>
                    </a:lnTo>
                    <a:lnTo>
                      <a:pt x="1682509" y="542642"/>
                    </a:lnTo>
                    <a:lnTo>
                      <a:pt x="1682509" y="541373"/>
                    </a:lnTo>
                    <a:lnTo>
                      <a:pt x="1682509" y="540738"/>
                    </a:lnTo>
                    <a:lnTo>
                      <a:pt x="1682509" y="540104"/>
                    </a:lnTo>
                    <a:lnTo>
                      <a:pt x="1683143" y="539469"/>
                    </a:lnTo>
                    <a:lnTo>
                      <a:pt x="1683143" y="537565"/>
                    </a:lnTo>
                    <a:lnTo>
                      <a:pt x="1681874" y="535661"/>
                    </a:lnTo>
                    <a:lnTo>
                      <a:pt x="1679970" y="533122"/>
                    </a:lnTo>
                    <a:lnTo>
                      <a:pt x="1680605" y="532488"/>
                    </a:lnTo>
                    <a:lnTo>
                      <a:pt x="1679335" y="533122"/>
                    </a:lnTo>
                    <a:lnTo>
                      <a:pt x="1675527" y="533757"/>
                    </a:lnTo>
                    <a:lnTo>
                      <a:pt x="1671719" y="532488"/>
                    </a:lnTo>
                    <a:lnTo>
                      <a:pt x="1671085" y="532488"/>
                    </a:lnTo>
                    <a:lnTo>
                      <a:pt x="1669181" y="533757"/>
                    </a:lnTo>
                    <a:lnTo>
                      <a:pt x="1667277" y="534392"/>
                    </a:lnTo>
                    <a:lnTo>
                      <a:pt x="1663469" y="535027"/>
                    </a:lnTo>
                    <a:lnTo>
                      <a:pt x="1656487" y="533757"/>
                    </a:lnTo>
                    <a:lnTo>
                      <a:pt x="1655853" y="533122"/>
                    </a:lnTo>
                    <a:lnTo>
                      <a:pt x="1654583" y="531218"/>
                    </a:lnTo>
                    <a:lnTo>
                      <a:pt x="1653949" y="530584"/>
                    </a:lnTo>
                    <a:lnTo>
                      <a:pt x="1639986" y="530584"/>
                    </a:lnTo>
                    <a:lnTo>
                      <a:pt x="1636813" y="528680"/>
                    </a:lnTo>
                    <a:lnTo>
                      <a:pt x="1634908" y="526776"/>
                    </a:lnTo>
                    <a:lnTo>
                      <a:pt x="1633005" y="523602"/>
                    </a:lnTo>
                    <a:lnTo>
                      <a:pt x="1631735" y="519794"/>
                    </a:lnTo>
                    <a:lnTo>
                      <a:pt x="1631735" y="515352"/>
                    </a:lnTo>
                    <a:lnTo>
                      <a:pt x="1631101" y="514717"/>
                    </a:lnTo>
                    <a:lnTo>
                      <a:pt x="1630466" y="514717"/>
                    </a:lnTo>
                    <a:lnTo>
                      <a:pt x="1629831" y="515352"/>
                    </a:lnTo>
                    <a:lnTo>
                      <a:pt x="1629196" y="516621"/>
                    </a:lnTo>
                    <a:lnTo>
                      <a:pt x="1628562" y="517256"/>
                    </a:lnTo>
                    <a:lnTo>
                      <a:pt x="1627927" y="517256"/>
                    </a:lnTo>
                    <a:lnTo>
                      <a:pt x="1627293" y="516621"/>
                    </a:lnTo>
                    <a:lnTo>
                      <a:pt x="1627927" y="514717"/>
                    </a:lnTo>
                    <a:lnTo>
                      <a:pt x="1626023" y="515987"/>
                    </a:lnTo>
                    <a:lnTo>
                      <a:pt x="1619042" y="514717"/>
                    </a:lnTo>
                    <a:lnTo>
                      <a:pt x="1619676" y="513448"/>
                    </a:lnTo>
                    <a:lnTo>
                      <a:pt x="1622215" y="514082"/>
                    </a:lnTo>
                    <a:lnTo>
                      <a:pt x="1623484" y="513448"/>
                    </a:lnTo>
                    <a:lnTo>
                      <a:pt x="1624754" y="512178"/>
                    </a:lnTo>
                    <a:lnTo>
                      <a:pt x="1626023" y="512178"/>
                    </a:lnTo>
                    <a:lnTo>
                      <a:pt x="1628562" y="512178"/>
                    </a:lnTo>
                    <a:lnTo>
                      <a:pt x="1629831" y="511544"/>
                    </a:lnTo>
                    <a:lnTo>
                      <a:pt x="1631735" y="510274"/>
                    </a:lnTo>
                    <a:lnTo>
                      <a:pt x="1633639" y="508370"/>
                    </a:lnTo>
                    <a:lnTo>
                      <a:pt x="1634908" y="505832"/>
                    </a:lnTo>
                    <a:lnTo>
                      <a:pt x="1634274" y="505197"/>
                    </a:lnTo>
                    <a:lnTo>
                      <a:pt x="1634274" y="504562"/>
                    </a:lnTo>
                    <a:lnTo>
                      <a:pt x="1634274" y="503928"/>
                    </a:lnTo>
                    <a:lnTo>
                      <a:pt x="1634274" y="503928"/>
                    </a:lnTo>
                    <a:lnTo>
                      <a:pt x="1633639" y="500754"/>
                    </a:lnTo>
                    <a:lnTo>
                      <a:pt x="1633639" y="498850"/>
                    </a:lnTo>
                    <a:lnTo>
                      <a:pt x="1634274" y="497581"/>
                    </a:lnTo>
                    <a:lnTo>
                      <a:pt x="1634908" y="496312"/>
                    </a:lnTo>
                    <a:lnTo>
                      <a:pt x="1634908" y="494408"/>
                    </a:lnTo>
                    <a:lnTo>
                      <a:pt x="1635543" y="493773"/>
                    </a:lnTo>
                    <a:lnTo>
                      <a:pt x="1636178" y="493138"/>
                    </a:lnTo>
                    <a:lnTo>
                      <a:pt x="1636813" y="492504"/>
                    </a:lnTo>
                    <a:lnTo>
                      <a:pt x="1636813" y="491869"/>
                    </a:lnTo>
                    <a:lnTo>
                      <a:pt x="1636813" y="491234"/>
                    </a:lnTo>
                    <a:lnTo>
                      <a:pt x="1640621" y="488061"/>
                    </a:lnTo>
                    <a:lnTo>
                      <a:pt x="1641890" y="486792"/>
                    </a:lnTo>
                    <a:lnTo>
                      <a:pt x="1642525" y="484888"/>
                    </a:lnTo>
                    <a:lnTo>
                      <a:pt x="1642525" y="482984"/>
                    </a:lnTo>
                    <a:lnTo>
                      <a:pt x="1642525" y="481080"/>
                    </a:lnTo>
                    <a:lnTo>
                      <a:pt x="1641890" y="479175"/>
                    </a:lnTo>
                    <a:lnTo>
                      <a:pt x="1641255" y="477906"/>
                    </a:lnTo>
                    <a:lnTo>
                      <a:pt x="1638082" y="477272"/>
                    </a:lnTo>
                    <a:lnTo>
                      <a:pt x="1636813" y="476637"/>
                    </a:lnTo>
                    <a:lnTo>
                      <a:pt x="1636813" y="475368"/>
                    </a:lnTo>
                    <a:lnTo>
                      <a:pt x="1637447" y="475368"/>
                    </a:lnTo>
                    <a:lnTo>
                      <a:pt x="1648871" y="478541"/>
                    </a:lnTo>
                    <a:lnTo>
                      <a:pt x="1646967" y="476002"/>
                    </a:lnTo>
                    <a:lnTo>
                      <a:pt x="1644429" y="474733"/>
                    </a:lnTo>
                    <a:lnTo>
                      <a:pt x="1634274" y="472194"/>
                    </a:lnTo>
                    <a:lnTo>
                      <a:pt x="1622215" y="471560"/>
                    </a:lnTo>
                    <a:lnTo>
                      <a:pt x="1611426" y="472194"/>
                    </a:lnTo>
                    <a:lnTo>
                      <a:pt x="1602540" y="473464"/>
                    </a:lnTo>
                    <a:lnTo>
                      <a:pt x="1601906" y="476002"/>
                    </a:lnTo>
                    <a:lnTo>
                      <a:pt x="1593655" y="480445"/>
                    </a:lnTo>
                    <a:lnTo>
                      <a:pt x="1592386" y="481080"/>
                    </a:lnTo>
                    <a:lnTo>
                      <a:pt x="1591751" y="481714"/>
                    </a:lnTo>
                    <a:lnTo>
                      <a:pt x="1591116" y="482349"/>
                    </a:lnTo>
                    <a:lnTo>
                      <a:pt x="1590482" y="484253"/>
                    </a:lnTo>
                    <a:lnTo>
                      <a:pt x="1590482" y="484888"/>
                    </a:lnTo>
                    <a:lnTo>
                      <a:pt x="1589212" y="485522"/>
                    </a:lnTo>
                    <a:lnTo>
                      <a:pt x="1587943" y="485522"/>
                    </a:lnTo>
                    <a:lnTo>
                      <a:pt x="1586674" y="486157"/>
                    </a:lnTo>
                    <a:lnTo>
                      <a:pt x="1586039" y="488695"/>
                    </a:lnTo>
                    <a:lnTo>
                      <a:pt x="1585404" y="488061"/>
                    </a:lnTo>
                    <a:lnTo>
                      <a:pt x="1584770" y="487426"/>
                    </a:lnTo>
                    <a:lnTo>
                      <a:pt x="1584135" y="486792"/>
                    </a:lnTo>
                    <a:lnTo>
                      <a:pt x="1584135" y="485522"/>
                    </a:lnTo>
                    <a:lnTo>
                      <a:pt x="1584135" y="484888"/>
                    </a:lnTo>
                    <a:lnTo>
                      <a:pt x="1584135" y="484253"/>
                    </a:lnTo>
                    <a:lnTo>
                      <a:pt x="1584135" y="483618"/>
                    </a:lnTo>
                    <a:lnTo>
                      <a:pt x="1584135" y="482984"/>
                    </a:lnTo>
                    <a:lnTo>
                      <a:pt x="1582866" y="482349"/>
                    </a:lnTo>
                    <a:lnTo>
                      <a:pt x="1574615" y="481714"/>
                    </a:lnTo>
                    <a:lnTo>
                      <a:pt x="1573346" y="482349"/>
                    </a:lnTo>
                    <a:lnTo>
                      <a:pt x="1572076" y="482984"/>
                    </a:lnTo>
                    <a:lnTo>
                      <a:pt x="1566364" y="483618"/>
                    </a:lnTo>
                    <a:lnTo>
                      <a:pt x="1553036" y="489965"/>
                    </a:lnTo>
                    <a:lnTo>
                      <a:pt x="1549228" y="493138"/>
                    </a:lnTo>
                    <a:lnTo>
                      <a:pt x="1547324" y="495677"/>
                    </a:lnTo>
                    <a:lnTo>
                      <a:pt x="1546055" y="497581"/>
                    </a:lnTo>
                    <a:lnTo>
                      <a:pt x="1546689" y="499485"/>
                    </a:lnTo>
                    <a:lnTo>
                      <a:pt x="1547959" y="500120"/>
                    </a:lnTo>
                    <a:lnTo>
                      <a:pt x="1551767" y="500754"/>
                    </a:lnTo>
                    <a:lnTo>
                      <a:pt x="1553671" y="502024"/>
                    </a:lnTo>
                    <a:lnTo>
                      <a:pt x="1557479" y="505832"/>
                    </a:lnTo>
                    <a:lnTo>
                      <a:pt x="1560018" y="507101"/>
                    </a:lnTo>
                    <a:lnTo>
                      <a:pt x="1560652" y="508370"/>
                    </a:lnTo>
                    <a:lnTo>
                      <a:pt x="1561287" y="509640"/>
                    </a:lnTo>
                    <a:lnTo>
                      <a:pt x="1549863" y="512813"/>
                    </a:lnTo>
                    <a:lnTo>
                      <a:pt x="1535900" y="508370"/>
                    </a:lnTo>
                    <a:lnTo>
                      <a:pt x="1533361" y="505197"/>
                    </a:lnTo>
                    <a:lnTo>
                      <a:pt x="1533996" y="505197"/>
                    </a:lnTo>
                    <a:lnTo>
                      <a:pt x="1535265" y="505832"/>
                    </a:lnTo>
                    <a:lnTo>
                      <a:pt x="1535900" y="505832"/>
                    </a:lnTo>
                    <a:lnTo>
                      <a:pt x="1533996" y="503928"/>
                    </a:lnTo>
                    <a:lnTo>
                      <a:pt x="1532092" y="502658"/>
                    </a:lnTo>
                    <a:lnTo>
                      <a:pt x="1527649" y="501389"/>
                    </a:lnTo>
                    <a:lnTo>
                      <a:pt x="1526380" y="501389"/>
                    </a:lnTo>
                    <a:lnTo>
                      <a:pt x="1523841" y="502658"/>
                    </a:lnTo>
                    <a:lnTo>
                      <a:pt x="1521303" y="503293"/>
                    </a:lnTo>
                    <a:lnTo>
                      <a:pt x="1518764" y="505197"/>
                    </a:lnTo>
                    <a:lnTo>
                      <a:pt x="1515591" y="505832"/>
                    </a:lnTo>
                    <a:lnTo>
                      <a:pt x="1506705" y="510274"/>
                    </a:lnTo>
                    <a:lnTo>
                      <a:pt x="1504801" y="512178"/>
                    </a:lnTo>
                    <a:lnTo>
                      <a:pt x="1502263" y="514717"/>
                    </a:lnTo>
                    <a:lnTo>
                      <a:pt x="1501628" y="515352"/>
                    </a:lnTo>
                    <a:lnTo>
                      <a:pt x="1501628" y="515987"/>
                    </a:lnTo>
                    <a:lnTo>
                      <a:pt x="1501628" y="517256"/>
                    </a:lnTo>
                    <a:lnTo>
                      <a:pt x="1501628" y="517891"/>
                    </a:lnTo>
                    <a:lnTo>
                      <a:pt x="1500359" y="518525"/>
                    </a:lnTo>
                    <a:lnTo>
                      <a:pt x="1499089" y="517891"/>
                    </a:lnTo>
                    <a:lnTo>
                      <a:pt x="1498455" y="517891"/>
                    </a:lnTo>
                    <a:lnTo>
                      <a:pt x="1499089" y="516621"/>
                    </a:lnTo>
                    <a:lnTo>
                      <a:pt x="1499724" y="515987"/>
                    </a:lnTo>
                    <a:lnTo>
                      <a:pt x="1500359" y="515352"/>
                    </a:lnTo>
                    <a:lnTo>
                      <a:pt x="1500993" y="514717"/>
                    </a:lnTo>
                    <a:lnTo>
                      <a:pt x="1500359" y="515352"/>
                    </a:lnTo>
                    <a:lnTo>
                      <a:pt x="1498455" y="515987"/>
                    </a:lnTo>
                    <a:lnTo>
                      <a:pt x="1497185" y="515987"/>
                    </a:lnTo>
                    <a:lnTo>
                      <a:pt x="1494647" y="517256"/>
                    </a:lnTo>
                    <a:lnTo>
                      <a:pt x="1498455" y="521064"/>
                    </a:lnTo>
                    <a:lnTo>
                      <a:pt x="1497185" y="522968"/>
                    </a:lnTo>
                    <a:lnTo>
                      <a:pt x="1492743" y="524237"/>
                    </a:lnTo>
                    <a:lnTo>
                      <a:pt x="1488935" y="526776"/>
                    </a:lnTo>
                    <a:lnTo>
                      <a:pt x="1484492" y="528045"/>
                    </a:lnTo>
                    <a:lnTo>
                      <a:pt x="1483223" y="528045"/>
                    </a:lnTo>
                    <a:lnTo>
                      <a:pt x="1481953" y="527411"/>
                    </a:lnTo>
                    <a:lnTo>
                      <a:pt x="1480049" y="524872"/>
                    </a:lnTo>
                    <a:lnTo>
                      <a:pt x="1479415" y="523602"/>
                    </a:lnTo>
                    <a:lnTo>
                      <a:pt x="1479415" y="522333"/>
                    </a:lnTo>
                    <a:lnTo>
                      <a:pt x="1476876" y="522333"/>
                    </a:lnTo>
                    <a:lnTo>
                      <a:pt x="1467990" y="528045"/>
                    </a:lnTo>
                    <a:lnTo>
                      <a:pt x="1467990" y="528680"/>
                    </a:lnTo>
                    <a:lnTo>
                      <a:pt x="1468625" y="528680"/>
                    </a:lnTo>
                    <a:lnTo>
                      <a:pt x="1469260" y="529314"/>
                    </a:lnTo>
                    <a:lnTo>
                      <a:pt x="1469895" y="529949"/>
                    </a:lnTo>
                    <a:lnTo>
                      <a:pt x="1470529" y="530584"/>
                    </a:lnTo>
                    <a:lnTo>
                      <a:pt x="1467356" y="529314"/>
                    </a:lnTo>
                    <a:lnTo>
                      <a:pt x="1465452" y="529314"/>
                    </a:lnTo>
                    <a:lnTo>
                      <a:pt x="1464182" y="530584"/>
                    </a:lnTo>
                    <a:lnTo>
                      <a:pt x="1464817" y="532488"/>
                    </a:lnTo>
                    <a:lnTo>
                      <a:pt x="1466086" y="533122"/>
                    </a:lnTo>
                    <a:lnTo>
                      <a:pt x="1467356" y="534392"/>
                    </a:lnTo>
                    <a:lnTo>
                      <a:pt x="1466721" y="536931"/>
                    </a:lnTo>
                    <a:lnTo>
                      <a:pt x="1464817" y="538200"/>
                    </a:lnTo>
                    <a:lnTo>
                      <a:pt x="1462278" y="538200"/>
                    </a:lnTo>
                    <a:lnTo>
                      <a:pt x="1452124" y="536296"/>
                    </a:lnTo>
                    <a:lnTo>
                      <a:pt x="1451489" y="538200"/>
                    </a:lnTo>
                    <a:lnTo>
                      <a:pt x="1449585" y="539469"/>
                    </a:lnTo>
                    <a:lnTo>
                      <a:pt x="1447681" y="540738"/>
                    </a:lnTo>
                    <a:lnTo>
                      <a:pt x="1446412" y="540738"/>
                    </a:lnTo>
                    <a:lnTo>
                      <a:pt x="1442604" y="542642"/>
                    </a:lnTo>
                    <a:lnTo>
                      <a:pt x="1440700" y="542642"/>
                    </a:lnTo>
                    <a:lnTo>
                      <a:pt x="1440065" y="540738"/>
                    </a:lnTo>
                    <a:lnTo>
                      <a:pt x="1440700" y="538200"/>
                    </a:lnTo>
                    <a:lnTo>
                      <a:pt x="1442604" y="536296"/>
                    </a:lnTo>
                    <a:lnTo>
                      <a:pt x="1444508" y="535661"/>
                    </a:lnTo>
                    <a:lnTo>
                      <a:pt x="1447046" y="535661"/>
                    </a:lnTo>
                    <a:lnTo>
                      <a:pt x="1448950" y="534392"/>
                    </a:lnTo>
                    <a:lnTo>
                      <a:pt x="1449585" y="534392"/>
                    </a:lnTo>
                    <a:lnTo>
                      <a:pt x="1450220" y="533757"/>
                    </a:lnTo>
                    <a:lnTo>
                      <a:pt x="1450854" y="532488"/>
                    </a:lnTo>
                    <a:lnTo>
                      <a:pt x="1452124" y="530584"/>
                    </a:lnTo>
                    <a:lnTo>
                      <a:pt x="1448316" y="531218"/>
                    </a:lnTo>
                    <a:lnTo>
                      <a:pt x="1445777" y="533122"/>
                    </a:lnTo>
                    <a:lnTo>
                      <a:pt x="1441334" y="535027"/>
                    </a:lnTo>
                    <a:lnTo>
                      <a:pt x="1438796" y="536931"/>
                    </a:lnTo>
                    <a:lnTo>
                      <a:pt x="1438161" y="538200"/>
                    </a:lnTo>
                    <a:lnTo>
                      <a:pt x="1438161" y="538200"/>
                    </a:lnTo>
                    <a:lnTo>
                      <a:pt x="1437526" y="538200"/>
                    </a:lnTo>
                    <a:lnTo>
                      <a:pt x="1437526" y="538835"/>
                    </a:lnTo>
                    <a:lnTo>
                      <a:pt x="1437526" y="540104"/>
                    </a:lnTo>
                    <a:lnTo>
                      <a:pt x="1437526" y="540738"/>
                    </a:lnTo>
                    <a:lnTo>
                      <a:pt x="1437526" y="541373"/>
                    </a:lnTo>
                    <a:lnTo>
                      <a:pt x="1438161" y="543277"/>
                    </a:lnTo>
                    <a:lnTo>
                      <a:pt x="1438161" y="543912"/>
                    </a:lnTo>
                    <a:lnTo>
                      <a:pt x="1438161" y="545816"/>
                    </a:lnTo>
                    <a:lnTo>
                      <a:pt x="1438161" y="546451"/>
                    </a:lnTo>
                    <a:lnTo>
                      <a:pt x="1438161" y="547085"/>
                    </a:lnTo>
                    <a:lnTo>
                      <a:pt x="1438796" y="547720"/>
                    </a:lnTo>
                    <a:lnTo>
                      <a:pt x="1438796" y="548355"/>
                    </a:lnTo>
                    <a:lnTo>
                      <a:pt x="1439430" y="548989"/>
                    </a:lnTo>
                    <a:lnTo>
                      <a:pt x="1443238" y="550259"/>
                    </a:lnTo>
                    <a:lnTo>
                      <a:pt x="1453393" y="561048"/>
                    </a:lnTo>
                    <a:lnTo>
                      <a:pt x="1454662" y="561682"/>
                    </a:lnTo>
                    <a:lnTo>
                      <a:pt x="1455297" y="562317"/>
                    </a:lnTo>
                    <a:lnTo>
                      <a:pt x="1456566" y="565491"/>
                    </a:lnTo>
                    <a:lnTo>
                      <a:pt x="1464182" y="571203"/>
                    </a:lnTo>
                    <a:lnTo>
                      <a:pt x="1471164" y="573741"/>
                    </a:lnTo>
                    <a:lnTo>
                      <a:pt x="1485761" y="581992"/>
                    </a:lnTo>
                    <a:lnTo>
                      <a:pt x="1489569" y="584531"/>
                    </a:lnTo>
                    <a:lnTo>
                      <a:pt x="1494012" y="586435"/>
                    </a:lnTo>
                    <a:lnTo>
                      <a:pt x="1491473" y="583896"/>
                    </a:lnTo>
                    <a:lnTo>
                      <a:pt x="1487665" y="581992"/>
                    </a:lnTo>
                    <a:lnTo>
                      <a:pt x="1485761" y="580723"/>
                    </a:lnTo>
                    <a:lnTo>
                      <a:pt x="1484492" y="580088"/>
                    </a:lnTo>
                    <a:lnTo>
                      <a:pt x="1483223" y="579454"/>
                    </a:lnTo>
                    <a:lnTo>
                      <a:pt x="1482588" y="578819"/>
                    </a:lnTo>
                    <a:lnTo>
                      <a:pt x="1496551" y="583896"/>
                    </a:lnTo>
                    <a:lnTo>
                      <a:pt x="1500993" y="587704"/>
                    </a:lnTo>
                    <a:lnTo>
                      <a:pt x="1503532" y="588974"/>
                    </a:lnTo>
                    <a:lnTo>
                      <a:pt x="1506071" y="592147"/>
                    </a:lnTo>
                    <a:lnTo>
                      <a:pt x="1506705" y="591512"/>
                    </a:lnTo>
                    <a:lnTo>
                      <a:pt x="1507340" y="590878"/>
                    </a:lnTo>
                    <a:lnTo>
                      <a:pt x="1511783" y="592147"/>
                    </a:lnTo>
                    <a:lnTo>
                      <a:pt x="1515591" y="595320"/>
                    </a:lnTo>
                    <a:lnTo>
                      <a:pt x="1517495" y="597859"/>
                    </a:lnTo>
                    <a:lnTo>
                      <a:pt x="1518764" y="601032"/>
                    </a:lnTo>
                    <a:lnTo>
                      <a:pt x="1517495" y="601667"/>
                    </a:lnTo>
                    <a:lnTo>
                      <a:pt x="1516225" y="601667"/>
                    </a:lnTo>
                    <a:lnTo>
                      <a:pt x="1514956" y="601667"/>
                    </a:lnTo>
                    <a:lnTo>
                      <a:pt x="1507340" y="597859"/>
                    </a:lnTo>
                    <a:lnTo>
                      <a:pt x="1506071" y="596589"/>
                    </a:lnTo>
                    <a:lnTo>
                      <a:pt x="1505436" y="596589"/>
                    </a:lnTo>
                    <a:lnTo>
                      <a:pt x="1504801" y="596589"/>
                    </a:lnTo>
                    <a:lnTo>
                      <a:pt x="1504167" y="597224"/>
                    </a:lnTo>
                    <a:lnTo>
                      <a:pt x="1503532" y="597859"/>
                    </a:lnTo>
                    <a:lnTo>
                      <a:pt x="1502897" y="598494"/>
                    </a:lnTo>
                    <a:lnTo>
                      <a:pt x="1499724" y="599128"/>
                    </a:lnTo>
                    <a:lnTo>
                      <a:pt x="1498455" y="599763"/>
                    </a:lnTo>
                    <a:lnTo>
                      <a:pt x="1498455" y="602301"/>
                    </a:lnTo>
                    <a:lnTo>
                      <a:pt x="1498455" y="604840"/>
                    </a:lnTo>
                    <a:lnTo>
                      <a:pt x="1497185" y="606109"/>
                    </a:lnTo>
                    <a:lnTo>
                      <a:pt x="1494647" y="608014"/>
                    </a:lnTo>
                    <a:lnTo>
                      <a:pt x="1494647" y="608014"/>
                    </a:lnTo>
                    <a:lnTo>
                      <a:pt x="1494647" y="609283"/>
                    </a:lnTo>
                    <a:lnTo>
                      <a:pt x="1494647" y="609283"/>
                    </a:lnTo>
                    <a:lnTo>
                      <a:pt x="1494647" y="609283"/>
                    </a:lnTo>
                    <a:lnTo>
                      <a:pt x="1494647" y="609283"/>
                    </a:lnTo>
                    <a:lnTo>
                      <a:pt x="1494647" y="609283"/>
                    </a:lnTo>
                    <a:lnTo>
                      <a:pt x="1494012" y="609918"/>
                    </a:lnTo>
                    <a:lnTo>
                      <a:pt x="1493377" y="609918"/>
                    </a:lnTo>
                    <a:lnTo>
                      <a:pt x="1492108" y="610552"/>
                    </a:lnTo>
                    <a:lnTo>
                      <a:pt x="1490204" y="609918"/>
                    </a:lnTo>
                    <a:lnTo>
                      <a:pt x="1487665" y="610552"/>
                    </a:lnTo>
                    <a:lnTo>
                      <a:pt x="1485761" y="609918"/>
                    </a:lnTo>
                    <a:lnTo>
                      <a:pt x="1481953" y="606744"/>
                    </a:lnTo>
                    <a:lnTo>
                      <a:pt x="1480684" y="604840"/>
                    </a:lnTo>
                    <a:lnTo>
                      <a:pt x="1480049" y="604205"/>
                    </a:lnTo>
                    <a:lnTo>
                      <a:pt x="1478780" y="604205"/>
                    </a:lnTo>
                    <a:lnTo>
                      <a:pt x="1478145" y="603571"/>
                    </a:lnTo>
                    <a:lnTo>
                      <a:pt x="1478145" y="601667"/>
                    </a:lnTo>
                    <a:lnTo>
                      <a:pt x="1478780" y="597224"/>
                    </a:lnTo>
                    <a:lnTo>
                      <a:pt x="1479415" y="595955"/>
                    </a:lnTo>
                    <a:lnTo>
                      <a:pt x="1480684" y="594685"/>
                    </a:lnTo>
                    <a:lnTo>
                      <a:pt x="1483223" y="592147"/>
                    </a:lnTo>
                    <a:lnTo>
                      <a:pt x="1483857" y="590878"/>
                    </a:lnTo>
                    <a:lnTo>
                      <a:pt x="1482588" y="590243"/>
                    </a:lnTo>
                    <a:lnTo>
                      <a:pt x="1481319" y="590878"/>
                    </a:lnTo>
                    <a:lnTo>
                      <a:pt x="1480049" y="592147"/>
                    </a:lnTo>
                    <a:lnTo>
                      <a:pt x="1478780" y="594051"/>
                    </a:lnTo>
                    <a:lnTo>
                      <a:pt x="1478145" y="595955"/>
                    </a:lnTo>
                    <a:lnTo>
                      <a:pt x="1476876" y="601032"/>
                    </a:lnTo>
                    <a:lnTo>
                      <a:pt x="1477511" y="605475"/>
                    </a:lnTo>
                    <a:lnTo>
                      <a:pt x="1478780" y="609283"/>
                    </a:lnTo>
                    <a:lnTo>
                      <a:pt x="1480684" y="611822"/>
                    </a:lnTo>
                    <a:lnTo>
                      <a:pt x="1484492" y="614360"/>
                    </a:lnTo>
                    <a:lnTo>
                      <a:pt x="1485127" y="616264"/>
                    </a:lnTo>
                    <a:lnTo>
                      <a:pt x="1485127" y="618803"/>
                    </a:lnTo>
                    <a:lnTo>
                      <a:pt x="1485127" y="620707"/>
                    </a:lnTo>
                    <a:lnTo>
                      <a:pt x="1485127" y="621976"/>
                    </a:lnTo>
                    <a:lnTo>
                      <a:pt x="1486396" y="623245"/>
                    </a:lnTo>
                    <a:lnTo>
                      <a:pt x="1490204" y="626419"/>
                    </a:lnTo>
                    <a:lnTo>
                      <a:pt x="1491473" y="629592"/>
                    </a:lnTo>
                    <a:lnTo>
                      <a:pt x="1493377" y="633400"/>
                    </a:lnTo>
                    <a:lnTo>
                      <a:pt x="1494012" y="634669"/>
                    </a:lnTo>
                    <a:lnTo>
                      <a:pt x="1491473" y="630227"/>
                    </a:lnTo>
                    <a:lnTo>
                      <a:pt x="1491473" y="628323"/>
                    </a:lnTo>
                    <a:lnTo>
                      <a:pt x="1492108" y="628958"/>
                    </a:lnTo>
                    <a:lnTo>
                      <a:pt x="1493377" y="631496"/>
                    </a:lnTo>
                    <a:lnTo>
                      <a:pt x="1494647" y="632766"/>
                    </a:lnTo>
                    <a:lnTo>
                      <a:pt x="1495281" y="634669"/>
                    </a:lnTo>
                    <a:lnTo>
                      <a:pt x="1495916" y="635304"/>
                    </a:lnTo>
                    <a:lnTo>
                      <a:pt x="1494012" y="638478"/>
                    </a:lnTo>
                    <a:lnTo>
                      <a:pt x="1493377" y="640382"/>
                    </a:lnTo>
                    <a:lnTo>
                      <a:pt x="1494012" y="642286"/>
                    </a:lnTo>
                    <a:lnTo>
                      <a:pt x="1494647" y="641651"/>
                    </a:lnTo>
                    <a:lnTo>
                      <a:pt x="1494647" y="642286"/>
                    </a:lnTo>
                    <a:lnTo>
                      <a:pt x="1494647" y="642920"/>
                    </a:lnTo>
                    <a:lnTo>
                      <a:pt x="1494012" y="643555"/>
                    </a:lnTo>
                    <a:lnTo>
                      <a:pt x="1491473" y="643555"/>
                    </a:lnTo>
                    <a:lnTo>
                      <a:pt x="1490839" y="643555"/>
                    </a:lnTo>
                    <a:lnTo>
                      <a:pt x="1490204" y="644824"/>
                    </a:lnTo>
                    <a:lnTo>
                      <a:pt x="1489569" y="646094"/>
                    </a:lnTo>
                    <a:lnTo>
                      <a:pt x="1488935" y="647363"/>
                    </a:lnTo>
                    <a:lnTo>
                      <a:pt x="1488300" y="649267"/>
                    </a:lnTo>
                    <a:lnTo>
                      <a:pt x="1488300" y="652441"/>
                    </a:lnTo>
                    <a:lnTo>
                      <a:pt x="1488935" y="656883"/>
                    </a:lnTo>
                    <a:lnTo>
                      <a:pt x="1491473" y="663230"/>
                    </a:lnTo>
                    <a:lnTo>
                      <a:pt x="1498455" y="670211"/>
                    </a:lnTo>
                    <a:lnTo>
                      <a:pt x="1506705" y="673385"/>
                    </a:lnTo>
                    <a:lnTo>
                      <a:pt x="1511783" y="676558"/>
                    </a:lnTo>
                    <a:lnTo>
                      <a:pt x="1530188" y="683539"/>
                    </a:lnTo>
                    <a:lnTo>
                      <a:pt x="1547324" y="693059"/>
                    </a:lnTo>
                    <a:lnTo>
                      <a:pt x="1556209" y="693694"/>
                    </a:lnTo>
                    <a:lnTo>
                      <a:pt x="1558114" y="693059"/>
                    </a:lnTo>
                    <a:lnTo>
                      <a:pt x="1560018" y="691790"/>
                    </a:lnTo>
                    <a:lnTo>
                      <a:pt x="1558114" y="693059"/>
                    </a:lnTo>
                    <a:lnTo>
                      <a:pt x="1556209" y="693694"/>
                    </a:lnTo>
                    <a:lnTo>
                      <a:pt x="1552402" y="693059"/>
                    </a:lnTo>
                    <a:lnTo>
                      <a:pt x="1553671" y="691790"/>
                    </a:lnTo>
                    <a:lnTo>
                      <a:pt x="1553036" y="691155"/>
                    </a:lnTo>
                    <a:lnTo>
                      <a:pt x="1552402" y="690521"/>
                    </a:lnTo>
                    <a:lnTo>
                      <a:pt x="1551767" y="689251"/>
                    </a:lnTo>
                    <a:lnTo>
                      <a:pt x="1551767" y="687982"/>
                    </a:lnTo>
                    <a:lnTo>
                      <a:pt x="1552402" y="687982"/>
                    </a:lnTo>
                    <a:lnTo>
                      <a:pt x="1553036" y="687982"/>
                    </a:lnTo>
                    <a:lnTo>
                      <a:pt x="1553671" y="687347"/>
                    </a:lnTo>
                    <a:lnTo>
                      <a:pt x="1554306" y="686712"/>
                    </a:lnTo>
                    <a:lnTo>
                      <a:pt x="1554306" y="686078"/>
                    </a:lnTo>
                    <a:lnTo>
                      <a:pt x="1554306" y="685443"/>
                    </a:lnTo>
                    <a:lnTo>
                      <a:pt x="1554306" y="684808"/>
                    </a:lnTo>
                    <a:lnTo>
                      <a:pt x="1554940" y="685443"/>
                    </a:lnTo>
                    <a:lnTo>
                      <a:pt x="1555575" y="686712"/>
                    </a:lnTo>
                    <a:lnTo>
                      <a:pt x="1555575" y="687982"/>
                    </a:lnTo>
                    <a:lnTo>
                      <a:pt x="1554940" y="689886"/>
                    </a:lnTo>
                    <a:lnTo>
                      <a:pt x="1556209" y="690521"/>
                    </a:lnTo>
                    <a:lnTo>
                      <a:pt x="1558748" y="688616"/>
                    </a:lnTo>
                    <a:lnTo>
                      <a:pt x="1560018" y="687982"/>
                    </a:lnTo>
                    <a:lnTo>
                      <a:pt x="1565095" y="687982"/>
                    </a:lnTo>
                    <a:lnTo>
                      <a:pt x="1566364" y="689251"/>
                    </a:lnTo>
                    <a:lnTo>
                      <a:pt x="1563191" y="690521"/>
                    </a:lnTo>
                    <a:lnTo>
                      <a:pt x="1561922" y="691155"/>
                    </a:lnTo>
                    <a:lnTo>
                      <a:pt x="1566364" y="691155"/>
                    </a:lnTo>
                    <a:lnTo>
                      <a:pt x="1581596" y="684174"/>
                    </a:lnTo>
                    <a:lnTo>
                      <a:pt x="1584770" y="686078"/>
                    </a:lnTo>
                    <a:lnTo>
                      <a:pt x="1579058" y="686078"/>
                    </a:lnTo>
                    <a:lnTo>
                      <a:pt x="1598098" y="689251"/>
                    </a:lnTo>
                    <a:lnTo>
                      <a:pt x="1605079" y="687982"/>
                    </a:lnTo>
                    <a:lnTo>
                      <a:pt x="1611426" y="689251"/>
                    </a:lnTo>
                    <a:lnTo>
                      <a:pt x="1617773" y="692425"/>
                    </a:lnTo>
                    <a:lnTo>
                      <a:pt x="1622850" y="696867"/>
                    </a:lnTo>
                    <a:lnTo>
                      <a:pt x="1624754" y="699406"/>
                    </a:lnTo>
                    <a:lnTo>
                      <a:pt x="1626023" y="700675"/>
                    </a:lnTo>
                    <a:lnTo>
                      <a:pt x="1627293" y="701310"/>
                    </a:lnTo>
                    <a:lnTo>
                      <a:pt x="1627927" y="701945"/>
                    </a:lnTo>
                    <a:lnTo>
                      <a:pt x="1629831" y="707656"/>
                    </a:lnTo>
                    <a:lnTo>
                      <a:pt x="1630466" y="708926"/>
                    </a:lnTo>
                    <a:lnTo>
                      <a:pt x="1631735" y="710195"/>
                    </a:lnTo>
                    <a:lnTo>
                      <a:pt x="1633005" y="710195"/>
                    </a:lnTo>
                    <a:lnTo>
                      <a:pt x="1633639" y="707656"/>
                    </a:lnTo>
                    <a:lnTo>
                      <a:pt x="1634274" y="705118"/>
                    </a:lnTo>
                    <a:lnTo>
                      <a:pt x="1635543" y="703849"/>
                    </a:lnTo>
                    <a:lnTo>
                      <a:pt x="1638082" y="702579"/>
                    </a:lnTo>
                    <a:lnTo>
                      <a:pt x="1638082" y="701310"/>
                    </a:lnTo>
                    <a:lnTo>
                      <a:pt x="1638082" y="700675"/>
                    </a:lnTo>
                    <a:lnTo>
                      <a:pt x="1638082" y="700041"/>
                    </a:lnTo>
                    <a:lnTo>
                      <a:pt x="1638717" y="699406"/>
                    </a:lnTo>
                    <a:lnTo>
                      <a:pt x="1634908" y="699406"/>
                    </a:lnTo>
                    <a:lnTo>
                      <a:pt x="1633639" y="699406"/>
                    </a:lnTo>
                    <a:lnTo>
                      <a:pt x="1633005" y="698771"/>
                    </a:lnTo>
                    <a:lnTo>
                      <a:pt x="1631735" y="695598"/>
                    </a:lnTo>
                    <a:lnTo>
                      <a:pt x="1631101" y="694329"/>
                    </a:lnTo>
                    <a:lnTo>
                      <a:pt x="1627293" y="693694"/>
                    </a:lnTo>
                    <a:lnTo>
                      <a:pt x="1626658" y="693059"/>
                    </a:lnTo>
                    <a:lnTo>
                      <a:pt x="1624754" y="689886"/>
                    </a:lnTo>
                    <a:lnTo>
                      <a:pt x="1624119" y="689251"/>
                    </a:lnTo>
                    <a:lnTo>
                      <a:pt x="1624119" y="688616"/>
                    </a:lnTo>
                    <a:lnTo>
                      <a:pt x="1625388" y="687982"/>
                    </a:lnTo>
                    <a:lnTo>
                      <a:pt x="1631101" y="684174"/>
                    </a:lnTo>
                    <a:lnTo>
                      <a:pt x="1632370" y="683539"/>
                    </a:lnTo>
                    <a:lnTo>
                      <a:pt x="1635543" y="683539"/>
                    </a:lnTo>
                    <a:lnTo>
                      <a:pt x="1634908" y="686712"/>
                    </a:lnTo>
                    <a:lnTo>
                      <a:pt x="1636178" y="689251"/>
                    </a:lnTo>
                    <a:lnTo>
                      <a:pt x="1638082" y="691155"/>
                    </a:lnTo>
                    <a:lnTo>
                      <a:pt x="1639351" y="693694"/>
                    </a:lnTo>
                    <a:lnTo>
                      <a:pt x="1638082" y="694329"/>
                    </a:lnTo>
                    <a:lnTo>
                      <a:pt x="1637447" y="694329"/>
                    </a:lnTo>
                    <a:lnTo>
                      <a:pt x="1637447" y="694963"/>
                    </a:lnTo>
                    <a:lnTo>
                      <a:pt x="1640621" y="694963"/>
                    </a:lnTo>
                    <a:lnTo>
                      <a:pt x="1641255" y="695598"/>
                    </a:lnTo>
                    <a:lnTo>
                      <a:pt x="1641890" y="696232"/>
                    </a:lnTo>
                    <a:lnTo>
                      <a:pt x="1642525" y="697502"/>
                    </a:lnTo>
                    <a:lnTo>
                      <a:pt x="1642525" y="698136"/>
                    </a:lnTo>
                    <a:lnTo>
                      <a:pt x="1643159" y="698771"/>
                    </a:lnTo>
                    <a:lnTo>
                      <a:pt x="1643794" y="700041"/>
                    </a:lnTo>
                    <a:lnTo>
                      <a:pt x="1645063" y="700675"/>
                    </a:lnTo>
                    <a:lnTo>
                      <a:pt x="1646967" y="701945"/>
                    </a:lnTo>
                    <a:lnTo>
                      <a:pt x="1646967" y="702579"/>
                    </a:lnTo>
                    <a:lnTo>
                      <a:pt x="1645698" y="702579"/>
                    </a:lnTo>
                    <a:lnTo>
                      <a:pt x="1645063" y="703214"/>
                    </a:lnTo>
                    <a:lnTo>
                      <a:pt x="1643794" y="705753"/>
                    </a:lnTo>
                    <a:lnTo>
                      <a:pt x="1644429" y="706387"/>
                    </a:lnTo>
                    <a:lnTo>
                      <a:pt x="1645063" y="707022"/>
                    </a:lnTo>
                    <a:lnTo>
                      <a:pt x="1645698" y="709561"/>
                    </a:lnTo>
                    <a:lnTo>
                      <a:pt x="1645698" y="710830"/>
                    </a:lnTo>
                    <a:lnTo>
                      <a:pt x="1645698" y="712099"/>
                    </a:lnTo>
                    <a:lnTo>
                      <a:pt x="1645063" y="713369"/>
                    </a:lnTo>
                    <a:lnTo>
                      <a:pt x="1645063" y="715273"/>
                    </a:lnTo>
                    <a:lnTo>
                      <a:pt x="1645698" y="717811"/>
                    </a:lnTo>
                    <a:lnTo>
                      <a:pt x="1646967" y="718446"/>
                    </a:lnTo>
                    <a:lnTo>
                      <a:pt x="1648237" y="717811"/>
                    </a:lnTo>
                    <a:lnTo>
                      <a:pt x="1649506" y="716542"/>
                    </a:lnTo>
                    <a:lnTo>
                      <a:pt x="1653949" y="714003"/>
                    </a:lnTo>
                    <a:lnTo>
                      <a:pt x="1654583" y="712734"/>
                    </a:lnTo>
                    <a:lnTo>
                      <a:pt x="1654583" y="711465"/>
                    </a:lnTo>
                    <a:lnTo>
                      <a:pt x="1655218" y="710830"/>
                    </a:lnTo>
                    <a:lnTo>
                      <a:pt x="1655853" y="710195"/>
                    </a:lnTo>
                    <a:lnTo>
                      <a:pt x="1656487" y="709561"/>
                    </a:lnTo>
                    <a:lnTo>
                      <a:pt x="1656487" y="708291"/>
                    </a:lnTo>
                    <a:lnTo>
                      <a:pt x="1656487" y="706387"/>
                    </a:lnTo>
                    <a:lnTo>
                      <a:pt x="1656487" y="705118"/>
                    </a:lnTo>
                    <a:lnTo>
                      <a:pt x="1657122" y="703214"/>
                    </a:lnTo>
                    <a:lnTo>
                      <a:pt x="1658391" y="701945"/>
                    </a:lnTo>
                    <a:lnTo>
                      <a:pt x="1659661" y="700675"/>
                    </a:lnTo>
                    <a:lnTo>
                      <a:pt x="1662199" y="698136"/>
                    </a:lnTo>
                    <a:lnTo>
                      <a:pt x="1671719" y="693694"/>
                    </a:lnTo>
                    <a:lnTo>
                      <a:pt x="1674258" y="693059"/>
                    </a:lnTo>
                    <a:lnTo>
                      <a:pt x="1674893" y="692425"/>
                    </a:lnTo>
                    <a:lnTo>
                      <a:pt x="1675527" y="691790"/>
                    </a:lnTo>
                    <a:lnTo>
                      <a:pt x="1677431" y="688616"/>
                    </a:lnTo>
                    <a:lnTo>
                      <a:pt x="1678066" y="687982"/>
                    </a:lnTo>
                    <a:lnTo>
                      <a:pt x="1679970" y="686712"/>
                    </a:lnTo>
                    <a:lnTo>
                      <a:pt x="1681874" y="686078"/>
                    </a:lnTo>
                    <a:lnTo>
                      <a:pt x="1685048" y="686078"/>
                    </a:lnTo>
                    <a:lnTo>
                      <a:pt x="1684413" y="685443"/>
                    </a:lnTo>
                    <a:lnTo>
                      <a:pt x="1683143" y="684808"/>
                    </a:lnTo>
                    <a:lnTo>
                      <a:pt x="1682509" y="684174"/>
                    </a:lnTo>
                    <a:lnTo>
                      <a:pt x="1684413" y="683539"/>
                    </a:lnTo>
                    <a:lnTo>
                      <a:pt x="1688855" y="686078"/>
                    </a:lnTo>
                    <a:lnTo>
                      <a:pt x="1691394" y="685443"/>
                    </a:lnTo>
                    <a:lnTo>
                      <a:pt x="1692663" y="685443"/>
                    </a:lnTo>
                    <a:lnTo>
                      <a:pt x="1693298" y="684808"/>
                    </a:lnTo>
                    <a:lnTo>
                      <a:pt x="1694568" y="683539"/>
                    </a:lnTo>
                    <a:lnTo>
                      <a:pt x="1694568" y="683539"/>
                    </a:lnTo>
                    <a:lnTo>
                      <a:pt x="1695202" y="683539"/>
                    </a:lnTo>
                    <a:lnTo>
                      <a:pt x="1697106" y="682270"/>
                    </a:lnTo>
                    <a:lnTo>
                      <a:pt x="1697741" y="681635"/>
                    </a:lnTo>
                    <a:lnTo>
                      <a:pt x="1694568" y="682905"/>
                    </a:lnTo>
                    <a:lnTo>
                      <a:pt x="1693298" y="683539"/>
                    </a:lnTo>
                    <a:lnTo>
                      <a:pt x="1691394" y="685443"/>
                    </a:lnTo>
                    <a:lnTo>
                      <a:pt x="1690759" y="685443"/>
                    </a:lnTo>
                    <a:lnTo>
                      <a:pt x="1690125" y="684808"/>
                    </a:lnTo>
                    <a:lnTo>
                      <a:pt x="1692663" y="682270"/>
                    </a:lnTo>
                    <a:lnTo>
                      <a:pt x="1701549" y="679096"/>
                    </a:lnTo>
                    <a:lnTo>
                      <a:pt x="1700280" y="678462"/>
                    </a:lnTo>
                    <a:lnTo>
                      <a:pt x="1698375" y="676558"/>
                    </a:lnTo>
                    <a:lnTo>
                      <a:pt x="1697106" y="675923"/>
                    </a:lnTo>
                    <a:lnTo>
                      <a:pt x="1700280" y="676558"/>
                    </a:lnTo>
                    <a:lnTo>
                      <a:pt x="1701549" y="677827"/>
                    </a:lnTo>
                    <a:lnTo>
                      <a:pt x="1702818" y="680366"/>
                    </a:lnTo>
                    <a:lnTo>
                      <a:pt x="1704088" y="681635"/>
                    </a:lnTo>
                    <a:lnTo>
                      <a:pt x="1707261" y="683539"/>
                    </a:lnTo>
                    <a:lnTo>
                      <a:pt x="1707261" y="685443"/>
                    </a:lnTo>
                    <a:lnTo>
                      <a:pt x="1707895" y="686078"/>
                    </a:lnTo>
                    <a:lnTo>
                      <a:pt x="1708530" y="685443"/>
                    </a:lnTo>
                    <a:lnTo>
                      <a:pt x="1709165" y="684808"/>
                    </a:lnTo>
                    <a:lnTo>
                      <a:pt x="1709800" y="684174"/>
                    </a:lnTo>
                    <a:lnTo>
                      <a:pt x="1711069" y="684174"/>
                    </a:lnTo>
                    <a:lnTo>
                      <a:pt x="1712973" y="684174"/>
                    </a:lnTo>
                    <a:lnTo>
                      <a:pt x="1714242" y="684174"/>
                    </a:lnTo>
                    <a:lnTo>
                      <a:pt x="1714877" y="683539"/>
                    </a:lnTo>
                    <a:lnTo>
                      <a:pt x="1715512" y="682905"/>
                    </a:lnTo>
                    <a:lnTo>
                      <a:pt x="1716781" y="681635"/>
                    </a:lnTo>
                    <a:lnTo>
                      <a:pt x="1716781" y="681001"/>
                    </a:lnTo>
                    <a:lnTo>
                      <a:pt x="1716781" y="680366"/>
                    </a:lnTo>
                    <a:lnTo>
                      <a:pt x="1716781" y="679731"/>
                    </a:lnTo>
                    <a:lnTo>
                      <a:pt x="1718050" y="679096"/>
                    </a:lnTo>
                    <a:lnTo>
                      <a:pt x="1718685" y="678462"/>
                    </a:lnTo>
                    <a:lnTo>
                      <a:pt x="1719320" y="677827"/>
                    </a:lnTo>
                    <a:lnTo>
                      <a:pt x="1719954" y="675923"/>
                    </a:lnTo>
                    <a:lnTo>
                      <a:pt x="1720589" y="675288"/>
                    </a:lnTo>
                    <a:lnTo>
                      <a:pt x="1724397" y="673385"/>
                    </a:lnTo>
                    <a:lnTo>
                      <a:pt x="1725666" y="672115"/>
                    </a:lnTo>
                    <a:lnTo>
                      <a:pt x="1725666" y="669576"/>
                    </a:lnTo>
                    <a:lnTo>
                      <a:pt x="1726936" y="668942"/>
                    </a:lnTo>
                    <a:lnTo>
                      <a:pt x="1732013" y="670211"/>
                    </a:lnTo>
                    <a:lnTo>
                      <a:pt x="1732013" y="670211"/>
                    </a:lnTo>
                    <a:lnTo>
                      <a:pt x="1732013" y="669576"/>
                    </a:lnTo>
                    <a:lnTo>
                      <a:pt x="1732013" y="669576"/>
                    </a:lnTo>
                    <a:lnTo>
                      <a:pt x="1732648" y="669576"/>
                    </a:lnTo>
                    <a:lnTo>
                      <a:pt x="1733282" y="669576"/>
                    </a:lnTo>
                    <a:lnTo>
                      <a:pt x="1733917" y="670211"/>
                    </a:lnTo>
                    <a:lnTo>
                      <a:pt x="1734552" y="670846"/>
                    </a:lnTo>
                    <a:lnTo>
                      <a:pt x="1733917" y="670846"/>
                    </a:lnTo>
                    <a:lnTo>
                      <a:pt x="1733282" y="671481"/>
                    </a:lnTo>
                    <a:lnTo>
                      <a:pt x="1731378" y="672750"/>
                    </a:lnTo>
                    <a:lnTo>
                      <a:pt x="1730744" y="672750"/>
                    </a:lnTo>
                    <a:lnTo>
                      <a:pt x="1728840" y="671481"/>
                    </a:lnTo>
                    <a:lnTo>
                      <a:pt x="1727570" y="671481"/>
                    </a:lnTo>
                    <a:lnTo>
                      <a:pt x="1727570" y="672115"/>
                    </a:lnTo>
                    <a:lnTo>
                      <a:pt x="1731378" y="678462"/>
                    </a:lnTo>
                    <a:lnTo>
                      <a:pt x="1733282" y="679731"/>
                    </a:lnTo>
                    <a:lnTo>
                      <a:pt x="1735186" y="681635"/>
                    </a:lnTo>
                    <a:lnTo>
                      <a:pt x="1737090" y="682905"/>
                    </a:lnTo>
                    <a:lnTo>
                      <a:pt x="1737725" y="683539"/>
                    </a:lnTo>
                    <a:lnTo>
                      <a:pt x="1738360" y="684808"/>
                    </a:lnTo>
                    <a:lnTo>
                      <a:pt x="1740264" y="690521"/>
                    </a:lnTo>
                    <a:lnTo>
                      <a:pt x="1740898" y="691790"/>
                    </a:lnTo>
                    <a:lnTo>
                      <a:pt x="1741533" y="693059"/>
                    </a:lnTo>
                    <a:lnTo>
                      <a:pt x="1742168" y="694329"/>
                    </a:lnTo>
                    <a:lnTo>
                      <a:pt x="1742168" y="694963"/>
                    </a:lnTo>
                    <a:lnTo>
                      <a:pt x="1742168" y="695598"/>
                    </a:lnTo>
                    <a:lnTo>
                      <a:pt x="1742168" y="696232"/>
                    </a:lnTo>
                    <a:lnTo>
                      <a:pt x="1740898" y="703214"/>
                    </a:lnTo>
                    <a:lnTo>
                      <a:pt x="1738994" y="705753"/>
                    </a:lnTo>
                    <a:lnTo>
                      <a:pt x="1734552" y="708926"/>
                    </a:lnTo>
                    <a:lnTo>
                      <a:pt x="1733917" y="709561"/>
                    </a:lnTo>
                    <a:lnTo>
                      <a:pt x="1733282" y="710195"/>
                    </a:lnTo>
                    <a:lnTo>
                      <a:pt x="1732648" y="710830"/>
                    </a:lnTo>
                    <a:lnTo>
                      <a:pt x="1732013" y="710830"/>
                    </a:lnTo>
                    <a:lnTo>
                      <a:pt x="1726936" y="710830"/>
                    </a:lnTo>
                    <a:lnTo>
                      <a:pt x="1727570" y="711465"/>
                    </a:lnTo>
                    <a:lnTo>
                      <a:pt x="1730109" y="713369"/>
                    </a:lnTo>
                    <a:lnTo>
                      <a:pt x="1728205" y="715273"/>
                    </a:lnTo>
                    <a:lnTo>
                      <a:pt x="1725666" y="715273"/>
                    </a:lnTo>
                    <a:lnTo>
                      <a:pt x="1714877" y="712099"/>
                    </a:lnTo>
                    <a:lnTo>
                      <a:pt x="1713608" y="710195"/>
                    </a:lnTo>
                    <a:lnTo>
                      <a:pt x="1712973" y="709561"/>
                    </a:lnTo>
                    <a:lnTo>
                      <a:pt x="1711704" y="710195"/>
                    </a:lnTo>
                    <a:lnTo>
                      <a:pt x="1710434" y="710830"/>
                    </a:lnTo>
                    <a:lnTo>
                      <a:pt x="1709800" y="711465"/>
                    </a:lnTo>
                    <a:lnTo>
                      <a:pt x="1709165" y="712734"/>
                    </a:lnTo>
                    <a:lnTo>
                      <a:pt x="1709165" y="714003"/>
                    </a:lnTo>
                    <a:lnTo>
                      <a:pt x="1709165" y="715273"/>
                    </a:lnTo>
                    <a:lnTo>
                      <a:pt x="1708530" y="717176"/>
                    </a:lnTo>
                    <a:lnTo>
                      <a:pt x="1707895" y="719081"/>
                    </a:lnTo>
                    <a:lnTo>
                      <a:pt x="1707261" y="719715"/>
                    </a:lnTo>
                    <a:lnTo>
                      <a:pt x="1706626" y="719715"/>
                    </a:lnTo>
                    <a:lnTo>
                      <a:pt x="1705992" y="720985"/>
                    </a:lnTo>
                    <a:lnTo>
                      <a:pt x="1705357" y="722254"/>
                    </a:lnTo>
                    <a:lnTo>
                      <a:pt x="1704088" y="725427"/>
                    </a:lnTo>
                    <a:lnTo>
                      <a:pt x="1704088" y="726062"/>
                    </a:lnTo>
                    <a:lnTo>
                      <a:pt x="1704722" y="726062"/>
                    </a:lnTo>
                    <a:lnTo>
                      <a:pt x="1705357" y="725427"/>
                    </a:lnTo>
                    <a:lnTo>
                      <a:pt x="1705992" y="724158"/>
                    </a:lnTo>
                    <a:lnTo>
                      <a:pt x="1706626" y="722889"/>
                    </a:lnTo>
                    <a:lnTo>
                      <a:pt x="1707895" y="722254"/>
                    </a:lnTo>
                    <a:lnTo>
                      <a:pt x="1709165" y="722254"/>
                    </a:lnTo>
                    <a:lnTo>
                      <a:pt x="1713608" y="724158"/>
                    </a:lnTo>
                    <a:lnTo>
                      <a:pt x="1719954" y="724793"/>
                    </a:lnTo>
                    <a:lnTo>
                      <a:pt x="1719954" y="725427"/>
                    </a:lnTo>
                    <a:lnTo>
                      <a:pt x="1718050" y="725427"/>
                    </a:lnTo>
                    <a:lnTo>
                      <a:pt x="1717415" y="725427"/>
                    </a:lnTo>
                    <a:lnTo>
                      <a:pt x="1716781" y="726062"/>
                    </a:lnTo>
                    <a:lnTo>
                      <a:pt x="1717415" y="726697"/>
                    </a:lnTo>
                    <a:lnTo>
                      <a:pt x="1719320" y="727331"/>
                    </a:lnTo>
                    <a:lnTo>
                      <a:pt x="1719954" y="728601"/>
                    </a:lnTo>
                    <a:lnTo>
                      <a:pt x="1719320" y="729870"/>
                    </a:lnTo>
                    <a:lnTo>
                      <a:pt x="1719320" y="729870"/>
                    </a:lnTo>
                    <a:lnTo>
                      <a:pt x="1718685" y="729870"/>
                    </a:lnTo>
                    <a:lnTo>
                      <a:pt x="1718685" y="730505"/>
                    </a:lnTo>
                    <a:lnTo>
                      <a:pt x="1719954" y="731774"/>
                    </a:lnTo>
                    <a:lnTo>
                      <a:pt x="1722493" y="736217"/>
                    </a:lnTo>
                    <a:lnTo>
                      <a:pt x="1723762" y="737486"/>
                    </a:lnTo>
                    <a:lnTo>
                      <a:pt x="1725032" y="738121"/>
                    </a:lnTo>
                    <a:lnTo>
                      <a:pt x="1727570" y="741929"/>
                    </a:lnTo>
                    <a:lnTo>
                      <a:pt x="1728205" y="743833"/>
                    </a:lnTo>
                    <a:lnTo>
                      <a:pt x="1728840" y="748910"/>
                    </a:lnTo>
                    <a:lnTo>
                      <a:pt x="1728205" y="760334"/>
                    </a:lnTo>
                    <a:lnTo>
                      <a:pt x="1728205" y="765412"/>
                    </a:lnTo>
                    <a:lnTo>
                      <a:pt x="1732648" y="781278"/>
                    </a:lnTo>
                    <a:lnTo>
                      <a:pt x="1733282" y="790163"/>
                    </a:lnTo>
                    <a:lnTo>
                      <a:pt x="1731378" y="798414"/>
                    </a:lnTo>
                    <a:lnTo>
                      <a:pt x="1729474" y="801588"/>
                    </a:lnTo>
                    <a:lnTo>
                      <a:pt x="1728205" y="802857"/>
                    </a:lnTo>
                    <a:lnTo>
                      <a:pt x="1726301" y="804126"/>
                    </a:lnTo>
                    <a:lnTo>
                      <a:pt x="1723128" y="809204"/>
                    </a:lnTo>
                    <a:lnTo>
                      <a:pt x="1721858" y="809838"/>
                    </a:lnTo>
                    <a:lnTo>
                      <a:pt x="1720589" y="810473"/>
                    </a:lnTo>
                    <a:lnTo>
                      <a:pt x="1719320" y="811742"/>
                    </a:lnTo>
                    <a:lnTo>
                      <a:pt x="1718685" y="814281"/>
                    </a:lnTo>
                    <a:lnTo>
                      <a:pt x="1718050" y="815550"/>
                    </a:lnTo>
                    <a:lnTo>
                      <a:pt x="1711069" y="821897"/>
                    </a:lnTo>
                    <a:lnTo>
                      <a:pt x="1701549" y="823801"/>
                    </a:lnTo>
                    <a:lnTo>
                      <a:pt x="1700914" y="824436"/>
                    </a:lnTo>
                    <a:lnTo>
                      <a:pt x="1700280" y="825070"/>
                    </a:lnTo>
                    <a:lnTo>
                      <a:pt x="1699645" y="825705"/>
                    </a:lnTo>
                    <a:lnTo>
                      <a:pt x="1699010" y="825070"/>
                    </a:lnTo>
                    <a:lnTo>
                      <a:pt x="1698375" y="824436"/>
                    </a:lnTo>
                    <a:lnTo>
                      <a:pt x="1697741" y="823801"/>
                    </a:lnTo>
                    <a:lnTo>
                      <a:pt x="1697106" y="823801"/>
                    </a:lnTo>
                    <a:lnTo>
                      <a:pt x="1696471" y="823801"/>
                    </a:lnTo>
                    <a:lnTo>
                      <a:pt x="1693933" y="825070"/>
                    </a:lnTo>
                    <a:lnTo>
                      <a:pt x="1693298" y="825070"/>
                    </a:lnTo>
                    <a:lnTo>
                      <a:pt x="1692663" y="824436"/>
                    </a:lnTo>
                    <a:lnTo>
                      <a:pt x="1691394" y="823166"/>
                    </a:lnTo>
                    <a:lnTo>
                      <a:pt x="1689490" y="822532"/>
                    </a:lnTo>
                    <a:lnTo>
                      <a:pt x="1665373" y="823801"/>
                    </a:lnTo>
                    <a:lnTo>
                      <a:pt x="1665373" y="823166"/>
                    </a:lnTo>
                    <a:lnTo>
                      <a:pt x="1666642" y="822532"/>
                    </a:lnTo>
                    <a:lnTo>
                      <a:pt x="1668546" y="822532"/>
                    </a:lnTo>
                    <a:lnTo>
                      <a:pt x="1669815" y="821897"/>
                    </a:lnTo>
                    <a:lnTo>
                      <a:pt x="1670450" y="821262"/>
                    </a:lnTo>
                    <a:lnTo>
                      <a:pt x="1671085" y="819993"/>
                    </a:lnTo>
                    <a:lnTo>
                      <a:pt x="1671719" y="818724"/>
                    </a:lnTo>
                    <a:lnTo>
                      <a:pt x="1672354" y="818724"/>
                    </a:lnTo>
                    <a:lnTo>
                      <a:pt x="1671719" y="818724"/>
                    </a:lnTo>
                    <a:lnTo>
                      <a:pt x="1671085" y="818089"/>
                    </a:lnTo>
                    <a:lnTo>
                      <a:pt x="1670450" y="817455"/>
                    </a:lnTo>
                    <a:lnTo>
                      <a:pt x="1669815" y="815550"/>
                    </a:lnTo>
                    <a:lnTo>
                      <a:pt x="1669181" y="814916"/>
                    </a:lnTo>
                    <a:lnTo>
                      <a:pt x="1667277" y="814281"/>
                    </a:lnTo>
                    <a:lnTo>
                      <a:pt x="1665373" y="813012"/>
                    </a:lnTo>
                    <a:lnTo>
                      <a:pt x="1664103" y="812377"/>
                    </a:lnTo>
                    <a:lnTo>
                      <a:pt x="1662834" y="811108"/>
                    </a:lnTo>
                    <a:lnTo>
                      <a:pt x="1662199" y="811108"/>
                    </a:lnTo>
                    <a:lnTo>
                      <a:pt x="1660295" y="810473"/>
                    </a:lnTo>
                    <a:lnTo>
                      <a:pt x="1659661" y="811108"/>
                    </a:lnTo>
                    <a:lnTo>
                      <a:pt x="1659026" y="812377"/>
                    </a:lnTo>
                    <a:lnTo>
                      <a:pt x="1660930" y="815550"/>
                    </a:lnTo>
                    <a:lnTo>
                      <a:pt x="1660295" y="817455"/>
                    </a:lnTo>
                    <a:lnTo>
                      <a:pt x="1659026" y="818724"/>
                    </a:lnTo>
                    <a:lnTo>
                      <a:pt x="1657757" y="819358"/>
                    </a:lnTo>
                    <a:lnTo>
                      <a:pt x="1656487" y="820628"/>
                    </a:lnTo>
                    <a:lnTo>
                      <a:pt x="1655853" y="821262"/>
                    </a:lnTo>
                    <a:lnTo>
                      <a:pt x="1653949" y="822532"/>
                    </a:lnTo>
                    <a:lnTo>
                      <a:pt x="1653314" y="823166"/>
                    </a:lnTo>
                    <a:lnTo>
                      <a:pt x="1652045" y="825070"/>
                    </a:lnTo>
                    <a:lnTo>
                      <a:pt x="1642525" y="837129"/>
                    </a:lnTo>
                    <a:lnTo>
                      <a:pt x="1637447" y="841572"/>
                    </a:lnTo>
                    <a:lnTo>
                      <a:pt x="1632370" y="841572"/>
                    </a:lnTo>
                    <a:lnTo>
                      <a:pt x="1631101" y="842841"/>
                    </a:lnTo>
                    <a:lnTo>
                      <a:pt x="1630466" y="843476"/>
                    </a:lnTo>
                    <a:lnTo>
                      <a:pt x="1629831" y="844745"/>
                    </a:lnTo>
                    <a:lnTo>
                      <a:pt x="1629831" y="846015"/>
                    </a:lnTo>
                    <a:lnTo>
                      <a:pt x="1629831" y="847284"/>
                    </a:lnTo>
                    <a:lnTo>
                      <a:pt x="1629196" y="848553"/>
                    </a:lnTo>
                    <a:lnTo>
                      <a:pt x="1627927" y="849823"/>
                    </a:lnTo>
                    <a:lnTo>
                      <a:pt x="1625388" y="851092"/>
                    </a:lnTo>
                    <a:lnTo>
                      <a:pt x="1622850" y="851726"/>
                    </a:lnTo>
                    <a:lnTo>
                      <a:pt x="1622215" y="852361"/>
                    </a:lnTo>
                    <a:lnTo>
                      <a:pt x="1621581" y="852996"/>
                    </a:lnTo>
                    <a:lnTo>
                      <a:pt x="1620311" y="854265"/>
                    </a:lnTo>
                    <a:lnTo>
                      <a:pt x="1619042" y="854900"/>
                    </a:lnTo>
                    <a:lnTo>
                      <a:pt x="1617138" y="856804"/>
                    </a:lnTo>
                    <a:lnTo>
                      <a:pt x="1615868" y="856804"/>
                    </a:lnTo>
                    <a:lnTo>
                      <a:pt x="1606348" y="856169"/>
                    </a:lnTo>
                    <a:lnTo>
                      <a:pt x="1603175" y="857439"/>
                    </a:lnTo>
                    <a:lnTo>
                      <a:pt x="1602540" y="856804"/>
                    </a:lnTo>
                    <a:lnTo>
                      <a:pt x="1601271" y="853630"/>
                    </a:lnTo>
                    <a:lnTo>
                      <a:pt x="1599367" y="850457"/>
                    </a:lnTo>
                    <a:lnTo>
                      <a:pt x="1596828" y="849188"/>
                    </a:lnTo>
                    <a:lnTo>
                      <a:pt x="1595559" y="847284"/>
                    </a:lnTo>
                    <a:lnTo>
                      <a:pt x="1594290" y="848553"/>
                    </a:lnTo>
                    <a:lnTo>
                      <a:pt x="1591751" y="852361"/>
                    </a:lnTo>
                    <a:lnTo>
                      <a:pt x="1589212" y="854265"/>
                    </a:lnTo>
                    <a:lnTo>
                      <a:pt x="1583500" y="856804"/>
                    </a:lnTo>
                    <a:lnTo>
                      <a:pt x="1580962" y="859343"/>
                    </a:lnTo>
                    <a:lnTo>
                      <a:pt x="1582231" y="855535"/>
                    </a:lnTo>
                    <a:lnTo>
                      <a:pt x="1589212" y="852361"/>
                    </a:lnTo>
                    <a:lnTo>
                      <a:pt x="1591116" y="849188"/>
                    </a:lnTo>
                    <a:lnTo>
                      <a:pt x="1592386" y="847919"/>
                    </a:lnTo>
                    <a:lnTo>
                      <a:pt x="1594290" y="846649"/>
                    </a:lnTo>
                    <a:lnTo>
                      <a:pt x="1595559" y="846015"/>
                    </a:lnTo>
                    <a:lnTo>
                      <a:pt x="1594290" y="844745"/>
                    </a:lnTo>
                    <a:lnTo>
                      <a:pt x="1593020" y="844745"/>
                    </a:lnTo>
                    <a:lnTo>
                      <a:pt x="1590482" y="846015"/>
                    </a:lnTo>
                    <a:lnTo>
                      <a:pt x="1589212" y="846015"/>
                    </a:lnTo>
                    <a:lnTo>
                      <a:pt x="1589212" y="845380"/>
                    </a:lnTo>
                    <a:lnTo>
                      <a:pt x="1590482" y="844745"/>
                    </a:lnTo>
                    <a:lnTo>
                      <a:pt x="1591116" y="843476"/>
                    </a:lnTo>
                    <a:lnTo>
                      <a:pt x="1591116" y="842206"/>
                    </a:lnTo>
                    <a:lnTo>
                      <a:pt x="1589847" y="840937"/>
                    </a:lnTo>
                    <a:lnTo>
                      <a:pt x="1589847" y="840303"/>
                    </a:lnTo>
                    <a:lnTo>
                      <a:pt x="1589847" y="838399"/>
                    </a:lnTo>
                    <a:lnTo>
                      <a:pt x="1589847" y="837764"/>
                    </a:lnTo>
                    <a:lnTo>
                      <a:pt x="1589212" y="837129"/>
                    </a:lnTo>
                    <a:lnTo>
                      <a:pt x="1588578" y="836495"/>
                    </a:lnTo>
                    <a:lnTo>
                      <a:pt x="1589212" y="835860"/>
                    </a:lnTo>
                    <a:lnTo>
                      <a:pt x="1589212" y="835225"/>
                    </a:lnTo>
                    <a:lnTo>
                      <a:pt x="1587943" y="834590"/>
                    </a:lnTo>
                    <a:lnTo>
                      <a:pt x="1587308" y="834590"/>
                    </a:lnTo>
                    <a:lnTo>
                      <a:pt x="1584135" y="834590"/>
                    </a:lnTo>
                    <a:lnTo>
                      <a:pt x="1577154" y="829513"/>
                    </a:lnTo>
                    <a:lnTo>
                      <a:pt x="1570172" y="827609"/>
                    </a:lnTo>
                    <a:lnTo>
                      <a:pt x="1559383" y="829513"/>
                    </a:lnTo>
                    <a:lnTo>
                      <a:pt x="1556209" y="831417"/>
                    </a:lnTo>
                    <a:lnTo>
                      <a:pt x="1552402" y="835225"/>
                    </a:lnTo>
                    <a:lnTo>
                      <a:pt x="1551767" y="835860"/>
                    </a:lnTo>
                    <a:lnTo>
                      <a:pt x="1550498" y="835860"/>
                    </a:lnTo>
                    <a:lnTo>
                      <a:pt x="1547324" y="837764"/>
                    </a:lnTo>
                    <a:lnTo>
                      <a:pt x="1546689" y="839033"/>
                    </a:lnTo>
                    <a:lnTo>
                      <a:pt x="1547959" y="840303"/>
                    </a:lnTo>
                    <a:lnTo>
                      <a:pt x="1548593" y="840937"/>
                    </a:lnTo>
                    <a:lnTo>
                      <a:pt x="1548593" y="842206"/>
                    </a:lnTo>
                    <a:lnTo>
                      <a:pt x="1549228" y="844110"/>
                    </a:lnTo>
                    <a:lnTo>
                      <a:pt x="1555575" y="847284"/>
                    </a:lnTo>
                    <a:lnTo>
                      <a:pt x="1556844" y="848553"/>
                    </a:lnTo>
                    <a:lnTo>
                      <a:pt x="1557479" y="850457"/>
                    </a:lnTo>
                    <a:lnTo>
                      <a:pt x="1558114" y="853630"/>
                    </a:lnTo>
                    <a:lnTo>
                      <a:pt x="1557479" y="854265"/>
                    </a:lnTo>
                    <a:lnTo>
                      <a:pt x="1556844" y="854265"/>
                    </a:lnTo>
                    <a:lnTo>
                      <a:pt x="1556209" y="853630"/>
                    </a:lnTo>
                    <a:lnTo>
                      <a:pt x="1555575" y="852361"/>
                    </a:lnTo>
                    <a:lnTo>
                      <a:pt x="1554940" y="852361"/>
                    </a:lnTo>
                    <a:lnTo>
                      <a:pt x="1554306" y="852996"/>
                    </a:lnTo>
                    <a:lnTo>
                      <a:pt x="1553671" y="852996"/>
                    </a:lnTo>
                    <a:lnTo>
                      <a:pt x="1552402" y="851726"/>
                    </a:lnTo>
                    <a:lnTo>
                      <a:pt x="1551767" y="851726"/>
                    </a:lnTo>
                    <a:lnTo>
                      <a:pt x="1551132" y="851726"/>
                    </a:lnTo>
                    <a:lnTo>
                      <a:pt x="1550498" y="852361"/>
                    </a:lnTo>
                    <a:lnTo>
                      <a:pt x="1549863" y="852996"/>
                    </a:lnTo>
                    <a:lnTo>
                      <a:pt x="1549863" y="852996"/>
                    </a:lnTo>
                    <a:lnTo>
                      <a:pt x="1549228" y="852996"/>
                    </a:lnTo>
                    <a:lnTo>
                      <a:pt x="1548593" y="851726"/>
                    </a:lnTo>
                    <a:lnTo>
                      <a:pt x="1548593" y="851092"/>
                    </a:lnTo>
                    <a:lnTo>
                      <a:pt x="1547959" y="850457"/>
                    </a:lnTo>
                    <a:lnTo>
                      <a:pt x="1541612" y="849823"/>
                    </a:lnTo>
                    <a:lnTo>
                      <a:pt x="1540343" y="850457"/>
                    </a:lnTo>
                    <a:lnTo>
                      <a:pt x="1538439" y="851726"/>
                    </a:lnTo>
                    <a:lnTo>
                      <a:pt x="1536535" y="853630"/>
                    </a:lnTo>
                    <a:lnTo>
                      <a:pt x="1532727" y="859977"/>
                    </a:lnTo>
                    <a:lnTo>
                      <a:pt x="1531457" y="862516"/>
                    </a:lnTo>
                    <a:lnTo>
                      <a:pt x="1530823" y="863785"/>
                    </a:lnTo>
                    <a:lnTo>
                      <a:pt x="1530823" y="864420"/>
                    </a:lnTo>
                    <a:lnTo>
                      <a:pt x="1530188" y="866324"/>
                    </a:lnTo>
                    <a:lnTo>
                      <a:pt x="1530188" y="866959"/>
                    </a:lnTo>
                    <a:lnTo>
                      <a:pt x="1529553" y="866959"/>
                    </a:lnTo>
                    <a:lnTo>
                      <a:pt x="1528284" y="868228"/>
                    </a:lnTo>
                    <a:lnTo>
                      <a:pt x="1528919" y="870767"/>
                    </a:lnTo>
                    <a:lnTo>
                      <a:pt x="1530188" y="872036"/>
                    </a:lnTo>
                    <a:lnTo>
                      <a:pt x="1533361" y="873305"/>
                    </a:lnTo>
                    <a:lnTo>
                      <a:pt x="1532727" y="874575"/>
                    </a:lnTo>
                    <a:lnTo>
                      <a:pt x="1532092" y="874575"/>
                    </a:lnTo>
                    <a:lnTo>
                      <a:pt x="1530188" y="873305"/>
                    </a:lnTo>
                    <a:lnTo>
                      <a:pt x="1529553" y="873305"/>
                    </a:lnTo>
                    <a:lnTo>
                      <a:pt x="1528919" y="873305"/>
                    </a:lnTo>
                    <a:lnTo>
                      <a:pt x="1528284" y="873305"/>
                    </a:lnTo>
                    <a:lnTo>
                      <a:pt x="1527649" y="873940"/>
                    </a:lnTo>
                    <a:lnTo>
                      <a:pt x="1528284" y="875209"/>
                    </a:lnTo>
                    <a:lnTo>
                      <a:pt x="1528284" y="875844"/>
                    </a:lnTo>
                    <a:lnTo>
                      <a:pt x="1527649" y="875844"/>
                    </a:lnTo>
                    <a:lnTo>
                      <a:pt x="1527649" y="876479"/>
                    </a:lnTo>
                    <a:lnTo>
                      <a:pt x="1527649" y="877113"/>
                    </a:lnTo>
                    <a:lnTo>
                      <a:pt x="1527649" y="877748"/>
                    </a:lnTo>
                    <a:lnTo>
                      <a:pt x="1528284" y="878383"/>
                    </a:lnTo>
                    <a:lnTo>
                      <a:pt x="1528284" y="879017"/>
                    </a:lnTo>
                    <a:lnTo>
                      <a:pt x="1527649" y="879652"/>
                    </a:lnTo>
                    <a:lnTo>
                      <a:pt x="1527015" y="880287"/>
                    </a:lnTo>
                    <a:lnTo>
                      <a:pt x="1527649" y="882191"/>
                    </a:lnTo>
                    <a:lnTo>
                      <a:pt x="1528284" y="884095"/>
                    </a:lnTo>
                    <a:lnTo>
                      <a:pt x="1528284" y="886633"/>
                    </a:lnTo>
                    <a:lnTo>
                      <a:pt x="1528284" y="889807"/>
                    </a:lnTo>
                    <a:lnTo>
                      <a:pt x="1528284" y="893615"/>
                    </a:lnTo>
                    <a:lnTo>
                      <a:pt x="1530188" y="894249"/>
                    </a:lnTo>
                    <a:lnTo>
                      <a:pt x="1532092" y="892980"/>
                    </a:lnTo>
                    <a:lnTo>
                      <a:pt x="1536535" y="889172"/>
                    </a:lnTo>
                    <a:lnTo>
                      <a:pt x="1539073" y="887903"/>
                    </a:lnTo>
                    <a:lnTo>
                      <a:pt x="1541612" y="885364"/>
                    </a:lnTo>
                    <a:lnTo>
                      <a:pt x="1543516" y="883460"/>
                    </a:lnTo>
                    <a:lnTo>
                      <a:pt x="1545420" y="882825"/>
                    </a:lnTo>
                    <a:lnTo>
                      <a:pt x="1546689" y="883460"/>
                    </a:lnTo>
                    <a:lnTo>
                      <a:pt x="1533361" y="895519"/>
                    </a:lnTo>
                    <a:lnTo>
                      <a:pt x="1528919" y="897423"/>
                    </a:lnTo>
                    <a:lnTo>
                      <a:pt x="1527649" y="897423"/>
                    </a:lnTo>
                    <a:lnTo>
                      <a:pt x="1527015" y="897423"/>
                    </a:lnTo>
                    <a:lnTo>
                      <a:pt x="1526380" y="898057"/>
                    </a:lnTo>
                    <a:lnTo>
                      <a:pt x="1525745" y="898692"/>
                    </a:lnTo>
                    <a:lnTo>
                      <a:pt x="1525745" y="899327"/>
                    </a:lnTo>
                    <a:lnTo>
                      <a:pt x="1525745" y="899327"/>
                    </a:lnTo>
                    <a:lnTo>
                      <a:pt x="1526380" y="899327"/>
                    </a:lnTo>
                    <a:lnTo>
                      <a:pt x="1527015" y="899962"/>
                    </a:lnTo>
                    <a:lnTo>
                      <a:pt x="1527649" y="901231"/>
                    </a:lnTo>
                    <a:lnTo>
                      <a:pt x="1527649" y="902500"/>
                    </a:lnTo>
                    <a:lnTo>
                      <a:pt x="1527015" y="903769"/>
                    </a:lnTo>
                    <a:lnTo>
                      <a:pt x="1524476" y="906943"/>
                    </a:lnTo>
                    <a:lnTo>
                      <a:pt x="1525745" y="907577"/>
                    </a:lnTo>
                    <a:lnTo>
                      <a:pt x="1528919" y="906943"/>
                    </a:lnTo>
                    <a:lnTo>
                      <a:pt x="1530188" y="908847"/>
                    </a:lnTo>
                    <a:lnTo>
                      <a:pt x="1530823" y="909482"/>
                    </a:lnTo>
                    <a:lnTo>
                      <a:pt x="1531457" y="908847"/>
                    </a:lnTo>
                    <a:lnTo>
                      <a:pt x="1532727" y="907577"/>
                    </a:lnTo>
                    <a:lnTo>
                      <a:pt x="1533996" y="906308"/>
                    </a:lnTo>
                    <a:lnTo>
                      <a:pt x="1534631" y="906308"/>
                    </a:lnTo>
                    <a:lnTo>
                      <a:pt x="1535265" y="906308"/>
                    </a:lnTo>
                    <a:lnTo>
                      <a:pt x="1533361" y="908212"/>
                    </a:lnTo>
                    <a:lnTo>
                      <a:pt x="1532092" y="909482"/>
                    </a:lnTo>
                    <a:lnTo>
                      <a:pt x="1532092" y="910751"/>
                    </a:lnTo>
                    <a:lnTo>
                      <a:pt x="1534631" y="911386"/>
                    </a:lnTo>
                    <a:lnTo>
                      <a:pt x="1535900" y="912020"/>
                    </a:lnTo>
                    <a:lnTo>
                      <a:pt x="1535900" y="913924"/>
                    </a:lnTo>
                    <a:lnTo>
                      <a:pt x="1544151" y="906943"/>
                    </a:lnTo>
                    <a:lnTo>
                      <a:pt x="1543516" y="906943"/>
                    </a:lnTo>
                    <a:lnTo>
                      <a:pt x="1542247" y="906943"/>
                    </a:lnTo>
                    <a:lnTo>
                      <a:pt x="1541612" y="906943"/>
                    </a:lnTo>
                    <a:lnTo>
                      <a:pt x="1540977" y="907577"/>
                    </a:lnTo>
                    <a:lnTo>
                      <a:pt x="1539073" y="910116"/>
                    </a:lnTo>
                    <a:lnTo>
                      <a:pt x="1537804" y="910751"/>
                    </a:lnTo>
                    <a:lnTo>
                      <a:pt x="1536535" y="910751"/>
                    </a:lnTo>
                    <a:lnTo>
                      <a:pt x="1537804" y="910116"/>
                    </a:lnTo>
                    <a:lnTo>
                      <a:pt x="1539073" y="909482"/>
                    </a:lnTo>
                    <a:lnTo>
                      <a:pt x="1540977" y="907577"/>
                    </a:lnTo>
                    <a:lnTo>
                      <a:pt x="1541612" y="906943"/>
                    </a:lnTo>
                    <a:lnTo>
                      <a:pt x="1543516" y="905673"/>
                    </a:lnTo>
                    <a:lnTo>
                      <a:pt x="1540343" y="905673"/>
                    </a:lnTo>
                    <a:lnTo>
                      <a:pt x="1539708" y="905039"/>
                    </a:lnTo>
                    <a:lnTo>
                      <a:pt x="1539073" y="904404"/>
                    </a:lnTo>
                    <a:lnTo>
                      <a:pt x="1538439" y="902500"/>
                    </a:lnTo>
                    <a:lnTo>
                      <a:pt x="1537804" y="901866"/>
                    </a:lnTo>
                    <a:lnTo>
                      <a:pt x="1533996" y="900596"/>
                    </a:lnTo>
                    <a:lnTo>
                      <a:pt x="1532092" y="899327"/>
                    </a:lnTo>
                    <a:lnTo>
                      <a:pt x="1532092" y="897423"/>
                    </a:lnTo>
                    <a:lnTo>
                      <a:pt x="1531457" y="896788"/>
                    </a:lnTo>
                    <a:lnTo>
                      <a:pt x="1531457" y="895519"/>
                    </a:lnTo>
                    <a:lnTo>
                      <a:pt x="1532092" y="894884"/>
                    </a:lnTo>
                    <a:lnTo>
                      <a:pt x="1532727" y="894249"/>
                    </a:lnTo>
                    <a:lnTo>
                      <a:pt x="1532092" y="892980"/>
                    </a:lnTo>
                    <a:lnTo>
                      <a:pt x="1531457" y="892980"/>
                    </a:lnTo>
                    <a:lnTo>
                      <a:pt x="1529553" y="892980"/>
                    </a:lnTo>
                    <a:lnTo>
                      <a:pt x="1525111" y="891711"/>
                    </a:lnTo>
                    <a:lnTo>
                      <a:pt x="1523207" y="891711"/>
                    </a:lnTo>
                    <a:lnTo>
                      <a:pt x="1521303" y="892345"/>
                    </a:lnTo>
                    <a:lnTo>
                      <a:pt x="1519399" y="893615"/>
                    </a:lnTo>
                    <a:lnTo>
                      <a:pt x="1516225" y="897423"/>
                    </a:lnTo>
                    <a:lnTo>
                      <a:pt x="1511148" y="900596"/>
                    </a:lnTo>
                    <a:lnTo>
                      <a:pt x="1509879" y="901866"/>
                    </a:lnTo>
                    <a:lnTo>
                      <a:pt x="1508609" y="903769"/>
                    </a:lnTo>
                    <a:lnTo>
                      <a:pt x="1507340" y="906308"/>
                    </a:lnTo>
                    <a:lnTo>
                      <a:pt x="1506705" y="906943"/>
                    </a:lnTo>
                    <a:lnTo>
                      <a:pt x="1500359" y="912655"/>
                    </a:lnTo>
                    <a:lnTo>
                      <a:pt x="1490839" y="924713"/>
                    </a:lnTo>
                    <a:lnTo>
                      <a:pt x="1488300" y="925983"/>
                    </a:lnTo>
                    <a:lnTo>
                      <a:pt x="1487031" y="927252"/>
                    </a:lnTo>
                    <a:lnTo>
                      <a:pt x="1485761" y="929156"/>
                    </a:lnTo>
                    <a:lnTo>
                      <a:pt x="1485127" y="930426"/>
                    </a:lnTo>
                    <a:lnTo>
                      <a:pt x="1485127" y="931695"/>
                    </a:lnTo>
                    <a:lnTo>
                      <a:pt x="1484492" y="932964"/>
                    </a:lnTo>
                    <a:lnTo>
                      <a:pt x="1483857" y="934234"/>
                    </a:lnTo>
                    <a:lnTo>
                      <a:pt x="1482588" y="934868"/>
                    </a:lnTo>
                    <a:lnTo>
                      <a:pt x="1480049" y="939946"/>
                    </a:lnTo>
                    <a:lnTo>
                      <a:pt x="1479415" y="941850"/>
                    </a:lnTo>
                    <a:lnTo>
                      <a:pt x="1479415" y="944388"/>
                    </a:lnTo>
                    <a:lnTo>
                      <a:pt x="1479415" y="946292"/>
                    </a:lnTo>
                    <a:lnTo>
                      <a:pt x="1480049" y="950735"/>
                    </a:lnTo>
                    <a:lnTo>
                      <a:pt x="1480684" y="952639"/>
                    </a:lnTo>
                    <a:lnTo>
                      <a:pt x="1482588" y="954543"/>
                    </a:lnTo>
                    <a:lnTo>
                      <a:pt x="1483857" y="958351"/>
                    </a:lnTo>
                    <a:lnTo>
                      <a:pt x="1485127" y="958986"/>
                    </a:lnTo>
                    <a:lnTo>
                      <a:pt x="1483857" y="959620"/>
                    </a:lnTo>
                    <a:lnTo>
                      <a:pt x="1478145" y="958986"/>
                    </a:lnTo>
                    <a:lnTo>
                      <a:pt x="1477511" y="958986"/>
                    </a:lnTo>
                    <a:lnTo>
                      <a:pt x="1475606" y="960255"/>
                    </a:lnTo>
                    <a:lnTo>
                      <a:pt x="1474337" y="960255"/>
                    </a:lnTo>
                    <a:lnTo>
                      <a:pt x="1472433" y="958986"/>
                    </a:lnTo>
                    <a:lnTo>
                      <a:pt x="1471164" y="958986"/>
                    </a:lnTo>
                    <a:lnTo>
                      <a:pt x="1467990" y="958986"/>
                    </a:lnTo>
                    <a:lnTo>
                      <a:pt x="1464817" y="957716"/>
                    </a:lnTo>
                    <a:lnTo>
                      <a:pt x="1458470" y="958351"/>
                    </a:lnTo>
                    <a:lnTo>
                      <a:pt x="1459105" y="962159"/>
                    </a:lnTo>
                    <a:lnTo>
                      <a:pt x="1460374" y="965967"/>
                    </a:lnTo>
                    <a:lnTo>
                      <a:pt x="1461644" y="968506"/>
                    </a:lnTo>
                    <a:lnTo>
                      <a:pt x="1463548" y="969775"/>
                    </a:lnTo>
                    <a:lnTo>
                      <a:pt x="1464182" y="970410"/>
                    </a:lnTo>
                    <a:lnTo>
                      <a:pt x="1464817" y="972314"/>
                    </a:lnTo>
                    <a:lnTo>
                      <a:pt x="1465452" y="972949"/>
                    </a:lnTo>
                    <a:lnTo>
                      <a:pt x="1466086" y="972949"/>
                    </a:lnTo>
                    <a:lnTo>
                      <a:pt x="1467356" y="972949"/>
                    </a:lnTo>
                    <a:lnTo>
                      <a:pt x="1467990" y="972949"/>
                    </a:lnTo>
                    <a:lnTo>
                      <a:pt x="1468625" y="973583"/>
                    </a:lnTo>
                    <a:lnTo>
                      <a:pt x="1469260" y="974853"/>
                    </a:lnTo>
                    <a:lnTo>
                      <a:pt x="1469895" y="975487"/>
                    </a:lnTo>
                    <a:lnTo>
                      <a:pt x="1472433" y="975487"/>
                    </a:lnTo>
                    <a:lnTo>
                      <a:pt x="1473068" y="976122"/>
                    </a:lnTo>
                    <a:lnTo>
                      <a:pt x="1472433" y="976756"/>
                    </a:lnTo>
                    <a:lnTo>
                      <a:pt x="1460374" y="977391"/>
                    </a:lnTo>
                    <a:lnTo>
                      <a:pt x="1459105" y="978026"/>
                    </a:lnTo>
                    <a:lnTo>
                      <a:pt x="1458470" y="978026"/>
                    </a:lnTo>
                    <a:lnTo>
                      <a:pt x="1455297" y="978026"/>
                    </a:lnTo>
                    <a:lnTo>
                      <a:pt x="1454662" y="977391"/>
                    </a:lnTo>
                    <a:lnTo>
                      <a:pt x="1454028" y="976122"/>
                    </a:lnTo>
                    <a:lnTo>
                      <a:pt x="1454028" y="975487"/>
                    </a:lnTo>
                    <a:lnTo>
                      <a:pt x="1454028" y="974218"/>
                    </a:lnTo>
                    <a:lnTo>
                      <a:pt x="1455932" y="967871"/>
                    </a:lnTo>
                    <a:lnTo>
                      <a:pt x="1454662" y="969140"/>
                    </a:lnTo>
                    <a:lnTo>
                      <a:pt x="1453393" y="971044"/>
                    </a:lnTo>
                    <a:lnTo>
                      <a:pt x="1452758" y="972949"/>
                    </a:lnTo>
                    <a:lnTo>
                      <a:pt x="1452124" y="974853"/>
                    </a:lnTo>
                    <a:lnTo>
                      <a:pt x="1451489" y="979295"/>
                    </a:lnTo>
                    <a:lnTo>
                      <a:pt x="1450854" y="979930"/>
                    </a:lnTo>
                    <a:lnTo>
                      <a:pt x="1450220" y="980564"/>
                    </a:lnTo>
                    <a:lnTo>
                      <a:pt x="1449585" y="981199"/>
                    </a:lnTo>
                    <a:lnTo>
                      <a:pt x="1449585" y="982469"/>
                    </a:lnTo>
                    <a:lnTo>
                      <a:pt x="1450854" y="990084"/>
                    </a:lnTo>
                    <a:lnTo>
                      <a:pt x="1452124" y="991989"/>
                    </a:lnTo>
                    <a:lnTo>
                      <a:pt x="1454662" y="991989"/>
                    </a:lnTo>
                    <a:lnTo>
                      <a:pt x="1454028" y="991354"/>
                    </a:lnTo>
                    <a:lnTo>
                      <a:pt x="1452758" y="990719"/>
                    </a:lnTo>
                    <a:lnTo>
                      <a:pt x="1452758" y="990084"/>
                    </a:lnTo>
                    <a:lnTo>
                      <a:pt x="1453393" y="988815"/>
                    </a:lnTo>
                    <a:lnTo>
                      <a:pt x="1455297" y="988180"/>
                    </a:lnTo>
                    <a:lnTo>
                      <a:pt x="1461644" y="987546"/>
                    </a:lnTo>
                    <a:lnTo>
                      <a:pt x="1462913" y="987546"/>
                    </a:lnTo>
                    <a:lnTo>
                      <a:pt x="1463548" y="988180"/>
                    </a:lnTo>
                    <a:lnTo>
                      <a:pt x="1464182" y="989450"/>
                    </a:lnTo>
                    <a:lnTo>
                      <a:pt x="1464817" y="990084"/>
                    </a:lnTo>
                    <a:lnTo>
                      <a:pt x="1467356" y="991989"/>
                    </a:lnTo>
                    <a:lnTo>
                      <a:pt x="1468625" y="993258"/>
                    </a:lnTo>
                    <a:lnTo>
                      <a:pt x="1468625" y="995797"/>
                    </a:lnTo>
                    <a:lnTo>
                      <a:pt x="1468625" y="997066"/>
                    </a:lnTo>
                    <a:lnTo>
                      <a:pt x="1468625" y="998335"/>
                    </a:lnTo>
                    <a:lnTo>
                      <a:pt x="1467990" y="998970"/>
                    </a:lnTo>
                    <a:lnTo>
                      <a:pt x="1467356" y="999604"/>
                    </a:lnTo>
                    <a:lnTo>
                      <a:pt x="1466721" y="1000239"/>
                    </a:lnTo>
                    <a:lnTo>
                      <a:pt x="1466086" y="1000239"/>
                    </a:lnTo>
                    <a:lnTo>
                      <a:pt x="1464182" y="1000239"/>
                    </a:lnTo>
                    <a:lnTo>
                      <a:pt x="1461009" y="1001509"/>
                    </a:lnTo>
                    <a:lnTo>
                      <a:pt x="1459105" y="1002778"/>
                    </a:lnTo>
                    <a:lnTo>
                      <a:pt x="1458470" y="1004047"/>
                    </a:lnTo>
                    <a:lnTo>
                      <a:pt x="1459740" y="1011029"/>
                    </a:lnTo>
                    <a:lnTo>
                      <a:pt x="1460374" y="1012933"/>
                    </a:lnTo>
                    <a:lnTo>
                      <a:pt x="1461644" y="1014202"/>
                    </a:lnTo>
                    <a:lnTo>
                      <a:pt x="1467990" y="1016106"/>
                    </a:lnTo>
                    <a:lnTo>
                      <a:pt x="1470529" y="1018010"/>
                    </a:lnTo>
                    <a:lnTo>
                      <a:pt x="1471799" y="1018644"/>
                    </a:lnTo>
                    <a:lnTo>
                      <a:pt x="1471164" y="1019279"/>
                    </a:lnTo>
                    <a:lnTo>
                      <a:pt x="1470529" y="1019914"/>
                    </a:lnTo>
                    <a:lnTo>
                      <a:pt x="1470529" y="1021183"/>
                    </a:lnTo>
                    <a:lnTo>
                      <a:pt x="1471164" y="1022453"/>
                    </a:lnTo>
                    <a:lnTo>
                      <a:pt x="1469895" y="1022453"/>
                    </a:lnTo>
                    <a:lnTo>
                      <a:pt x="1469260" y="1023087"/>
                    </a:lnTo>
                    <a:lnTo>
                      <a:pt x="1469260" y="1024357"/>
                    </a:lnTo>
                    <a:lnTo>
                      <a:pt x="1469260" y="1026261"/>
                    </a:lnTo>
                    <a:lnTo>
                      <a:pt x="1469260" y="1026895"/>
                    </a:lnTo>
                    <a:lnTo>
                      <a:pt x="1469260" y="1027530"/>
                    </a:lnTo>
                    <a:lnTo>
                      <a:pt x="1469260" y="1028165"/>
                    </a:lnTo>
                    <a:lnTo>
                      <a:pt x="1469260" y="1028799"/>
                    </a:lnTo>
                    <a:lnTo>
                      <a:pt x="1469260" y="1029434"/>
                    </a:lnTo>
                    <a:lnTo>
                      <a:pt x="1469260" y="1029434"/>
                    </a:lnTo>
                    <a:lnTo>
                      <a:pt x="1469260" y="1029434"/>
                    </a:lnTo>
                    <a:lnTo>
                      <a:pt x="1469260" y="1029434"/>
                    </a:lnTo>
                    <a:lnTo>
                      <a:pt x="1469260" y="1031973"/>
                    </a:lnTo>
                    <a:lnTo>
                      <a:pt x="1469260" y="1034511"/>
                    </a:lnTo>
                    <a:lnTo>
                      <a:pt x="1469895" y="1036416"/>
                    </a:lnTo>
                    <a:lnTo>
                      <a:pt x="1470529" y="1038319"/>
                    </a:lnTo>
                    <a:lnTo>
                      <a:pt x="1471799" y="1040223"/>
                    </a:lnTo>
                    <a:lnTo>
                      <a:pt x="1473702" y="1041493"/>
                    </a:lnTo>
                    <a:lnTo>
                      <a:pt x="1477511" y="1042762"/>
                    </a:lnTo>
                    <a:lnTo>
                      <a:pt x="1479415" y="1044031"/>
                    </a:lnTo>
                    <a:lnTo>
                      <a:pt x="1480684" y="1044666"/>
                    </a:lnTo>
                    <a:lnTo>
                      <a:pt x="1481319" y="1044031"/>
                    </a:lnTo>
                    <a:lnTo>
                      <a:pt x="1481953" y="1040858"/>
                    </a:lnTo>
                    <a:lnTo>
                      <a:pt x="1481953" y="1039589"/>
                    </a:lnTo>
                    <a:lnTo>
                      <a:pt x="1481953" y="1038954"/>
                    </a:lnTo>
                    <a:lnTo>
                      <a:pt x="1483857" y="1036416"/>
                    </a:lnTo>
                    <a:lnTo>
                      <a:pt x="1483223" y="1034511"/>
                    </a:lnTo>
                    <a:lnTo>
                      <a:pt x="1481953" y="1031973"/>
                    </a:lnTo>
                    <a:lnTo>
                      <a:pt x="1483223" y="1028799"/>
                    </a:lnTo>
                    <a:lnTo>
                      <a:pt x="1485127" y="1026895"/>
                    </a:lnTo>
                    <a:lnTo>
                      <a:pt x="1487665" y="1025626"/>
                    </a:lnTo>
                    <a:lnTo>
                      <a:pt x="1490204" y="1024991"/>
                    </a:lnTo>
                    <a:lnTo>
                      <a:pt x="1492108" y="1024991"/>
                    </a:lnTo>
                    <a:lnTo>
                      <a:pt x="1492108" y="1023087"/>
                    </a:lnTo>
                    <a:lnTo>
                      <a:pt x="1492743" y="1021818"/>
                    </a:lnTo>
                    <a:lnTo>
                      <a:pt x="1493377" y="1021183"/>
                    </a:lnTo>
                    <a:lnTo>
                      <a:pt x="1493377" y="1020549"/>
                    </a:lnTo>
                    <a:lnTo>
                      <a:pt x="1492743" y="1019914"/>
                    </a:lnTo>
                    <a:lnTo>
                      <a:pt x="1491473" y="1019914"/>
                    </a:lnTo>
                    <a:lnTo>
                      <a:pt x="1490839" y="1019914"/>
                    </a:lnTo>
                    <a:lnTo>
                      <a:pt x="1490204" y="1018010"/>
                    </a:lnTo>
                    <a:lnTo>
                      <a:pt x="1490839" y="1018010"/>
                    </a:lnTo>
                    <a:lnTo>
                      <a:pt x="1491473" y="1017375"/>
                    </a:lnTo>
                    <a:lnTo>
                      <a:pt x="1492108" y="1016741"/>
                    </a:lnTo>
                    <a:lnTo>
                      <a:pt x="1492743" y="1016106"/>
                    </a:lnTo>
                    <a:lnTo>
                      <a:pt x="1493377" y="1015471"/>
                    </a:lnTo>
                    <a:lnTo>
                      <a:pt x="1495281" y="1014837"/>
                    </a:lnTo>
                    <a:lnTo>
                      <a:pt x="1495916" y="1014202"/>
                    </a:lnTo>
                    <a:lnTo>
                      <a:pt x="1495916" y="1013567"/>
                    </a:lnTo>
                    <a:lnTo>
                      <a:pt x="1495916" y="1011663"/>
                    </a:lnTo>
                    <a:lnTo>
                      <a:pt x="1497185" y="1011029"/>
                    </a:lnTo>
                    <a:lnTo>
                      <a:pt x="1499089" y="1009759"/>
                    </a:lnTo>
                    <a:lnTo>
                      <a:pt x="1500359" y="1009759"/>
                    </a:lnTo>
                    <a:lnTo>
                      <a:pt x="1500993" y="1009759"/>
                    </a:lnTo>
                    <a:lnTo>
                      <a:pt x="1501628" y="1010394"/>
                    </a:lnTo>
                    <a:lnTo>
                      <a:pt x="1502263" y="1011029"/>
                    </a:lnTo>
                    <a:lnTo>
                      <a:pt x="1502897" y="1011029"/>
                    </a:lnTo>
                    <a:lnTo>
                      <a:pt x="1503532" y="1010394"/>
                    </a:lnTo>
                    <a:lnTo>
                      <a:pt x="1503532" y="1009759"/>
                    </a:lnTo>
                    <a:lnTo>
                      <a:pt x="1503532" y="1009124"/>
                    </a:lnTo>
                    <a:lnTo>
                      <a:pt x="1503532" y="1007220"/>
                    </a:lnTo>
                    <a:lnTo>
                      <a:pt x="1503532" y="1005951"/>
                    </a:lnTo>
                    <a:lnTo>
                      <a:pt x="1503532" y="1005317"/>
                    </a:lnTo>
                    <a:lnTo>
                      <a:pt x="1504167" y="1005317"/>
                    </a:lnTo>
                    <a:lnTo>
                      <a:pt x="1504801" y="1005951"/>
                    </a:lnTo>
                    <a:lnTo>
                      <a:pt x="1505436" y="1006586"/>
                    </a:lnTo>
                    <a:lnTo>
                      <a:pt x="1506071" y="1006586"/>
                    </a:lnTo>
                    <a:lnTo>
                      <a:pt x="1506705" y="1005951"/>
                    </a:lnTo>
                    <a:lnTo>
                      <a:pt x="1507340" y="1004682"/>
                    </a:lnTo>
                    <a:lnTo>
                      <a:pt x="1507975" y="1004047"/>
                    </a:lnTo>
                    <a:lnTo>
                      <a:pt x="1508609" y="1003413"/>
                    </a:lnTo>
                    <a:lnTo>
                      <a:pt x="1509879" y="1002778"/>
                    </a:lnTo>
                    <a:lnTo>
                      <a:pt x="1511148" y="1002143"/>
                    </a:lnTo>
                    <a:lnTo>
                      <a:pt x="1514956" y="1002143"/>
                    </a:lnTo>
                    <a:lnTo>
                      <a:pt x="1516225" y="1001509"/>
                    </a:lnTo>
                    <a:lnTo>
                      <a:pt x="1520033" y="997700"/>
                    </a:lnTo>
                    <a:lnTo>
                      <a:pt x="1521303" y="995162"/>
                    </a:lnTo>
                    <a:lnTo>
                      <a:pt x="1521937" y="994527"/>
                    </a:lnTo>
                    <a:lnTo>
                      <a:pt x="1522572" y="994527"/>
                    </a:lnTo>
                    <a:lnTo>
                      <a:pt x="1523207" y="994527"/>
                    </a:lnTo>
                    <a:lnTo>
                      <a:pt x="1523841" y="994527"/>
                    </a:lnTo>
                    <a:lnTo>
                      <a:pt x="1524476" y="993893"/>
                    </a:lnTo>
                    <a:lnTo>
                      <a:pt x="1524476" y="993258"/>
                    </a:lnTo>
                    <a:lnTo>
                      <a:pt x="1524476" y="992623"/>
                    </a:lnTo>
                    <a:lnTo>
                      <a:pt x="1524476" y="991989"/>
                    </a:lnTo>
                    <a:lnTo>
                      <a:pt x="1524476" y="991989"/>
                    </a:lnTo>
                    <a:lnTo>
                      <a:pt x="1525745" y="991989"/>
                    </a:lnTo>
                    <a:lnTo>
                      <a:pt x="1526380" y="992623"/>
                    </a:lnTo>
                    <a:lnTo>
                      <a:pt x="1527015" y="993893"/>
                    </a:lnTo>
                    <a:lnTo>
                      <a:pt x="1527649" y="995797"/>
                    </a:lnTo>
                    <a:lnTo>
                      <a:pt x="1524476" y="996431"/>
                    </a:lnTo>
                    <a:lnTo>
                      <a:pt x="1524476" y="998335"/>
                    </a:lnTo>
                    <a:lnTo>
                      <a:pt x="1523841" y="1000239"/>
                    </a:lnTo>
                    <a:lnTo>
                      <a:pt x="1522572" y="1001509"/>
                    </a:lnTo>
                    <a:lnTo>
                      <a:pt x="1521303" y="1002143"/>
                    </a:lnTo>
                    <a:lnTo>
                      <a:pt x="1519399" y="1002143"/>
                    </a:lnTo>
                    <a:lnTo>
                      <a:pt x="1518764" y="1002143"/>
                    </a:lnTo>
                    <a:lnTo>
                      <a:pt x="1518129" y="1002778"/>
                    </a:lnTo>
                    <a:lnTo>
                      <a:pt x="1518129" y="1003413"/>
                    </a:lnTo>
                    <a:lnTo>
                      <a:pt x="1518129" y="1004682"/>
                    </a:lnTo>
                    <a:lnTo>
                      <a:pt x="1518129" y="1005317"/>
                    </a:lnTo>
                    <a:lnTo>
                      <a:pt x="1518129" y="1005317"/>
                    </a:lnTo>
                    <a:lnTo>
                      <a:pt x="1516860" y="1005317"/>
                    </a:lnTo>
                    <a:lnTo>
                      <a:pt x="1511783" y="1005317"/>
                    </a:lnTo>
                    <a:lnTo>
                      <a:pt x="1509879" y="1005951"/>
                    </a:lnTo>
                    <a:lnTo>
                      <a:pt x="1509879" y="1006586"/>
                    </a:lnTo>
                    <a:lnTo>
                      <a:pt x="1509879" y="1007220"/>
                    </a:lnTo>
                    <a:lnTo>
                      <a:pt x="1509879" y="1007855"/>
                    </a:lnTo>
                    <a:lnTo>
                      <a:pt x="1509879" y="1007855"/>
                    </a:lnTo>
                    <a:lnTo>
                      <a:pt x="1507340" y="1008490"/>
                    </a:lnTo>
                    <a:lnTo>
                      <a:pt x="1507340" y="1009124"/>
                    </a:lnTo>
                    <a:lnTo>
                      <a:pt x="1507975" y="1010394"/>
                    </a:lnTo>
                    <a:lnTo>
                      <a:pt x="1506071" y="1011663"/>
                    </a:lnTo>
                    <a:lnTo>
                      <a:pt x="1501628" y="1011029"/>
                    </a:lnTo>
                    <a:lnTo>
                      <a:pt x="1500359" y="1012933"/>
                    </a:lnTo>
                    <a:lnTo>
                      <a:pt x="1500359" y="1014202"/>
                    </a:lnTo>
                    <a:lnTo>
                      <a:pt x="1500993" y="1015471"/>
                    </a:lnTo>
                    <a:lnTo>
                      <a:pt x="1500993" y="1016106"/>
                    </a:lnTo>
                    <a:lnTo>
                      <a:pt x="1500359" y="1017375"/>
                    </a:lnTo>
                    <a:lnTo>
                      <a:pt x="1499724" y="1017375"/>
                    </a:lnTo>
                    <a:lnTo>
                      <a:pt x="1497820" y="1017375"/>
                    </a:lnTo>
                    <a:lnTo>
                      <a:pt x="1495916" y="1018644"/>
                    </a:lnTo>
                    <a:lnTo>
                      <a:pt x="1495916" y="1019279"/>
                    </a:lnTo>
                    <a:lnTo>
                      <a:pt x="1497820" y="1019279"/>
                    </a:lnTo>
                    <a:lnTo>
                      <a:pt x="1498455" y="1019914"/>
                    </a:lnTo>
                    <a:lnTo>
                      <a:pt x="1498455" y="1021818"/>
                    </a:lnTo>
                    <a:lnTo>
                      <a:pt x="1498455" y="1023087"/>
                    </a:lnTo>
                    <a:lnTo>
                      <a:pt x="1497820" y="1024991"/>
                    </a:lnTo>
                    <a:lnTo>
                      <a:pt x="1497185" y="1026261"/>
                    </a:lnTo>
                    <a:lnTo>
                      <a:pt x="1496551" y="1026895"/>
                    </a:lnTo>
                    <a:lnTo>
                      <a:pt x="1494012" y="1026261"/>
                    </a:lnTo>
                    <a:lnTo>
                      <a:pt x="1492743" y="1026895"/>
                    </a:lnTo>
                    <a:lnTo>
                      <a:pt x="1490839" y="1028799"/>
                    </a:lnTo>
                    <a:lnTo>
                      <a:pt x="1488935" y="1030703"/>
                    </a:lnTo>
                    <a:lnTo>
                      <a:pt x="1488300" y="1031973"/>
                    </a:lnTo>
                    <a:lnTo>
                      <a:pt x="1489569" y="1032607"/>
                    </a:lnTo>
                    <a:lnTo>
                      <a:pt x="1495281" y="1038954"/>
                    </a:lnTo>
                    <a:lnTo>
                      <a:pt x="1498455" y="1038954"/>
                    </a:lnTo>
                    <a:lnTo>
                      <a:pt x="1499089" y="1038954"/>
                    </a:lnTo>
                    <a:lnTo>
                      <a:pt x="1499089" y="1038319"/>
                    </a:lnTo>
                    <a:lnTo>
                      <a:pt x="1499089" y="1037050"/>
                    </a:lnTo>
                    <a:lnTo>
                      <a:pt x="1499089" y="1036416"/>
                    </a:lnTo>
                    <a:lnTo>
                      <a:pt x="1500359" y="1034511"/>
                    </a:lnTo>
                    <a:lnTo>
                      <a:pt x="1500993" y="1033877"/>
                    </a:lnTo>
                    <a:lnTo>
                      <a:pt x="1501628" y="1033877"/>
                    </a:lnTo>
                    <a:lnTo>
                      <a:pt x="1502897" y="1033242"/>
                    </a:lnTo>
                    <a:lnTo>
                      <a:pt x="1501628" y="1032607"/>
                    </a:lnTo>
                    <a:lnTo>
                      <a:pt x="1500993" y="1031973"/>
                    </a:lnTo>
                    <a:lnTo>
                      <a:pt x="1500359" y="1030703"/>
                    </a:lnTo>
                    <a:lnTo>
                      <a:pt x="1500359" y="1028799"/>
                    </a:lnTo>
                    <a:lnTo>
                      <a:pt x="1503532" y="1033877"/>
                    </a:lnTo>
                    <a:lnTo>
                      <a:pt x="1501628" y="1035146"/>
                    </a:lnTo>
                    <a:lnTo>
                      <a:pt x="1500359" y="1036416"/>
                    </a:lnTo>
                    <a:lnTo>
                      <a:pt x="1499089" y="1039589"/>
                    </a:lnTo>
                    <a:lnTo>
                      <a:pt x="1497820" y="1040223"/>
                    </a:lnTo>
                    <a:lnTo>
                      <a:pt x="1496551" y="1040223"/>
                    </a:lnTo>
                    <a:lnTo>
                      <a:pt x="1495281" y="1040858"/>
                    </a:lnTo>
                    <a:lnTo>
                      <a:pt x="1495916" y="1042762"/>
                    </a:lnTo>
                    <a:lnTo>
                      <a:pt x="1497820" y="1044666"/>
                    </a:lnTo>
                    <a:lnTo>
                      <a:pt x="1497820" y="1045936"/>
                    </a:lnTo>
                    <a:lnTo>
                      <a:pt x="1498455" y="1047205"/>
                    </a:lnTo>
                    <a:lnTo>
                      <a:pt x="1499724" y="1048474"/>
                    </a:lnTo>
                    <a:lnTo>
                      <a:pt x="1500993" y="1049743"/>
                    </a:lnTo>
                    <a:lnTo>
                      <a:pt x="1502263" y="1050378"/>
                    </a:lnTo>
                    <a:lnTo>
                      <a:pt x="1504167" y="1049743"/>
                    </a:lnTo>
                    <a:lnTo>
                      <a:pt x="1504167" y="1047839"/>
                    </a:lnTo>
                    <a:lnTo>
                      <a:pt x="1504167" y="1045936"/>
                    </a:lnTo>
                    <a:lnTo>
                      <a:pt x="1504801" y="1045301"/>
                    </a:lnTo>
                    <a:lnTo>
                      <a:pt x="1507975" y="1045936"/>
                    </a:lnTo>
                    <a:lnTo>
                      <a:pt x="1510513" y="1047205"/>
                    </a:lnTo>
                    <a:lnTo>
                      <a:pt x="1513687" y="1046570"/>
                    </a:lnTo>
                    <a:lnTo>
                      <a:pt x="1515591" y="1046570"/>
                    </a:lnTo>
                    <a:lnTo>
                      <a:pt x="1516225" y="1047839"/>
                    </a:lnTo>
                    <a:lnTo>
                      <a:pt x="1514956" y="1047839"/>
                    </a:lnTo>
                    <a:lnTo>
                      <a:pt x="1513052" y="1047839"/>
                    </a:lnTo>
                    <a:lnTo>
                      <a:pt x="1511783" y="1048474"/>
                    </a:lnTo>
                    <a:lnTo>
                      <a:pt x="1511148" y="1049109"/>
                    </a:lnTo>
                    <a:lnTo>
                      <a:pt x="1510513" y="1049109"/>
                    </a:lnTo>
                    <a:lnTo>
                      <a:pt x="1507340" y="1047839"/>
                    </a:lnTo>
                    <a:lnTo>
                      <a:pt x="1506705" y="1047839"/>
                    </a:lnTo>
                    <a:lnTo>
                      <a:pt x="1506071" y="1049743"/>
                    </a:lnTo>
                    <a:lnTo>
                      <a:pt x="1506071" y="1051013"/>
                    </a:lnTo>
                    <a:lnTo>
                      <a:pt x="1505436" y="1054821"/>
                    </a:lnTo>
                    <a:lnTo>
                      <a:pt x="1504167" y="1054186"/>
                    </a:lnTo>
                    <a:lnTo>
                      <a:pt x="1498455" y="1053551"/>
                    </a:lnTo>
                    <a:lnTo>
                      <a:pt x="1496551" y="1054186"/>
                    </a:lnTo>
                    <a:lnTo>
                      <a:pt x="1492108" y="1057360"/>
                    </a:lnTo>
                    <a:lnTo>
                      <a:pt x="1492743" y="1061167"/>
                    </a:lnTo>
                    <a:lnTo>
                      <a:pt x="1494647" y="1063706"/>
                    </a:lnTo>
                    <a:lnTo>
                      <a:pt x="1497185" y="1064976"/>
                    </a:lnTo>
                    <a:lnTo>
                      <a:pt x="1499724" y="1065610"/>
                    </a:lnTo>
                    <a:lnTo>
                      <a:pt x="1500993" y="1065610"/>
                    </a:lnTo>
                    <a:lnTo>
                      <a:pt x="1504167" y="1063071"/>
                    </a:lnTo>
                    <a:lnTo>
                      <a:pt x="1505436" y="1062437"/>
                    </a:lnTo>
                    <a:lnTo>
                      <a:pt x="1506705" y="1062437"/>
                    </a:lnTo>
                    <a:lnTo>
                      <a:pt x="1507975" y="1063071"/>
                    </a:lnTo>
                    <a:lnTo>
                      <a:pt x="1509244" y="1063706"/>
                    </a:lnTo>
                    <a:lnTo>
                      <a:pt x="1509879" y="1064976"/>
                    </a:lnTo>
                    <a:lnTo>
                      <a:pt x="1510513" y="1068149"/>
                    </a:lnTo>
                    <a:lnTo>
                      <a:pt x="1511148" y="1068784"/>
                    </a:lnTo>
                    <a:lnTo>
                      <a:pt x="1511783" y="1068784"/>
                    </a:lnTo>
                    <a:lnTo>
                      <a:pt x="1513052" y="1067514"/>
                    </a:lnTo>
                    <a:lnTo>
                      <a:pt x="1514321" y="1066880"/>
                    </a:lnTo>
                    <a:lnTo>
                      <a:pt x="1515591" y="1066245"/>
                    </a:lnTo>
                    <a:lnTo>
                      <a:pt x="1516225" y="1066245"/>
                    </a:lnTo>
                    <a:lnTo>
                      <a:pt x="1520668" y="1067514"/>
                    </a:lnTo>
                    <a:lnTo>
                      <a:pt x="1521937" y="1068784"/>
                    </a:lnTo>
                    <a:lnTo>
                      <a:pt x="1522572" y="1070053"/>
                    </a:lnTo>
                    <a:lnTo>
                      <a:pt x="1522572" y="1071322"/>
                    </a:lnTo>
                    <a:lnTo>
                      <a:pt x="1521303" y="1073861"/>
                    </a:lnTo>
                    <a:lnTo>
                      <a:pt x="1521937" y="1074496"/>
                    </a:lnTo>
                    <a:lnTo>
                      <a:pt x="1522572" y="1076400"/>
                    </a:lnTo>
                    <a:lnTo>
                      <a:pt x="1523207" y="1077034"/>
                    </a:lnTo>
                    <a:lnTo>
                      <a:pt x="1533996" y="1077034"/>
                    </a:lnTo>
                    <a:lnTo>
                      <a:pt x="1545420" y="1079573"/>
                    </a:lnTo>
                    <a:lnTo>
                      <a:pt x="1551767" y="1080842"/>
                    </a:lnTo>
                    <a:lnTo>
                      <a:pt x="1554306" y="1080842"/>
                    </a:lnTo>
                    <a:lnTo>
                      <a:pt x="1556844" y="1078938"/>
                    </a:lnTo>
                    <a:lnTo>
                      <a:pt x="1557479" y="1078304"/>
                    </a:lnTo>
                    <a:lnTo>
                      <a:pt x="1558114" y="1077034"/>
                    </a:lnTo>
                    <a:lnTo>
                      <a:pt x="1558748" y="1076400"/>
                    </a:lnTo>
                    <a:lnTo>
                      <a:pt x="1559383" y="1075765"/>
                    </a:lnTo>
                    <a:lnTo>
                      <a:pt x="1560652" y="1075130"/>
                    </a:lnTo>
                    <a:lnTo>
                      <a:pt x="1561287" y="1074496"/>
                    </a:lnTo>
                    <a:lnTo>
                      <a:pt x="1562556" y="1073861"/>
                    </a:lnTo>
                    <a:lnTo>
                      <a:pt x="1563826" y="1073861"/>
                    </a:lnTo>
                    <a:lnTo>
                      <a:pt x="1564460" y="1073226"/>
                    </a:lnTo>
                    <a:lnTo>
                      <a:pt x="1564460" y="1071322"/>
                    </a:lnTo>
                    <a:lnTo>
                      <a:pt x="1566364" y="1071322"/>
                    </a:lnTo>
                    <a:lnTo>
                      <a:pt x="1570172" y="1070053"/>
                    </a:lnTo>
                    <a:lnTo>
                      <a:pt x="1572076" y="1071322"/>
                    </a:lnTo>
                    <a:lnTo>
                      <a:pt x="1571442" y="1072591"/>
                    </a:lnTo>
                    <a:lnTo>
                      <a:pt x="1570172" y="1073861"/>
                    </a:lnTo>
                    <a:lnTo>
                      <a:pt x="1568903" y="1074496"/>
                    </a:lnTo>
                    <a:lnTo>
                      <a:pt x="1567634" y="1073226"/>
                    </a:lnTo>
                    <a:lnTo>
                      <a:pt x="1566999" y="1075130"/>
                    </a:lnTo>
                    <a:lnTo>
                      <a:pt x="1568268" y="1077034"/>
                    </a:lnTo>
                    <a:lnTo>
                      <a:pt x="1575250" y="1079573"/>
                    </a:lnTo>
                    <a:lnTo>
                      <a:pt x="1575884" y="1080208"/>
                    </a:lnTo>
                    <a:lnTo>
                      <a:pt x="1575884" y="1081477"/>
                    </a:lnTo>
                    <a:lnTo>
                      <a:pt x="1575250" y="1082746"/>
                    </a:lnTo>
                    <a:lnTo>
                      <a:pt x="1574615" y="1083381"/>
                    </a:lnTo>
                    <a:lnTo>
                      <a:pt x="1568268" y="1084016"/>
                    </a:lnTo>
                    <a:lnTo>
                      <a:pt x="1566999" y="1083381"/>
                    </a:lnTo>
                    <a:lnTo>
                      <a:pt x="1565095" y="1080842"/>
                    </a:lnTo>
                    <a:lnTo>
                      <a:pt x="1563191" y="1080208"/>
                    </a:lnTo>
                    <a:lnTo>
                      <a:pt x="1560652" y="1080842"/>
                    </a:lnTo>
                    <a:lnTo>
                      <a:pt x="1556209" y="1083381"/>
                    </a:lnTo>
                    <a:lnTo>
                      <a:pt x="1556844" y="1084016"/>
                    </a:lnTo>
                    <a:lnTo>
                      <a:pt x="1559383" y="1084016"/>
                    </a:lnTo>
                    <a:lnTo>
                      <a:pt x="1574615" y="1090997"/>
                    </a:lnTo>
                    <a:lnTo>
                      <a:pt x="1580327" y="1096709"/>
                    </a:lnTo>
                    <a:lnTo>
                      <a:pt x="1580962" y="1097978"/>
                    </a:lnTo>
                    <a:lnTo>
                      <a:pt x="1578423" y="1097344"/>
                    </a:lnTo>
                    <a:lnTo>
                      <a:pt x="1577788" y="1097344"/>
                    </a:lnTo>
                    <a:lnTo>
                      <a:pt x="1579058" y="1099248"/>
                    </a:lnTo>
                    <a:lnTo>
                      <a:pt x="1579692" y="1101152"/>
                    </a:lnTo>
                    <a:lnTo>
                      <a:pt x="1579058" y="1103056"/>
                    </a:lnTo>
                    <a:lnTo>
                      <a:pt x="1577154" y="1104960"/>
                    </a:lnTo>
                    <a:lnTo>
                      <a:pt x="1566999" y="1111306"/>
                    </a:lnTo>
                    <a:lnTo>
                      <a:pt x="1564460" y="1111941"/>
                    </a:lnTo>
                    <a:lnTo>
                      <a:pt x="1561922" y="1112576"/>
                    </a:lnTo>
                    <a:lnTo>
                      <a:pt x="1559383" y="1112576"/>
                    </a:lnTo>
                    <a:lnTo>
                      <a:pt x="1558748" y="1111941"/>
                    </a:lnTo>
                    <a:lnTo>
                      <a:pt x="1558114" y="1110672"/>
                    </a:lnTo>
                    <a:lnTo>
                      <a:pt x="1557479" y="1109403"/>
                    </a:lnTo>
                    <a:lnTo>
                      <a:pt x="1557479" y="1108133"/>
                    </a:lnTo>
                    <a:lnTo>
                      <a:pt x="1557479" y="1106229"/>
                    </a:lnTo>
                    <a:lnTo>
                      <a:pt x="1558114" y="1104960"/>
                    </a:lnTo>
                    <a:lnTo>
                      <a:pt x="1558748" y="1104325"/>
                    </a:lnTo>
                    <a:lnTo>
                      <a:pt x="1559383" y="1103056"/>
                    </a:lnTo>
                    <a:lnTo>
                      <a:pt x="1558114" y="1101152"/>
                    </a:lnTo>
                    <a:lnTo>
                      <a:pt x="1558748" y="1099882"/>
                    </a:lnTo>
                    <a:lnTo>
                      <a:pt x="1560018" y="1097978"/>
                    </a:lnTo>
                    <a:lnTo>
                      <a:pt x="1560652" y="1096074"/>
                    </a:lnTo>
                    <a:lnTo>
                      <a:pt x="1560652" y="1094170"/>
                    </a:lnTo>
                    <a:lnTo>
                      <a:pt x="1560018" y="1092266"/>
                    </a:lnTo>
                    <a:lnTo>
                      <a:pt x="1558748" y="1090997"/>
                    </a:lnTo>
                    <a:lnTo>
                      <a:pt x="1557479" y="1090362"/>
                    </a:lnTo>
                    <a:lnTo>
                      <a:pt x="1554306" y="1089728"/>
                    </a:lnTo>
                    <a:lnTo>
                      <a:pt x="1552402" y="1089728"/>
                    </a:lnTo>
                    <a:lnTo>
                      <a:pt x="1550498" y="1090362"/>
                    </a:lnTo>
                    <a:lnTo>
                      <a:pt x="1547959" y="1092266"/>
                    </a:lnTo>
                    <a:lnTo>
                      <a:pt x="1546689" y="1093536"/>
                    </a:lnTo>
                    <a:lnTo>
                      <a:pt x="1545420" y="1094805"/>
                    </a:lnTo>
                    <a:lnTo>
                      <a:pt x="1544151" y="1098613"/>
                    </a:lnTo>
                    <a:lnTo>
                      <a:pt x="1542881" y="1100517"/>
                    </a:lnTo>
                    <a:lnTo>
                      <a:pt x="1541612" y="1101152"/>
                    </a:lnTo>
                    <a:lnTo>
                      <a:pt x="1538439" y="1100517"/>
                    </a:lnTo>
                    <a:lnTo>
                      <a:pt x="1536535" y="1100517"/>
                    </a:lnTo>
                    <a:lnTo>
                      <a:pt x="1535265" y="1101786"/>
                    </a:lnTo>
                    <a:lnTo>
                      <a:pt x="1533996" y="1103056"/>
                    </a:lnTo>
                    <a:lnTo>
                      <a:pt x="1530823" y="1106229"/>
                    </a:lnTo>
                    <a:lnTo>
                      <a:pt x="1528284" y="1109403"/>
                    </a:lnTo>
                    <a:lnTo>
                      <a:pt x="1527015" y="1110037"/>
                    </a:lnTo>
                    <a:lnTo>
                      <a:pt x="1525745" y="1108133"/>
                    </a:lnTo>
                    <a:lnTo>
                      <a:pt x="1527649" y="1107498"/>
                    </a:lnTo>
                    <a:lnTo>
                      <a:pt x="1528284" y="1106864"/>
                    </a:lnTo>
                    <a:lnTo>
                      <a:pt x="1528284" y="1106229"/>
                    </a:lnTo>
                    <a:lnTo>
                      <a:pt x="1528919" y="1104325"/>
                    </a:lnTo>
                    <a:lnTo>
                      <a:pt x="1528919" y="1103690"/>
                    </a:lnTo>
                    <a:lnTo>
                      <a:pt x="1529553" y="1103056"/>
                    </a:lnTo>
                    <a:lnTo>
                      <a:pt x="1530188" y="1102421"/>
                    </a:lnTo>
                    <a:lnTo>
                      <a:pt x="1530823" y="1102421"/>
                    </a:lnTo>
                    <a:lnTo>
                      <a:pt x="1530823" y="1102421"/>
                    </a:lnTo>
                    <a:lnTo>
                      <a:pt x="1531457" y="1102421"/>
                    </a:lnTo>
                    <a:lnTo>
                      <a:pt x="1531457" y="1102421"/>
                    </a:lnTo>
                    <a:lnTo>
                      <a:pt x="1531457" y="1102421"/>
                    </a:lnTo>
                    <a:lnTo>
                      <a:pt x="1531457" y="1101786"/>
                    </a:lnTo>
                    <a:lnTo>
                      <a:pt x="1531457" y="1101786"/>
                    </a:lnTo>
                    <a:lnTo>
                      <a:pt x="1531457" y="1101152"/>
                    </a:lnTo>
                    <a:lnTo>
                      <a:pt x="1532092" y="1099882"/>
                    </a:lnTo>
                    <a:lnTo>
                      <a:pt x="1532092" y="1099248"/>
                    </a:lnTo>
                    <a:lnTo>
                      <a:pt x="1532727" y="1098613"/>
                    </a:lnTo>
                    <a:lnTo>
                      <a:pt x="1538439" y="1096709"/>
                    </a:lnTo>
                    <a:lnTo>
                      <a:pt x="1537804" y="1095440"/>
                    </a:lnTo>
                    <a:lnTo>
                      <a:pt x="1537804" y="1094170"/>
                    </a:lnTo>
                    <a:lnTo>
                      <a:pt x="1537804" y="1092901"/>
                    </a:lnTo>
                    <a:lnTo>
                      <a:pt x="1538439" y="1092266"/>
                    </a:lnTo>
                    <a:lnTo>
                      <a:pt x="1537804" y="1092266"/>
                    </a:lnTo>
                    <a:lnTo>
                      <a:pt x="1537169" y="1091631"/>
                    </a:lnTo>
                    <a:lnTo>
                      <a:pt x="1537169" y="1090997"/>
                    </a:lnTo>
                    <a:lnTo>
                      <a:pt x="1537169" y="1089728"/>
                    </a:lnTo>
                    <a:lnTo>
                      <a:pt x="1537169" y="1088458"/>
                    </a:lnTo>
                    <a:lnTo>
                      <a:pt x="1537169" y="1087189"/>
                    </a:lnTo>
                    <a:lnTo>
                      <a:pt x="1537169" y="1085920"/>
                    </a:lnTo>
                    <a:lnTo>
                      <a:pt x="1536535" y="1085285"/>
                    </a:lnTo>
                    <a:lnTo>
                      <a:pt x="1533361" y="1084650"/>
                    </a:lnTo>
                    <a:lnTo>
                      <a:pt x="1533361" y="1084650"/>
                    </a:lnTo>
                    <a:lnTo>
                      <a:pt x="1532727" y="1084016"/>
                    </a:lnTo>
                    <a:lnTo>
                      <a:pt x="1530823" y="1084016"/>
                    </a:lnTo>
                    <a:lnTo>
                      <a:pt x="1530188" y="1083381"/>
                    </a:lnTo>
                    <a:lnTo>
                      <a:pt x="1528919" y="1081477"/>
                    </a:lnTo>
                    <a:lnTo>
                      <a:pt x="1521937" y="1080842"/>
                    </a:lnTo>
                    <a:lnTo>
                      <a:pt x="1518129" y="1079573"/>
                    </a:lnTo>
                    <a:lnTo>
                      <a:pt x="1517495" y="1076400"/>
                    </a:lnTo>
                    <a:lnTo>
                      <a:pt x="1518129" y="1075130"/>
                    </a:lnTo>
                    <a:lnTo>
                      <a:pt x="1520668" y="1071957"/>
                    </a:lnTo>
                    <a:lnTo>
                      <a:pt x="1521303" y="1070687"/>
                    </a:lnTo>
                    <a:lnTo>
                      <a:pt x="1520033" y="1069418"/>
                    </a:lnTo>
                    <a:lnTo>
                      <a:pt x="1517495" y="1069418"/>
                    </a:lnTo>
                    <a:lnTo>
                      <a:pt x="1514956" y="1070053"/>
                    </a:lnTo>
                    <a:lnTo>
                      <a:pt x="1513687" y="1070687"/>
                    </a:lnTo>
                    <a:lnTo>
                      <a:pt x="1511148" y="1073226"/>
                    </a:lnTo>
                    <a:lnTo>
                      <a:pt x="1510513" y="1073226"/>
                    </a:lnTo>
                    <a:lnTo>
                      <a:pt x="1509879" y="1072591"/>
                    </a:lnTo>
                    <a:lnTo>
                      <a:pt x="1509244" y="1070687"/>
                    </a:lnTo>
                    <a:lnTo>
                      <a:pt x="1508609" y="1070053"/>
                    </a:lnTo>
                    <a:lnTo>
                      <a:pt x="1507975" y="1068784"/>
                    </a:lnTo>
                    <a:lnTo>
                      <a:pt x="1507340" y="1066245"/>
                    </a:lnTo>
                    <a:lnTo>
                      <a:pt x="1506705" y="1064976"/>
                    </a:lnTo>
                    <a:lnTo>
                      <a:pt x="1505436" y="1066880"/>
                    </a:lnTo>
                    <a:lnTo>
                      <a:pt x="1505436" y="1070053"/>
                    </a:lnTo>
                    <a:lnTo>
                      <a:pt x="1507340" y="1072591"/>
                    </a:lnTo>
                    <a:lnTo>
                      <a:pt x="1507975" y="1075130"/>
                    </a:lnTo>
                    <a:lnTo>
                      <a:pt x="1504801" y="1077669"/>
                    </a:lnTo>
                    <a:lnTo>
                      <a:pt x="1502263" y="1078938"/>
                    </a:lnTo>
                    <a:lnTo>
                      <a:pt x="1501628" y="1079573"/>
                    </a:lnTo>
                    <a:lnTo>
                      <a:pt x="1500993" y="1079573"/>
                    </a:lnTo>
                    <a:lnTo>
                      <a:pt x="1499724" y="1079573"/>
                    </a:lnTo>
                    <a:lnTo>
                      <a:pt x="1499089" y="1080208"/>
                    </a:lnTo>
                    <a:lnTo>
                      <a:pt x="1499089" y="1081477"/>
                    </a:lnTo>
                    <a:lnTo>
                      <a:pt x="1500359" y="1085285"/>
                    </a:lnTo>
                    <a:lnTo>
                      <a:pt x="1500359" y="1087189"/>
                    </a:lnTo>
                    <a:lnTo>
                      <a:pt x="1499724" y="1089093"/>
                    </a:lnTo>
                    <a:lnTo>
                      <a:pt x="1498455" y="1090362"/>
                    </a:lnTo>
                    <a:lnTo>
                      <a:pt x="1495281" y="1091631"/>
                    </a:lnTo>
                    <a:lnTo>
                      <a:pt x="1492743" y="1093536"/>
                    </a:lnTo>
                    <a:lnTo>
                      <a:pt x="1489569" y="1094805"/>
                    </a:lnTo>
                    <a:lnTo>
                      <a:pt x="1487665" y="1096074"/>
                    </a:lnTo>
                    <a:lnTo>
                      <a:pt x="1485127" y="1096709"/>
                    </a:lnTo>
                    <a:lnTo>
                      <a:pt x="1484492" y="1097344"/>
                    </a:lnTo>
                    <a:lnTo>
                      <a:pt x="1483857" y="1098613"/>
                    </a:lnTo>
                    <a:lnTo>
                      <a:pt x="1483223" y="1099248"/>
                    </a:lnTo>
                    <a:lnTo>
                      <a:pt x="1482588" y="1099882"/>
                    </a:lnTo>
                    <a:lnTo>
                      <a:pt x="1481953" y="1099882"/>
                    </a:lnTo>
                    <a:lnTo>
                      <a:pt x="1480049" y="1098613"/>
                    </a:lnTo>
                    <a:lnTo>
                      <a:pt x="1478145" y="1099248"/>
                    </a:lnTo>
                    <a:lnTo>
                      <a:pt x="1476241" y="1100517"/>
                    </a:lnTo>
                    <a:lnTo>
                      <a:pt x="1474972" y="1101786"/>
                    </a:lnTo>
                    <a:lnTo>
                      <a:pt x="1476876" y="1106229"/>
                    </a:lnTo>
                    <a:lnTo>
                      <a:pt x="1477511" y="1106864"/>
                    </a:lnTo>
                    <a:lnTo>
                      <a:pt x="1485127" y="1109403"/>
                    </a:lnTo>
                    <a:lnTo>
                      <a:pt x="1486396" y="1109403"/>
                    </a:lnTo>
                    <a:lnTo>
                      <a:pt x="1487665" y="1108133"/>
                    </a:lnTo>
                    <a:lnTo>
                      <a:pt x="1488300" y="1107498"/>
                    </a:lnTo>
                    <a:lnTo>
                      <a:pt x="1496551" y="1105594"/>
                    </a:lnTo>
                    <a:lnTo>
                      <a:pt x="1497820" y="1106864"/>
                    </a:lnTo>
                    <a:lnTo>
                      <a:pt x="1498455" y="1108133"/>
                    </a:lnTo>
                    <a:lnTo>
                      <a:pt x="1498455" y="1109403"/>
                    </a:lnTo>
                    <a:lnTo>
                      <a:pt x="1497820" y="1110672"/>
                    </a:lnTo>
                    <a:lnTo>
                      <a:pt x="1496551" y="1110672"/>
                    </a:lnTo>
                    <a:lnTo>
                      <a:pt x="1495916" y="1111306"/>
                    </a:lnTo>
                    <a:lnTo>
                      <a:pt x="1495281" y="1111941"/>
                    </a:lnTo>
                    <a:lnTo>
                      <a:pt x="1494647" y="1113210"/>
                    </a:lnTo>
                    <a:lnTo>
                      <a:pt x="1494647" y="1113845"/>
                    </a:lnTo>
                    <a:lnTo>
                      <a:pt x="1494012" y="1114480"/>
                    </a:lnTo>
                    <a:lnTo>
                      <a:pt x="1493377" y="1114480"/>
                    </a:lnTo>
                    <a:lnTo>
                      <a:pt x="1487031" y="1114480"/>
                    </a:lnTo>
                    <a:lnTo>
                      <a:pt x="1483223" y="1115114"/>
                    </a:lnTo>
                    <a:lnTo>
                      <a:pt x="1481953" y="1115114"/>
                    </a:lnTo>
                    <a:lnTo>
                      <a:pt x="1482588" y="1117018"/>
                    </a:lnTo>
                    <a:lnTo>
                      <a:pt x="1483857" y="1120192"/>
                    </a:lnTo>
                    <a:lnTo>
                      <a:pt x="1485127" y="1122730"/>
                    </a:lnTo>
                    <a:lnTo>
                      <a:pt x="1486396" y="1124634"/>
                    </a:lnTo>
                    <a:lnTo>
                      <a:pt x="1487665" y="1127173"/>
                    </a:lnTo>
                    <a:lnTo>
                      <a:pt x="1488300" y="1127808"/>
                    </a:lnTo>
                    <a:lnTo>
                      <a:pt x="1497185" y="1132885"/>
                    </a:lnTo>
                    <a:lnTo>
                      <a:pt x="1498455" y="1134154"/>
                    </a:lnTo>
                    <a:lnTo>
                      <a:pt x="1499724" y="1135424"/>
                    </a:lnTo>
                    <a:lnTo>
                      <a:pt x="1502263" y="1134154"/>
                    </a:lnTo>
                    <a:lnTo>
                      <a:pt x="1506071" y="1130981"/>
                    </a:lnTo>
                    <a:lnTo>
                      <a:pt x="1504167" y="1132885"/>
                    </a:lnTo>
                    <a:lnTo>
                      <a:pt x="1503532" y="1133520"/>
                    </a:lnTo>
                    <a:lnTo>
                      <a:pt x="1503532" y="1134154"/>
                    </a:lnTo>
                    <a:lnTo>
                      <a:pt x="1504167" y="1134789"/>
                    </a:lnTo>
                    <a:lnTo>
                      <a:pt x="1504167" y="1136058"/>
                    </a:lnTo>
                    <a:lnTo>
                      <a:pt x="1503532" y="1137328"/>
                    </a:lnTo>
                    <a:lnTo>
                      <a:pt x="1504167" y="1139232"/>
                    </a:lnTo>
                    <a:lnTo>
                      <a:pt x="1505436" y="1141136"/>
                    </a:lnTo>
                    <a:lnTo>
                      <a:pt x="1507975" y="1143040"/>
                    </a:lnTo>
                    <a:lnTo>
                      <a:pt x="1510513" y="1146213"/>
                    </a:lnTo>
                    <a:lnTo>
                      <a:pt x="1511783" y="1146848"/>
                    </a:lnTo>
                    <a:lnTo>
                      <a:pt x="1511783" y="1147483"/>
                    </a:lnTo>
                    <a:lnTo>
                      <a:pt x="1511148" y="1148117"/>
                    </a:lnTo>
                    <a:lnTo>
                      <a:pt x="1511148" y="1148752"/>
                    </a:lnTo>
                    <a:lnTo>
                      <a:pt x="1511148" y="1150021"/>
                    </a:lnTo>
                    <a:lnTo>
                      <a:pt x="1511783" y="1150656"/>
                    </a:lnTo>
                    <a:lnTo>
                      <a:pt x="1513052" y="1153194"/>
                    </a:lnTo>
                    <a:lnTo>
                      <a:pt x="1513052" y="1153829"/>
                    </a:lnTo>
                    <a:lnTo>
                      <a:pt x="1513052" y="1154464"/>
                    </a:lnTo>
                    <a:lnTo>
                      <a:pt x="1513687" y="1156368"/>
                    </a:lnTo>
                    <a:lnTo>
                      <a:pt x="1514321" y="1157003"/>
                    </a:lnTo>
                    <a:lnTo>
                      <a:pt x="1514956" y="1157637"/>
                    </a:lnTo>
                    <a:lnTo>
                      <a:pt x="1516860" y="1159541"/>
                    </a:lnTo>
                    <a:lnTo>
                      <a:pt x="1523841" y="1163984"/>
                    </a:lnTo>
                    <a:lnTo>
                      <a:pt x="1526380" y="1167157"/>
                    </a:lnTo>
                    <a:lnTo>
                      <a:pt x="1528284" y="1167792"/>
                    </a:lnTo>
                    <a:lnTo>
                      <a:pt x="1527015" y="1169061"/>
                    </a:lnTo>
                    <a:lnTo>
                      <a:pt x="1526380" y="1169061"/>
                    </a:lnTo>
                    <a:lnTo>
                      <a:pt x="1527015" y="1169696"/>
                    </a:lnTo>
                    <a:lnTo>
                      <a:pt x="1527649" y="1170331"/>
                    </a:lnTo>
                    <a:lnTo>
                      <a:pt x="1528284" y="1170331"/>
                    </a:lnTo>
                    <a:lnTo>
                      <a:pt x="1528919" y="1170331"/>
                    </a:lnTo>
                    <a:lnTo>
                      <a:pt x="1528919" y="1170965"/>
                    </a:lnTo>
                    <a:lnTo>
                      <a:pt x="1523841" y="1170965"/>
                    </a:lnTo>
                    <a:lnTo>
                      <a:pt x="1521937" y="1172235"/>
                    </a:lnTo>
                    <a:lnTo>
                      <a:pt x="1521937" y="1176677"/>
                    </a:lnTo>
                    <a:lnTo>
                      <a:pt x="1522572" y="1179216"/>
                    </a:lnTo>
                    <a:lnTo>
                      <a:pt x="1523841" y="1182390"/>
                    </a:lnTo>
                    <a:lnTo>
                      <a:pt x="1525111" y="1184928"/>
                    </a:lnTo>
                    <a:lnTo>
                      <a:pt x="1526380" y="1186197"/>
                    </a:lnTo>
                    <a:lnTo>
                      <a:pt x="1537169" y="1191275"/>
                    </a:lnTo>
                    <a:lnTo>
                      <a:pt x="1551132" y="1193179"/>
                    </a:lnTo>
                    <a:lnTo>
                      <a:pt x="1566999" y="1192544"/>
                    </a:lnTo>
                    <a:lnTo>
                      <a:pt x="1579692" y="1191275"/>
                    </a:lnTo>
                    <a:lnTo>
                      <a:pt x="1595559" y="1184293"/>
                    </a:lnTo>
                    <a:lnTo>
                      <a:pt x="1598732" y="1181755"/>
                    </a:lnTo>
                    <a:lnTo>
                      <a:pt x="1599367" y="1177947"/>
                    </a:lnTo>
                    <a:lnTo>
                      <a:pt x="1601906" y="1179851"/>
                    </a:lnTo>
                    <a:lnTo>
                      <a:pt x="1605079" y="1181120"/>
                    </a:lnTo>
                    <a:lnTo>
                      <a:pt x="1608252" y="1181120"/>
                    </a:lnTo>
                    <a:lnTo>
                      <a:pt x="1611426" y="1179851"/>
                    </a:lnTo>
                    <a:lnTo>
                      <a:pt x="1612060" y="1179216"/>
                    </a:lnTo>
                    <a:lnTo>
                      <a:pt x="1612695" y="1177947"/>
                    </a:lnTo>
                    <a:lnTo>
                      <a:pt x="1613330" y="1176043"/>
                    </a:lnTo>
                    <a:lnTo>
                      <a:pt x="1613964" y="1174139"/>
                    </a:lnTo>
                    <a:lnTo>
                      <a:pt x="1614599" y="1172235"/>
                    </a:lnTo>
                    <a:lnTo>
                      <a:pt x="1614599" y="1170965"/>
                    </a:lnTo>
                    <a:lnTo>
                      <a:pt x="1613964" y="1167157"/>
                    </a:lnTo>
                    <a:lnTo>
                      <a:pt x="1613964" y="1165253"/>
                    </a:lnTo>
                    <a:lnTo>
                      <a:pt x="1614599" y="1163349"/>
                    </a:lnTo>
                    <a:lnTo>
                      <a:pt x="1615234" y="1162080"/>
                    </a:lnTo>
                    <a:lnTo>
                      <a:pt x="1617138" y="1160176"/>
                    </a:lnTo>
                    <a:lnTo>
                      <a:pt x="1617773" y="1158272"/>
                    </a:lnTo>
                    <a:lnTo>
                      <a:pt x="1617138" y="1157003"/>
                    </a:lnTo>
                    <a:lnTo>
                      <a:pt x="1612695" y="1153194"/>
                    </a:lnTo>
                    <a:lnTo>
                      <a:pt x="1607618" y="1151291"/>
                    </a:lnTo>
                    <a:lnTo>
                      <a:pt x="1605714" y="1149387"/>
                    </a:lnTo>
                    <a:lnTo>
                      <a:pt x="1612060" y="1150656"/>
                    </a:lnTo>
                    <a:lnTo>
                      <a:pt x="1612695" y="1150656"/>
                    </a:lnTo>
                    <a:lnTo>
                      <a:pt x="1613330" y="1150021"/>
                    </a:lnTo>
                    <a:lnTo>
                      <a:pt x="1613330" y="1149387"/>
                    </a:lnTo>
                    <a:lnTo>
                      <a:pt x="1613330" y="1148117"/>
                    </a:lnTo>
                    <a:lnTo>
                      <a:pt x="1612695" y="1147483"/>
                    </a:lnTo>
                    <a:lnTo>
                      <a:pt x="1610791" y="1145578"/>
                    </a:lnTo>
                    <a:lnTo>
                      <a:pt x="1611426" y="1145578"/>
                    </a:lnTo>
                    <a:lnTo>
                      <a:pt x="1612695" y="1144944"/>
                    </a:lnTo>
                    <a:lnTo>
                      <a:pt x="1612060" y="1144309"/>
                    </a:lnTo>
                    <a:lnTo>
                      <a:pt x="1610791" y="1143040"/>
                    </a:lnTo>
                    <a:lnTo>
                      <a:pt x="1610791" y="1142405"/>
                    </a:lnTo>
                    <a:lnTo>
                      <a:pt x="1611426" y="1142405"/>
                    </a:lnTo>
                    <a:lnTo>
                      <a:pt x="1612060" y="1142405"/>
                    </a:lnTo>
                    <a:lnTo>
                      <a:pt x="1612060" y="1141771"/>
                    </a:lnTo>
                    <a:lnTo>
                      <a:pt x="1612695" y="1141136"/>
                    </a:lnTo>
                    <a:lnTo>
                      <a:pt x="1612695" y="1142405"/>
                    </a:lnTo>
                    <a:lnTo>
                      <a:pt x="1613330" y="1143040"/>
                    </a:lnTo>
                    <a:lnTo>
                      <a:pt x="1613964" y="1143040"/>
                    </a:lnTo>
                    <a:lnTo>
                      <a:pt x="1614599" y="1142405"/>
                    </a:lnTo>
                    <a:lnTo>
                      <a:pt x="1615234" y="1141771"/>
                    </a:lnTo>
                    <a:lnTo>
                      <a:pt x="1616503" y="1141771"/>
                    </a:lnTo>
                    <a:lnTo>
                      <a:pt x="1617138" y="1141136"/>
                    </a:lnTo>
                    <a:lnTo>
                      <a:pt x="1616503" y="1139867"/>
                    </a:lnTo>
                    <a:lnTo>
                      <a:pt x="1617138" y="1139232"/>
                    </a:lnTo>
                    <a:lnTo>
                      <a:pt x="1619042" y="1137963"/>
                    </a:lnTo>
                    <a:lnTo>
                      <a:pt x="1619042" y="1138597"/>
                    </a:lnTo>
                    <a:lnTo>
                      <a:pt x="1618407" y="1140501"/>
                    </a:lnTo>
                    <a:lnTo>
                      <a:pt x="1619042" y="1140501"/>
                    </a:lnTo>
                    <a:lnTo>
                      <a:pt x="1620946" y="1139232"/>
                    </a:lnTo>
                    <a:lnTo>
                      <a:pt x="1620946" y="1137328"/>
                    </a:lnTo>
                    <a:lnTo>
                      <a:pt x="1620311" y="1136058"/>
                    </a:lnTo>
                    <a:lnTo>
                      <a:pt x="1620311" y="1134789"/>
                    </a:lnTo>
                    <a:lnTo>
                      <a:pt x="1620946" y="1133520"/>
                    </a:lnTo>
                    <a:lnTo>
                      <a:pt x="1622850" y="1134154"/>
                    </a:lnTo>
                    <a:lnTo>
                      <a:pt x="1623484" y="1133520"/>
                    </a:lnTo>
                    <a:lnTo>
                      <a:pt x="1623484" y="1132885"/>
                    </a:lnTo>
                    <a:lnTo>
                      <a:pt x="1623484" y="1130981"/>
                    </a:lnTo>
                    <a:lnTo>
                      <a:pt x="1623484" y="1130347"/>
                    </a:lnTo>
                    <a:lnTo>
                      <a:pt x="1624119" y="1129077"/>
                    </a:lnTo>
                    <a:lnTo>
                      <a:pt x="1627927" y="1123365"/>
                    </a:lnTo>
                    <a:lnTo>
                      <a:pt x="1628562" y="1121461"/>
                    </a:lnTo>
                    <a:lnTo>
                      <a:pt x="1628562" y="1120827"/>
                    </a:lnTo>
                    <a:lnTo>
                      <a:pt x="1629196" y="1119557"/>
                    </a:lnTo>
                    <a:lnTo>
                      <a:pt x="1629831" y="1117018"/>
                    </a:lnTo>
                    <a:lnTo>
                      <a:pt x="1630466" y="1115114"/>
                    </a:lnTo>
                    <a:lnTo>
                      <a:pt x="1631101" y="1114480"/>
                    </a:lnTo>
                    <a:lnTo>
                      <a:pt x="1632370" y="1114480"/>
                    </a:lnTo>
                    <a:lnTo>
                      <a:pt x="1635543" y="1113210"/>
                    </a:lnTo>
                    <a:lnTo>
                      <a:pt x="1638082" y="1112576"/>
                    </a:lnTo>
                    <a:lnTo>
                      <a:pt x="1638717" y="1111306"/>
                    </a:lnTo>
                    <a:lnTo>
                      <a:pt x="1639351" y="1109403"/>
                    </a:lnTo>
                    <a:lnTo>
                      <a:pt x="1639351" y="1107498"/>
                    </a:lnTo>
                    <a:lnTo>
                      <a:pt x="1638717" y="1106864"/>
                    </a:lnTo>
                    <a:lnTo>
                      <a:pt x="1636178" y="1103690"/>
                    </a:lnTo>
                    <a:lnTo>
                      <a:pt x="1637447" y="1103690"/>
                    </a:lnTo>
                    <a:lnTo>
                      <a:pt x="1639351" y="1106229"/>
                    </a:lnTo>
                    <a:lnTo>
                      <a:pt x="1640621" y="1109403"/>
                    </a:lnTo>
                    <a:lnTo>
                      <a:pt x="1639986" y="1111306"/>
                    </a:lnTo>
                    <a:lnTo>
                      <a:pt x="1641255" y="1111941"/>
                    </a:lnTo>
                    <a:lnTo>
                      <a:pt x="1646967" y="1109403"/>
                    </a:lnTo>
                    <a:lnTo>
                      <a:pt x="1648237" y="1108133"/>
                    </a:lnTo>
                    <a:lnTo>
                      <a:pt x="1649506" y="1107498"/>
                    </a:lnTo>
                    <a:lnTo>
                      <a:pt x="1650775" y="1108768"/>
                    </a:lnTo>
                    <a:lnTo>
                      <a:pt x="1646967" y="1110672"/>
                    </a:lnTo>
                    <a:lnTo>
                      <a:pt x="1645698" y="1111306"/>
                    </a:lnTo>
                    <a:lnTo>
                      <a:pt x="1645698" y="1111306"/>
                    </a:lnTo>
                    <a:lnTo>
                      <a:pt x="1646333" y="1111941"/>
                    </a:lnTo>
                    <a:lnTo>
                      <a:pt x="1645063" y="1114480"/>
                    </a:lnTo>
                    <a:lnTo>
                      <a:pt x="1639986" y="1113210"/>
                    </a:lnTo>
                    <a:lnTo>
                      <a:pt x="1638082" y="1114480"/>
                    </a:lnTo>
                    <a:lnTo>
                      <a:pt x="1637447" y="1115114"/>
                    </a:lnTo>
                    <a:lnTo>
                      <a:pt x="1633005" y="1118288"/>
                    </a:lnTo>
                    <a:lnTo>
                      <a:pt x="1632370" y="1118923"/>
                    </a:lnTo>
                    <a:lnTo>
                      <a:pt x="1631735" y="1118923"/>
                    </a:lnTo>
                    <a:lnTo>
                      <a:pt x="1631735" y="1120192"/>
                    </a:lnTo>
                    <a:lnTo>
                      <a:pt x="1631735" y="1122730"/>
                    </a:lnTo>
                    <a:lnTo>
                      <a:pt x="1631735" y="1123365"/>
                    </a:lnTo>
                    <a:lnTo>
                      <a:pt x="1631101" y="1124000"/>
                    </a:lnTo>
                    <a:lnTo>
                      <a:pt x="1631101" y="1125269"/>
                    </a:lnTo>
                    <a:lnTo>
                      <a:pt x="1631101" y="1126538"/>
                    </a:lnTo>
                    <a:lnTo>
                      <a:pt x="1631101" y="1127808"/>
                    </a:lnTo>
                    <a:lnTo>
                      <a:pt x="1629831" y="1129077"/>
                    </a:lnTo>
                    <a:lnTo>
                      <a:pt x="1627927" y="1130347"/>
                    </a:lnTo>
                    <a:lnTo>
                      <a:pt x="1626658" y="1131616"/>
                    </a:lnTo>
                    <a:lnTo>
                      <a:pt x="1626023" y="1134154"/>
                    </a:lnTo>
                    <a:lnTo>
                      <a:pt x="1625388" y="1136693"/>
                    </a:lnTo>
                    <a:lnTo>
                      <a:pt x="1624119" y="1139232"/>
                    </a:lnTo>
                    <a:lnTo>
                      <a:pt x="1620311" y="1145578"/>
                    </a:lnTo>
                    <a:lnTo>
                      <a:pt x="1619042" y="1146848"/>
                    </a:lnTo>
                    <a:lnTo>
                      <a:pt x="1615868" y="1148752"/>
                    </a:lnTo>
                    <a:lnTo>
                      <a:pt x="1617138" y="1150656"/>
                    </a:lnTo>
                    <a:lnTo>
                      <a:pt x="1617773" y="1151291"/>
                    </a:lnTo>
                    <a:lnTo>
                      <a:pt x="1618407" y="1151925"/>
                    </a:lnTo>
                    <a:lnTo>
                      <a:pt x="1620311" y="1155733"/>
                    </a:lnTo>
                    <a:lnTo>
                      <a:pt x="1620946" y="1157003"/>
                    </a:lnTo>
                    <a:lnTo>
                      <a:pt x="1621581" y="1158272"/>
                    </a:lnTo>
                    <a:lnTo>
                      <a:pt x="1621581" y="1159541"/>
                    </a:lnTo>
                    <a:lnTo>
                      <a:pt x="1620946" y="1161445"/>
                    </a:lnTo>
                    <a:lnTo>
                      <a:pt x="1620311" y="1161445"/>
                    </a:lnTo>
                    <a:lnTo>
                      <a:pt x="1619676" y="1161445"/>
                    </a:lnTo>
                    <a:lnTo>
                      <a:pt x="1619042" y="1161445"/>
                    </a:lnTo>
                    <a:lnTo>
                      <a:pt x="1618407" y="1162715"/>
                    </a:lnTo>
                    <a:lnTo>
                      <a:pt x="1618407" y="1163349"/>
                    </a:lnTo>
                    <a:lnTo>
                      <a:pt x="1618407" y="1163984"/>
                    </a:lnTo>
                    <a:lnTo>
                      <a:pt x="1619042" y="1166523"/>
                    </a:lnTo>
                    <a:lnTo>
                      <a:pt x="1619676" y="1167157"/>
                    </a:lnTo>
                    <a:lnTo>
                      <a:pt x="1620311" y="1167157"/>
                    </a:lnTo>
                    <a:lnTo>
                      <a:pt x="1620946" y="1167157"/>
                    </a:lnTo>
                    <a:lnTo>
                      <a:pt x="1620946" y="1166523"/>
                    </a:lnTo>
                    <a:lnTo>
                      <a:pt x="1620946" y="1165888"/>
                    </a:lnTo>
                    <a:lnTo>
                      <a:pt x="1620946" y="1165888"/>
                    </a:lnTo>
                    <a:lnTo>
                      <a:pt x="1621581" y="1165888"/>
                    </a:lnTo>
                    <a:lnTo>
                      <a:pt x="1622215" y="1165253"/>
                    </a:lnTo>
                    <a:lnTo>
                      <a:pt x="1622215" y="1164618"/>
                    </a:lnTo>
                    <a:lnTo>
                      <a:pt x="1621581" y="1163984"/>
                    </a:lnTo>
                    <a:lnTo>
                      <a:pt x="1620946" y="1163349"/>
                    </a:lnTo>
                    <a:lnTo>
                      <a:pt x="1620946" y="1162715"/>
                    </a:lnTo>
                    <a:lnTo>
                      <a:pt x="1621581" y="1162080"/>
                    </a:lnTo>
                    <a:lnTo>
                      <a:pt x="1621581" y="1162080"/>
                    </a:lnTo>
                    <a:lnTo>
                      <a:pt x="1621581" y="1162080"/>
                    </a:lnTo>
                    <a:lnTo>
                      <a:pt x="1621581" y="1160811"/>
                    </a:lnTo>
                    <a:lnTo>
                      <a:pt x="1621581" y="1160811"/>
                    </a:lnTo>
                    <a:lnTo>
                      <a:pt x="1621581" y="1160811"/>
                    </a:lnTo>
                    <a:lnTo>
                      <a:pt x="1621581" y="1160811"/>
                    </a:lnTo>
                    <a:lnTo>
                      <a:pt x="1621581" y="1160176"/>
                    </a:lnTo>
                    <a:lnTo>
                      <a:pt x="1621581" y="1158907"/>
                    </a:lnTo>
                    <a:lnTo>
                      <a:pt x="1621581" y="1158272"/>
                    </a:lnTo>
                    <a:lnTo>
                      <a:pt x="1622215" y="1157637"/>
                    </a:lnTo>
                    <a:lnTo>
                      <a:pt x="1622850" y="1157637"/>
                    </a:lnTo>
                    <a:lnTo>
                      <a:pt x="1622215" y="1160176"/>
                    </a:lnTo>
                    <a:lnTo>
                      <a:pt x="1623484" y="1161445"/>
                    </a:lnTo>
                    <a:lnTo>
                      <a:pt x="1625388" y="1161445"/>
                    </a:lnTo>
                    <a:lnTo>
                      <a:pt x="1626658" y="1160176"/>
                    </a:lnTo>
                    <a:lnTo>
                      <a:pt x="1626658" y="1159541"/>
                    </a:lnTo>
                    <a:lnTo>
                      <a:pt x="1626658" y="1158907"/>
                    </a:lnTo>
                    <a:lnTo>
                      <a:pt x="1626658" y="1158272"/>
                    </a:lnTo>
                    <a:lnTo>
                      <a:pt x="1626658" y="1157637"/>
                    </a:lnTo>
                    <a:lnTo>
                      <a:pt x="1627927" y="1157003"/>
                    </a:lnTo>
                    <a:lnTo>
                      <a:pt x="1628562" y="1157003"/>
                    </a:lnTo>
                    <a:lnTo>
                      <a:pt x="1629196" y="1157637"/>
                    </a:lnTo>
                    <a:lnTo>
                      <a:pt x="1628562" y="1157637"/>
                    </a:lnTo>
                    <a:lnTo>
                      <a:pt x="1627293" y="1158272"/>
                    </a:lnTo>
                    <a:lnTo>
                      <a:pt x="1627927" y="1160176"/>
                    </a:lnTo>
                    <a:lnTo>
                      <a:pt x="1626658" y="1161445"/>
                    </a:lnTo>
                    <a:lnTo>
                      <a:pt x="1624754" y="1162080"/>
                    </a:lnTo>
                    <a:lnTo>
                      <a:pt x="1623484" y="1161445"/>
                    </a:lnTo>
                    <a:lnTo>
                      <a:pt x="1623484" y="1162715"/>
                    </a:lnTo>
                    <a:lnTo>
                      <a:pt x="1624754" y="1166523"/>
                    </a:lnTo>
                    <a:lnTo>
                      <a:pt x="1624754" y="1167157"/>
                    </a:lnTo>
                    <a:lnTo>
                      <a:pt x="1624754" y="1167792"/>
                    </a:lnTo>
                    <a:lnTo>
                      <a:pt x="1624754" y="1168427"/>
                    </a:lnTo>
                    <a:lnTo>
                      <a:pt x="1624754" y="1169696"/>
                    </a:lnTo>
                    <a:lnTo>
                      <a:pt x="1624119" y="1170965"/>
                    </a:lnTo>
                    <a:lnTo>
                      <a:pt x="1623484" y="1172235"/>
                    </a:lnTo>
                    <a:lnTo>
                      <a:pt x="1622850" y="1172869"/>
                    </a:lnTo>
                    <a:lnTo>
                      <a:pt x="1622215" y="1174139"/>
                    </a:lnTo>
                    <a:lnTo>
                      <a:pt x="1622215" y="1176677"/>
                    </a:lnTo>
                    <a:lnTo>
                      <a:pt x="1622850" y="1181120"/>
                    </a:lnTo>
                    <a:lnTo>
                      <a:pt x="1623484" y="1183024"/>
                    </a:lnTo>
                    <a:lnTo>
                      <a:pt x="1624119" y="1184928"/>
                    </a:lnTo>
                    <a:lnTo>
                      <a:pt x="1624754" y="1186197"/>
                    </a:lnTo>
                    <a:lnTo>
                      <a:pt x="1627293" y="1187467"/>
                    </a:lnTo>
                    <a:lnTo>
                      <a:pt x="1627293" y="1188736"/>
                    </a:lnTo>
                    <a:lnTo>
                      <a:pt x="1626658" y="1192544"/>
                    </a:lnTo>
                    <a:lnTo>
                      <a:pt x="1626658" y="1195083"/>
                    </a:lnTo>
                    <a:lnTo>
                      <a:pt x="1627293" y="1196987"/>
                    </a:lnTo>
                    <a:lnTo>
                      <a:pt x="1631101" y="1204603"/>
                    </a:lnTo>
                    <a:lnTo>
                      <a:pt x="1634274" y="1214758"/>
                    </a:lnTo>
                    <a:lnTo>
                      <a:pt x="1634908" y="1216027"/>
                    </a:lnTo>
                    <a:lnTo>
                      <a:pt x="1634908" y="1217296"/>
                    </a:lnTo>
                    <a:lnTo>
                      <a:pt x="1634908" y="1217931"/>
                    </a:lnTo>
                    <a:lnTo>
                      <a:pt x="1634908" y="1219200"/>
                    </a:lnTo>
                    <a:lnTo>
                      <a:pt x="1634908" y="1220470"/>
                    </a:lnTo>
                    <a:lnTo>
                      <a:pt x="1634908" y="1221739"/>
                    </a:lnTo>
                    <a:lnTo>
                      <a:pt x="1634908" y="1224912"/>
                    </a:lnTo>
                    <a:lnTo>
                      <a:pt x="1641255" y="1239510"/>
                    </a:lnTo>
                    <a:lnTo>
                      <a:pt x="1641255" y="1240144"/>
                    </a:lnTo>
                    <a:lnTo>
                      <a:pt x="1640621" y="1241414"/>
                    </a:lnTo>
                    <a:lnTo>
                      <a:pt x="1639986" y="1242048"/>
                    </a:lnTo>
                    <a:lnTo>
                      <a:pt x="1639351" y="1242683"/>
                    </a:lnTo>
                    <a:lnTo>
                      <a:pt x="1638717" y="1242683"/>
                    </a:lnTo>
                    <a:lnTo>
                      <a:pt x="1637447" y="1241414"/>
                    </a:lnTo>
                    <a:lnTo>
                      <a:pt x="1636178" y="1242683"/>
                    </a:lnTo>
                    <a:lnTo>
                      <a:pt x="1634908" y="1245222"/>
                    </a:lnTo>
                    <a:lnTo>
                      <a:pt x="1634274" y="1247125"/>
                    </a:lnTo>
                    <a:lnTo>
                      <a:pt x="1633639" y="1247125"/>
                    </a:lnTo>
                    <a:lnTo>
                      <a:pt x="1633005" y="1245856"/>
                    </a:lnTo>
                    <a:lnTo>
                      <a:pt x="1631735" y="1247125"/>
                    </a:lnTo>
                    <a:lnTo>
                      <a:pt x="1630466" y="1249664"/>
                    </a:lnTo>
                    <a:lnTo>
                      <a:pt x="1629196" y="1249664"/>
                    </a:lnTo>
                    <a:lnTo>
                      <a:pt x="1627927" y="1250299"/>
                    </a:lnTo>
                    <a:lnTo>
                      <a:pt x="1627293" y="1251568"/>
                    </a:lnTo>
                    <a:lnTo>
                      <a:pt x="1626658" y="1253472"/>
                    </a:lnTo>
                    <a:lnTo>
                      <a:pt x="1626658" y="1254742"/>
                    </a:lnTo>
                    <a:lnTo>
                      <a:pt x="1626658" y="1256011"/>
                    </a:lnTo>
                    <a:lnTo>
                      <a:pt x="1626658" y="1257280"/>
                    </a:lnTo>
                    <a:lnTo>
                      <a:pt x="1626023" y="1257915"/>
                    </a:lnTo>
                    <a:lnTo>
                      <a:pt x="1626023" y="1260454"/>
                    </a:lnTo>
                    <a:lnTo>
                      <a:pt x="1624754" y="1262992"/>
                    </a:lnTo>
                    <a:lnTo>
                      <a:pt x="1622850" y="1264262"/>
                    </a:lnTo>
                    <a:lnTo>
                      <a:pt x="1621581" y="1262992"/>
                    </a:lnTo>
                    <a:lnTo>
                      <a:pt x="1621581" y="1261088"/>
                    </a:lnTo>
                    <a:lnTo>
                      <a:pt x="1622215" y="1259184"/>
                    </a:lnTo>
                    <a:lnTo>
                      <a:pt x="1624754" y="1256011"/>
                    </a:lnTo>
                    <a:lnTo>
                      <a:pt x="1623484" y="1257280"/>
                    </a:lnTo>
                    <a:lnTo>
                      <a:pt x="1622215" y="1258550"/>
                    </a:lnTo>
                    <a:lnTo>
                      <a:pt x="1621581" y="1260454"/>
                    </a:lnTo>
                    <a:lnTo>
                      <a:pt x="1621581" y="1262992"/>
                    </a:lnTo>
                    <a:lnTo>
                      <a:pt x="1622215" y="1264897"/>
                    </a:lnTo>
                    <a:lnTo>
                      <a:pt x="1624119" y="1275686"/>
                    </a:lnTo>
                    <a:lnTo>
                      <a:pt x="1625388" y="1279494"/>
                    </a:lnTo>
                    <a:lnTo>
                      <a:pt x="1627293" y="1282032"/>
                    </a:lnTo>
                    <a:lnTo>
                      <a:pt x="1629831" y="1283302"/>
                    </a:lnTo>
                    <a:lnTo>
                      <a:pt x="1629831" y="1282667"/>
                    </a:lnTo>
                    <a:lnTo>
                      <a:pt x="1627927" y="1282032"/>
                    </a:lnTo>
                    <a:lnTo>
                      <a:pt x="1627927" y="1280128"/>
                    </a:lnTo>
                    <a:lnTo>
                      <a:pt x="1629196" y="1278224"/>
                    </a:lnTo>
                    <a:lnTo>
                      <a:pt x="1631101" y="1277590"/>
                    </a:lnTo>
                    <a:lnTo>
                      <a:pt x="1637447" y="1278859"/>
                    </a:lnTo>
                    <a:lnTo>
                      <a:pt x="1639986" y="1278859"/>
                    </a:lnTo>
                    <a:lnTo>
                      <a:pt x="1640621" y="1278224"/>
                    </a:lnTo>
                    <a:lnTo>
                      <a:pt x="1641890" y="1276955"/>
                    </a:lnTo>
                    <a:lnTo>
                      <a:pt x="1642525" y="1276955"/>
                    </a:lnTo>
                    <a:lnTo>
                      <a:pt x="1643159" y="1277590"/>
                    </a:lnTo>
                    <a:lnTo>
                      <a:pt x="1643159" y="1278224"/>
                    </a:lnTo>
                    <a:lnTo>
                      <a:pt x="1643159" y="1278859"/>
                    </a:lnTo>
                    <a:lnTo>
                      <a:pt x="1643159" y="1279494"/>
                    </a:lnTo>
                    <a:lnTo>
                      <a:pt x="1645063" y="1279494"/>
                    </a:lnTo>
                    <a:lnTo>
                      <a:pt x="1645698" y="1280128"/>
                    </a:lnTo>
                    <a:lnTo>
                      <a:pt x="1645063" y="1281398"/>
                    </a:lnTo>
                    <a:lnTo>
                      <a:pt x="1645063" y="1281398"/>
                    </a:lnTo>
                    <a:lnTo>
                      <a:pt x="1644429" y="1281398"/>
                    </a:lnTo>
                    <a:lnTo>
                      <a:pt x="1643794" y="1281398"/>
                    </a:lnTo>
                    <a:lnTo>
                      <a:pt x="1643794" y="1282032"/>
                    </a:lnTo>
                    <a:lnTo>
                      <a:pt x="1643159" y="1283302"/>
                    </a:lnTo>
                    <a:lnTo>
                      <a:pt x="1642525" y="1283937"/>
                    </a:lnTo>
                    <a:lnTo>
                      <a:pt x="1638082" y="1286475"/>
                    </a:lnTo>
                    <a:lnTo>
                      <a:pt x="1636178" y="1288379"/>
                    </a:lnTo>
                    <a:lnTo>
                      <a:pt x="1634908" y="1289014"/>
                    </a:lnTo>
                    <a:lnTo>
                      <a:pt x="1633005" y="1289648"/>
                    </a:lnTo>
                    <a:lnTo>
                      <a:pt x="1631735" y="1290283"/>
                    </a:lnTo>
                    <a:lnTo>
                      <a:pt x="1631101" y="1290283"/>
                    </a:lnTo>
                    <a:lnTo>
                      <a:pt x="1631101" y="1289648"/>
                    </a:lnTo>
                    <a:lnTo>
                      <a:pt x="1631101" y="1289014"/>
                    </a:lnTo>
                    <a:lnTo>
                      <a:pt x="1631101" y="1288379"/>
                    </a:lnTo>
                    <a:lnTo>
                      <a:pt x="1631101" y="1288379"/>
                    </a:lnTo>
                    <a:lnTo>
                      <a:pt x="1631101" y="1287744"/>
                    </a:lnTo>
                    <a:lnTo>
                      <a:pt x="1631101" y="1287110"/>
                    </a:lnTo>
                    <a:lnTo>
                      <a:pt x="1631101" y="1286475"/>
                    </a:lnTo>
                    <a:lnTo>
                      <a:pt x="1630466" y="1286475"/>
                    </a:lnTo>
                    <a:lnTo>
                      <a:pt x="1629831" y="1286475"/>
                    </a:lnTo>
                    <a:lnTo>
                      <a:pt x="1629196" y="1287110"/>
                    </a:lnTo>
                    <a:lnTo>
                      <a:pt x="1629196" y="1287110"/>
                    </a:lnTo>
                    <a:lnTo>
                      <a:pt x="1628562" y="1287744"/>
                    </a:lnTo>
                    <a:lnTo>
                      <a:pt x="1628562" y="1289014"/>
                    </a:lnTo>
                    <a:lnTo>
                      <a:pt x="1629196" y="1290918"/>
                    </a:lnTo>
                    <a:lnTo>
                      <a:pt x="1629196" y="1291552"/>
                    </a:lnTo>
                    <a:lnTo>
                      <a:pt x="1630466" y="1292822"/>
                    </a:lnTo>
                    <a:lnTo>
                      <a:pt x="1631101" y="1293457"/>
                    </a:lnTo>
                    <a:lnTo>
                      <a:pt x="1631101" y="1294726"/>
                    </a:lnTo>
                    <a:lnTo>
                      <a:pt x="1631101" y="1295995"/>
                    </a:lnTo>
                    <a:lnTo>
                      <a:pt x="1629831" y="1305515"/>
                    </a:lnTo>
                    <a:lnTo>
                      <a:pt x="1629831" y="1306785"/>
                    </a:lnTo>
                    <a:lnTo>
                      <a:pt x="1630466" y="1307419"/>
                    </a:lnTo>
                    <a:lnTo>
                      <a:pt x="1631101" y="1308688"/>
                    </a:lnTo>
                    <a:lnTo>
                      <a:pt x="1631735" y="1309958"/>
                    </a:lnTo>
                    <a:lnTo>
                      <a:pt x="1631735" y="1311227"/>
                    </a:lnTo>
                    <a:lnTo>
                      <a:pt x="1631735" y="1312497"/>
                    </a:lnTo>
                    <a:lnTo>
                      <a:pt x="1631101" y="1313766"/>
                    </a:lnTo>
                    <a:lnTo>
                      <a:pt x="1630466" y="1315670"/>
                    </a:lnTo>
                    <a:lnTo>
                      <a:pt x="1631101" y="1315670"/>
                    </a:lnTo>
                    <a:lnTo>
                      <a:pt x="1632370" y="1313131"/>
                    </a:lnTo>
                    <a:lnTo>
                      <a:pt x="1634274" y="1311862"/>
                    </a:lnTo>
                    <a:lnTo>
                      <a:pt x="1636178" y="1311862"/>
                    </a:lnTo>
                    <a:lnTo>
                      <a:pt x="1637447" y="1313766"/>
                    </a:lnTo>
                    <a:lnTo>
                      <a:pt x="1634908" y="1316939"/>
                    </a:lnTo>
                    <a:lnTo>
                      <a:pt x="1633639" y="1318209"/>
                    </a:lnTo>
                    <a:lnTo>
                      <a:pt x="1631735" y="1318209"/>
                    </a:lnTo>
                    <a:lnTo>
                      <a:pt x="1630466" y="1318209"/>
                    </a:lnTo>
                    <a:lnTo>
                      <a:pt x="1629831" y="1318843"/>
                    </a:lnTo>
                    <a:lnTo>
                      <a:pt x="1629196" y="1320112"/>
                    </a:lnTo>
                    <a:lnTo>
                      <a:pt x="1628562" y="1320747"/>
                    </a:lnTo>
                    <a:lnTo>
                      <a:pt x="1627293" y="1321382"/>
                    </a:lnTo>
                    <a:lnTo>
                      <a:pt x="1626658" y="1322017"/>
                    </a:lnTo>
                    <a:lnTo>
                      <a:pt x="1627293" y="1324555"/>
                    </a:lnTo>
                    <a:lnTo>
                      <a:pt x="1626023" y="1327094"/>
                    </a:lnTo>
                    <a:lnTo>
                      <a:pt x="1624119" y="1328363"/>
                    </a:lnTo>
                    <a:lnTo>
                      <a:pt x="1622215" y="1328998"/>
                    </a:lnTo>
                    <a:lnTo>
                      <a:pt x="1621581" y="1328998"/>
                    </a:lnTo>
                    <a:lnTo>
                      <a:pt x="1621581" y="1328363"/>
                    </a:lnTo>
                    <a:lnTo>
                      <a:pt x="1621581" y="1327729"/>
                    </a:lnTo>
                    <a:lnTo>
                      <a:pt x="1621581" y="1327094"/>
                    </a:lnTo>
                    <a:lnTo>
                      <a:pt x="1621581" y="1327094"/>
                    </a:lnTo>
                    <a:lnTo>
                      <a:pt x="1621581" y="1326459"/>
                    </a:lnTo>
                    <a:lnTo>
                      <a:pt x="1621581" y="1326459"/>
                    </a:lnTo>
                    <a:lnTo>
                      <a:pt x="1621581" y="1326459"/>
                    </a:lnTo>
                    <a:lnTo>
                      <a:pt x="1620946" y="1326459"/>
                    </a:lnTo>
                    <a:lnTo>
                      <a:pt x="1619676" y="1325825"/>
                    </a:lnTo>
                    <a:lnTo>
                      <a:pt x="1617773" y="1325825"/>
                    </a:lnTo>
                    <a:lnTo>
                      <a:pt x="1617138" y="1325190"/>
                    </a:lnTo>
                    <a:lnTo>
                      <a:pt x="1615868" y="1327094"/>
                    </a:lnTo>
                    <a:lnTo>
                      <a:pt x="1613964" y="1327729"/>
                    </a:lnTo>
                    <a:lnTo>
                      <a:pt x="1610156" y="1327094"/>
                    </a:lnTo>
                    <a:lnTo>
                      <a:pt x="1612060" y="1330267"/>
                    </a:lnTo>
                    <a:lnTo>
                      <a:pt x="1615234" y="1331537"/>
                    </a:lnTo>
                    <a:lnTo>
                      <a:pt x="1629831" y="1332806"/>
                    </a:lnTo>
                    <a:lnTo>
                      <a:pt x="1631101" y="1333441"/>
                    </a:lnTo>
                    <a:lnTo>
                      <a:pt x="1631735" y="1334710"/>
                    </a:lnTo>
                    <a:lnTo>
                      <a:pt x="1632370" y="1335345"/>
                    </a:lnTo>
                    <a:lnTo>
                      <a:pt x="1632370" y="1334075"/>
                    </a:lnTo>
                    <a:lnTo>
                      <a:pt x="1633005" y="1332806"/>
                    </a:lnTo>
                    <a:lnTo>
                      <a:pt x="1633005" y="1332171"/>
                    </a:lnTo>
                    <a:lnTo>
                      <a:pt x="1633005" y="1331537"/>
                    </a:lnTo>
                    <a:lnTo>
                      <a:pt x="1633639" y="1331537"/>
                    </a:lnTo>
                    <a:lnTo>
                      <a:pt x="1634274" y="1332806"/>
                    </a:lnTo>
                    <a:lnTo>
                      <a:pt x="1634908" y="1334075"/>
                    </a:lnTo>
                    <a:lnTo>
                      <a:pt x="1635543" y="1335345"/>
                    </a:lnTo>
                    <a:lnTo>
                      <a:pt x="1634908" y="1336614"/>
                    </a:lnTo>
                    <a:lnTo>
                      <a:pt x="1633005" y="1338518"/>
                    </a:lnTo>
                    <a:lnTo>
                      <a:pt x="1632370" y="1340422"/>
                    </a:lnTo>
                    <a:lnTo>
                      <a:pt x="1634274" y="1341057"/>
                    </a:lnTo>
                    <a:lnTo>
                      <a:pt x="1635543" y="1341057"/>
                    </a:lnTo>
                    <a:lnTo>
                      <a:pt x="1636178" y="1340422"/>
                    </a:lnTo>
                    <a:lnTo>
                      <a:pt x="1636813" y="1339787"/>
                    </a:lnTo>
                    <a:lnTo>
                      <a:pt x="1637447" y="1339153"/>
                    </a:lnTo>
                    <a:lnTo>
                      <a:pt x="1638082" y="1338518"/>
                    </a:lnTo>
                    <a:lnTo>
                      <a:pt x="1639351" y="1338518"/>
                    </a:lnTo>
                    <a:lnTo>
                      <a:pt x="1640621" y="1337884"/>
                    </a:lnTo>
                    <a:lnTo>
                      <a:pt x="1641255" y="1337884"/>
                    </a:lnTo>
                    <a:lnTo>
                      <a:pt x="1641890" y="1337884"/>
                    </a:lnTo>
                    <a:lnTo>
                      <a:pt x="1642525" y="1337884"/>
                    </a:lnTo>
                    <a:lnTo>
                      <a:pt x="1643159" y="1337249"/>
                    </a:lnTo>
                    <a:lnTo>
                      <a:pt x="1643794" y="1335979"/>
                    </a:lnTo>
                    <a:lnTo>
                      <a:pt x="1645698" y="1334710"/>
                    </a:lnTo>
                    <a:lnTo>
                      <a:pt x="1654583" y="1332806"/>
                    </a:lnTo>
                    <a:lnTo>
                      <a:pt x="1657122" y="1331537"/>
                    </a:lnTo>
                    <a:lnTo>
                      <a:pt x="1655853" y="1331537"/>
                    </a:lnTo>
                    <a:lnTo>
                      <a:pt x="1655218" y="1331537"/>
                    </a:lnTo>
                    <a:lnTo>
                      <a:pt x="1653949" y="1332171"/>
                    </a:lnTo>
                    <a:lnTo>
                      <a:pt x="1653314" y="1331537"/>
                    </a:lnTo>
                    <a:lnTo>
                      <a:pt x="1653949" y="1329633"/>
                    </a:lnTo>
                    <a:lnTo>
                      <a:pt x="1654583" y="1328363"/>
                    </a:lnTo>
                    <a:lnTo>
                      <a:pt x="1655218" y="1327094"/>
                    </a:lnTo>
                    <a:lnTo>
                      <a:pt x="1657757" y="1323921"/>
                    </a:lnTo>
                    <a:lnTo>
                      <a:pt x="1659661" y="1322017"/>
                    </a:lnTo>
                    <a:lnTo>
                      <a:pt x="1661565" y="1321382"/>
                    </a:lnTo>
                    <a:lnTo>
                      <a:pt x="1664103" y="1320747"/>
                    </a:lnTo>
                    <a:lnTo>
                      <a:pt x="1659026" y="1320112"/>
                    </a:lnTo>
                    <a:lnTo>
                      <a:pt x="1658391" y="1319478"/>
                    </a:lnTo>
                    <a:lnTo>
                      <a:pt x="1658391" y="1318843"/>
                    </a:lnTo>
                    <a:lnTo>
                      <a:pt x="1658391" y="1318209"/>
                    </a:lnTo>
                    <a:lnTo>
                      <a:pt x="1658391" y="1317574"/>
                    </a:lnTo>
                    <a:lnTo>
                      <a:pt x="1659026" y="1317574"/>
                    </a:lnTo>
                    <a:lnTo>
                      <a:pt x="1660930" y="1316939"/>
                    </a:lnTo>
                    <a:lnTo>
                      <a:pt x="1660930" y="1317574"/>
                    </a:lnTo>
                    <a:lnTo>
                      <a:pt x="1660295" y="1317574"/>
                    </a:lnTo>
                    <a:lnTo>
                      <a:pt x="1659661" y="1318209"/>
                    </a:lnTo>
                    <a:lnTo>
                      <a:pt x="1660930" y="1319478"/>
                    </a:lnTo>
                    <a:lnTo>
                      <a:pt x="1663469" y="1319478"/>
                    </a:lnTo>
                    <a:lnTo>
                      <a:pt x="1664738" y="1320747"/>
                    </a:lnTo>
                    <a:lnTo>
                      <a:pt x="1666007" y="1319478"/>
                    </a:lnTo>
                    <a:lnTo>
                      <a:pt x="1668546" y="1318843"/>
                    </a:lnTo>
                    <a:lnTo>
                      <a:pt x="1671085" y="1316939"/>
                    </a:lnTo>
                    <a:lnTo>
                      <a:pt x="1674258" y="1316305"/>
                    </a:lnTo>
                    <a:lnTo>
                      <a:pt x="1675527" y="1315670"/>
                    </a:lnTo>
                    <a:lnTo>
                      <a:pt x="1676797" y="1313766"/>
                    </a:lnTo>
                    <a:lnTo>
                      <a:pt x="1677431" y="1313131"/>
                    </a:lnTo>
                    <a:lnTo>
                      <a:pt x="1680605" y="1312497"/>
                    </a:lnTo>
                    <a:lnTo>
                      <a:pt x="1682509" y="1311227"/>
                    </a:lnTo>
                    <a:lnTo>
                      <a:pt x="1683778" y="1312497"/>
                    </a:lnTo>
                    <a:lnTo>
                      <a:pt x="1685048" y="1314401"/>
                    </a:lnTo>
                    <a:lnTo>
                      <a:pt x="1685682" y="1316305"/>
                    </a:lnTo>
                    <a:lnTo>
                      <a:pt x="1685048" y="1317574"/>
                    </a:lnTo>
                    <a:lnTo>
                      <a:pt x="1684413" y="1319478"/>
                    </a:lnTo>
                    <a:lnTo>
                      <a:pt x="1690125" y="1311227"/>
                    </a:lnTo>
                    <a:lnTo>
                      <a:pt x="1692029" y="1309323"/>
                    </a:lnTo>
                    <a:lnTo>
                      <a:pt x="1709800" y="1297265"/>
                    </a:lnTo>
                    <a:lnTo>
                      <a:pt x="1711069" y="1296630"/>
                    </a:lnTo>
                    <a:lnTo>
                      <a:pt x="1714242" y="1297265"/>
                    </a:lnTo>
                    <a:lnTo>
                      <a:pt x="1714242" y="1297899"/>
                    </a:lnTo>
                    <a:lnTo>
                      <a:pt x="1713608" y="1299168"/>
                    </a:lnTo>
                    <a:lnTo>
                      <a:pt x="1713608" y="1299803"/>
                    </a:lnTo>
                    <a:lnTo>
                      <a:pt x="1713608" y="1300438"/>
                    </a:lnTo>
                    <a:lnTo>
                      <a:pt x="1714242" y="1301072"/>
                    </a:lnTo>
                    <a:lnTo>
                      <a:pt x="1714242" y="1301707"/>
                    </a:lnTo>
                    <a:lnTo>
                      <a:pt x="1714877" y="1302342"/>
                    </a:lnTo>
                    <a:lnTo>
                      <a:pt x="1715512" y="1302977"/>
                    </a:lnTo>
                    <a:lnTo>
                      <a:pt x="1716146" y="1303611"/>
                    </a:lnTo>
                    <a:lnTo>
                      <a:pt x="1716146" y="1304881"/>
                    </a:lnTo>
                    <a:lnTo>
                      <a:pt x="1716146" y="1305515"/>
                    </a:lnTo>
                    <a:lnTo>
                      <a:pt x="1716146" y="1306150"/>
                    </a:lnTo>
                    <a:lnTo>
                      <a:pt x="1716146" y="1306785"/>
                    </a:lnTo>
                    <a:lnTo>
                      <a:pt x="1715512" y="1306785"/>
                    </a:lnTo>
                    <a:lnTo>
                      <a:pt x="1714242" y="1306150"/>
                    </a:lnTo>
                    <a:lnTo>
                      <a:pt x="1713608" y="1306150"/>
                    </a:lnTo>
                    <a:lnTo>
                      <a:pt x="1712338" y="1307419"/>
                    </a:lnTo>
                    <a:lnTo>
                      <a:pt x="1711704" y="1308054"/>
                    </a:lnTo>
                    <a:lnTo>
                      <a:pt x="1711704" y="1308688"/>
                    </a:lnTo>
                    <a:lnTo>
                      <a:pt x="1712338" y="1309958"/>
                    </a:lnTo>
                    <a:lnTo>
                      <a:pt x="1712973" y="1309958"/>
                    </a:lnTo>
                    <a:lnTo>
                      <a:pt x="1714242" y="1309323"/>
                    </a:lnTo>
                    <a:lnTo>
                      <a:pt x="1714877" y="1309958"/>
                    </a:lnTo>
                    <a:lnTo>
                      <a:pt x="1714877" y="1311227"/>
                    </a:lnTo>
                    <a:lnTo>
                      <a:pt x="1714242" y="1313766"/>
                    </a:lnTo>
                    <a:lnTo>
                      <a:pt x="1714877" y="1314401"/>
                    </a:lnTo>
                    <a:lnTo>
                      <a:pt x="1716146" y="1313766"/>
                    </a:lnTo>
                    <a:lnTo>
                      <a:pt x="1719320" y="1311862"/>
                    </a:lnTo>
                    <a:lnTo>
                      <a:pt x="1719320" y="1315035"/>
                    </a:lnTo>
                    <a:lnTo>
                      <a:pt x="1719320" y="1316305"/>
                    </a:lnTo>
                    <a:lnTo>
                      <a:pt x="1718685" y="1317574"/>
                    </a:lnTo>
                    <a:lnTo>
                      <a:pt x="1719954" y="1318209"/>
                    </a:lnTo>
                    <a:lnTo>
                      <a:pt x="1720589" y="1318209"/>
                    </a:lnTo>
                    <a:lnTo>
                      <a:pt x="1721224" y="1318209"/>
                    </a:lnTo>
                    <a:lnTo>
                      <a:pt x="1721858" y="1317574"/>
                    </a:lnTo>
                    <a:lnTo>
                      <a:pt x="1722493" y="1316939"/>
                    </a:lnTo>
                    <a:lnTo>
                      <a:pt x="1722493" y="1316305"/>
                    </a:lnTo>
                    <a:lnTo>
                      <a:pt x="1722493" y="1315670"/>
                    </a:lnTo>
                    <a:lnTo>
                      <a:pt x="1723762" y="1315035"/>
                    </a:lnTo>
                    <a:lnTo>
                      <a:pt x="1725032" y="1315035"/>
                    </a:lnTo>
                    <a:lnTo>
                      <a:pt x="1726301" y="1315670"/>
                    </a:lnTo>
                    <a:lnTo>
                      <a:pt x="1727570" y="1316939"/>
                    </a:lnTo>
                    <a:lnTo>
                      <a:pt x="1727570" y="1317574"/>
                    </a:lnTo>
                    <a:lnTo>
                      <a:pt x="1727570" y="1319478"/>
                    </a:lnTo>
                    <a:lnTo>
                      <a:pt x="1727570" y="1320112"/>
                    </a:lnTo>
                    <a:lnTo>
                      <a:pt x="1727570" y="1320747"/>
                    </a:lnTo>
                    <a:lnTo>
                      <a:pt x="1728840" y="1322651"/>
                    </a:lnTo>
                    <a:lnTo>
                      <a:pt x="1730109" y="1325825"/>
                    </a:lnTo>
                    <a:lnTo>
                      <a:pt x="1730744" y="1327094"/>
                    </a:lnTo>
                    <a:lnTo>
                      <a:pt x="1731378" y="1327094"/>
                    </a:lnTo>
                    <a:lnTo>
                      <a:pt x="1732648" y="1326459"/>
                    </a:lnTo>
                    <a:lnTo>
                      <a:pt x="1735186" y="1325825"/>
                    </a:lnTo>
                    <a:lnTo>
                      <a:pt x="1736456" y="1324555"/>
                    </a:lnTo>
                    <a:lnTo>
                      <a:pt x="1737090" y="1323286"/>
                    </a:lnTo>
                    <a:lnTo>
                      <a:pt x="1737090" y="1322651"/>
                    </a:lnTo>
                    <a:lnTo>
                      <a:pt x="1736456" y="1322017"/>
                    </a:lnTo>
                    <a:lnTo>
                      <a:pt x="1736456" y="1321382"/>
                    </a:lnTo>
                    <a:lnTo>
                      <a:pt x="1736456" y="1320112"/>
                    </a:lnTo>
                    <a:lnTo>
                      <a:pt x="1736456" y="1318843"/>
                    </a:lnTo>
                    <a:lnTo>
                      <a:pt x="1736456" y="1318209"/>
                    </a:lnTo>
                    <a:lnTo>
                      <a:pt x="1737090" y="1318209"/>
                    </a:lnTo>
                    <a:lnTo>
                      <a:pt x="1738360" y="1319478"/>
                    </a:lnTo>
                    <a:lnTo>
                      <a:pt x="1738994" y="1318843"/>
                    </a:lnTo>
                    <a:lnTo>
                      <a:pt x="1738994" y="1318209"/>
                    </a:lnTo>
                    <a:lnTo>
                      <a:pt x="1738360" y="1316939"/>
                    </a:lnTo>
                    <a:lnTo>
                      <a:pt x="1738360" y="1316305"/>
                    </a:lnTo>
                    <a:lnTo>
                      <a:pt x="1738994" y="1315035"/>
                    </a:lnTo>
                    <a:lnTo>
                      <a:pt x="1739629" y="1313766"/>
                    </a:lnTo>
                    <a:lnTo>
                      <a:pt x="1739629" y="1312497"/>
                    </a:lnTo>
                    <a:lnTo>
                      <a:pt x="1738994" y="1311227"/>
                    </a:lnTo>
                    <a:lnTo>
                      <a:pt x="1740264" y="1311227"/>
                    </a:lnTo>
                    <a:lnTo>
                      <a:pt x="1745341" y="1310592"/>
                    </a:lnTo>
                    <a:lnTo>
                      <a:pt x="1745976" y="1309958"/>
                    </a:lnTo>
                    <a:lnTo>
                      <a:pt x="1746610" y="1309958"/>
                    </a:lnTo>
                    <a:lnTo>
                      <a:pt x="1747245" y="1311227"/>
                    </a:lnTo>
                    <a:lnTo>
                      <a:pt x="1747245" y="1313766"/>
                    </a:lnTo>
                    <a:lnTo>
                      <a:pt x="1746610" y="1316939"/>
                    </a:lnTo>
                    <a:lnTo>
                      <a:pt x="1745341" y="1319478"/>
                    </a:lnTo>
                    <a:lnTo>
                      <a:pt x="1744072" y="1320747"/>
                    </a:lnTo>
                    <a:lnTo>
                      <a:pt x="1745341" y="1322017"/>
                    </a:lnTo>
                    <a:lnTo>
                      <a:pt x="1746610" y="1322017"/>
                    </a:lnTo>
                    <a:lnTo>
                      <a:pt x="1747880" y="1321382"/>
                    </a:lnTo>
                    <a:lnTo>
                      <a:pt x="1749149" y="1321382"/>
                    </a:lnTo>
                    <a:lnTo>
                      <a:pt x="1749149" y="1322017"/>
                    </a:lnTo>
                    <a:lnTo>
                      <a:pt x="1750418" y="1323921"/>
                    </a:lnTo>
                    <a:lnTo>
                      <a:pt x="1751053" y="1324555"/>
                    </a:lnTo>
                    <a:lnTo>
                      <a:pt x="1752322" y="1325190"/>
                    </a:lnTo>
                    <a:lnTo>
                      <a:pt x="1756130" y="1330902"/>
                    </a:lnTo>
                    <a:lnTo>
                      <a:pt x="1761208" y="1341057"/>
                    </a:lnTo>
                    <a:lnTo>
                      <a:pt x="1765650" y="1350577"/>
                    </a:lnTo>
                    <a:lnTo>
                      <a:pt x="1768189" y="1358193"/>
                    </a:lnTo>
                    <a:lnTo>
                      <a:pt x="1770093" y="1361366"/>
                    </a:lnTo>
                    <a:lnTo>
                      <a:pt x="1771997" y="1361366"/>
                    </a:lnTo>
                    <a:lnTo>
                      <a:pt x="1771362" y="1363905"/>
                    </a:lnTo>
                    <a:lnTo>
                      <a:pt x="1771997" y="1365174"/>
                    </a:lnTo>
                    <a:lnTo>
                      <a:pt x="1773267" y="1365809"/>
                    </a:lnTo>
                    <a:lnTo>
                      <a:pt x="1774536" y="1365809"/>
                    </a:lnTo>
                    <a:lnTo>
                      <a:pt x="1773901" y="1367078"/>
                    </a:lnTo>
                    <a:lnTo>
                      <a:pt x="1773267" y="1367713"/>
                    </a:lnTo>
                    <a:lnTo>
                      <a:pt x="1772632" y="1367713"/>
                    </a:lnTo>
                    <a:lnTo>
                      <a:pt x="1771997" y="1367078"/>
                    </a:lnTo>
                    <a:lnTo>
                      <a:pt x="1773267" y="1368982"/>
                    </a:lnTo>
                    <a:lnTo>
                      <a:pt x="1775170" y="1370252"/>
                    </a:lnTo>
                    <a:lnTo>
                      <a:pt x="1783421" y="1372155"/>
                    </a:lnTo>
                    <a:lnTo>
                      <a:pt x="1785960" y="1372155"/>
                    </a:lnTo>
                    <a:lnTo>
                      <a:pt x="1787864" y="1370252"/>
                    </a:lnTo>
                    <a:lnTo>
                      <a:pt x="1786595" y="1370252"/>
                    </a:lnTo>
                    <a:lnTo>
                      <a:pt x="1786595" y="1369617"/>
                    </a:lnTo>
                    <a:lnTo>
                      <a:pt x="1787864" y="1369617"/>
                    </a:lnTo>
                    <a:lnTo>
                      <a:pt x="1789133" y="1368982"/>
                    </a:lnTo>
                    <a:lnTo>
                      <a:pt x="1790402" y="1367713"/>
                    </a:lnTo>
                    <a:lnTo>
                      <a:pt x="1791672" y="1365174"/>
                    </a:lnTo>
                    <a:lnTo>
                      <a:pt x="1792941" y="1364539"/>
                    </a:lnTo>
                    <a:lnTo>
                      <a:pt x="1793576" y="1363905"/>
                    </a:lnTo>
                    <a:lnTo>
                      <a:pt x="1792941" y="1362635"/>
                    </a:lnTo>
                    <a:lnTo>
                      <a:pt x="1792307" y="1362635"/>
                    </a:lnTo>
                    <a:lnTo>
                      <a:pt x="1791672" y="1362635"/>
                    </a:lnTo>
                    <a:lnTo>
                      <a:pt x="1791037" y="1362635"/>
                    </a:lnTo>
                    <a:lnTo>
                      <a:pt x="1790402" y="1361366"/>
                    </a:lnTo>
                    <a:lnTo>
                      <a:pt x="1790402" y="1360731"/>
                    </a:lnTo>
                    <a:lnTo>
                      <a:pt x="1790402" y="1358193"/>
                    </a:lnTo>
                    <a:lnTo>
                      <a:pt x="1790402" y="1356924"/>
                    </a:lnTo>
                    <a:lnTo>
                      <a:pt x="1790402" y="1356289"/>
                    </a:lnTo>
                    <a:lnTo>
                      <a:pt x="1789768" y="1356289"/>
                    </a:lnTo>
                    <a:lnTo>
                      <a:pt x="1789133" y="1355654"/>
                    </a:lnTo>
                    <a:lnTo>
                      <a:pt x="1784690" y="1340422"/>
                    </a:lnTo>
                    <a:lnTo>
                      <a:pt x="1784056" y="1337249"/>
                    </a:lnTo>
                    <a:lnTo>
                      <a:pt x="1784056" y="1335345"/>
                    </a:lnTo>
                    <a:lnTo>
                      <a:pt x="1784056" y="1333441"/>
                    </a:lnTo>
                    <a:lnTo>
                      <a:pt x="1784690" y="1333441"/>
                    </a:lnTo>
                    <a:lnTo>
                      <a:pt x="1785960" y="1332171"/>
                    </a:lnTo>
                    <a:lnTo>
                      <a:pt x="1786595" y="1330902"/>
                    </a:lnTo>
                    <a:lnTo>
                      <a:pt x="1785325" y="1330902"/>
                    </a:lnTo>
                    <a:lnTo>
                      <a:pt x="1785960" y="1329633"/>
                    </a:lnTo>
                    <a:lnTo>
                      <a:pt x="1787229" y="1328998"/>
                    </a:lnTo>
                    <a:lnTo>
                      <a:pt x="1788499" y="1328998"/>
                    </a:lnTo>
                    <a:lnTo>
                      <a:pt x="1789768" y="1330267"/>
                    </a:lnTo>
                    <a:lnTo>
                      <a:pt x="1789768" y="1331537"/>
                    </a:lnTo>
                    <a:lnTo>
                      <a:pt x="1789133" y="1332806"/>
                    </a:lnTo>
                    <a:lnTo>
                      <a:pt x="1786595" y="1334075"/>
                    </a:lnTo>
                    <a:lnTo>
                      <a:pt x="1785325" y="1334075"/>
                    </a:lnTo>
                    <a:lnTo>
                      <a:pt x="1784690" y="1334710"/>
                    </a:lnTo>
                    <a:lnTo>
                      <a:pt x="1784690" y="1335979"/>
                    </a:lnTo>
                    <a:lnTo>
                      <a:pt x="1784690" y="1336614"/>
                    </a:lnTo>
                    <a:lnTo>
                      <a:pt x="1784690" y="1337249"/>
                    </a:lnTo>
                    <a:lnTo>
                      <a:pt x="1785325" y="1337884"/>
                    </a:lnTo>
                    <a:lnTo>
                      <a:pt x="1785960" y="1337884"/>
                    </a:lnTo>
                    <a:lnTo>
                      <a:pt x="1787229" y="1337884"/>
                    </a:lnTo>
                    <a:lnTo>
                      <a:pt x="1788499" y="1337249"/>
                    </a:lnTo>
                    <a:lnTo>
                      <a:pt x="1789768" y="1336614"/>
                    </a:lnTo>
                    <a:lnTo>
                      <a:pt x="1790402" y="1335345"/>
                    </a:lnTo>
                    <a:lnTo>
                      <a:pt x="1791037" y="1334075"/>
                    </a:lnTo>
                    <a:lnTo>
                      <a:pt x="1791672" y="1332806"/>
                    </a:lnTo>
                    <a:lnTo>
                      <a:pt x="1791672" y="1330902"/>
                    </a:lnTo>
                    <a:lnTo>
                      <a:pt x="1791037" y="1328998"/>
                    </a:lnTo>
                    <a:lnTo>
                      <a:pt x="1792941" y="1318843"/>
                    </a:lnTo>
                    <a:lnTo>
                      <a:pt x="1792941" y="1317574"/>
                    </a:lnTo>
                    <a:lnTo>
                      <a:pt x="1798019" y="1306785"/>
                    </a:lnTo>
                    <a:lnTo>
                      <a:pt x="1797384" y="1305515"/>
                    </a:lnTo>
                    <a:lnTo>
                      <a:pt x="1801827" y="1304246"/>
                    </a:lnTo>
                    <a:lnTo>
                      <a:pt x="1801827" y="1306150"/>
                    </a:lnTo>
                    <a:lnTo>
                      <a:pt x="1801192" y="1306785"/>
                    </a:lnTo>
                    <a:lnTo>
                      <a:pt x="1799288" y="1307419"/>
                    </a:lnTo>
                    <a:lnTo>
                      <a:pt x="1799923" y="1308688"/>
                    </a:lnTo>
                    <a:lnTo>
                      <a:pt x="1800557" y="1309958"/>
                    </a:lnTo>
                    <a:lnTo>
                      <a:pt x="1802461" y="1311862"/>
                    </a:lnTo>
                    <a:lnTo>
                      <a:pt x="1801827" y="1313766"/>
                    </a:lnTo>
                    <a:lnTo>
                      <a:pt x="1801192" y="1315035"/>
                    </a:lnTo>
                    <a:lnTo>
                      <a:pt x="1800557" y="1316305"/>
                    </a:lnTo>
                    <a:lnTo>
                      <a:pt x="1800557" y="1317574"/>
                    </a:lnTo>
                    <a:lnTo>
                      <a:pt x="1801192" y="1318209"/>
                    </a:lnTo>
                    <a:lnTo>
                      <a:pt x="1802461" y="1317574"/>
                    </a:lnTo>
                    <a:lnTo>
                      <a:pt x="1803731" y="1316305"/>
                    </a:lnTo>
                    <a:lnTo>
                      <a:pt x="1806269" y="1315035"/>
                    </a:lnTo>
                    <a:lnTo>
                      <a:pt x="1808173" y="1313131"/>
                    </a:lnTo>
                    <a:lnTo>
                      <a:pt x="1810077" y="1310592"/>
                    </a:lnTo>
                    <a:lnTo>
                      <a:pt x="1811347" y="1308054"/>
                    </a:lnTo>
                    <a:lnTo>
                      <a:pt x="1811981" y="1307419"/>
                    </a:lnTo>
                    <a:lnTo>
                      <a:pt x="1812616" y="1306785"/>
                    </a:lnTo>
                    <a:lnTo>
                      <a:pt x="1812616" y="1306150"/>
                    </a:lnTo>
                    <a:lnTo>
                      <a:pt x="1812616" y="1305515"/>
                    </a:lnTo>
                    <a:lnTo>
                      <a:pt x="1812616" y="1304881"/>
                    </a:lnTo>
                    <a:lnTo>
                      <a:pt x="1812616" y="1304246"/>
                    </a:lnTo>
                    <a:lnTo>
                      <a:pt x="1812616" y="1303611"/>
                    </a:lnTo>
                    <a:lnTo>
                      <a:pt x="1813885" y="1302342"/>
                    </a:lnTo>
                    <a:lnTo>
                      <a:pt x="1816424" y="1301707"/>
                    </a:lnTo>
                    <a:lnTo>
                      <a:pt x="1817693" y="1301072"/>
                    </a:lnTo>
                    <a:lnTo>
                      <a:pt x="1818328" y="1298534"/>
                    </a:lnTo>
                    <a:lnTo>
                      <a:pt x="1815155" y="1294726"/>
                    </a:lnTo>
                    <a:lnTo>
                      <a:pt x="1815155" y="1292187"/>
                    </a:lnTo>
                    <a:lnTo>
                      <a:pt x="1813885" y="1291552"/>
                    </a:lnTo>
                    <a:lnTo>
                      <a:pt x="1813251" y="1290918"/>
                    </a:lnTo>
                    <a:lnTo>
                      <a:pt x="1813251" y="1289648"/>
                    </a:lnTo>
                    <a:lnTo>
                      <a:pt x="1813885" y="1287744"/>
                    </a:lnTo>
                    <a:lnTo>
                      <a:pt x="1814520" y="1288379"/>
                    </a:lnTo>
                    <a:lnTo>
                      <a:pt x="1814520" y="1289014"/>
                    </a:lnTo>
                    <a:lnTo>
                      <a:pt x="1814520" y="1289648"/>
                    </a:lnTo>
                    <a:lnTo>
                      <a:pt x="1814520" y="1290283"/>
                    </a:lnTo>
                    <a:lnTo>
                      <a:pt x="1815155" y="1290918"/>
                    </a:lnTo>
                    <a:lnTo>
                      <a:pt x="1815789" y="1290918"/>
                    </a:lnTo>
                    <a:lnTo>
                      <a:pt x="1816424" y="1290918"/>
                    </a:lnTo>
                    <a:lnTo>
                      <a:pt x="1816424" y="1292187"/>
                    </a:lnTo>
                    <a:lnTo>
                      <a:pt x="1816424" y="1293457"/>
                    </a:lnTo>
                    <a:lnTo>
                      <a:pt x="1817059" y="1294726"/>
                    </a:lnTo>
                    <a:lnTo>
                      <a:pt x="1818328" y="1296630"/>
                    </a:lnTo>
                    <a:lnTo>
                      <a:pt x="1820232" y="1297899"/>
                    </a:lnTo>
                    <a:lnTo>
                      <a:pt x="1824675" y="1299168"/>
                    </a:lnTo>
                    <a:lnTo>
                      <a:pt x="1829117" y="1301707"/>
                    </a:lnTo>
                    <a:lnTo>
                      <a:pt x="1834195" y="1302342"/>
                    </a:lnTo>
                    <a:lnTo>
                      <a:pt x="1836099" y="1304881"/>
                    </a:lnTo>
                    <a:lnTo>
                      <a:pt x="1838637" y="1309958"/>
                    </a:lnTo>
                    <a:lnTo>
                      <a:pt x="1839272" y="1313131"/>
                    </a:lnTo>
                    <a:lnTo>
                      <a:pt x="1838003" y="1315035"/>
                    </a:lnTo>
                    <a:lnTo>
                      <a:pt x="1838637" y="1316305"/>
                    </a:lnTo>
                    <a:lnTo>
                      <a:pt x="1839272" y="1316939"/>
                    </a:lnTo>
                    <a:lnTo>
                      <a:pt x="1841176" y="1316939"/>
                    </a:lnTo>
                    <a:lnTo>
                      <a:pt x="1841176" y="1317574"/>
                    </a:lnTo>
                    <a:lnTo>
                      <a:pt x="1840542" y="1317574"/>
                    </a:lnTo>
                    <a:lnTo>
                      <a:pt x="1839907" y="1318209"/>
                    </a:lnTo>
                    <a:lnTo>
                      <a:pt x="1839907" y="1318843"/>
                    </a:lnTo>
                    <a:lnTo>
                      <a:pt x="1839907" y="1320112"/>
                    </a:lnTo>
                    <a:lnTo>
                      <a:pt x="1839272" y="1319478"/>
                    </a:lnTo>
                    <a:lnTo>
                      <a:pt x="1838637" y="1318209"/>
                    </a:lnTo>
                    <a:lnTo>
                      <a:pt x="1838003" y="1316939"/>
                    </a:lnTo>
                    <a:lnTo>
                      <a:pt x="1837368" y="1315670"/>
                    </a:lnTo>
                    <a:lnTo>
                      <a:pt x="1837368" y="1313766"/>
                    </a:lnTo>
                    <a:lnTo>
                      <a:pt x="1837368" y="1311862"/>
                    </a:lnTo>
                    <a:lnTo>
                      <a:pt x="1836733" y="1310592"/>
                    </a:lnTo>
                    <a:lnTo>
                      <a:pt x="1835464" y="1308054"/>
                    </a:lnTo>
                    <a:lnTo>
                      <a:pt x="1833560" y="1306150"/>
                    </a:lnTo>
                    <a:lnTo>
                      <a:pt x="1831656" y="1304881"/>
                    </a:lnTo>
                    <a:lnTo>
                      <a:pt x="1820232" y="1301707"/>
                    </a:lnTo>
                    <a:lnTo>
                      <a:pt x="1818963" y="1301707"/>
                    </a:lnTo>
                    <a:lnTo>
                      <a:pt x="1817693" y="1302342"/>
                    </a:lnTo>
                    <a:lnTo>
                      <a:pt x="1816424" y="1302977"/>
                    </a:lnTo>
                    <a:lnTo>
                      <a:pt x="1815789" y="1304246"/>
                    </a:lnTo>
                    <a:lnTo>
                      <a:pt x="1813885" y="1305515"/>
                    </a:lnTo>
                    <a:lnTo>
                      <a:pt x="1813251" y="1306150"/>
                    </a:lnTo>
                    <a:lnTo>
                      <a:pt x="1814520" y="1307419"/>
                    </a:lnTo>
                    <a:lnTo>
                      <a:pt x="1815155" y="1306785"/>
                    </a:lnTo>
                    <a:lnTo>
                      <a:pt x="1815789" y="1306150"/>
                    </a:lnTo>
                    <a:lnTo>
                      <a:pt x="1816424" y="1306150"/>
                    </a:lnTo>
                    <a:lnTo>
                      <a:pt x="1817059" y="1306150"/>
                    </a:lnTo>
                    <a:lnTo>
                      <a:pt x="1817059" y="1306785"/>
                    </a:lnTo>
                    <a:lnTo>
                      <a:pt x="1817059" y="1307419"/>
                    </a:lnTo>
                    <a:lnTo>
                      <a:pt x="1817693" y="1308054"/>
                    </a:lnTo>
                    <a:lnTo>
                      <a:pt x="1818328" y="1308054"/>
                    </a:lnTo>
                    <a:lnTo>
                      <a:pt x="1815155" y="1309323"/>
                    </a:lnTo>
                    <a:lnTo>
                      <a:pt x="1813885" y="1310592"/>
                    </a:lnTo>
                    <a:lnTo>
                      <a:pt x="1814520" y="1313131"/>
                    </a:lnTo>
                    <a:lnTo>
                      <a:pt x="1813885" y="1314401"/>
                    </a:lnTo>
                    <a:lnTo>
                      <a:pt x="1812616" y="1317574"/>
                    </a:lnTo>
                    <a:lnTo>
                      <a:pt x="1811981" y="1318843"/>
                    </a:lnTo>
                    <a:lnTo>
                      <a:pt x="1811347" y="1319478"/>
                    </a:lnTo>
                    <a:lnTo>
                      <a:pt x="1810712" y="1320112"/>
                    </a:lnTo>
                    <a:lnTo>
                      <a:pt x="1810077" y="1320747"/>
                    </a:lnTo>
                    <a:lnTo>
                      <a:pt x="1809443" y="1321382"/>
                    </a:lnTo>
                    <a:lnTo>
                      <a:pt x="1808808" y="1322651"/>
                    </a:lnTo>
                    <a:lnTo>
                      <a:pt x="1808808" y="1323921"/>
                    </a:lnTo>
                    <a:lnTo>
                      <a:pt x="1809443" y="1325190"/>
                    </a:lnTo>
                    <a:lnTo>
                      <a:pt x="1810077" y="1325825"/>
                    </a:lnTo>
                    <a:lnTo>
                      <a:pt x="1817693" y="1329633"/>
                    </a:lnTo>
                    <a:lnTo>
                      <a:pt x="1818963" y="1330902"/>
                    </a:lnTo>
                    <a:lnTo>
                      <a:pt x="1819597" y="1332171"/>
                    </a:lnTo>
                    <a:lnTo>
                      <a:pt x="1820232" y="1334710"/>
                    </a:lnTo>
                    <a:lnTo>
                      <a:pt x="1820867" y="1337249"/>
                    </a:lnTo>
                    <a:lnTo>
                      <a:pt x="1820232" y="1339153"/>
                    </a:lnTo>
                    <a:lnTo>
                      <a:pt x="1821501" y="1342961"/>
                    </a:lnTo>
                    <a:lnTo>
                      <a:pt x="1824040" y="1345499"/>
                    </a:lnTo>
                    <a:lnTo>
                      <a:pt x="1827213" y="1346769"/>
                    </a:lnTo>
                    <a:lnTo>
                      <a:pt x="1829752" y="1346769"/>
                    </a:lnTo>
                    <a:lnTo>
                      <a:pt x="1839907" y="1343595"/>
                    </a:lnTo>
                    <a:lnTo>
                      <a:pt x="1848792" y="1337884"/>
                    </a:lnTo>
                    <a:lnTo>
                      <a:pt x="1860216" y="1332806"/>
                    </a:lnTo>
                    <a:lnTo>
                      <a:pt x="1863389" y="1332171"/>
                    </a:lnTo>
                    <a:lnTo>
                      <a:pt x="1867832" y="1328998"/>
                    </a:lnTo>
                    <a:lnTo>
                      <a:pt x="1870371" y="1328998"/>
                    </a:lnTo>
                    <a:lnTo>
                      <a:pt x="1871006" y="1328363"/>
                    </a:lnTo>
                    <a:lnTo>
                      <a:pt x="1871640" y="1327729"/>
                    </a:lnTo>
                    <a:lnTo>
                      <a:pt x="1872275" y="1327094"/>
                    </a:lnTo>
                    <a:lnTo>
                      <a:pt x="1872910" y="1326459"/>
                    </a:lnTo>
                    <a:lnTo>
                      <a:pt x="1879256" y="1325190"/>
                    </a:lnTo>
                    <a:lnTo>
                      <a:pt x="1886238" y="1321382"/>
                    </a:lnTo>
                    <a:lnTo>
                      <a:pt x="1888776" y="1320747"/>
                    </a:lnTo>
                    <a:lnTo>
                      <a:pt x="1889411" y="1319478"/>
                    </a:lnTo>
                    <a:lnTo>
                      <a:pt x="1890680" y="1315670"/>
                    </a:lnTo>
                    <a:lnTo>
                      <a:pt x="1891950" y="1313131"/>
                    </a:lnTo>
                    <a:lnTo>
                      <a:pt x="1893219" y="1311862"/>
                    </a:lnTo>
                    <a:lnTo>
                      <a:pt x="1894488" y="1311227"/>
                    </a:lnTo>
                    <a:lnTo>
                      <a:pt x="1897662" y="1310592"/>
                    </a:lnTo>
                    <a:lnTo>
                      <a:pt x="1898931" y="1309323"/>
                    </a:lnTo>
                    <a:lnTo>
                      <a:pt x="1900200" y="1308054"/>
                    </a:lnTo>
                    <a:lnTo>
                      <a:pt x="1900835" y="1306150"/>
                    </a:lnTo>
                    <a:lnTo>
                      <a:pt x="1900835" y="1304881"/>
                    </a:lnTo>
                    <a:lnTo>
                      <a:pt x="1900835" y="1303611"/>
                    </a:lnTo>
                    <a:lnTo>
                      <a:pt x="1900835" y="1302342"/>
                    </a:lnTo>
                    <a:lnTo>
                      <a:pt x="1901470" y="1301072"/>
                    </a:lnTo>
                    <a:lnTo>
                      <a:pt x="1902104" y="1298534"/>
                    </a:lnTo>
                    <a:lnTo>
                      <a:pt x="1902104" y="1297899"/>
                    </a:lnTo>
                    <a:lnTo>
                      <a:pt x="1902739" y="1297265"/>
                    </a:lnTo>
                    <a:lnTo>
                      <a:pt x="1906547" y="1293457"/>
                    </a:lnTo>
                    <a:lnTo>
                      <a:pt x="1905278" y="1295361"/>
                    </a:lnTo>
                    <a:lnTo>
                      <a:pt x="1904008" y="1297265"/>
                    </a:lnTo>
                    <a:lnTo>
                      <a:pt x="1902739" y="1299168"/>
                    </a:lnTo>
                    <a:lnTo>
                      <a:pt x="1902104" y="1301707"/>
                    </a:lnTo>
                    <a:lnTo>
                      <a:pt x="1902104" y="1308054"/>
                    </a:lnTo>
                    <a:lnTo>
                      <a:pt x="1901470" y="1310592"/>
                    </a:lnTo>
                    <a:lnTo>
                      <a:pt x="1900200" y="1311862"/>
                    </a:lnTo>
                    <a:lnTo>
                      <a:pt x="1898296" y="1312497"/>
                    </a:lnTo>
                    <a:lnTo>
                      <a:pt x="1896392" y="1313766"/>
                    </a:lnTo>
                    <a:lnTo>
                      <a:pt x="1895758" y="1315035"/>
                    </a:lnTo>
                    <a:lnTo>
                      <a:pt x="1895123" y="1316305"/>
                    </a:lnTo>
                    <a:lnTo>
                      <a:pt x="1894488" y="1319478"/>
                    </a:lnTo>
                    <a:lnTo>
                      <a:pt x="1894488" y="1319478"/>
                    </a:lnTo>
                    <a:lnTo>
                      <a:pt x="1894488" y="1320112"/>
                    </a:lnTo>
                    <a:lnTo>
                      <a:pt x="1894488" y="1320747"/>
                    </a:lnTo>
                    <a:lnTo>
                      <a:pt x="1894488" y="1321382"/>
                    </a:lnTo>
                    <a:lnTo>
                      <a:pt x="1893219" y="1322651"/>
                    </a:lnTo>
                    <a:lnTo>
                      <a:pt x="1892584" y="1323921"/>
                    </a:lnTo>
                    <a:lnTo>
                      <a:pt x="1892584" y="1324555"/>
                    </a:lnTo>
                    <a:lnTo>
                      <a:pt x="1893854" y="1327094"/>
                    </a:lnTo>
                    <a:lnTo>
                      <a:pt x="1890046" y="1333441"/>
                    </a:lnTo>
                    <a:lnTo>
                      <a:pt x="1889411" y="1335979"/>
                    </a:lnTo>
                    <a:lnTo>
                      <a:pt x="1890046" y="1339153"/>
                    </a:lnTo>
                    <a:lnTo>
                      <a:pt x="1891950" y="1339153"/>
                    </a:lnTo>
                    <a:lnTo>
                      <a:pt x="1894488" y="1337884"/>
                    </a:lnTo>
                    <a:lnTo>
                      <a:pt x="1896392" y="1337249"/>
                    </a:lnTo>
                    <a:lnTo>
                      <a:pt x="1896392" y="1337884"/>
                    </a:lnTo>
                    <a:lnTo>
                      <a:pt x="1894488" y="1338518"/>
                    </a:lnTo>
                    <a:lnTo>
                      <a:pt x="1893219" y="1339153"/>
                    </a:lnTo>
                    <a:lnTo>
                      <a:pt x="1888142" y="1340422"/>
                    </a:lnTo>
                    <a:lnTo>
                      <a:pt x="1886872" y="1341691"/>
                    </a:lnTo>
                    <a:lnTo>
                      <a:pt x="1885603" y="1342961"/>
                    </a:lnTo>
                    <a:lnTo>
                      <a:pt x="1877987" y="1349942"/>
                    </a:lnTo>
                    <a:lnTo>
                      <a:pt x="1872910" y="1357558"/>
                    </a:lnTo>
                    <a:lnTo>
                      <a:pt x="1871640" y="1358828"/>
                    </a:lnTo>
                    <a:lnTo>
                      <a:pt x="1868467" y="1360097"/>
                    </a:lnTo>
                    <a:lnTo>
                      <a:pt x="1867198" y="1361366"/>
                    </a:lnTo>
                    <a:lnTo>
                      <a:pt x="1864659" y="1365809"/>
                    </a:lnTo>
                    <a:lnTo>
                      <a:pt x="1860851" y="1375964"/>
                    </a:lnTo>
                    <a:lnTo>
                      <a:pt x="1860216" y="1380406"/>
                    </a:lnTo>
                    <a:lnTo>
                      <a:pt x="1861486" y="1383579"/>
                    </a:lnTo>
                    <a:lnTo>
                      <a:pt x="1860851" y="1385484"/>
                    </a:lnTo>
                    <a:lnTo>
                      <a:pt x="1861486" y="1387388"/>
                    </a:lnTo>
                    <a:lnTo>
                      <a:pt x="1864024" y="1389926"/>
                    </a:lnTo>
                    <a:lnTo>
                      <a:pt x="1865294" y="1391196"/>
                    </a:lnTo>
                    <a:lnTo>
                      <a:pt x="1866563" y="1391196"/>
                    </a:lnTo>
                    <a:lnTo>
                      <a:pt x="1869736" y="1389926"/>
                    </a:lnTo>
                    <a:lnTo>
                      <a:pt x="1871640" y="1389926"/>
                    </a:lnTo>
                    <a:lnTo>
                      <a:pt x="1880526" y="1393734"/>
                    </a:lnTo>
                    <a:lnTo>
                      <a:pt x="1881795" y="1395004"/>
                    </a:lnTo>
                    <a:lnTo>
                      <a:pt x="1883064" y="1397542"/>
                    </a:lnTo>
                    <a:lnTo>
                      <a:pt x="1882430" y="1397542"/>
                    </a:lnTo>
                    <a:lnTo>
                      <a:pt x="1881795" y="1396908"/>
                    </a:lnTo>
                    <a:lnTo>
                      <a:pt x="1881160" y="1396273"/>
                    </a:lnTo>
                    <a:lnTo>
                      <a:pt x="1880526" y="1395638"/>
                    </a:lnTo>
                    <a:lnTo>
                      <a:pt x="1879891" y="1395004"/>
                    </a:lnTo>
                    <a:lnTo>
                      <a:pt x="1871006" y="1393099"/>
                    </a:lnTo>
                    <a:lnTo>
                      <a:pt x="1869102" y="1393099"/>
                    </a:lnTo>
                    <a:lnTo>
                      <a:pt x="1868467" y="1393734"/>
                    </a:lnTo>
                    <a:lnTo>
                      <a:pt x="1867832" y="1395004"/>
                    </a:lnTo>
                    <a:lnTo>
                      <a:pt x="1866563" y="1396273"/>
                    </a:lnTo>
                    <a:lnTo>
                      <a:pt x="1865294" y="1396908"/>
                    </a:lnTo>
                    <a:lnTo>
                      <a:pt x="1863389" y="1396908"/>
                    </a:lnTo>
                    <a:lnTo>
                      <a:pt x="1861486" y="1396908"/>
                    </a:lnTo>
                    <a:lnTo>
                      <a:pt x="1860216" y="1395638"/>
                    </a:lnTo>
                    <a:lnTo>
                      <a:pt x="1859582" y="1396908"/>
                    </a:lnTo>
                    <a:lnTo>
                      <a:pt x="1857677" y="1399446"/>
                    </a:lnTo>
                    <a:lnTo>
                      <a:pt x="1857043" y="1400716"/>
                    </a:lnTo>
                    <a:lnTo>
                      <a:pt x="1856408" y="1403254"/>
                    </a:lnTo>
                    <a:lnTo>
                      <a:pt x="1855774" y="1404524"/>
                    </a:lnTo>
                    <a:lnTo>
                      <a:pt x="1855139" y="1410236"/>
                    </a:lnTo>
                    <a:lnTo>
                      <a:pt x="1853869" y="1416582"/>
                    </a:lnTo>
                    <a:lnTo>
                      <a:pt x="1853235" y="1424198"/>
                    </a:lnTo>
                    <a:lnTo>
                      <a:pt x="1852600" y="1427372"/>
                    </a:lnTo>
                    <a:lnTo>
                      <a:pt x="1850696" y="1433718"/>
                    </a:lnTo>
                    <a:lnTo>
                      <a:pt x="1848792" y="1440065"/>
                    </a:lnTo>
                    <a:lnTo>
                      <a:pt x="1848157" y="1443238"/>
                    </a:lnTo>
                    <a:lnTo>
                      <a:pt x="1848157" y="1445142"/>
                    </a:lnTo>
                    <a:lnTo>
                      <a:pt x="1847523" y="1446412"/>
                    </a:lnTo>
                    <a:lnTo>
                      <a:pt x="1846888" y="1448951"/>
                    </a:lnTo>
                    <a:lnTo>
                      <a:pt x="1846888" y="1451489"/>
                    </a:lnTo>
                    <a:lnTo>
                      <a:pt x="1846888" y="1453393"/>
                    </a:lnTo>
                    <a:lnTo>
                      <a:pt x="1847523" y="1454662"/>
                    </a:lnTo>
                    <a:lnTo>
                      <a:pt x="1848792" y="1455297"/>
                    </a:lnTo>
                    <a:lnTo>
                      <a:pt x="1850062" y="1455932"/>
                    </a:lnTo>
                    <a:lnTo>
                      <a:pt x="1851331" y="1455932"/>
                    </a:lnTo>
                    <a:lnTo>
                      <a:pt x="1850696" y="1454028"/>
                    </a:lnTo>
                    <a:lnTo>
                      <a:pt x="1850696" y="1453393"/>
                    </a:lnTo>
                    <a:lnTo>
                      <a:pt x="1851331" y="1452759"/>
                    </a:lnTo>
                    <a:lnTo>
                      <a:pt x="1851965" y="1452759"/>
                    </a:lnTo>
                    <a:lnTo>
                      <a:pt x="1852600" y="1453393"/>
                    </a:lnTo>
                    <a:lnTo>
                      <a:pt x="1852600" y="1454028"/>
                    </a:lnTo>
                    <a:lnTo>
                      <a:pt x="1853235" y="1454662"/>
                    </a:lnTo>
                    <a:lnTo>
                      <a:pt x="1853235" y="1455297"/>
                    </a:lnTo>
                    <a:lnTo>
                      <a:pt x="1853235" y="1455932"/>
                    </a:lnTo>
                    <a:lnTo>
                      <a:pt x="1853235" y="1456566"/>
                    </a:lnTo>
                    <a:lnTo>
                      <a:pt x="1853235" y="1457201"/>
                    </a:lnTo>
                    <a:lnTo>
                      <a:pt x="1853235" y="1457836"/>
                    </a:lnTo>
                    <a:lnTo>
                      <a:pt x="1853869" y="1459740"/>
                    </a:lnTo>
                    <a:lnTo>
                      <a:pt x="1853869" y="1462279"/>
                    </a:lnTo>
                    <a:lnTo>
                      <a:pt x="1853235" y="1467356"/>
                    </a:lnTo>
                    <a:lnTo>
                      <a:pt x="1852600" y="1469260"/>
                    </a:lnTo>
                    <a:lnTo>
                      <a:pt x="1852600" y="1469895"/>
                    </a:lnTo>
                    <a:lnTo>
                      <a:pt x="1853235" y="1470529"/>
                    </a:lnTo>
                    <a:lnTo>
                      <a:pt x="1853869" y="1470529"/>
                    </a:lnTo>
                    <a:lnTo>
                      <a:pt x="1854504" y="1470529"/>
                    </a:lnTo>
                    <a:lnTo>
                      <a:pt x="1855139" y="1469895"/>
                    </a:lnTo>
                    <a:lnTo>
                      <a:pt x="1855774" y="1469260"/>
                    </a:lnTo>
                    <a:lnTo>
                      <a:pt x="1857043" y="1469260"/>
                    </a:lnTo>
                    <a:lnTo>
                      <a:pt x="1862755" y="1471164"/>
                    </a:lnTo>
                    <a:lnTo>
                      <a:pt x="1862755" y="1469260"/>
                    </a:lnTo>
                    <a:lnTo>
                      <a:pt x="1861486" y="1466721"/>
                    </a:lnTo>
                    <a:lnTo>
                      <a:pt x="1860851" y="1465452"/>
                    </a:lnTo>
                    <a:lnTo>
                      <a:pt x="1861486" y="1464817"/>
                    </a:lnTo>
                    <a:lnTo>
                      <a:pt x="1863389" y="1464183"/>
                    </a:lnTo>
                    <a:lnTo>
                      <a:pt x="1864024" y="1463548"/>
                    </a:lnTo>
                    <a:lnTo>
                      <a:pt x="1863389" y="1464817"/>
                    </a:lnTo>
                    <a:lnTo>
                      <a:pt x="1862755" y="1465452"/>
                    </a:lnTo>
                    <a:lnTo>
                      <a:pt x="1862120" y="1466086"/>
                    </a:lnTo>
                    <a:lnTo>
                      <a:pt x="1861486" y="1466721"/>
                    </a:lnTo>
                    <a:lnTo>
                      <a:pt x="1862755" y="1467991"/>
                    </a:lnTo>
                    <a:lnTo>
                      <a:pt x="1863389" y="1469260"/>
                    </a:lnTo>
                    <a:lnTo>
                      <a:pt x="1863389" y="1470529"/>
                    </a:lnTo>
                    <a:lnTo>
                      <a:pt x="1862120" y="1471799"/>
                    </a:lnTo>
                    <a:lnTo>
                      <a:pt x="1861486" y="1472433"/>
                    </a:lnTo>
                    <a:lnTo>
                      <a:pt x="1860216" y="1472433"/>
                    </a:lnTo>
                    <a:lnTo>
                      <a:pt x="1858312" y="1472433"/>
                    </a:lnTo>
                    <a:lnTo>
                      <a:pt x="1855774" y="1474337"/>
                    </a:lnTo>
                    <a:lnTo>
                      <a:pt x="1855774" y="1473703"/>
                    </a:lnTo>
                    <a:lnTo>
                      <a:pt x="1855774" y="1472433"/>
                    </a:lnTo>
                    <a:lnTo>
                      <a:pt x="1847523" y="1471164"/>
                    </a:lnTo>
                    <a:lnTo>
                      <a:pt x="1846888" y="1470529"/>
                    </a:lnTo>
                    <a:lnTo>
                      <a:pt x="1847523" y="1469260"/>
                    </a:lnTo>
                    <a:lnTo>
                      <a:pt x="1846254" y="1465452"/>
                    </a:lnTo>
                    <a:lnTo>
                      <a:pt x="1845619" y="1463548"/>
                    </a:lnTo>
                    <a:lnTo>
                      <a:pt x="1846254" y="1462279"/>
                    </a:lnTo>
                    <a:lnTo>
                      <a:pt x="1844349" y="1462913"/>
                    </a:lnTo>
                    <a:lnTo>
                      <a:pt x="1848792" y="1459105"/>
                    </a:lnTo>
                    <a:lnTo>
                      <a:pt x="1848157" y="1459740"/>
                    </a:lnTo>
                    <a:lnTo>
                      <a:pt x="1846888" y="1459105"/>
                    </a:lnTo>
                    <a:lnTo>
                      <a:pt x="1844984" y="1459740"/>
                    </a:lnTo>
                    <a:lnTo>
                      <a:pt x="1839907" y="1464183"/>
                    </a:lnTo>
                    <a:lnTo>
                      <a:pt x="1836099" y="1465452"/>
                    </a:lnTo>
                    <a:lnTo>
                      <a:pt x="1834829" y="1466721"/>
                    </a:lnTo>
                    <a:lnTo>
                      <a:pt x="1832291" y="1470529"/>
                    </a:lnTo>
                    <a:lnTo>
                      <a:pt x="1831021" y="1472433"/>
                    </a:lnTo>
                    <a:lnTo>
                      <a:pt x="1827213" y="1475606"/>
                    </a:lnTo>
                    <a:lnTo>
                      <a:pt x="1825944" y="1477511"/>
                    </a:lnTo>
                    <a:lnTo>
                      <a:pt x="1826579" y="1477511"/>
                    </a:lnTo>
                    <a:lnTo>
                      <a:pt x="1827213" y="1477511"/>
                    </a:lnTo>
                    <a:lnTo>
                      <a:pt x="1827848" y="1478145"/>
                    </a:lnTo>
                    <a:lnTo>
                      <a:pt x="1827848" y="1479415"/>
                    </a:lnTo>
                    <a:lnTo>
                      <a:pt x="1820867" y="1479415"/>
                    </a:lnTo>
                    <a:lnTo>
                      <a:pt x="1814520" y="1483223"/>
                    </a:lnTo>
                    <a:lnTo>
                      <a:pt x="1813251" y="1483857"/>
                    </a:lnTo>
                    <a:lnTo>
                      <a:pt x="1812616" y="1484492"/>
                    </a:lnTo>
                    <a:lnTo>
                      <a:pt x="1794211" y="1506071"/>
                    </a:lnTo>
                    <a:lnTo>
                      <a:pt x="1791672" y="1510513"/>
                    </a:lnTo>
                    <a:lnTo>
                      <a:pt x="1789768" y="1514322"/>
                    </a:lnTo>
                    <a:lnTo>
                      <a:pt x="1789133" y="1515591"/>
                    </a:lnTo>
                    <a:lnTo>
                      <a:pt x="1788499" y="1518129"/>
                    </a:lnTo>
                    <a:lnTo>
                      <a:pt x="1788499" y="1519399"/>
                    </a:lnTo>
                    <a:lnTo>
                      <a:pt x="1788499" y="1522572"/>
                    </a:lnTo>
                    <a:lnTo>
                      <a:pt x="1787864" y="1528284"/>
                    </a:lnTo>
                    <a:lnTo>
                      <a:pt x="1787864" y="1530188"/>
                    </a:lnTo>
                    <a:lnTo>
                      <a:pt x="1789133" y="1533996"/>
                    </a:lnTo>
                    <a:lnTo>
                      <a:pt x="1789133" y="1535266"/>
                    </a:lnTo>
                    <a:lnTo>
                      <a:pt x="1789133" y="1536535"/>
                    </a:lnTo>
                    <a:lnTo>
                      <a:pt x="1789133" y="1537804"/>
                    </a:lnTo>
                    <a:lnTo>
                      <a:pt x="1789768" y="1542247"/>
                    </a:lnTo>
                    <a:lnTo>
                      <a:pt x="1789133" y="1541612"/>
                    </a:lnTo>
                    <a:lnTo>
                      <a:pt x="1787864" y="1539708"/>
                    </a:lnTo>
                    <a:lnTo>
                      <a:pt x="1786595" y="1539073"/>
                    </a:lnTo>
                    <a:lnTo>
                      <a:pt x="1784690" y="1539073"/>
                    </a:lnTo>
                    <a:lnTo>
                      <a:pt x="1784056" y="1539073"/>
                    </a:lnTo>
                    <a:lnTo>
                      <a:pt x="1783421" y="1539708"/>
                    </a:lnTo>
                    <a:lnTo>
                      <a:pt x="1782152" y="1539708"/>
                    </a:lnTo>
                    <a:lnTo>
                      <a:pt x="1780248" y="1539073"/>
                    </a:lnTo>
                    <a:lnTo>
                      <a:pt x="1778344" y="1537804"/>
                    </a:lnTo>
                    <a:lnTo>
                      <a:pt x="1777075" y="1536535"/>
                    </a:lnTo>
                    <a:lnTo>
                      <a:pt x="1775170" y="1533996"/>
                    </a:lnTo>
                    <a:lnTo>
                      <a:pt x="1773267" y="1531458"/>
                    </a:lnTo>
                    <a:lnTo>
                      <a:pt x="1772632" y="1531458"/>
                    </a:lnTo>
                    <a:lnTo>
                      <a:pt x="1771997" y="1532727"/>
                    </a:lnTo>
                    <a:lnTo>
                      <a:pt x="1771362" y="1535266"/>
                    </a:lnTo>
                    <a:lnTo>
                      <a:pt x="1771362" y="1537804"/>
                    </a:lnTo>
                    <a:lnTo>
                      <a:pt x="1770093" y="1537804"/>
                    </a:lnTo>
                    <a:lnTo>
                      <a:pt x="1768824" y="1537169"/>
                    </a:lnTo>
                    <a:lnTo>
                      <a:pt x="1768189" y="1536535"/>
                    </a:lnTo>
                    <a:lnTo>
                      <a:pt x="1768189" y="1535266"/>
                    </a:lnTo>
                    <a:lnTo>
                      <a:pt x="1768824" y="1534631"/>
                    </a:lnTo>
                    <a:lnTo>
                      <a:pt x="1770728" y="1533362"/>
                    </a:lnTo>
                    <a:lnTo>
                      <a:pt x="1773267" y="1530823"/>
                    </a:lnTo>
                    <a:lnTo>
                      <a:pt x="1777075" y="1528919"/>
                    </a:lnTo>
                    <a:lnTo>
                      <a:pt x="1778979" y="1527015"/>
                    </a:lnTo>
                    <a:lnTo>
                      <a:pt x="1777709" y="1527649"/>
                    </a:lnTo>
                    <a:lnTo>
                      <a:pt x="1774536" y="1529553"/>
                    </a:lnTo>
                    <a:lnTo>
                      <a:pt x="1771362" y="1532092"/>
                    </a:lnTo>
                    <a:lnTo>
                      <a:pt x="1768189" y="1534631"/>
                    </a:lnTo>
                    <a:lnTo>
                      <a:pt x="1765016" y="1537804"/>
                    </a:lnTo>
                    <a:lnTo>
                      <a:pt x="1759938" y="1539708"/>
                    </a:lnTo>
                    <a:lnTo>
                      <a:pt x="1758669" y="1540978"/>
                    </a:lnTo>
                    <a:lnTo>
                      <a:pt x="1754861" y="1545420"/>
                    </a:lnTo>
                    <a:lnTo>
                      <a:pt x="1754861" y="1546055"/>
                    </a:lnTo>
                    <a:lnTo>
                      <a:pt x="1756765" y="1546055"/>
                    </a:lnTo>
                    <a:lnTo>
                      <a:pt x="1757400" y="1546055"/>
                    </a:lnTo>
                    <a:lnTo>
                      <a:pt x="1758034" y="1546690"/>
                    </a:lnTo>
                    <a:lnTo>
                      <a:pt x="1756765" y="1546690"/>
                    </a:lnTo>
                    <a:lnTo>
                      <a:pt x="1753592" y="1546690"/>
                    </a:lnTo>
                    <a:lnTo>
                      <a:pt x="1752322" y="1547324"/>
                    </a:lnTo>
                    <a:lnTo>
                      <a:pt x="1751053" y="1548593"/>
                    </a:lnTo>
                    <a:lnTo>
                      <a:pt x="1742802" y="1552402"/>
                    </a:lnTo>
                    <a:lnTo>
                      <a:pt x="1740264" y="1553036"/>
                    </a:lnTo>
                    <a:lnTo>
                      <a:pt x="1738994" y="1553671"/>
                    </a:lnTo>
                    <a:lnTo>
                      <a:pt x="1737725" y="1553671"/>
                    </a:lnTo>
                    <a:lnTo>
                      <a:pt x="1737090" y="1553036"/>
                    </a:lnTo>
                    <a:lnTo>
                      <a:pt x="1741533" y="1550498"/>
                    </a:lnTo>
                    <a:lnTo>
                      <a:pt x="1725666" y="1556210"/>
                    </a:lnTo>
                    <a:lnTo>
                      <a:pt x="1719320" y="1560018"/>
                    </a:lnTo>
                    <a:lnTo>
                      <a:pt x="1714242" y="1565095"/>
                    </a:lnTo>
                    <a:lnTo>
                      <a:pt x="1708530" y="1569538"/>
                    </a:lnTo>
                    <a:lnTo>
                      <a:pt x="1697741" y="1574615"/>
                    </a:lnTo>
                    <a:lnTo>
                      <a:pt x="1694568" y="1579692"/>
                    </a:lnTo>
                    <a:lnTo>
                      <a:pt x="1686317" y="1585405"/>
                    </a:lnTo>
                    <a:lnTo>
                      <a:pt x="1684413" y="1588578"/>
                    </a:lnTo>
                    <a:lnTo>
                      <a:pt x="1683778" y="1589212"/>
                    </a:lnTo>
                    <a:lnTo>
                      <a:pt x="1681874" y="1593655"/>
                    </a:lnTo>
                    <a:lnTo>
                      <a:pt x="1681239" y="1594925"/>
                    </a:lnTo>
                    <a:lnTo>
                      <a:pt x="1679970" y="1595559"/>
                    </a:lnTo>
                    <a:lnTo>
                      <a:pt x="1679335" y="1597463"/>
                    </a:lnTo>
                    <a:lnTo>
                      <a:pt x="1678701" y="1601271"/>
                    </a:lnTo>
                    <a:lnTo>
                      <a:pt x="1677431" y="1602540"/>
                    </a:lnTo>
                    <a:lnTo>
                      <a:pt x="1674893" y="1605079"/>
                    </a:lnTo>
                    <a:lnTo>
                      <a:pt x="1673623" y="1608253"/>
                    </a:lnTo>
                    <a:lnTo>
                      <a:pt x="1671085" y="1611426"/>
                    </a:lnTo>
                    <a:lnTo>
                      <a:pt x="1670450" y="1613330"/>
                    </a:lnTo>
                    <a:lnTo>
                      <a:pt x="1671719" y="1612695"/>
                    </a:lnTo>
                    <a:lnTo>
                      <a:pt x="1672354" y="1612695"/>
                    </a:lnTo>
                    <a:lnTo>
                      <a:pt x="1672989" y="1613965"/>
                    </a:lnTo>
                    <a:lnTo>
                      <a:pt x="1672989" y="1615869"/>
                    </a:lnTo>
                    <a:lnTo>
                      <a:pt x="1672354" y="1617138"/>
                    </a:lnTo>
                    <a:lnTo>
                      <a:pt x="1671719" y="1617773"/>
                    </a:lnTo>
                    <a:lnTo>
                      <a:pt x="1670450" y="1619042"/>
                    </a:lnTo>
                    <a:lnTo>
                      <a:pt x="1670450" y="1619677"/>
                    </a:lnTo>
                    <a:lnTo>
                      <a:pt x="1671719" y="1619042"/>
                    </a:lnTo>
                    <a:lnTo>
                      <a:pt x="1672989" y="1619042"/>
                    </a:lnTo>
                    <a:lnTo>
                      <a:pt x="1684413" y="1627293"/>
                    </a:lnTo>
                    <a:lnTo>
                      <a:pt x="1686951" y="1628562"/>
                    </a:lnTo>
                    <a:lnTo>
                      <a:pt x="1688221" y="1629197"/>
                    </a:lnTo>
                    <a:lnTo>
                      <a:pt x="1688855" y="1630466"/>
                    </a:lnTo>
                    <a:lnTo>
                      <a:pt x="1683778" y="1631100"/>
                    </a:lnTo>
                    <a:lnTo>
                      <a:pt x="1684413" y="1631735"/>
                    </a:lnTo>
                    <a:lnTo>
                      <a:pt x="1685682" y="1634274"/>
                    </a:lnTo>
                    <a:lnTo>
                      <a:pt x="1686317" y="1634909"/>
                    </a:lnTo>
                    <a:lnTo>
                      <a:pt x="1688221" y="1636178"/>
                    </a:lnTo>
                    <a:lnTo>
                      <a:pt x="1686951" y="1636813"/>
                    </a:lnTo>
                    <a:lnTo>
                      <a:pt x="1685682" y="1636178"/>
                    </a:lnTo>
                    <a:lnTo>
                      <a:pt x="1684413" y="1635543"/>
                    </a:lnTo>
                    <a:lnTo>
                      <a:pt x="1681239" y="1634274"/>
                    </a:lnTo>
                    <a:lnTo>
                      <a:pt x="1680605" y="1633639"/>
                    </a:lnTo>
                    <a:lnTo>
                      <a:pt x="1680605" y="1633005"/>
                    </a:lnTo>
                    <a:lnTo>
                      <a:pt x="1679970" y="1631735"/>
                    </a:lnTo>
                    <a:lnTo>
                      <a:pt x="1679335" y="1631100"/>
                    </a:lnTo>
                    <a:lnTo>
                      <a:pt x="1678066" y="1631100"/>
                    </a:lnTo>
                    <a:lnTo>
                      <a:pt x="1676797" y="1631735"/>
                    </a:lnTo>
                    <a:lnTo>
                      <a:pt x="1675527" y="1632370"/>
                    </a:lnTo>
                    <a:lnTo>
                      <a:pt x="1674893" y="1631100"/>
                    </a:lnTo>
                    <a:lnTo>
                      <a:pt x="1674893" y="1629197"/>
                    </a:lnTo>
                    <a:lnTo>
                      <a:pt x="1675527" y="1627927"/>
                    </a:lnTo>
                    <a:lnTo>
                      <a:pt x="1675527" y="1626658"/>
                    </a:lnTo>
                    <a:lnTo>
                      <a:pt x="1674258" y="1625389"/>
                    </a:lnTo>
                    <a:lnTo>
                      <a:pt x="1673623" y="1624119"/>
                    </a:lnTo>
                    <a:lnTo>
                      <a:pt x="1662834" y="1624119"/>
                    </a:lnTo>
                    <a:lnTo>
                      <a:pt x="1660930" y="1623485"/>
                    </a:lnTo>
                    <a:lnTo>
                      <a:pt x="1658391" y="1621580"/>
                    </a:lnTo>
                    <a:lnTo>
                      <a:pt x="1657757" y="1620946"/>
                    </a:lnTo>
                    <a:lnTo>
                      <a:pt x="1657122" y="1620946"/>
                    </a:lnTo>
                    <a:lnTo>
                      <a:pt x="1656487" y="1620946"/>
                    </a:lnTo>
                    <a:lnTo>
                      <a:pt x="1656487" y="1620946"/>
                    </a:lnTo>
                    <a:lnTo>
                      <a:pt x="1656487" y="1621580"/>
                    </a:lnTo>
                    <a:lnTo>
                      <a:pt x="1656487" y="1622215"/>
                    </a:lnTo>
                    <a:lnTo>
                      <a:pt x="1656487" y="1622215"/>
                    </a:lnTo>
                    <a:lnTo>
                      <a:pt x="1657122" y="1622850"/>
                    </a:lnTo>
                    <a:lnTo>
                      <a:pt x="1657122" y="1624754"/>
                    </a:lnTo>
                    <a:lnTo>
                      <a:pt x="1657122" y="1629197"/>
                    </a:lnTo>
                    <a:lnTo>
                      <a:pt x="1657122" y="1631100"/>
                    </a:lnTo>
                    <a:lnTo>
                      <a:pt x="1659026" y="1633005"/>
                    </a:lnTo>
                    <a:lnTo>
                      <a:pt x="1660295" y="1634274"/>
                    </a:lnTo>
                    <a:lnTo>
                      <a:pt x="1660930" y="1634909"/>
                    </a:lnTo>
                    <a:lnTo>
                      <a:pt x="1661565" y="1635543"/>
                    </a:lnTo>
                    <a:lnTo>
                      <a:pt x="1662199" y="1635543"/>
                    </a:lnTo>
                    <a:lnTo>
                      <a:pt x="1662834" y="1636178"/>
                    </a:lnTo>
                    <a:lnTo>
                      <a:pt x="1662834" y="1637447"/>
                    </a:lnTo>
                    <a:lnTo>
                      <a:pt x="1662834" y="1637447"/>
                    </a:lnTo>
                    <a:lnTo>
                      <a:pt x="1662199" y="1639986"/>
                    </a:lnTo>
                    <a:lnTo>
                      <a:pt x="1662199" y="1640621"/>
                    </a:lnTo>
                    <a:lnTo>
                      <a:pt x="1661565" y="1640621"/>
                    </a:lnTo>
                    <a:lnTo>
                      <a:pt x="1660930" y="1639986"/>
                    </a:lnTo>
                    <a:lnTo>
                      <a:pt x="1660295" y="1638082"/>
                    </a:lnTo>
                    <a:lnTo>
                      <a:pt x="1659026" y="1635543"/>
                    </a:lnTo>
                    <a:lnTo>
                      <a:pt x="1657757" y="1634274"/>
                    </a:lnTo>
                    <a:lnTo>
                      <a:pt x="1657122" y="1634909"/>
                    </a:lnTo>
                    <a:lnTo>
                      <a:pt x="1655853" y="1638717"/>
                    </a:lnTo>
                    <a:lnTo>
                      <a:pt x="1654583" y="1636178"/>
                    </a:lnTo>
                    <a:lnTo>
                      <a:pt x="1649506" y="1627927"/>
                    </a:lnTo>
                    <a:lnTo>
                      <a:pt x="1648871" y="1627293"/>
                    </a:lnTo>
                    <a:lnTo>
                      <a:pt x="1648237" y="1626658"/>
                    </a:lnTo>
                    <a:lnTo>
                      <a:pt x="1648237" y="1626023"/>
                    </a:lnTo>
                    <a:lnTo>
                      <a:pt x="1648871" y="1624119"/>
                    </a:lnTo>
                    <a:lnTo>
                      <a:pt x="1650141" y="1620946"/>
                    </a:lnTo>
                    <a:lnTo>
                      <a:pt x="1648871" y="1621580"/>
                    </a:lnTo>
                    <a:lnTo>
                      <a:pt x="1647602" y="1622215"/>
                    </a:lnTo>
                    <a:lnTo>
                      <a:pt x="1646333" y="1622215"/>
                    </a:lnTo>
                    <a:lnTo>
                      <a:pt x="1645063" y="1621580"/>
                    </a:lnTo>
                    <a:lnTo>
                      <a:pt x="1644429" y="1620946"/>
                    </a:lnTo>
                    <a:lnTo>
                      <a:pt x="1643794" y="1619677"/>
                    </a:lnTo>
                    <a:lnTo>
                      <a:pt x="1643794" y="1618407"/>
                    </a:lnTo>
                    <a:lnTo>
                      <a:pt x="1644429" y="1617138"/>
                    </a:lnTo>
                    <a:lnTo>
                      <a:pt x="1646967" y="1615234"/>
                    </a:lnTo>
                    <a:lnTo>
                      <a:pt x="1649506" y="1615234"/>
                    </a:lnTo>
                    <a:lnTo>
                      <a:pt x="1652045" y="1615869"/>
                    </a:lnTo>
                    <a:lnTo>
                      <a:pt x="1654583" y="1615869"/>
                    </a:lnTo>
                    <a:lnTo>
                      <a:pt x="1654583" y="1614599"/>
                    </a:lnTo>
                    <a:lnTo>
                      <a:pt x="1654583" y="1612695"/>
                    </a:lnTo>
                    <a:lnTo>
                      <a:pt x="1654583" y="1609522"/>
                    </a:lnTo>
                    <a:lnTo>
                      <a:pt x="1651410" y="1609522"/>
                    </a:lnTo>
                    <a:lnTo>
                      <a:pt x="1650775" y="1610156"/>
                    </a:lnTo>
                    <a:lnTo>
                      <a:pt x="1650141" y="1611426"/>
                    </a:lnTo>
                    <a:lnTo>
                      <a:pt x="1646967" y="1612695"/>
                    </a:lnTo>
                    <a:lnTo>
                      <a:pt x="1645063" y="1613965"/>
                    </a:lnTo>
                    <a:lnTo>
                      <a:pt x="1644429" y="1614599"/>
                    </a:lnTo>
                    <a:lnTo>
                      <a:pt x="1643159" y="1614599"/>
                    </a:lnTo>
                    <a:lnTo>
                      <a:pt x="1640621" y="1612060"/>
                    </a:lnTo>
                    <a:lnTo>
                      <a:pt x="1639986" y="1612060"/>
                    </a:lnTo>
                    <a:lnTo>
                      <a:pt x="1638717" y="1612695"/>
                    </a:lnTo>
                    <a:lnTo>
                      <a:pt x="1638082" y="1612695"/>
                    </a:lnTo>
                    <a:lnTo>
                      <a:pt x="1636178" y="1612060"/>
                    </a:lnTo>
                    <a:lnTo>
                      <a:pt x="1626658" y="1610791"/>
                    </a:lnTo>
                    <a:lnTo>
                      <a:pt x="1632370" y="1608887"/>
                    </a:lnTo>
                    <a:lnTo>
                      <a:pt x="1633639" y="1608253"/>
                    </a:lnTo>
                    <a:lnTo>
                      <a:pt x="1635543" y="1607618"/>
                    </a:lnTo>
                    <a:lnTo>
                      <a:pt x="1639986" y="1605714"/>
                    </a:lnTo>
                    <a:lnTo>
                      <a:pt x="1627927" y="1608887"/>
                    </a:lnTo>
                    <a:lnTo>
                      <a:pt x="1626658" y="1610156"/>
                    </a:lnTo>
                    <a:lnTo>
                      <a:pt x="1626023" y="1610791"/>
                    </a:lnTo>
                    <a:lnTo>
                      <a:pt x="1621581" y="1611426"/>
                    </a:lnTo>
                    <a:lnTo>
                      <a:pt x="1617138" y="1612695"/>
                    </a:lnTo>
                    <a:lnTo>
                      <a:pt x="1610156" y="1613965"/>
                    </a:lnTo>
                    <a:lnTo>
                      <a:pt x="1606983" y="1615234"/>
                    </a:lnTo>
                    <a:lnTo>
                      <a:pt x="1601906" y="1615234"/>
                    </a:lnTo>
                    <a:lnTo>
                      <a:pt x="1600002" y="1615869"/>
                    </a:lnTo>
                    <a:lnTo>
                      <a:pt x="1598098" y="1616503"/>
                    </a:lnTo>
                    <a:lnTo>
                      <a:pt x="1593655" y="1619677"/>
                    </a:lnTo>
                    <a:lnTo>
                      <a:pt x="1592386" y="1620946"/>
                    </a:lnTo>
                    <a:lnTo>
                      <a:pt x="1583500" y="1626023"/>
                    </a:lnTo>
                    <a:lnTo>
                      <a:pt x="1581596" y="1626023"/>
                    </a:lnTo>
                    <a:lnTo>
                      <a:pt x="1580327" y="1626658"/>
                    </a:lnTo>
                    <a:lnTo>
                      <a:pt x="1577788" y="1629831"/>
                    </a:lnTo>
                    <a:lnTo>
                      <a:pt x="1576519" y="1631100"/>
                    </a:lnTo>
                    <a:lnTo>
                      <a:pt x="1571442" y="1633005"/>
                    </a:lnTo>
                    <a:lnTo>
                      <a:pt x="1549228" y="1655853"/>
                    </a:lnTo>
                    <a:lnTo>
                      <a:pt x="1547324" y="1657122"/>
                    </a:lnTo>
                    <a:lnTo>
                      <a:pt x="1546055" y="1657757"/>
                    </a:lnTo>
                    <a:lnTo>
                      <a:pt x="1545420" y="1658392"/>
                    </a:lnTo>
                    <a:lnTo>
                      <a:pt x="1544151" y="1660930"/>
                    </a:lnTo>
                    <a:lnTo>
                      <a:pt x="1545420" y="1659661"/>
                    </a:lnTo>
                    <a:lnTo>
                      <a:pt x="1546689" y="1658392"/>
                    </a:lnTo>
                    <a:lnTo>
                      <a:pt x="1548593" y="1657757"/>
                    </a:lnTo>
                    <a:lnTo>
                      <a:pt x="1550498" y="1657757"/>
                    </a:lnTo>
                    <a:lnTo>
                      <a:pt x="1551767" y="1658392"/>
                    </a:lnTo>
                    <a:lnTo>
                      <a:pt x="1551767" y="1660296"/>
                    </a:lnTo>
                    <a:lnTo>
                      <a:pt x="1551132" y="1662199"/>
                    </a:lnTo>
                    <a:lnTo>
                      <a:pt x="1551767" y="1662834"/>
                    </a:lnTo>
                    <a:lnTo>
                      <a:pt x="1551767" y="1662834"/>
                    </a:lnTo>
                    <a:lnTo>
                      <a:pt x="1551767" y="1663469"/>
                    </a:lnTo>
                    <a:lnTo>
                      <a:pt x="1551767" y="1664103"/>
                    </a:lnTo>
                    <a:lnTo>
                      <a:pt x="1551767" y="1664738"/>
                    </a:lnTo>
                    <a:lnTo>
                      <a:pt x="1551132" y="1665373"/>
                    </a:lnTo>
                    <a:lnTo>
                      <a:pt x="1550498" y="1665373"/>
                    </a:lnTo>
                    <a:lnTo>
                      <a:pt x="1549863" y="1665373"/>
                    </a:lnTo>
                    <a:lnTo>
                      <a:pt x="1549228" y="1665373"/>
                    </a:lnTo>
                    <a:lnTo>
                      <a:pt x="1547959" y="1667277"/>
                    </a:lnTo>
                    <a:lnTo>
                      <a:pt x="1547324" y="1667912"/>
                    </a:lnTo>
                    <a:lnTo>
                      <a:pt x="1546055" y="1667912"/>
                    </a:lnTo>
                    <a:lnTo>
                      <a:pt x="1544786" y="1667912"/>
                    </a:lnTo>
                    <a:lnTo>
                      <a:pt x="1543516" y="1667277"/>
                    </a:lnTo>
                    <a:lnTo>
                      <a:pt x="1542247" y="1666007"/>
                    </a:lnTo>
                    <a:lnTo>
                      <a:pt x="1542247" y="1664103"/>
                    </a:lnTo>
                    <a:lnTo>
                      <a:pt x="1541612" y="1666007"/>
                    </a:lnTo>
                    <a:lnTo>
                      <a:pt x="1537169" y="1669816"/>
                    </a:lnTo>
                    <a:lnTo>
                      <a:pt x="1535900" y="1670450"/>
                    </a:lnTo>
                    <a:lnTo>
                      <a:pt x="1532092" y="1671085"/>
                    </a:lnTo>
                    <a:lnTo>
                      <a:pt x="1531457" y="1671719"/>
                    </a:lnTo>
                    <a:lnTo>
                      <a:pt x="1525111" y="1673623"/>
                    </a:lnTo>
                    <a:lnTo>
                      <a:pt x="1525111" y="1675527"/>
                    </a:lnTo>
                    <a:lnTo>
                      <a:pt x="1527649" y="1676162"/>
                    </a:lnTo>
                    <a:lnTo>
                      <a:pt x="1528284" y="1678066"/>
                    </a:lnTo>
                    <a:lnTo>
                      <a:pt x="1525111" y="1680605"/>
                    </a:lnTo>
                    <a:lnTo>
                      <a:pt x="1523841" y="1681874"/>
                    </a:lnTo>
                    <a:lnTo>
                      <a:pt x="1519399" y="1683778"/>
                    </a:lnTo>
                    <a:lnTo>
                      <a:pt x="1518764" y="1683778"/>
                    </a:lnTo>
                    <a:lnTo>
                      <a:pt x="1518764" y="1683778"/>
                    </a:lnTo>
                    <a:lnTo>
                      <a:pt x="1518764" y="1683143"/>
                    </a:lnTo>
                    <a:lnTo>
                      <a:pt x="1518764" y="1682509"/>
                    </a:lnTo>
                    <a:lnTo>
                      <a:pt x="1518764" y="1682509"/>
                    </a:lnTo>
                    <a:lnTo>
                      <a:pt x="1518129" y="1682509"/>
                    </a:lnTo>
                    <a:lnTo>
                      <a:pt x="1513687" y="1682509"/>
                    </a:lnTo>
                    <a:lnTo>
                      <a:pt x="1513052" y="1681874"/>
                    </a:lnTo>
                    <a:lnTo>
                      <a:pt x="1513687" y="1679970"/>
                    </a:lnTo>
                    <a:lnTo>
                      <a:pt x="1514956" y="1678701"/>
                    </a:lnTo>
                    <a:lnTo>
                      <a:pt x="1516225" y="1677432"/>
                    </a:lnTo>
                    <a:lnTo>
                      <a:pt x="1517495" y="1676797"/>
                    </a:lnTo>
                    <a:lnTo>
                      <a:pt x="1518764" y="1676162"/>
                    </a:lnTo>
                    <a:lnTo>
                      <a:pt x="1516860" y="1675527"/>
                    </a:lnTo>
                    <a:lnTo>
                      <a:pt x="1508609" y="1681240"/>
                    </a:lnTo>
                    <a:lnTo>
                      <a:pt x="1496551" y="1686317"/>
                    </a:lnTo>
                    <a:lnTo>
                      <a:pt x="1496551" y="1686317"/>
                    </a:lnTo>
                    <a:lnTo>
                      <a:pt x="1496551" y="1686952"/>
                    </a:lnTo>
                    <a:lnTo>
                      <a:pt x="1496551" y="1686952"/>
                    </a:lnTo>
                    <a:lnTo>
                      <a:pt x="1497185" y="1686952"/>
                    </a:lnTo>
                    <a:lnTo>
                      <a:pt x="1497185" y="1687586"/>
                    </a:lnTo>
                    <a:lnTo>
                      <a:pt x="1496551" y="1688221"/>
                    </a:lnTo>
                    <a:lnTo>
                      <a:pt x="1496551" y="1689490"/>
                    </a:lnTo>
                    <a:lnTo>
                      <a:pt x="1497185" y="1690760"/>
                    </a:lnTo>
                    <a:lnTo>
                      <a:pt x="1497185" y="1692029"/>
                    </a:lnTo>
                    <a:lnTo>
                      <a:pt x="1497185" y="1697106"/>
                    </a:lnTo>
                    <a:lnTo>
                      <a:pt x="1497185" y="1699645"/>
                    </a:lnTo>
                    <a:lnTo>
                      <a:pt x="1499089" y="1702184"/>
                    </a:lnTo>
                    <a:lnTo>
                      <a:pt x="1498455" y="1704087"/>
                    </a:lnTo>
                    <a:lnTo>
                      <a:pt x="1496551" y="1704722"/>
                    </a:lnTo>
                    <a:lnTo>
                      <a:pt x="1495281" y="1702818"/>
                    </a:lnTo>
                    <a:lnTo>
                      <a:pt x="1494012" y="1701549"/>
                    </a:lnTo>
                    <a:lnTo>
                      <a:pt x="1492743" y="1704087"/>
                    </a:lnTo>
                    <a:lnTo>
                      <a:pt x="1492743" y="1706626"/>
                    </a:lnTo>
                    <a:lnTo>
                      <a:pt x="1495916" y="1705992"/>
                    </a:lnTo>
                    <a:lnTo>
                      <a:pt x="1496551" y="1707896"/>
                    </a:lnTo>
                    <a:lnTo>
                      <a:pt x="1495916" y="1707896"/>
                    </a:lnTo>
                    <a:lnTo>
                      <a:pt x="1495281" y="1707896"/>
                    </a:lnTo>
                    <a:lnTo>
                      <a:pt x="1494647" y="1707896"/>
                    </a:lnTo>
                    <a:lnTo>
                      <a:pt x="1494012" y="1708530"/>
                    </a:lnTo>
                    <a:lnTo>
                      <a:pt x="1494012" y="1709165"/>
                    </a:lnTo>
                    <a:lnTo>
                      <a:pt x="1494012" y="1710434"/>
                    </a:lnTo>
                    <a:lnTo>
                      <a:pt x="1494012" y="1711069"/>
                    </a:lnTo>
                    <a:lnTo>
                      <a:pt x="1492743" y="1711704"/>
                    </a:lnTo>
                    <a:lnTo>
                      <a:pt x="1489569" y="1712973"/>
                    </a:lnTo>
                    <a:lnTo>
                      <a:pt x="1490204" y="1714242"/>
                    </a:lnTo>
                    <a:lnTo>
                      <a:pt x="1490204" y="1716146"/>
                    </a:lnTo>
                    <a:lnTo>
                      <a:pt x="1490839" y="1717416"/>
                    </a:lnTo>
                    <a:lnTo>
                      <a:pt x="1491473" y="1718050"/>
                    </a:lnTo>
                    <a:lnTo>
                      <a:pt x="1492743" y="1718050"/>
                    </a:lnTo>
                    <a:lnTo>
                      <a:pt x="1495916" y="1716146"/>
                    </a:lnTo>
                    <a:lnTo>
                      <a:pt x="1497820" y="1716146"/>
                    </a:lnTo>
                    <a:lnTo>
                      <a:pt x="1499089" y="1715512"/>
                    </a:lnTo>
                    <a:lnTo>
                      <a:pt x="1501628" y="1712973"/>
                    </a:lnTo>
                    <a:lnTo>
                      <a:pt x="1503532" y="1712338"/>
                    </a:lnTo>
                    <a:lnTo>
                      <a:pt x="1506071" y="1710434"/>
                    </a:lnTo>
                    <a:lnTo>
                      <a:pt x="1511148" y="1708530"/>
                    </a:lnTo>
                    <a:lnTo>
                      <a:pt x="1512417" y="1707261"/>
                    </a:lnTo>
                    <a:lnTo>
                      <a:pt x="1512417" y="1705357"/>
                    </a:lnTo>
                    <a:lnTo>
                      <a:pt x="1511783" y="1704087"/>
                    </a:lnTo>
                    <a:lnTo>
                      <a:pt x="1510513" y="1702818"/>
                    </a:lnTo>
                    <a:lnTo>
                      <a:pt x="1509244" y="1701549"/>
                    </a:lnTo>
                    <a:lnTo>
                      <a:pt x="1505436" y="1700280"/>
                    </a:lnTo>
                    <a:lnTo>
                      <a:pt x="1503532" y="1698376"/>
                    </a:lnTo>
                    <a:lnTo>
                      <a:pt x="1502897" y="1695202"/>
                    </a:lnTo>
                    <a:lnTo>
                      <a:pt x="1504167" y="1692029"/>
                    </a:lnTo>
                    <a:lnTo>
                      <a:pt x="1503532" y="1692029"/>
                    </a:lnTo>
                    <a:lnTo>
                      <a:pt x="1502897" y="1691394"/>
                    </a:lnTo>
                    <a:lnTo>
                      <a:pt x="1502897" y="1690125"/>
                    </a:lnTo>
                    <a:lnTo>
                      <a:pt x="1502897" y="1688856"/>
                    </a:lnTo>
                    <a:lnTo>
                      <a:pt x="1504167" y="1690760"/>
                    </a:lnTo>
                    <a:lnTo>
                      <a:pt x="1504801" y="1691394"/>
                    </a:lnTo>
                    <a:lnTo>
                      <a:pt x="1505436" y="1690760"/>
                    </a:lnTo>
                    <a:lnTo>
                      <a:pt x="1505436" y="1690125"/>
                    </a:lnTo>
                    <a:lnTo>
                      <a:pt x="1505436" y="1688856"/>
                    </a:lnTo>
                    <a:lnTo>
                      <a:pt x="1505436" y="1687586"/>
                    </a:lnTo>
                    <a:lnTo>
                      <a:pt x="1505436" y="1686317"/>
                    </a:lnTo>
                    <a:lnTo>
                      <a:pt x="1506705" y="1685682"/>
                    </a:lnTo>
                    <a:lnTo>
                      <a:pt x="1507975" y="1685682"/>
                    </a:lnTo>
                    <a:lnTo>
                      <a:pt x="1509879" y="1686317"/>
                    </a:lnTo>
                    <a:lnTo>
                      <a:pt x="1511148" y="1687586"/>
                    </a:lnTo>
                    <a:lnTo>
                      <a:pt x="1510513" y="1688221"/>
                    </a:lnTo>
                    <a:lnTo>
                      <a:pt x="1508609" y="1689490"/>
                    </a:lnTo>
                    <a:lnTo>
                      <a:pt x="1507975" y="1690125"/>
                    </a:lnTo>
                    <a:lnTo>
                      <a:pt x="1508609" y="1690125"/>
                    </a:lnTo>
                    <a:lnTo>
                      <a:pt x="1510513" y="1689490"/>
                    </a:lnTo>
                    <a:lnTo>
                      <a:pt x="1511148" y="1689490"/>
                    </a:lnTo>
                    <a:lnTo>
                      <a:pt x="1511783" y="1689490"/>
                    </a:lnTo>
                    <a:lnTo>
                      <a:pt x="1513052" y="1690125"/>
                    </a:lnTo>
                    <a:lnTo>
                      <a:pt x="1513687" y="1690125"/>
                    </a:lnTo>
                    <a:lnTo>
                      <a:pt x="1514956" y="1690760"/>
                    </a:lnTo>
                    <a:lnTo>
                      <a:pt x="1515591" y="1692664"/>
                    </a:lnTo>
                    <a:lnTo>
                      <a:pt x="1516860" y="1696472"/>
                    </a:lnTo>
                    <a:lnTo>
                      <a:pt x="1517495" y="1697741"/>
                    </a:lnTo>
                    <a:lnTo>
                      <a:pt x="1520033" y="1699010"/>
                    </a:lnTo>
                    <a:lnTo>
                      <a:pt x="1520668" y="1700280"/>
                    </a:lnTo>
                    <a:lnTo>
                      <a:pt x="1520033" y="1700914"/>
                    </a:lnTo>
                    <a:lnTo>
                      <a:pt x="1518129" y="1700914"/>
                    </a:lnTo>
                    <a:lnTo>
                      <a:pt x="1516860" y="1700914"/>
                    </a:lnTo>
                    <a:lnTo>
                      <a:pt x="1516860" y="1702818"/>
                    </a:lnTo>
                    <a:lnTo>
                      <a:pt x="1518764" y="1704722"/>
                    </a:lnTo>
                    <a:lnTo>
                      <a:pt x="1518764" y="1705357"/>
                    </a:lnTo>
                    <a:lnTo>
                      <a:pt x="1518764" y="1705992"/>
                    </a:lnTo>
                    <a:lnTo>
                      <a:pt x="1518764" y="1706626"/>
                    </a:lnTo>
                    <a:lnTo>
                      <a:pt x="1521303" y="1709165"/>
                    </a:lnTo>
                    <a:lnTo>
                      <a:pt x="1523207" y="1709800"/>
                    </a:lnTo>
                    <a:lnTo>
                      <a:pt x="1527015" y="1710434"/>
                    </a:lnTo>
                    <a:lnTo>
                      <a:pt x="1528284" y="1710434"/>
                    </a:lnTo>
                    <a:lnTo>
                      <a:pt x="1529553" y="1709800"/>
                    </a:lnTo>
                    <a:lnTo>
                      <a:pt x="1531457" y="1708530"/>
                    </a:lnTo>
                    <a:lnTo>
                      <a:pt x="1531457" y="1708530"/>
                    </a:lnTo>
                    <a:lnTo>
                      <a:pt x="1531457" y="1708530"/>
                    </a:lnTo>
                    <a:lnTo>
                      <a:pt x="1531457" y="1707896"/>
                    </a:lnTo>
                    <a:lnTo>
                      <a:pt x="1531457" y="1707261"/>
                    </a:lnTo>
                    <a:lnTo>
                      <a:pt x="1533361" y="1704722"/>
                    </a:lnTo>
                    <a:lnTo>
                      <a:pt x="1533996" y="1703453"/>
                    </a:lnTo>
                    <a:lnTo>
                      <a:pt x="1534631" y="1701549"/>
                    </a:lnTo>
                    <a:lnTo>
                      <a:pt x="1535265" y="1700280"/>
                    </a:lnTo>
                    <a:lnTo>
                      <a:pt x="1536535" y="1700280"/>
                    </a:lnTo>
                    <a:lnTo>
                      <a:pt x="1537169" y="1700914"/>
                    </a:lnTo>
                    <a:lnTo>
                      <a:pt x="1537804" y="1702818"/>
                    </a:lnTo>
                    <a:lnTo>
                      <a:pt x="1537804" y="1704087"/>
                    </a:lnTo>
                    <a:lnTo>
                      <a:pt x="1537169" y="1704087"/>
                    </a:lnTo>
                    <a:lnTo>
                      <a:pt x="1535265" y="1703453"/>
                    </a:lnTo>
                    <a:lnTo>
                      <a:pt x="1535900" y="1705357"/>
                    </a:lnTo>
                    <a:lnTo>
                      <a:pt x="1537169" y="1707261"/>
                    </a:lnTo>
                    <a:lnTo>
                      <a:pt x="1539073" y="1709165"/>
                    </a:lnTo>
                    <a:lnTo>
                      <a:pt x="1540343" y="1709800"/>
                    </a:lnTo>
                    <a:lnTo>
                      <a:pt x="1538439" y="1699010"/>
                    </a:lnTo>
                    <a:lnTo>
                      <a:pt x="1538439" y="1697106"/>
                    </a:lnTo>
                    <a:lnTo>
                      <a:pt x="1537169" y="1698376"/>
                    </a:lnTo>
                    <a:lnTo>
                      <a:pt x="1536535" y="1697741"/>
                    </a:lnTo>
                    <a:lnTo>
                      <a:pt x="1537169" y="1695837"/>
                    </a:lnTo>
                    <a:lnTo>
                      <a:pt x="1537804" y="1693298"/>
                    </a:lnTo>
                    <a:lnTo>
                      <a:pt x="1537804" y="1692664"/>
                    </a:lnTo>
                    <a:lnTo>
                      <a:pt x="1537804" y="1692029"/>
                    </a:lnTo>
                    <a:lnTo>
                      <a:pt x="1537804" y="1691394"/>
                    </a:lnTo>
                    <a:lnTo>
                      <a:pt x="1537804" y="1690760"/>
                    </a:lnTo>
                    <a:lnTo>
                      <a:pt x="1538439" y="1690760"/>
                    </a:lnTo>
                    <a:lnTo>
                      <a:pt x="1539073" y="1691394"/>
                    </a:lnTo>
                    <a:lnTo>
                      <a:pt x="1539073" y="1692029"/>
                    </a:lnTo>
                    <a:lnTo>
                      <a:pt x="1539073" y="1692664"/>
                    </a:lnTo>
                    <a:lnTo>
                      <a:pt x="1539708" y="1692029"/>
                    </a:lnTo>
                    <a:lnTo>
                      <a:pt x="1539708" y="1691394"/>
                    </a:lnTo>
                    <a:lnTo>
                      <a:pt x="1539708" y="1690760"/>
                    </a:lnTo>
                    <a:lnTo>
                      <a:pt x="1539073" y="1689490"/>
                    </a:lnTo>
                    <a:lnTo>
                      <a:pt x="1539073" y="1688221"/>
                    </a:lnTo>
                    <a:lnTo>
                      <a:pt x="1538439" y="1686952"/>
                    </a:lnTo>
                    <a:lnTo>
                      <a:pt x="1537169" y="1685682"/>
                    </a:lnTo>
                    <a:lnTo>
                      <a:pt x="1534631" y="1684413"/>
                    </a:lnTo>
                    <a:lnTo>
                      <a:pt x="1533996" y="1682509"/>
                    </a:lnTo>
                    <a:lnTo>
                      <a:pt x="1533996" y="1679970"/>
                    </a:lnTo>
                    <a:lnTo>
                      <a:pt x="1535265" y="1678066"/>
                    </a:lnTo>
                    <a:lnTo>
                      <a:pt x="1536535" y="1676162"/>
                    </a:lnTo>
                    <a:lnTo>
                      <a:pt x="1537804" y="1674893"/>
                    </a:lnTo>
                    <a:lnTo>
                      <a:pt x="1539073" y="1674258"/>
                    </a:lnTo>
                    <a:lnTo>
                      <a:pt x="1540977" y="1674258"/>
                    </a:lnTo>
                    <a:lnTo>
                      <a:pt x="1542881" y="1674893"/>
                    </a:lnTo>
                    <a:lnTo>
                      <a:pt x="1543516" y="1676162"/>
                    </a:lnTo>
                    <a:lnTo>
                      <a:pt x="1542881" y="1677432"/>
                    </a:lnTo>
                    <a:lnTo>
                      <a:pt x="1540977" y="1678066"/>
                    </a:lnTo>
                    <a:lnTo>
                      <a:pt x="1543516" y="1678701"/>
                    </a:lnTo>
                    <a:lnTo>
                      <a:pt x="1544786" y="1680605"/>
                    </a:lnTo>
                    <a:lnTo>
                      <a:pt x="1546689" y="1687586"/>
                    </a:lnTo>
                    <a:lnTo>
                      <a:pt x="1547324" y="1688856"/>
                    </a:lnTo>
                    <a:lnTo>
                      <a:pt x="1549228" y="1692664"/>
                    </a:lnTo>
                    <a:lnTo>
                      <a:pt x="1550498" y="1693933"/>
                    </a:lnTo>
                    <a:lnTo>
                      <a:pt x="1553671" y="1697106"/>
                    </a:lnTo>
                    <a:lnTo>
                      <a:pt x="1551767" y="1697741"/>
                    </a:lnTo>
                    <a:lnTo>
                      <a:pt x="1550498" y="1697106"/>
                    </a:lnTo>
                    <a:lnTo>
                      <a:pt x="1547959" y="1695202"/>
                    </a:lnTo>
                    <a:lnTo>
                      <a:pt x="1546055" y="1694567"/>
                    </a:lnTo>
                    <a:lnTo>
                      <a:pt x="1544786" y="1694567"/>
                    </a:lnTo>
                    <a:lnTo>
                      <a:pt x="1544151" y="1695837"/>
                    </a:lnTo>
                    <a:lnTo>
                      <a:pt x="1544786" y="1698376"/>
                    </a:lnTo>
                    <a:lnTo>
                      <a:pt x="1545420" y="1700280"/>
                    </a:lnTo>
                    <a:lnTo>
                      <a:pt x="1546689" y="1701549"/>
                    </a:lnTo>
                    <a:lnTo>
                      <a:pt x="1547959" y="1702818"/>
                    </a:lnTo>
                    <a:lnTo>
                      <a:pt x="1549228" y="1703453"/>
                    </a:lnTo>
                    <a:lnTo>
                      <a:pt x="1553036" y="1704087"/>
                    </a:lnTo>
                    <a:lnTo>
                      <a:pt x="1553671" y="1704087"/>
                    </a:lnTo>
                    <a:lnTo>
                      <a:pt x="1554940" y="1702184"/>
                    </a:lnTo>
                    <a:lnTo>
                      <a:pt x="1555575" y="1701549"/>
                    </a:lnTo>
                    <a:lnTo>
                      <a:pt x="1556209" y="1700914"/>
                    </a:lnTo>
                    <a:lnTo>
                      <a:pt x="1556209" y="1702184"/>
                    </a:lnTo>
                    <a:lnTo>
                      <a:pt x="1556844" y="1704722"/>
                    </a:lnTo>
                    <a:lnTo>
                      <a:pt x="1557479" y="1705992"/>
                    </a:lnTo>
                    <a:lnTo>
                      <a:pt x="1558114" y="1706626"/>
                    </a:lnTo>
                    <a:lnTo>
                      <a:pt x="1558748" y="1706626"/>
                    </a:lnTo>
                    <a:lnTo>
                      <a:pt x="1559383" y="1705992"/>
                    </a:lnTo>
                    <a:lnTo>
                      <a:pt x="1560018" y="1705992"/>
                    </a:lnTo>
                    <a:lnTo>
                      <a:pt x="1561922" y="1705357"/>
                    </a:lnTo>
                    <a:lnTo>
                      <a:pt x="1562556" y="1702818"/>
                    </a:lnTo>
                    <a:lnTo>
                      <a:pt x="1561922" y="1699645"/>
                    </a:lnTo>
                    <a:lnTo>
                      <a:pt x="1561287" y="1697106"/>
                    </a:lnTo>
                    <a:lnTo>
                      <a:pt x="1563826" y="1694567"/>
                    </a:lnTo>
                    <a:lnTo>
                      <a:pt x="1569538" y="1692664"/>
                    </a:lnTo>
                    <a:lnTo>
                      <a:pt x="1569538" y="1693933"/>
                    </a:lnTo>
                    <a:lnTo>
                      <a:pt x="1568903" y="1694567"/>
                    </a:lnTo>
                    <a:lnTo>
                      <a:pt x="1568268" y="1695202"/>
                    </a:lnTo>
                    <a:lnTo>
                      <a:pt x="1567634" y="1695837"/>
                    </a:lnTo>
                    <a:lnTo>
                      <a:pt x="1568268" y="1696472"/>
                    </a:lnTo>
                    <a:lnTo>
                      <a:pt x="1567634" y="1696472"/>
                    </a:lnTo>
                    <a:lnTo>
                      <a:pt x="1566364" y="1697106"/>
                    </a:lnTo>
                    <a:lnTo>
                      <a:pt x="1566999" y="1699010"/>
                    </a:lnTo>
                    <a:lnTo>
                      <a:pt x="1568268" y="1700280"/>
                    </a:lnTo>
                    <a:lnTo>
                      <a:pt x="1569538" y="1701549"/>
                    </a:lnTo>
                    <a:lnTo>
                      <a:pt x="1570807" y="1702184"/>
                    </a:lnTo>
                    <a:lnTo>
                      <a:pt x="1572711" y="1702184"/>
                    </a:lnTo>
                    <a:lnTo>
                      <a:pt x="1574615" y="1701549"/>
                    </a:lnTo>
                    <a:lnTo>
                      <a:pt x="1576519" y="1700280"/>
                    </a:lnTo>
                    <a:lnTo>
                      <a:pt x="1577788" y="1698376"/>
                    </a:lnTo>
                    <a:lnTo>
                      <a:pt x="1577154" y="1697741"/>
                    </a:lnTo>
                    <a:lnTo>
                      <a:pt x="1576519" y="1697106"/>
                    </a:lnTo>
                    <a:lnTo>
                      <a:pt x="1575884" y="1695837"/>
                    </a:lnTo>
                    <a:lnTo>
                      <a:pt x="1575884" y="1694567"/>
                    </a:lnTo>
                    <a:lnTo>
                      <a:pt x="1573346" y="1692664"/>
                    </a:lnTo>
                    <a:lnTo>
                      <a:pt x="1574615" y="1691394"/>
                    </a:lnTo>
                    <a:lnTo>
                      <a:pt x="1574615" y="1689490"/>
                    </a:lnTo>
                    <a:lnTo>
                      <a:pt x="1573346" y="1686317"/>
                    </a:lnTo>
                    <a:lnTo>
                      <a:pt x="1573346" y="1685682"/>
                    </a:lnTo>
                    <a:lnTo>
                      <a:pt x="1575250" y="1685682"/>
                    </a:lnTo>
                    <a:lnTo>
                      <a:pt x="1577154" y="1685682"/>
                    </a:lnTo>
                    <a:lnTo>
                      <a:pt x="1579058" y="1686317"/>
                    </a:lnTo>
                    <a:lnTo>
                      <a:pt x="1580962" y="1687586"/>
                    </a:lnTo>
                    <a:lnTo>
                      <a:pt x="1580962" y="1688221"/>
                    </a:lnTo>
                    <a:lnTo>
                      <a:pt x="1579692" y="1688221"/>
                    </a:lnTo>
                    <a:lnTo>
                      <a:pt x="1579058" y="1688221"/>
                    </a:lnTo>
                    <a:lnTo>
                      <a:pt x="1579692" y="1688856"/>
                    </a:lnTo>
                    <a:lnTo>
                      <a:pt x="1580327" y="1688856"/>
                    </a:lnTo>
                    <a:lnTo>
                      <a:pt x="1581596" y="1688856"/>
                    </a:lnTo>
                    <a:lnTo>
                      <a:pt x="1582231" y="1688856"/>
                    </a:lnTo>
                    <a:lnTo>
                      <a:pt x="1582231" y="1688221"/>
                    </a:lnTo>
                    <a:lnTo>
                      <a:pt x="1582231" y="1687586"/>
                    </a:lnTo>
                    <a:lnTo>
                      <a:pt x="1582231" y="1686952"/>
                    </a:lnTo>
                    <a:lnTo>
                      <a:pt x="1586039" y="1682509"/>
                    </a:lnTo>
                    <a:lnTo>
                      <a:pt x="1586674" y="1681874"/>
                    </a:lnTo>
                    <a:lnTo>
                      <a:pt x="1587943" y="1679336"/>
                    </a:lnTo>
                    <a:lnTo>
                      <a:pt x="1594924" y="1671719"/>
                    </a:lnTo>
                    <a:lnTo>
                      <a:pt x="1595559" y="1671085"/>
                    </a:lnTo>
                    <a:lnTo>
                      <a:pt x="1595559" y="1670450"/>
                    </a:lnTo>
                    <a:lnTo>
                      <a:pt x="1595559" y="1668546"/>
                    </a:lnTo>
                    <a:lnTo>
                      <a:pt x="1595559" y="1667277"/>
                    </a:lnTo>
                    <a:lnTo>
                      <a:pt x="1596828" y="1662199"/>
                    </a:lnTo>
                    <a:lnTo>
                      <a:pt x="1596828" y="1660930"/>
                    </a:lnTo>
                    <a:lnTo>
                      <a:pt x="1596828" y="1660296"/>
                    </a:lnTo>
                    <a:lnTo>
                      <a:pt x="1596194" y="1660296"/>
                    </a:lnTo>
                    <a:lnTo>
                      <a:pt x="1595559" y="1659661"/>
                    </a:lnTo>
                    <a:lnTo>
                      <a:pt x="1595559" y="1658392"/>
                    </a:lnTo>
                    <a:lnTo>
                      <a:pt x="1596194" y="1657122"/>
                    </a:lnTo>
                    <a:lnTo>
                      <a:pt x="1600002" y="1653949"/>
                    </a:lnTo>
                    <a:lnTo>
                      <a:pt x="1601271" y="1651410"/>
                    </a:lnTo>
                    <a:lnTo>
                      <a:pt x="1601906" y="1650775"/>
                    </a:lnTo>
                    <a:lnTo>
                      <a:pt x="1602540" y="1650775"/>
                    </a:lnTo>
                    <a:lnTo>
                      <a:pt x="1603175" y="1650141"/>
                    </a:lnTo>
                    <a:lnTo>
                      <a:pt x="1603175" y="1648872"/>
                    </a:lnTo>
                    <a:lnTo>
                      <a:pt x="1614599" y="1647602"/>
                    </a:lnTo>
                    <a:lnTo>
                      <a:pt x="1616503" y="1648237"/>
                    </a:lnTo>
                    <a:lnTo>
                      <a:pt x="1619042" y="1651410"/>
                    </a:lnTo>
                    <a:lnTo>
                      <a:pt x="1621581" y="1652679"/>
                    </a:lnTo>
                    <a:lnTo>
                      <a:pt x="1622850" y="1653949"/>
                    </a:lnTo>
                    <a:lnTo>
                      <a:pt x="1623484" y="1655218"/>
                    </a:lnTo>
                    <a:lnTo>
                      <a:pt x="1624119" y="1656487"/>
                    </a:lnTo>
                    <a:lnTo>
                      <a:pt x="1624754" y="1657757"/>
                    </a:lnTo>
                    <a:lnTo>
                      <a:pt x="1625388" y="1658392"/>
                    </a:lnTo>
                    <a:lnTo>
                      <a:pt x="1630466" y="1660296"/>
                    </a:lnTo>
                    <a:lnTo>
                      <a:pt x="1631101" y="1661565"/>
                    </a:lnTo>
                    <a:lnTo>
                      <a:pt x="1630466" y="1662199"/>
                    </a:lnTo>
                    <a:lnTo>
                      <a:pt x="1628562" y="1662199"/>
                    </a:lnTo>
                    <a:lnTo>
                      <a:pt x="1622215" y="1660296"/>
                    </a:lnTo>
                    <a:lnTo>
                      <a:pt x="1620946" y="1659661"/>
                    </a:lnTo>
                    <a:lnTo>
                      <a:pt x="1619042" y="1656487"/>
                    </a:lnTo>
                    <a:lnTo>
                      <a:pt x="1617773" y="1655853"/>
                    </a:lnTo>
                    <a:lnTo>
                      <a:pt x="1616503" y="1656487"/>
                    </a:lnTo>
                    <a:lnTo>
                      <a:pt x="1614599" y="1659661"/>
                    </a:lnTo>
                    <a:lnTo>
                      <a:pt x="1612695" y="1660930"/>
                    </a:lnTo>
                    <a:lnTo>
                      <a:pt x="1612060" y="1662199"/>
                    </a:lnTo>
                    <a:lnTo>
                      <a:pt x="1610156" y="1665373"/>
                    </a:lnTo>
                    <a:lnTo>
                      <a:pt x="1610156" y="1666007"/>
                    </a:lnTo>
                    <a:lnTo>
                      <a:pt x="1609522" y="1670450"/>
                    </a:lnTo>
                    <a:lnTo>
                      <a:pt x="1609522" y="1671719"/>
                    </a:lnTo>
                    <a:lnTo>
                      <a:pt x="1607618" y="1675527"/>
                    </a:lnTo>
                    <a:lnTo>
                      <a:pt x="1607618" y="1676162"/>
                    </a:lnTo>
                    <a:lnTo>
                      <a:pt x="1608252" y="1678066"/>
                    </a:lnTo>
                    <a:lnTo>
                      <a:pt x="1610156" y="1678701"/>
                    </a:lnTo>
                    <a:lnTo>
                      <a:pt x="1617138" y="1676797"/>
                    </a:lnTo>
                    <a:lnTo>
                      <a:pt x="1619042" y="1677432"/>
                    </a:lnTo>
                    <a:lnTo>
                      <a:pt x="1619676" y="1679970"/>
                    </a:lnTo>
                    <a:lnTo>
                      <a:pt x="1620311" y="1681240"/>
                    </a:lnTo>
                    <a:lnTo>
                      <a:pt x="1622215" y="1681240"/>
                    </a:lnTo>
                    <a:lnTo>
                      <a:pt x="1634908" y="1676797"/>
                    </a:lnTo>
                    <a:lnTo>
                      <a:pt x="1638082" y="1674893"/>
                    </a:lnTo>
                    <a:lnTo>
                      <a:pt x="1640621" y="1671719"/>
                    </a:lnTo>
                    <a:lnTo>
                      <a:pt x="1642525" y="1668546"/>
                    </a:lnTo>
                    <a:lnTo>
                      <a:pt x="1645063" y="1666007"/>
                    </a:lnTo>
                    <a:lnTo>
                      <a:pt x="1648237" y="1666007"/>
                    </a:lnTo>
                    <a:lnTo>
                      <a:pt x="1649506" y="1666642"/>
                    </a:lnTo>
                    <a:lnTo>
                      <a:pt x="1650141" y="1667277"/>
                    </a:lnTo>
                    <a:lnTo>
                      <a:pt x="1649506" y="1668546"/>
                    </a:lnTo>
                    <a:lnTo>
                      <a:pt x="1648871" y="1670450"/>
                    </a:lnTo>
                    <a:lnTo>
                      <a:pt x="1648871" y="1671719"/>
                    </a:lnTo>
                    <a:lnTo>
                      <a:pt x="1648871" y="1672354"/>
                    </a:lnTo>
                    <a:lnTo>
                      <a:pt x="1649506" y="1672989"/>
                    </a:lnTo>
                    <a:lnTo>
                      <a:pt x="1650775" y="1674258"/>
                    </a:lnTo>
                    <a:lnTo>
                      <a:pt x="1651410" y="1674893"/>
                    </a:lnTo>
                    <a:lnTo>
                      <a:pt x="1652679" y="1674893"/>
                    </a:lnTo>
                    <a:lnTo>
                      <a:pt x="1659026" y="1673623"/>
                    </a:lnTo>
                    <a:lnTo>
                      <a:pt x="1660295" y="1672354"/>
                    </a:lnTo>
                    <a:lnTo>
                      <a:pt x="1660930" y="1669181"/>
                    </a:lnTo>
                    <a:lnTo>
                      <a:pt x="1660295" y="1667277"/>
                    </a:lnTo>
                    <a:lnTo>
                      <a:pt x="1658391" y="1666642"/>
                    </a:lnTo>
                    <a:lnTo>
                      <a:pt x="1656487" y="1666642"/>
                    </a:lnTo>
                    <a:lnTo>
                      <a:pt x="1655218" y="1666007"/>
                    </a:lnTo>
                    <a:lnTo>
                      <a:pt x="1655218" y="1664103"/>
                    </a:lnTo>
                    <a:lnTo>
                      <a:pt x="1657122" y="1664103"/>
                    </a:lnTo>
                    <a:lnTo>
                      <a:pt x="1660295" y="1664738"/>
                    </a:lnTo>
                    <a:lnTo>
                      <a:pt x="1662199" y="1664103"/>
                    </a:lnTo>
                    <a:lnTo>
                      <a:pt x="1663469" y="1662199"/>
                    </a:lnTo>
                    <a:lnTo>
                      <a:pt x="1664738" y="1660296"/>
                    </a:lnTo>
                    <a:lnTo>
                      <a:pt x="1666007" y="1659026"/>
                    </a:lnTo>
                    <a:lnTo>
                      <a:pt x="1666642" y="1659026"/>
                    </a:lnTo>
                    <a:lnTo>
                      <a:pt x="1666642" y="1660930"/>
                    </a:lnTo>
                    <a:lnTo>
                      <a:pt x="1666642" y="1663469"/>
                    </a:lnTo>
                    <a:lnTo>
                      <a:pt x="1667277" y="1666007"/>
                    </a:lnTo>
                    <a:lnTo>
                      <a:pt x="1668546" y="1671719"/>
                    </a:lnTo>
                    <a:lnTo>
                      <a:pt x="1669181" y="1672989"/>
                    </a:lnTo>
                    <a:lnTo>
                      <a:pt x="1671719" y="1672354"/>
                    </a:lnTo>
                    <a:lnTo>
                      <a:pt x="1672989" y="1671719"/>
                    </a:lnTo>
                    <a:lnTo>
                      <a:pt x="1673623" y="1670450"/>
                    </a:lnTo>
                    <a:lnTo>
                      <a:pt x="1673623" y="1669816"/>
                    </a:lnTo>
                    <a:lnTo>
                      <a:pt x="1674258" y="1668546"/>
                    </a:lnTo>
                    <a:lnTo>
                      <a:pt x="1674893" y="1667277"/>
                    </a:lnTo>
                    <a:lnTo>
                      <a:pt x="1675527" y="1666642"/>
                    </a:lnTo>
                    <a:lnTo>
                      <a:pt x="1675527" y="1666007"/>
                    </a:lnTo>
                    <a:lnTo>
                      <a:pt x="1675527" y="1665373"/>
                    </a:lnTo>
                    <a:lnTo>
                      <a:pt x="1675527" y="1664103"/>
                    </a:lnTo>
                    <a:lnTo>
                      <a:pt x="1676797" y="1664103"/>
                    </a:lnTo>
                    <a:lnTo>
                      <a:pt x="1679970" y="1662199"/>
                    </a:lnTo>
                    <a:lnTo>
                      <a:pt x="1681239" y="1661565"/>
                    </a:lnTo>
                    <a:lnTo>
                      <a:pt x="1681239" y="1660930"/>
                    </a:lnTo>
                    <a:lnTo>
                      <a:pt x="1678066" y="1658392"/>
                    </a:lnTo>
                    <a:lnTo>
                      <a:pt x="1677431" y="1657122"/>
                    </a:lnTo>
                    <a:lnTo>
                      <a:pt x="1678701" y="1656487"/>
                    </a:lnTo>
                    <a:lnTo>
                      <a:pt x="1679970" y="1656487"/>
                    </a:lnTo>
                    <a:lnTo>
                      <a:pt x="1682509" y="1657122"/>
                    </a:lnTo>
                    <a:lnTo>
                      <a:pt x="1688221" y="1657757"/>
                    </a:lnTo>
                    <a:lnTo>
                      <a:pt x="1688221" y="1657122"/>
                    </a:lnTo>
                    <a:lnTo>
                      <a:pt x="1689490" y="1655853"/>
                    </a:lnTo>
                    <a:lnTo>
                      <a:pt x="1693933" y="1657122"/>
                    </a:lnTo>
                    <a:lnTo>
                      <a:pt x="1695837" y="1655218"/>
                    </a:lnTo>
                    <a:lnTo>
                      <a:pt x="1695202" y="1653949"/>
                    </a:lnTo>
                    <a:lnTo>
                      <a:pt x="1695202" y="1650775"/>
                    </a:lnTo>
                    <a:lnTo>
                      <a:pt x="1695202" y="1648872"/>
                    </a:lnTo>
                    <a:lnTo>
                      <a:pt x="1695837" y="1649506"/>
                    </a:lnTo>
                    <a:lnTo>
                      <a:pt x="1696471" y="1650141"/>
                    </a:lnTo>
                    <a:lnTo>
                      <a:pt x="1696471" y="1650775"/>
                    </a:lnTo>
                    <a:lnTo>
                      <a:pt x="1697106" y="1651410"/>
                    </a:lnTo>
                    <a:lnTo>
                      <a:pt x="1697741" y="1652045"/>
                    </a:lnTo>
                    <a:lnTo>
                      <a:pt x="1698375" y="1652679"/>
                    </a:lnTo>
                    <a:lnTo>
                      <a:pt x="1700280" y="1652679"/>
                    </a:lnTo>
                    <a:lnTo>
                      <a:pt x="1698375" y="1651410"/>
                    </a:lnTo>
                    <a:lnTo>
                      <a:pt x="1698375" y="1650775"/>
                    </a:lnTo>
                    <a:lnTo>
                      <a:pt x="1698375" y="1650141"/>
                    </a:lnTo>
                    <a:lnTo>
                      <a:pt x="1699010" y="1650141"/>
                    </a:lnTo>
                    <a:lnTo>
                      <a:pt x="1700280" y="1650775"/>
                    </a:lnTo>
                    <a:lnTo>
                      <a:pt x="1702183" y="1650775"/>
                    </a:lnTo>
                    <a:lnTo>
                      <a:pt x="1702183" y="1649506"/>
                    </a:lnTo>
                    <a:lnTo>
                      <a:pt x="1700914" y="1645698"/>
                    </a:lnTo>
                    <a:lnTo>
                      <a:pt x="1701549" y="1645063"/>
                    </a:lnTo>
                    <a:lnTo>
                      <a:pt x="1702183" y="1643159"/>
                    </a:lnTo>
                    <a:lnTo>
                      <a:pt x="1702818" y="1642525"/>
                    </a:lnTo>
                    <a:lnTo>
                      <a:pt x="1703453" y="1642525"/>
                    </a:lnTo>
                    <a:lnTo>
                      <a:pt x="1704088" y="1643159"/>
                    </a:lnTo>
                    <a:lnTo>
                      <a:pt x="1704722" y="1643794"/>
                    </a:lnTo>
                    <a:lnTo>
                      <a:pt x="1705992" y="1645063"/>
                    </a:lnTo>
                    <a:lnTo>
                      <a:pt x="1706626" y="1645063"/>
                    </a:lnTo>
                    <a:lnTo>
                      <a:pt x="1707261" y="1643794"/>
                    </a:lnTo>
                    <a:lnTo>
                      <a:pt x="1707261" y="1642525"/>
                    </a:lnTo>
                    <a:lnTo>
                      <a:pt x="1707261" y="1641890"/>
                    </a:lnTo>
                    <a:lnTo>
                      <a:pt x="1706626" y="1641255"/>
                    </a:lnTo>
                    <a:lnTo>
                      <a:pt x="1706626" y="1640621"/>
                    </a:lnTo>
                    <a:lnTo>
                      <a:pt x="1707895" y="1641255"/>
                    </a:lnTo>
                    <a:lnTo>
                      <a:pt x="1709800" y="1644429"/>
                    </a:lnTo>
                    <a:lnTo>
                      <a:pt x="1711069" y="1645063"/>
                    </a:lnTo>
                    <a:lnTo>
                      <a:pt x="1714242" y="1644429"/>
                    </a:lnTo>
                    <a:lnTo>
                      <a:pt x="1714877" y="1643794"/>
                    </a:lnTo>
                    <a:lnTo>
                      <a:pt x="1714877" y="1642525"/>
                    </a:lnTo>
                    <a:lnTo>
                      <a:pt x="1714877" y="1641255"/>
                    </a:lnTo>
                    <a:lnTo>
                      <a:pt x="1715512" y="1638717"/>
                    </a:lnTo>
                    <a:lnTo>
                      <a:pt x="1716146" y="1638082"/>
                    </a:lnTo>
                    <a:lnTo>
                      <a:pt x="1716781" y="1638082"/>
                    </a:lnTo>
                    <a:lnTo>
                      <a:pt x="1724397" y="1639986"/>
                    </a:lnTo>
                    <a:lnTo>
                      <a:pt x="1726936" y="1641255"/>
                    </a:lnTo>
                    <a:lnTo>
                      <a:pt x="1727570" y="1641890"/>
                    </a:lnTo>
                    <a:lnTo>
                      <a:pt x="1728205" y="1643159"/>
                    </a:lnTo>
                    <a:lnTo>
                      <a:pt x="1728205" y="1643794"/>
                    </a:lnTo>
                    <a:lnTo>
                      <a:pt x="1726301" y="1645698"/>
                    </a:lnTo>
                    <a:lnTo>
                      <a:pt x="1721858" y="1643159"/>
                    </a:lnTo>
                    <a:lnTo>
                      <a:pt x="1721858" y="1644429"/>
                    </a:lnTo>
                    <a:lnTo>
                      <a:pt x="1721858" y="1645063"/>
                    </a:lnTo>
                    <a:lnTo>
                      <a:pt x="1722493" y="1645063"/>
                    </a:lnTo>
                    <a:lnTo>
                      <a:pt x="1723128" y="1645063"/>
                    </a:lnTo>
                    <a:lnTo>
                      <a:pt x="1723128" y="1646967"/>
                    </a:lnTo>
                    <a:lnTo>
                      <a:pt x="1723762" y="1647602"/>
                    </a:lnTo>
                    <a:lnTo>
                      <a:pt x="1724397" y="1648872"/>
                    </a:lnTo>
                    <a:lnTo>
                      <a:pt x="1720589" y="1650775"/>
                    </a:lnTo>
                    <a:lnTo>
                      <a:pt x="1719320" y="1652045"/>
                    </a:lnTo>
                    <a:lnTo>
                      <a:pt x="1719954" y="1652679"/>
                    </a:lnTo>
                    <a:lnTo>
                      <a:pt x="1721858" y="1653949"/>
                    </a:lnTo>
                    <a:lnTo>
                      <a:pt x="1723762" y="1655218"/>
                    </a:lnTo>
                    <a:lnTo>
                      <a:pt x="1724397" y="1655853"/>
                    </a:lnTo>
                    <a:lnTo>
                      <a:pt x="1723762" y="1655853"/>
                    </a:lnTo>
                    <a:lnTo>
                      <a:pt x="1723128" y="1655853"/>
                    </a:lnTo>
                    <a:lnTo>
                      <a:pt x="1722493" y="1656487"/>
                    </a:lnTo>
                    <a:lnTo>
                      <a:pt x="1722493" y="1657122"/>
                    </a:lnTo>
                    <a:lnTo>
                      <a:pt x="1722493" y="1657757"/>
                    </a:lnTo>
                    <a:lnTo>
                      <a:pt x="1721224" y="1658392"/>
                    </a:lnTo>
                    <a:lnTo>
                      <a:pt x="1719954" y="1657122"/>
                    </a:lnTo>
                    <a:lnTo>
                      <a:pt x="1718050" y="1656487"/>
                    </a:lnTo>
                    <a:lnTo>
                      <a:pt x="1716146" y="1657122"/>
                    </a:lnTo>
                    <a:lnTo>
                      <a:pt x="1714877" y="1658392"/>
                    </a:lnTo>
                    <a:lnTo>
                      <a:pt x="1716781" y="1657757"/>
                    </a:lnTo>
                    <a:lnTo>
                      <a:pt x="1718685" y="1657757"/>
                    </a:lnTo>
                    <a:lnTo>
                      <a:pt x="1718050" y="1658392"/>
                    </a:lnTo>
                    <a:lnTo>
                      <a:pt x="1716781" y="1660296"/>
                    </a:lnTo>
                    <a:lnTo>
                      <a:pt x="1716146" y="1660930"/>
                    </a:lnTo>
                    <a:lnTo>
                      <a:pt x="1717415" y="1661565"/>
                    </a:lnTo>
                    <a:lnTo>
                      <a:pt x="1723128" y="1660930"/>
                    </a:lnTo>
                    <a:lnTo>
                      <a:pt x="1723128" y="1659026"/>
                    </a:lnTo>
                    <a:lnTo>
                      <a:pt x="1723762" y="1657122"/>
                    </a:lnTo>
                    <a:lnTo>
                      <a:pt x="1725032" y="1655218"/>
                    </a:lnTo>
                    <a:lnTo>
                      <a:pt x="1726301" y="1653949"/>
                    </a:lnTo>
                    <a:lnTo>
                      <a:pt x="1726936" y="1653949"/>
                    </a:lnTo>
                    <a:lnTo>
                      <a:pt x="1727570" y="1653949"/>
                    </a:lnTo>
                    <a:lnTo>
                      <a:pt x="1727570" y="1653949"/>
                    </a:lnTo>
                    <a:lnTo>
                      <a:pt x="1727570" y="1653949"/>
                    </a:lnTo>
                    <a:lnTo>
                      <a:pt x="1727570" y="1653314"/>
                    </a:lnTo>
                    <a:lnTo>
                      <a:pt x="1727570" y="1652679"/>
                    </a:lnTo>
                    <a:lnTo>
                      <a:pt x="1728205" y="1652045"/>
                    </a:lnTo>
                    <a:lnTo>
                      <a:pt x="1728205" y="1651410"/>
                    </a:lnTo>
                    <a:lnTo>
                      <a:pt x="1728205" y="1650141"/>
                    </a:lnTo>
                    <a:lnTo>
                      <a:pt x="1728205" y="1648872"/>
                    </a:lnTo>
                    <a:lnTo>
                      <a:pt x="1726936" y="1647602"/>
                    </a:lnTo>
                    <a:lnTo>
                      <a:pt x="1727570" y="1645698"/>
                    </a:lnTo>
                    <a:lnTo>
                      <a:pt x="1728840" y="1643794"/>
                    </a:lnTo>
                    <a:lnTo>
                      <a:pt x="1729474" y="1642525"/>
                    </a:lnTo>
                    <a:lnTo>
                      <a:pt x="1729474" y="1642525"/>
                    </a:lnTo>
                    <a:lnTo>
                      <a:pt x="1729474" y="1642525"/>
                    </a:lnTo>
                    <a:lnTo>
                      <a:pt x="1729474" y="1642525"/>
                    </a:lnTo>
                    <a:lnTo>
                      <a:pt x="1729474" y="1641890"/>
                    </a:lnTo>
                    <a:lnTo>
                      <a:pt x="1729474" y="1641255"/>
                    </a:lnTo>
                    <a:lnTo>
                      <a:pt x="1729474" y="1640621"/>
                    </a:lnTo>
                    <a:lnTo>
                      <a:pt x="1729474" y="1639986"/>
                    </a:lnTo>
                    <a:lnTo>
                      <a:pt x="1729474" y="1638717"/>
                    </a:lnTo>
                    <a:lnTo>
                      <a:pt x="1729474" y="1636813"/>
                    </a:lnTo>
                    <a:lnTo>
                      <a:pt x="1729474" y="1635543"/>
                    </a:lnTo>
                    <a:lnTo>
                      <a:pt x="1729474" y="1633639"/>
                    </a:lnTo>
                    <a:lnTo>
                      <a:pt x="1728205" y="1630466"/>
                    </a:lnTo>
                    <a:lnTo>
                      <a:pt x="1728205" y="1629197"/>
                    </a:lnTo>
                    <a:lnTo>
                      <a:pt x="1728840" y="1627927"/>
                    </a:lnTo>
                    <a:lnTo>
                      <a:pt x="1730744" y="1627293"/>
                    </a:lnTo>
                    <a:lnTo>
                      <a:pt x="1732648" y="1627293"/>
                    </a:lnTo>
                    <a:lnTo>
                      <a:pt x="1733917" y="1627293"/>
                    </a:lnTo>
                    <a:lnTo>
                      <a:pt x="1733282" y="1629197"/>
                    </a:lnTo>
                    <a:lnTo>
                      <a:pt x="1732648" y="1631100"/>
                    </a:lnTo>
                    <a:lnTo>
                      <a:pt x="1732648" y="1633005"/>
                    </a:lnTo>
                    <a:lnTo>
                      <a:pt x="1732648" y="1634274"/>
                    </a:lnTo>
                    <a:lnTo>
                      <a:pt x="1732648" y="1635543"/>
                    </a:lnTo>
                    <a:lnTo>
                      <a:pt x="1733282" y="1637447"/>
                    </a:lnTo>
                    <a:lnTo>
                      <a:pt x="1733917" y="1638717"/>
                    </a:lnTo>
                    <a:lnTo>
                      <a:pt x="1735186" y="1638717"/>
                    </a:lnTo>
                    <a:lnTo>
                      <a:pt x="1735821" y="1637447"/>
                    </a:lnTo>
                    <a:lnTo>
                      <a:pt x="1736456" y="1633005"/>
                    </a:lnTo>
                    <a:lnTo>
                      <a:pt x="1737090" y="1631100"/>
                    </a:lnTo>
                    <a:lnTo>
                      <a:pt x="1738360" y="1629831"/>
                    </a:lnTo>
                    <a:lnTo>
                      <a:pt x="1739629" y="1629197"/>
                    </a:lnTo>
                    <a:lnTo>
                      <a:pt x="1740898" y="1629831"/>
                    </a:lnTo>
                    <a:lnTo>
                      <a:pt x="1741533" y="1631735"/>
                    </a:lnTo>
                    <a:lnTo>
                      <a:pt x="1743437" y="1629831"/>
                    </a:lnTo>
                    <a:lnTo>
                      <a:pt x="1745341" y="1629197"/>
                    </a:lnTo>
                    <a:lnTo>
                      <a:pt x="1749149" y="1629197"/>
                    </a:lnTo>
                    <a:lnTo>
                      <a:pt x="1749784" y="1629197"/>
                    </a:lnTo>
                    <a:lnTo>
                      <a:pt x="1751053" y="1627927"/>
                    </a:lnTo>
                    <a:lnTo>
                      <a:pt x="1751688" y="1627293"/>
                    </a:lnTo>
                    <a:lnTo>
                      <a:pt x="1752322" y="1627293"/>
                    </a:lnTo>
                    <a:lnTo>
                      <a:pt x="1754226" y="1626658"/>
                    </a:lnTo>
                    <a:lnTo>
                      <a:pt x="1754861" y="1626658"/>
                    </a:lnTo>
                    <a:lnTo>
                      <a:pt x="1755496" y="1627293"/>
                    </a:lnTo>
                    <a:lnTo>
                      <a:pt x="1756130" y="1627927"/>
                    </a:lnTo>
                    <a:lnTo>
                      <a:pt x="1757400" y="1629831"/>
                    </a:lnTo>
                    <a:lnTo>
                      <a:pt x="1757400" y="1630466"/>
                    </a:lnTo>
                    <a:lnTo>
                      <a:pt x="1757400" y="1631100"/>
                    </a:lnTo>
                    <a:lnTo>
                      <a:pt x="1758034" y="1631100"/>
                    </a:lnTo>
                    <a:lnTo>
                      <a:pt x="1758669" y="1631100"/>
                    </a:lnTo>
                    <a:lnTo>
                      <a:pt x="1758669" y="1631100"/>
                    </a:lnTo>
                    <a:lnTo>
                      <a:pt x="1758669" y="1630466"/>
                    </a:lnTo>
                    <a:lnTo>
                      <a:pt x="1758669" y="1629831"/>
                    </a:lnTo>
                    <a:lnTo>
                      <a:pt x="1758669" y="1629831"/>
                    </a:lnTo>
                    <a:lnTo>
                      <a:pt x="1758669" y="1629197"/>
                    </a:lnTo>
                    <a:lnTo>
                      <a:pt x="1758669" y="1628562"/>
                    </a:lnTo>
                    <a:lnTo>
                      <a:pt x="1758669" y="1627927"/>
                    </a:lnTo>
                    <a:lnTo>
                      <a:pt x="1759304" y="1627293"/>
                    </a:lnTo>
                    <a:lnTo>
                      <a:pt x="1759938" y="1627293"/>
                    </a:lnTo>
                    <a:lnTo>
                      <a:pt x="1761842" y="1626658"/>
                    </a:lnTo>
                    <a:lnTo>
                      <a:pt x="1763112" y="1626658"/>
                    </a:lnTo>
                    <a:lnTo>
                      <a:pt x="1763746" y="1627293"/>
                    </a:lnTo>
                    <a:lnTo>
                      <a:pt x="1764381" y="1628562"/>
                    </a:lnTo>
                    <a:lnTo>
                      <a:pt x="1765016" y="1628562"/>
                    </a:lnTo>
                    <a:lnTo>
                      <a:pt x="1767555" y="1622215"/>
                    </a:lnTo>
                    <a:lnTo>
                      <a:pt x="1769458" y="1619042"/>
                    </a:lnTo>
                    <a:lnTo>
                      <a:pt x="1770728" y="1619042"/>
                    </a:lnTo>
                    <a:lnTo>
                      <a:pt x="1771362" y="1620946"/>
                    </a:lnTo>
                    <a:lnTo>
                      <a:pt x="1771997" y="1621580"/>
                    </a:lnTo>
                    <a:lnTo>
                      <a:pt x="1772632" y="1621580"/>
                    </a:lnTo>
                    <a:lnTo>
                      <a:pt x="1773267" y="1621580"/>
                    </a:lnTo>
                    <a:lnTo>
                      <a:pt x="1773901" y="1620311"/>
                    </a:lnTo>
                    <a:lnTo>
                      <a:pt x="1773901" y="1619677"/>
                    </a:lnTo>
                    <a:lnTo>
                      <a:pt x="1775170" y="1620311"/>
                    </a:lnTo>
                    <a:lnTo>
                      <a:pt x="1775805" y="1620946"/>
                    </a:lnTo>
                    <a:lnTo>
                      <a:pt x="1775805" y="1622215"/>
                    </a:lnTo>
                    <a:lnTo>
                      <a:pt x="1776440" y="1623485"/>
                    </a:lnTo>
                    <a:lnTo>
                      <a:pt x="1776440" y="1624119"/>
                    </a:lnTo>
                    <a:lnTo>
                      <a:pt x="1775805" y="1624119"/>
                    </a:lnTo>
                    <a:lnTo>
                      <a:pt x="1775170" y="1624119"/>
                    </a:lnTo>
                    <a:lnTo>
                      <a:pt x="1774536" y="1624754"/>
                    </a:lnTo>
                    <a:lnTo>
                      <a:pt x="1773901" y="1625389"/>
                    </a:lnTo>
                    <a:lnTo>
                      <a:pt x="1775170" y="1626023"/>
                    </a:lnTo>
                    <a:lnTo>
                      <a:pt x="1777075" y="1626023"/>
                    </a:lnTo>
                    <a:lnTo>
                      <a:pt x="1778979" y="1625389"/>
                    </a:lnTo>
                    <a:lnTo>
                      <a:pt x="1780248" y="1624119"/>
                    </a:lnTo>
                    <a:lnTo>
                      <a:pt x="1780248" y="1624119"/>
                    </a:lnTo>
                    <a:lnTo>
                      <a:pt x="1779613" y="1623485"/>
                    </a:lnTo>
                    <a:lnTo>
                      <a:pt x="1779613" y="1623485"/>
                    </a:lnTo>
                    <a:lnTo>
                      <a:pt x="1779613" y="1622850"/>
                    </a:lnTo>
                    <a:lnTo>
                      <a:pt x="1781517" y="1622215"/>
                    </a:lnTo>
                    <a:lnTo>
                      <a:pt x="1782152" y="1621580"/>
                    </a:lnTo>
                    <a:lnTo>
                      <a:pt x="1782152" y="1619677"/>
                    </a:lnTo>
                    <a:lnTo>
                      <a:pt x="1781517" y="1618407"/>
                    </a:lnTo>
                    <a:lnTo>
                      <a:pt x="1780248" y="1618407"/>
                    </a:lnTo>
                    <a:lnTo>
                      <a:pt x="1778979" y="1618407"/>
                    </a:lnTo>
                    <a:lnTo>
                      <a:pt x="1777709" y="1618407"/>
                    </a:lnTo>
                    <a:lnTo>
                      <a:pt x="1777075" y="1616503"/>
                    </a:lnTo>
                    <a:lnTo>
                      <a:pt x="1780882" y="1615234"/>
                    </a:lnTo>
                    <a:lnTo>
                      <a:pt x="1780882" y="1613330"/>
                    </a:lnTo>
                    <a:lnTo>
                      <a:pt x="1781517" y="1612060"/>
                    </a:lnTo>
                    <a:lnTo>
                      <a:pt x="1780882" y="1611426"/>
                    </a:lnTo>
                    <a:lnTo>
                      <a:pt x="1778979" y="1610791"/>
                    </a:lnTo>
                    <a:lnTo>
                      <a:pt x="1779613" y="1610156"/>
                    </a:lnTo>
                    <a:lnTo>
                      <a:pt x="1779613" y="1608887"/>
                    </a:lnTo>
                    <a:lnTo>
                      <a:pt x="1779613" y="1607618"/>
                    </a:lnTo>
                    <a:lnTo>
                      <a:pt x="1778979" y="1606349"/>
                    </a:lnTo>
                    <a:lnTo>
                      <a:pt x="1780248" y="1605714"/>
                    </a:lnTo>
                    <a:lnTo>
                      <a:pt x="1780882" y="1606349"/>
                    </a:lnTo>
                    <a:lnTo>
                      <a:pt x="1780882" y="1607618"/>
                    </a:lnTo>
                    <a:lnTo>
                      <a:pt x="1780248" y="1609522"/>
                    </a:lnTo>
                    <a:lnTo>
                      <a:pt x="1782152" y="1608887"/>
                    </a:lnTo>
                    <a:lnTo>
                      <a:pt x="1783421" y="1607618"/>
                    </a:lnTo>
                    <a:lnTo>
                      <a:pt x="1784690" y="1605714"/>
                    </a:lnTo>
                    <a:lnTo>
                      <a:pt x="1786595" y="1604445"/>
                    </a:lnTo>
                    <a:lnTo>
                      <a:pt x="1784056" y="1603175"/>
                    </a:lnTo>
                    <a:lnTo>
                      <a:pt x="1782787" y="1602540"/>
                    </a:lnTo>
                    <a:lnTo>
                      <a:pt x="1782152" y="1600636"/>
                    </a:lnTo>
                    <a:lnTo>
                      <a:pt x="1786595" y="1601906"/>
                    </a:lnTo>
                    <a:lnTo>
                      <a:pt x="1791037" y="1601906"/>
                    </a:lnTo>
                    <a:lnTo>
                      <a:pt x="1791672" y="1602540"/>
                    </a:lnTo>
                    <a:lnTo>
                      <a:pt x="1791672" y="1603175"/>
                    </a:lnTo>
                    <a:lnTo>
                      <a:pt x="1791037" y="1603810"/>
                    </a:lnTo>
                    <a:lnTo>
                      <a:pt x="1789768" y="1604445"/>
                    </a:lnTo>
                    <a:lnTo>
                      <a:pt x="1789768" y="1604445"/>
                    </a:lnTo>
                    <a:lnTo>
                      <a:pt x="1789768" y="1605079"/>
                    </a:lnTo>
                    <a:lnTo>
                      <a:pt x="1789768" y="1605714"/>
                    </a:lnTo>
                    <a:lnTo>
                      <a:pt x="1789768" y="1605714"/>
                    </a:lnTo>
                    <a:lnTo>
                      <a:pt x="1789768" y="1605714"/>
                    </a:lnTo>
                    <a:lnTo>
                      <a:pt x="1789133" y="1605714"/>
                    </a:lnTo>
                    <a:lnTo>
                      <a:pt x="1788499" y="1605714"/>
                    </a:lnTo>
                    <a:lnTo>
                      <a:pt x="1788499" y="1605714"/>
                    </a:lnTo>
                    <a:lnTo>
                      <a:pt x="1787864" y="1606349"/>
                    </a:lnTo>
                    <a:lnTo>
                      <a:pt x="1787229" y="1608887"/>
                    </a:lnTo>
                    <a:lnTo>
                      <a:pt x="1787229" y="1609522"/>
                    </a:lnTo>
                    <a:lnTo>
                      <a:pt x="1785960" y="1610156"/>
                    </a:lnTo>
                    <a:lnTo>
                      <a:pt x="1784690" y="1611426"/>
                    </a:lnTo>
                    <a:lnTo>
                      <a:pt x="1784690" y="1612695"/>
                    </a:lnTo>
                    <a:lnTo>
                      <a:pt x="1785960" y="1613965"/>
                    </a:lnTo>
                    <a:lnTo>
                      <a:pt x="1785960" y="1614599"/>
                    </a:lnTo>
                    <a:lnTo>
                      <a:pt x="1784690" y="1615234"/>
                    </a:lnTo>
                    <a:lnTo>
                      <a:pt x="1784056" y="1616503"/>
                    </a:lnTo>
                    <a:lnTo>
                      <a:pt x="1784056" y="1617773"/>
                    </a:lnTo>
                    <a:lnTo>
                      <a:pt x="1784690" y="1617773"/>
                    </a:lnTo>
                    <a:lnTo>
                      <a:pt x="1785960" y="1617138"/>
                    </a:lnTo>
                    <a:lnTo>
                      <a:pt x="1789133" y="1616503"/>
                    </a:lnTo>
                    <a:lnTo>
                      <a:pt x="1789133" y="1617138"/>
                    </a:lnTo>
                    <a:lnTo>
                      <a:pt x="1785325" y="1619042"/>
                    </a:lnTo>
                    <a:lnTo>
                      <a:pt x="1785960" y="1620311"/>
                    </a:lnTo>
                    <a:lnTo>
                      <a:pt x="1787229" y="1621580"/>
                    </a:lnTo>
                    <a:lnTo>
                      <a:pt x="1788499" y="1622850"/>
                    </a:lnTo>
                    <a:lnTo>
                      <a:pt x="1789768" y="1622850"/>
                    </a:lnTo>
                    <a:lnTo>
                      <a:pt x="1789133" y="1621580"/>
                    </a:lnTo>
                    <a:lnTo>
                      <a:pt x="1788499" y="1620311"/>
                    </a:lnTo>
                    <a:lnTo>
                      <a:pt x="1788499" y="1619042"/>
                    </a:lnTo>
                    <a:lnTo>
                      <a:pt x="1789133" y="1619042"/>
                    </a:lnTo>
                    <a:lnTo>
                      <a:pt x="1789768" y="1619677"/>
                    </a:lnTo>
                    <a:lnTo>
                      <a:pt x="1791037" y="1622215"/>
                    </a:lnTo>
                    <a:lnTo>
                      <a:pt x="1791672" y="1622850"/>
                    </a:lnTo>
                    <a:lnTo>
                      <a:pt x="1792941" y="1622850"/>
                    </a:lnTo>
                    <a:lnTo>
                      <a:pt x="1793576" y="1620946"/>
                    </a:lnTo>
                    <a:lnTo>
                      <a:pt x="1798019" y="1617773"/>
                    </a:lnTo>
                    <a:lnTo>
                      <a:pt x="1796115" y="1616503"/>
                    </a:lnTo>
                    <a:lnTo>
                      <a:pt x="1796115" y="1617138"/>
                    </a:lnTo>
                    <a:lnTo>
                      <a:pt x="1796115" y="1617773"/>
                    </a:lnTo>
                    <a:lnTo>
                      <a:pt x="1796115" y="1617773"/>
                    </a:lnTo>
                    <a:lnTo>
                      <a:pt x="1794845" y="1618407"/>
                    </a:lnTo>
                    <a:lnTo>
                      <a:pt x="1794211" y="1617138"/>
                    </a:lnTo>
                    <a:lnTo>
                      <a:pt x="1794211" y="1615234"/>
                    </a:lnTo>
                    <a:lnTo>
                      <a:pt x="1795480" y="1613965"/>
                    </a:lnTo>
                    <a:lnTo>
                      <a:pt x="1794211" y="1612060"/>
                    </a:lnTo>
                    <a:lnTo>
                      <a:pt x="1793576" y="1610791"/>
                    </a:lnTo>
                    <a:lnTo>
                      <a:pt x="1793576" y="1610156"/>
                    </a:lnTo>
                    <a:lnTo>
                      <a:pt x="1796115" y="1610156"/>
                    </a:lnTo>
                    <a:lnTo>
                      <a:pt x="1796749" y="1610791"/>
                    </a:lnTo>
                    <a:lnTo>
                      <a:pt x="1796115" y="1612060"/>
                    </a:lnTo>
                    <a:lnTo>
                      <a:pt x="1796115" y="1613330"/>
                    </a:lnTo>
                    <a:lnTo>
                      <a:pt x="1796749" y="1615234"/>
                    </a:lnTo>
                    <a:lnTo>
                      <a:pt x="1798019" y="1613965"/>
                    </a:lnTo>
                    <a:lnTo>
                      <a:pt x="1798019" y="1612060"/>
                    </a:lnTo>
                    <a:lnTo>
                      <a:pt x="1797384" y="1610156"/>
                    </a:lnTo>
                    <a:lnTo>
                      <a:pt x="1796749" y="1608253"/>
                    </a:lnTo>
                    <a:lnTo>
                      <a:pt x="1797384" y="1608253"/>
                    </a:lnTo>
                    <a:lnTo>
                      <a:pt x="1798653" y="1608253"/>
                    </a:lnTo>
                    <a:lnTo>
                      <a:pt x="1798019" y="1606983"/>
                    </a:lnTo>
                    <a:lnTo>
                      <a:pt x="1798019" y="1605079"/>
                    </a:lnTo>
                    <a:lnTo>
                      <a:pt x="1798653" y="1603810"/>
                    </a:lnTo>
                    <a:lnTo>
                      <a:pt x="1799923" y="1603810"/>
                    </a:lnTo>
                    <a:lnTo>
                      <a:pt x="1799923" y="1605079"/>
                    </a:lnTo>
                    <a:lnTo>
                      <a:pt x="1799923" y="1606983"/>
                    </a:lnTo>
                    <a:lnTo>
                      <a:pt x="1799923" y="1608887"/>
                    </a:lnTo>
                    <a:lnTo>
                      <a:pt x="1801192" y="1610156"/>
                    </a:lnTo>
                    <a:lnTo>
                      <a:pt x="1801827" y="1607618"/>
                    </a:lnTo>
                    <a:lnTo>
                      <a:pt x="1803731" y="1606983"/>
                    </a:lnTo>
                    <a:lnTo>
                      <a:pt x="1805635" y="1606983"/>
                    </a:lnTo>
                    <a:lnTo>
                      <a:pt x="1807539" y="1606349"/>
                    </a:lnTo>
                    <a:lnTo>
                      <a:pt x="1806904" y="1605714"/>
                    </a:lnTo>
                    <a:lnTo>
                      <a:pt x="1807539" y="1605079"/>
                    </a:lnTo>
                    <a:lnTo>
                      <a:pt x="1808173" y="1605079"/>
                    </a:lnTo>
                    <a:lnTo>
                      <a:pt x="1808808" y="1605079"/>
                    </a:lnTo>
                    <a:lnTo>
                      <a:pt x="1809443" y="1605079"/>
                    </a:lnTo>
                    <a:lnTo>
                      <a:pt x="1810077" y="1604445"/>
                    </a:lnTo>
                    <a:lnTo>
                      <a:pt x="1811347" y="1603175"/>
                    </a:lnTo>
                    <a:lnTo>
                      <a:pt x="1812616" y="1602540"/>
                    </a:lnTo>
                    <a:lnTo>
                      <a:pt x="1813251" y="1601906"/>
                    </a:lnTo>
                    <a:lnTo>
                      <a:pt x="1813885" y="1601271"/>
                    </a:lnTo>
                    <a:lnTo>
                      <a:pt x="1814520" y="1600636"/>
                    </a:lnTo>
                    <a:lnTo>
                      <a:pt x="1815155" y="1600002"/>
                    </a:lnTo>
                    <a:lnTo>
                      <a:pt x="1817059" y="1599367"/>
                    </a:lnTo>
                    <a:lnTo>
                      <a:pt x="1815155" y="1598098"/>
                    </a:lnTo>
                    <a:lnTo>
                      <a:pt x="1813251" y="1599367"/>
                    </a:lnTo>
                    <a:lnTo>
                      <a:pt x="1811347" y="1601271"/>
                    </a:lnTo>
                    <a:lnTo>
                      <a:pt x="1808173" y="1603175"/>
                    </a:lnTo>
                    <a:lnTo>
                      <a:pt x="1806269" y="1604445"/>
                    </a:lnTo>
                    <a:lnTo>
                      <a:pt x="1804365" y="1605714"/>
                    </a:lnTo>
                    <a:lnTo>
                      <a:pt x="1803096" y="1605079"/>
                    </a:lnTo>
                    <a:lnTo>
                      <a:pt x="1804365" y="1603810"/>
                    </a:lnTo>
                    <a:lnTo>
                      <a:pt x="1804365" y="1603175"/>
                    </a:lnTo>
                    <a:lnTo>
                      <a:pt x="1801827" y="1601271"/>
                    </a:lnTo>
                    <a:lnTo>
                      <a:pt x="1801192" y="1601906"/>
                    </a:lnTo>
                    <a:lnTo>
                      <a:pt x="1799923" y="1602540"/>
                    </a:lnTo>
                    <a:lnTo>
                      <a:pt x="1799288" y="1603175"/>
                    </a:lnTo>
                    <a:lnTo>
                      <a:pt x="1799923" y="1601906"/>
                    </a:lnTo>
                    <a:lnTo>
                      <a:pt x="1800557" y="1601271"/>
                    </a:lnTo>
                    <a:lnTo>
                      <a:pt x="1800557" y="1600636"/>
                    </a:lnTo>
                    <a:lnTo>
                      <a:pt x="1800557" y="1600002"/>
                    </a:lnTo>
                    <a:lnTo>
                      <a:pt x="1801192" y="1600002"/>
                    </a:lnTo>
                    <a:lnTo>
                      <a:pt x="1802461" y="1600636"/>
                    </a:lnTo>
                    <a:lnTo>
                      <a:pt x="1803096" y="1600636"/>
                    </a:lnTo>
                    <a:lnTo>
                      <a:pt x="1803731" y="1600636"/>
                    </a:lnTo>
                    <a:lnTo>
                      <a:pt x="1805000" y="1600002"/>
                    </a:lnTo>
                    <a:lnTo>
                      <a:pt x="1807539" y="1599367"/>
                    </a:lnTo>
                    <a:lnTo>
                      <a:pt x="1808808" y="1598733"/>
                    </a:lnTo>
                    <a:lnTo>
                      <a:pt x="1810077" y="1597463"/>
                    </a:lnTo>
                    <a:lnTo>
                      <a:pt x="1811347" y="1596194"/>
                    </a:lnTo>
                    <a:lnTo>
                      <a:pt x="1810077" y="1594925"/>
                    </a:lnTo>
                    <a:lnTo>
                      <a:pt x="1808173" y="1593655"/>
                    </a:lnTo>
                    <a:lnTo>
                      <a:pt x="1805000" y="1593020"/>
                    </a:lnTo>
                    <a:lnTo>
                      <a:pt x="1804365" y="1593020"/>
                    </a:lnTo>
                    <a:lnTo>
                      <a:pt x="1803731" y="1591751"/>
                    </a:lnTo>
                    <a:lnTo>
                      <a:pt x="1803096" y="1591751"/>
                    </a:lnTo>
                    <a:lnTo>
                      <a:pt x="1801192" y="1592386"/>
                    </a:lnTo>
                    <a:lnTo>
                      <a:pt x="1798653" y="1594290"/>
                    </a:lnTo>
                    <a:lnTo>
                      <a:pt x="1799288" y="1593020"/>
                    </a:lnTo>
                    <a:lnTo>
                      <a:pt x="1799288" y="1592386"/>
                    </a:lnTo>
                    <a:lnTo>
                      <a:pt x="1798653" y="1592386"/>
                    </a:lnTo>
                    <a:lnTo>
                      <a:pt x="1798019" y="1592386"/>
                    </a:lnTo>
                    <a:lnTo>
                      <a:pt x="1797384" y="1593020"/>
                    </a:lnTo>
                    <a:lnTo>
                      <a:pt x="1796749" y="1593655"/>
                    </a:lnTo>
                    <a:lnTo>
                      <a:pt x="1796749" y="1590482"/>
                    </a:lnTo>
                    <a:lnTo>
                      <a:pt x="1798019" y="1586039"/>
                    </a:lnTo>
                    <a:lnTo>
                      <a:pt x="1792941" y="1589212"/>
                    </a:lnTo>
                    <a:lnTo>
                      <a:pt x="1792307" y="1589847"/>
                    </a:lnTo>
                    <a:lnTo>
                      <a:pt x="1792307" y="1591116"/>
                    </a:lnTo>
                    <a:lnTo>
                      <a:pt x="1792307" y="1592386"/>
                    </a:lnTo>
                    <a:lnTo>
                      <a:pt x="1792941" y="1593020"/>
                    </a:lnTo>
                    <a:lnTo>
                      <a:pt x="1793576" y="1593655"/>
                    </a:lnTo>
                    <a:lnTo>
                      <a:pt x="1794211" y="1594925"/>
                    </a:lnTo>
                    <a:lnTo>
                      <a:pt x="1789133" y="1593655"/>
                    </a:lnTo>
                    <a:lnTo>
                      <a:pt x="1787864" y="1591751"/>
                    </a:lnTo>
                    <a:lnTo>
                      <a:pt x="1789133" y="1588578"/>
                    </a:lnTo>
                    <a:lnTo>
                      <a:pt x="1790402" y="1587309"/>
                    </a:lnTo>
                    <a:lnTo>
                      <a:pt x="1792307" y="1585405"/>
                    </a:lnTo>
                    <a:lnTo>
                      <a:pt x="1794211" y="1584135"/>
                    </a:lnTo>
                    <a:lnTo>
                      <a:pt x="1796115" y="1584135"/>
                    </a:lnTo>
                    <a:lnTo>
                      <a:pt x="1795480" y="1582231"/>
                    </a:lnTo>
                    <a:lnTo>
                      <a:pt x="1795480" y="1581596"/>
                    </a:lnTo>
                    <a:lnTo>
                      <a:pt x="1796749" y="1580327"/>
                    </a:lnTo>
                    <a:lnTo>
                      <a:pt x="1799288" y="1578423"/>
                    </a:lnTo>
                    <a:lnTo>
                      <a:pt x="1800557" y="1577154"/>
                    </a:lnTo>
                    <a:lnTo>
                      <a:pt x="1801192" y="1575885"/>
                    </a:lnTo>
                    <a:lnTo>
                      <a:pt x="1801827" y="1574615"/>
                    </a:lnTo>
                    <a:lnTo>
                      <a:pt x="1803096" y="1573980"/>
                    </a:lnTo>
                    <a:lnTo>
                      <a:pt x="1806904" y="1571442"/>
                    </a:lnTo>
                    <a:lnTo>
                      <a:pt x="1808173" y="1570807"/>
                    </a:lnTo>
                    <a:lnTo>
                      <a:pt x="1809443" y="1570807"/>
                    </a:lnTo>
                    <a:lnTo>
                      <a:pt x="1811347" y="1571442"/>
                    </a:lnTo>
                    <a:lnTo>
                      <a:pt x="1811981" y="1572076"/>
                    </a:lnTo>
                    <a:lnTo>
                      <a:pt x="1812616" y="1572711"/>
                    </a:lnTo>
                    <a:lnTo>
                      <a:pt x="1813251" y="1572711"/>
                    </a:lnTo>
                    <a:lnTo>
                      <a:pt x="1815155" y="1572076"/>
                    </a:lnTo>
                    <a:lnTo>
                      <a:pt x="1818328" y="1572711"/>
                    </a:lnTo>
                    <a:lnTo>
                      <a:pt x="1820232" y="1572076"/>
                    </a:lnTo>
                    <a:lnTo>
                      <a:pt x="1820867" y="1570172"/>
                    </a:lnTo>
                    <a:lnTo>
                      <a:pt x="1820867" y="1568903"/>
                    </a:lnTo>
                    <a:lnTo>
                      <a:pt x="1818963" y="1569538"/>
                    </a:lnTo>
                    <a:lnTo>
                      <a:pt x="1818328" y="1568903"/>
                    </a:lnTo>
                    <a:lnTo>
                      <a:pt x="1818328" y="1567634"/>
                    </a:lnTo>
                    <a:lnTo>
                      <a:pt x="1818963" y="1566999"/>
                    </a:lnTo>
                    <a:lnTo>
                      <a:pt x="1820232" y="1566999"/>
                    </a:lnTo>
                    <a:lnTo>
                      <a:pt x="1823405" y="1567634"/>
                    </a:lnTo>
                    <a:lnTo>
                      <a:pt x="1829752" y="1571442"/>
                    </a:lnTo>
                    <a:lnTo>
                      <a:pt x="1832925" y="1572076"/>
                    </a:lnTo>
                    <a:lnTo>
                      <a:pt x="1833560" y="1572076"/>
                    </a:lnTo>
                    <a:lnTo>
                      <a:pt x="1834195" y="1572076"/>
                    </a:lnTo>
                    <a:lnTo>
                      <a:pt x="1834829" y="1570807"/>
                    </a:lnTo>
                    <a:lnTo>
                      <a:pt x="1836099" y="1569538"/>
                    </a:lnTo>
                    <a:lnTo>
                      <a:pt x="1836733" y="1568903"/>
                    </a:lnTo>
                    <a:lnTo>
                      <a:pt x="1836733" y="1567634"/>
                    </a:lnTo>
                    <a:lnTo>
                      <a:pt x="1836733" y="1566365"/>
                    </a:lnTo>
                    <a:lnTo>
                      <a:pt x="1836733" y="1566999"/>
                    </a:lnTo>
                    <a:lnTo>
                      <a:pt x="1836733" y="1565730"/>
                    </a:lnTo>
                    <a:lnTo>
                      <a:pt x="1836099" y="1564460"/>
                    </a:lnTo>
                    <a:lnTo>
                      <a:pt x="1835464" y="1563826"/>
                    </a:lnTo>
                    <a:lnTo>
                      <a:pt x="1834829" y="1563826"/>
                    </a:lnTo>
                    <a:lnTo>
                      <a:pt x="1830387" y="1563826"/>
                    </a:lnTo>
                    <a:lnTo>
                      <a:pt x="1823405" y="1566999"/>
                    </a:lnTo>
                    <a:lnTo>
                      <a:pt x="1820232" y="1567634"/>
                    </a:lnTo>
                    <a:lnTo>
                      <a:pt x="1820867" y="1565730"/>
                    </a:lnTo>
                    <a:lnTo>
                      <a:pt x="1821501" y="1564460"/>
                    </a:lnTo>
                    <a:lnTo>
                      <a:pt x="1822136" y="1563826"/>
                    </a:lnTo>
                    <a:lnTo>
                      <a:pt x="1823405" y="1563191"/>
                    </a:lnTo>
                    <a:lnTo>
                      <a:pt x="1825309" y="1563191"/>
                    </a:lnTo>
                    <a:lnTo>
                      <a:pt x="1825309" y="1562556"/>
                    </a:lnTo>
                    <a:lnTo>
                      <a:pt x="1825309" y="1561922"/>
                    </a:lnTo>
                    <a:lnTo>
                      <a:pt x="1825309" y="1561287"/>
                    </a:lnTo>
                    <a:lnTo>
                      <a:pt x="1825944" y="1560652"/>
                    </a:lnTo>
                    <a:lnTo>
                      <a:pt x="1826579" y="1560652"/>
                    </a:lnTo>
                    <a:lnTo>
                      <a:pt x="1829752" y="1560018"/>
                    </a:lnTo>
                    <a:lnTo>
                      <a:pt x="1831021" y="1559383"/>
                    </a:lnTo>
                    <a:lnTo>
                      <a:pt x="1832925" y="1556210"/>
                    </a:lnTo>
                    <a:lnTo>
                      <a:pt x="1834195" y="1554940"/>
                    </a:lnTo>
                    <a:lnTo>
                      <a:pt x="1834829" y="1554940"/>
                    </a:lnTo>
                    <a:lnTo>
                      <a:pt x="1836733" y="1555575"/>
                    </a:lnTo>
                    <a:lnTo>
                      <a:pt x="1837368" y="1554940"/>
                    </a:lnTo>
                    <a:lnTo>
                      <a:pt x="1838003" y="1554306"/>
                    </a:lnTo>
                    <a:lnTo>
                      <a:pt x="1839907" y="1553036"/>
                    </a:lnTo>
                    <a:lnTo>
                      <a:pt x="1841811" y="1552402"/>
                    </a:lnTo>
                    <a:lnTo>
                      <a:pt x="1843080" y="1553671"/>
                    </a:lnTo>
                    <a:lnTo>
                      <a:pt x="1844984" y="1558114"/>
                    </a:lnTo>
                    <a:lnTo>
                      <a:pt x="1846254" y="1559383"/>
                    </a:lnTo>
                    <a:lnTo>
                      <a:pt x="1848157" y="1560652"/>
                    </a:lnTo>
                    <a:lnTo>
                      <a:pt x="1850062" y="1560652"/>
                    </a:lnTo>
                    <a:lnTo>
                      <a:pt x="1851331" y="1559383"/>
                    </a:lnTo>
                    <a:lnTo>
                      <a:pt x="1852600" y="1558748"/>
                    </a:lnTo>
                    <a:lnTo>
                      <a:pt x="1856408" y="1560018"/>
                    </a:lnTo>
                    <a:lnTo>
                      <a:pt x="1858312" y="1560018"/>
                    </a:lnTo>
                    <a:lnTo>
                      <a:pt x="1858947" y="1559383"/>
                    </a:lnTo>
                    <a:lnTo>
                      <a:pt x="1859582" y="1558748"/>
                    </a:lnTo>
                    <a:lnTo>
                      <a:pt x="1860216" y="1558114"/>
                    </a:lnTo>
                    <a:lnTo>
                      <a:pt x="1860216" y="1557479"/>
                    </a:lnTo>
                    <a:lnTo>
                      <a:pt x="1860216" y="1556844"/>
                    </a:lnTo>
                    <a:lnTo>
                      <a:pt x="1859582" y="1554940"/>
                    </a:lnTo>
                    <a:lnTo>
                      <a:pt x="1859582" y="1554306"/>
                    </a:lnTo>
                    <a:lnTo>
                      <a:pt x="1856408" y="1553671"/>
                    </a:lnTo>
                    <a:lnTo>
                      <a:pt x="1855139" y="1553036"/>
                    </a:lnTo>
                    <a:lnTo>
                      <a:pt x="1854504" y="1551132"/>
                    </a:lnTo>
                    <a:lnTo>
                      <a:pt x="1853869" y="1551767"/>
                    </a:lnTo>
                    <a:lnTo>
                      <a:pt x="1853869" y="1550498"/>
                    </a:lnTo>
                    <a:lnTo>
                      <a:pt x="1853869" y="1549863"/>
                    </a:lnTo>
                    <a:lnTo>
                      <a:pt x="1853235" y="1549228"/>
                    </a:lnTo>
                    <a:lnTo>
                      <a:pt x="1852600" y="1548593"/>
                    </a:lnTo>
                    <a:lnTo>
                      <a:pt x="1853235" y="1547959"/>
                    </a:lnTo>
                    <a:lnTo>
                      <a:pt x="1854504" y="1549228"/>
                    </a:lnTo>
                    <a:lnTo>
                      <a:pt x="1855774" y="1547959"/>
                    </a:lnTo>
                    <a:lnTo>
                      <a:pt x="1857043" y="1545420"/>
                    </a:lnTo>
                    <a:lnTo>
                      <a:pt x="1858312" y="1544151"/>
                    </a:lnTo>
                    <a:lnTo>
                      <a:pt x="1860851" y="1544786"/>
                    </a:lnTo>
                    <a:lnTo>
                      <a:pt x="1861486" y="1544786"/>
                    </a:lnTo>
                    <a:lnTo>
                      <a:pt x="1861486" y="1544786"/>
                    </a:lnTo>
                    <a:lnTo>
                      <a:pt x="1861486" y="1544151"/>
                    </a:lnTo>
                    <a:lnTo>
                      <a:pt x="1862120" y="1543516"/>
                    </a:lnTo>
                    <a:lnTo>
                      <a:pt x="1862120" y="1542882"/>
                    </a:lnTo>
                    <a:lnTo>
                      <a:pt x="1862755" y="1542882"/>
                    </a:lnTo>
                    <a:lnTo>
                      <a:pt x="1863389" y="1542882"/>
                    </a:lnTo>
                    <a:lnTo>
                      <a:pt x="1864024" y="1543516"/>
                    </a:lnTo>
                    <a:lnTo>
                      <a:pt x="1864659" y="1544151"/>
                    </a:lnTo>
                    <a:lnTo>
                      <a:pt x="1864659" y="1542882"/>
                    </a:lnTo>
                    <a:lnTo>
                      <a:pt x="1864659" y="1541612"/>
                    </a:lnTo>
                    <a:lnTo>
                      <a:pt x="1864024" y="1540343"/>
                    </a:lnTo>
                    <a:lnTo>
                      <a:pt x="1863389" y="1539073"/>
                    </a:lnTo>
                    <a:lnTo>
                      <a:pt x="1862755" y="1538439"/>
                    </a:lnTo>
                    <a:lnTo>
                      <a:pt x="1862120" y="1538439"/>
                    </a:lnTo>
                    <a:lnTo>
                      <a:pt x="1861486" y="1537804"/>
                    </a:lnTo>
                    <a:lnTo>
                      <a:pt x="1861486" y="1536535"/>
                    </a:lnTo>
                    <a:lnTo>
                      <a:pt x="1861486" y="1535266"/>
                    </a:lnTo>
                    <a:lnTo>
                      <a:pt x="1862120" y="1534631"/>
                    </a:lnTo>
                    <a:lnTo>
                      <a:pt x="1863389" y="1533362"/>
                    </a:lnTo>
                    <a:lnTo>
                      <a:pt x="1864659" y="1532092"/>
                    </a:lnTo>
                    <a:lnTo>
                      <a:pt x="1865928" y="1532727"/>
                    </a:lnTo>
                    <a:lnTo>
                      <a:pt x="1867198" y="1533996"/>
                    </a:lnTo>
                    <a:lnTo>
                      <a:pt x="1870371" y="1538439"/>
                    </a:lnTo>
                    <a:lnTo>
                      <a:pt x="1871640" y="1539708"/>
                    </a:lnTo>
                    <a:lnTo>
                      <a:pt x="1874179" y="1540978"/>
                    </a:lnTo>
                    <a:lnTo>
                      <a:pt x="1875448" y="1542247"/>
                    </a:lnTo>
                    <a:lnTo>
                      <a:pt x="1876718" y="1542882"/>
                    </a:lnTo>
                    <a:lnTo>
                      <a:pt x="1878622" y="1541612"/>
                    </a:lnTo>
                    <a:lnTo>
                      <a:pt x="1879256" y="1539073"/>
                    </a:lnTo>
                    <a:lnTo>
                      <a:pt x="1878622" y="1537169"/>
                    </a:lnTo>
                    <a:lnTo>
                      <a:pt x="1877352" y="1535900"/>
                    </a:lnTo>
                    <a:lnTo>
                      <a:pt x="1876718" y="1535266"/>
                    </a:lnTo>
                    <a:lnTo>
                      <a:pt x="1877987" y="1534631"/>
                    </a:lnTo>
                    <a:lnTo>
                      <a:pt x="1881160" y="1537169"/>
                    </a:lnTo>
                    <a:lnTo>
                      <a:pt x="1882430" y="1537804"/>
                    </a:lnTo>
                    <a:lnTo>
                      <a:pt x="1883064" y="1536535"/>
                    </a:lnTo>
                    <a:lnTo>
                      <a:pt x="1884968" y="1532092"/>
                    </a:lnTo>
                    <a:lnTo>
                      <a:pt x="1885603" y="1531458"/>
                    </a:lnTo>
                    <a:lnTo>
                      <a:pt x="1886238" y="1531458"/>
                    </a:lnTo>
                    <a:lnTo>
                      <a:pt x="1888142" y="1529553"/>
                    </a:lnTo>
                    <a:lnTo>
                      <a:pt x="1890680" y="1529553"/>
                    </a:lnTo>
                    <a:lnTo>
                      <a:pt x="1891315" y="1528919"/>
                    </a:lnTo>
                    <a:lnTo>
                      <a:pt x="1891315" y="1528284"/>
                    </a:lnTo>
                    <a:lnTo>
                      <a:pt x="1891315" y="1527015"/>
                    </a:lnTo>
                    <a:lnTo>
                      <a:pt x="1891315" y="1526380"/>
                    </a:lnTo>
                    <a:lnTo>
                      <a:pt x="1891950" y="1525746"/>
                    </a:lnTo>
                    <a:lnTo>
                      <a:pt x="1891950" y="1524476"/>
                    </a:lnTo>
                    <a:lnTo>
                      <a:pt x="1891950" y="1523207"/>
                    </a:lnTo>
                    <a:lnTo>
                      <a:pt x="1891315" y="1521938"/>
                    </a:lnTo>
                    <a:lnTo>
                      <a:pt x="1891950" y="1521938"/>
                    </a:lnTo>
                    <a:lnTo>
                      <a:pt x="1893219" y="1522572"/>
                    </a:lnTo>
                    <a:lnTo>
                      <a:pt x="1894488" y="1523842"/>
                    </a:lnTo>
                    <a:lnTo>
                      <a:pt x="1895123" y="1525111"/>
                    </a:lnTo>
                    <a:lnTo>
                      <a:pt x="1897662" y="1530188"/>
                    </a:lnTo>
                    <a:lnTo>
                      <a:pt x="1898296" y="1530823"/>
                    </a:lnTo>
                    <a:lnTo>
                      <a:pt x="1898931" y="1529553"/>
                    </a:lnTo>
                    <a:lnTo>
                      <a:pt x="1899566" y="1527649"/>
                    </a:lnTo>
                    <a:lnTo>
                      <a:pt x="1900200" y="1525746"/>
                    </a:lnTo>
                    <a:lnTo>
                      <a:pt x="1900200" y="1524476"/>
                    </a:lnTo>
                    <a:lnTo>
                      <a:pt x="1900200" y="1522572"/>
                    </a:lnTo>
                    <a:lnTo>
                      <a:pt x="1900200" y="1521938"/>
                    </a:lnTo>
                    <a:lnTo>
                      <a:pt x="1900835" y="1521303"/>
                    </a:lnTo>
                    <a:lnTo>
                      <a:pt x="1901470" y="1520668"/>
                    </a:lnTo>
                    <a:lnTo>
                      <a:pt x="1902104" y="1520033"/>
                    </a:lnTo>
                    <a:lnTo>
                      <a:pt x="1902104" y="1518764"/>
                    </a:lnTo>
                    <a:lnTo>
                      <a:pt x="1902104" y="1518129"/>
                    </a:lnTo>
                    <a:lnTo>
                      <a:pt x="1901470" y="1517495"/>
                    </a:lnTo>
                    <a:lnTo>
                      <a:pt x="1900835" y="1516860"/>
                    </a:lnTo>
                    <a:lnTo>
                      <a:pt x="1900200" y="1516225"/>
                    </a:lnTo>
                    <a:lnTo>
                      <a:pt x="1900200" y="1515591"/>
                    </a:lnTo>
                    <a:lnTo>
                      <a:pt x="1900200" y="1514956"/>
                    </a:lnTo>
                    <a:lnTo>
                      <a:pt x="1900835" y="1514322"/>
                    </a:lnTo>
                    <a:lnTo>
                      <a:pt x="1901470" y="1514322"/>
                    </a:lnTo>
                    <a:lnTo>
                      <a:pt x="1904643" y="1515591"/>
                    </a:lnTo>
                    <a:lnTo>
                      <a:pt x="1905278" y="1516225"/>
                    </a:lnTo>
                    <a:lnTo>
                      <a:pt x="1905912" y="1516860"/>
                    </a:lnTo>
                    <a:lnTo>
                      <a:pt x="1905912" y="1516860"/>
                    </a:lnTo>
                    <a:lnTo>
                      <a:pt x="1906547" y="1519399"/>
                    </a:lnTo>
                    <a:lnTo>
                      <a:pt x="1906547" y="1520033"/>
                    </a:lnTo>
                    <a:lnTo>
                      <a:pt x="1907182" y="1520668"/>
                    </a:lnTo>
                    <a:lnTo>
                      <a:pt x="1907816" y="1520668"/>
                    </a:lnTo>
                    <a:lnTo>
                      <a:pt x="1908451" y="1520668"/>
                    </a:lnTo>
                    <a:lnTo>
                      <a:pt x="1912894" y="1522572"/>
                    </a:lnTo>
                    <a:lnTo>
                      <a:pt x="1914163" y="1522572"/>
                    </a:lnTo>
                    <a:lnTo>
                      <a:pt x="1913529" y="1520033"/>
                    </a:lnTo>
                    <a:lnTo>
                      <a:pt x="1909086" y="1514322"/>
                    </a:lnTo>
                    <a:lnTo>
                      <a:pt x="1910355" y="1514322"/>
                    </a:lnTo>
                    <a:lnTo>
                      <a:pt x="1910355" y="1513052"/>
                    </a:lnTo>
                    <a:lnTo>
                      <a:pt x="1910990" y="1512418"/>
                    </a:lnTo>
                    <a:lnTo>
                      <a:pt x="1912894" y="1514956"/>
                    </a:lnTo>
                    <a:lnTo>
                      <a:pt x="1913529" y="1515591"/>
                    </a:lnTo>
                    <a:lnTo>
                      <a:pt x="1914163" y="1516225"/>
                    </a:lnTo>
                    <a:lnTo>
                      <a:pt x="1915432" y="1516860"/>
                    </a:lnTo>
                    <a:lnTo>
                      <a:pt x="1916702" y="1516860"/>
                    </a:lnTo>
                    <a:lnTo>
                      <a:pt x="1917336" y="1516225"/>
                    </a:lnTo>
                    <a:lnTo>
                      <a:pt x="1917971" y="1514956"/>
                    </a:lnTo>
                    <a:lnTo>
                      <a:pt x="1917971" y="1512418"/>
                    </a:lnTo>
                    <a:lnTo>
                      <a:pt x="1918606" y="1511148"/>
                    </a:lnTo>
                    <a:lnTo>
                      <a:pt x="1919240" y="1511783"/>
                    </a:lnTo>
                    <a:lnTo>
                      <a:pt x="1919875" y="1513052"/>
                    </a:lnTo>
                    <a:lnTo>
                      <a:pt x="1920510" y="1513687"/>
                    </a:lnTo>
                    <a:lnTo>
                      <a:pt x="1921779" y="1513052"/>
                    </a:lnTo>
                    <a:lnTo>
                      <a:pt x="1921144" y="1511148"/>
                    </a:lnTo>
                    <a:lnTo>
                      <a:pt x="1919875" y="1509879"/>
                    </a:lnTo>
                    <a:lnTo>
                      <a:pt x="1921779" y="1508609"/>
                    </a:lnTo>
                    <a:lnTo>
                      <a:pt x="1926856" y="1506705"/>
                    </a:lnTo>
                    <a:lnTo>
                      <a:pt x="1928126" y="1504167"/>
                    </a:lnTo>
                    <a:lnTo>
                      <a:pt x="1928126" y="1503532"/>
                    </a:lnTo>
                    <a:lnTo>
                      <a:pt x="1928761" y="1503532"/>
                    </a:lnTo>
                    <a:lnTo>
                      <a:pt x="1928761" y="1502898"/>
                    </a:lnTo>
                    <a:lnTo>
                      <a:pt x="1928761" y="1501628"/>
                    </a:lnTo>
                    <a:lnTo>
                      <a:pt x="1928126" y="1501628"/>
                    </a:lnTo>
                    <a:lnTo>
                      <a:pt x="1926856" y="1500993"/>
                    </a:lnTo>
                    <a:lnTo>
                      <a:pt x="1926856" y="1500359"/>
                    </a:lnTo>
                    <a:lnTo>
                      <a:pt x="1926222" y="1499089"/>
                    </a:lnTo>
                    <a:lnTo>
                      <a:pt x="1924952" y="1498455"/>
                    </a:lnTo>
                    <a:lnTo>
                      <a:pt x="1923683" y="1497820"/>
                    </a:lnTo>
                    <a:lnTo>
                      <a:pt x="1922414" y="1497820"/>
                    </a:lnTo>
                    <a:lnTo>
                      <a:pt x="1922414" y="1497185"/>
                    </a:lnTo>
                    <a:lnTo>
                      <a:pt x="1926222" y="1495916"/>
                    </a:lnTo>
                    <a:lnTo>
                      <a:pt x="1928126" y="1494647"/>
                    </a:lnTo>
                    <a:lnTo>
                      <a:pt x="1928761" y="1492108"/>
                    </a:lnTo>
                    <a:lnTo>
                      <a:pt x="1928761" y="1492108"/>
                    </a:lnTo>
                    <a:lnTo>
                      <a:pt x="1928761" y="1492743"/>
                    </a:lnTo>
                    <a:lnTo>
                      <a:pt x="1928761" y="1492743"/>
                    </a:lnTo>
                    <a:lnTo>
                      <a:pt x="1928761" y="1492743"/>
                    </a:lnTo>
                    <a:lnTo>
                      <a:pt x="1928761" y="1491473"/>
                    </a:lnTo>
                    <a:lnTo>
                      <a:pt x="1928126" y="1489569"/>
                    </a:lnTo>
                    <a:lnTo>
                      <a:pt x="1928126" y="1488300"/>
                    </a:lnTo>
                    <a:lnTo>
                      <a:pt x="1927491" y="1488300"/>
                    </a:lnTo>
                    <a:lnTo>
                      <a:pt x="1925587" y="1487665"/>
                    </a:lnTo>
                    <a:lnTo>
                      <a:pt x="1917336" y="1490839"/>
                    </a:lnTo>
                    <a:lnTo>
                      <a:pt x="1916067" y="1490839"/>
                    </a:lnTo>
                    <a:lnTo>
                      <a:pt x="1916067" y="1488300"/>
                    </a:lnTo>
                    <a:lnTo>
                      <a:pt x="1916702" y="1486396"/>
                    </a:lnTo>
                    <a:lnTo>
                      <a:pt x="1917971" y="1485127"/>
                    </a:lnTo>
                    <a:lnTo>
                      <a:pt x="1919875" y="1484492"/>
                    </a:lnTo>
                    <a:lnTo>
                      <a:pt x="1921144" y="1484492"/>
                    </a:lnTo>
                    <a:lnTo>
                      <a:pt x="1928761" y="1476876"/>
                    </a:lnTo>
                    <a:lnTo>
                      <a:pt x="1930664" y="1476241"/>
                    </a:lnTo>
                    <a:lnTo>
                      <a:pt x="1933203" y="1475606"/>
                    </a:lnTo>
                    <a:lnTo>
                      <a:pt x="1935107" y="1474972"/>
                    </a:lnTo>
                    <a:lnTo>
                      <a:pt x="1935742" y="1474337"/>
                    </a:lnTo>
                    <a:lnTo>
                      <a:pt x="1935742" y="1473068"/>
                    </a:lnTo>
                    <a:lnTo>
                      <a:pt x="1935742" y="1471799"/>
                    </a:lnTo>
                    <a:lnTo>
                      <a:pt x="1936376" y="1471164"/>
                    </a:lnTo>
                    <a:lnTo>
                      <a:pt x="1938915" y="1471799"/>
                    </a:lnTo>
                    <a:lnTo>
                      <a:pt x="1942089" y="1474972"/>
                    </a:lnTo>
                    <a:lnTo>
                      <a:pt x="1945262" y="1476876"/>
                    </a:lnTo>
                    <a:lnTo>
                      <a:pt x="1947801" y="1474337"/>
                    </a:lnTo>
                    <a:lnTo>
                      <a:pt x="1947166" y="1473703"/>
                    </a:lnTo>
                    <a:lnTo>
                      <a:pt x="1947166" y="1472433"/>
                    </a:lnTo>
                    <a:lnTo>
                      <a:pt x="1947166" y="1471164"/>
                    </a:lnTo>
                    <a:lnTo>
                      <a:pt x="1947166" y="1469260"/>
                    </a:lnTo>
                    <a:lnTo>
                      <a:pt x="1946531" y="1467991"/>
                    </a:lnTo>
                    <a:lnTo>
                      <a:pt x="1943993" y="1467991"/>
                    </a:lnTo>
                    <a:lnTo>
                      <a:pt x="1943358" y="1466721"/>
                    </a:lnTo>
                    <a:lnTo>
                      <a:pt x="1944627" y="1466086"/>
                    </a:lnTo>
                    <a:lnTo>
                      <a:pt x="1948435" y="1466721"/>
                    </a:lnTo>
                    <a:lnTo>
                      <a:pt x="1948435" y="1466086"/>
                    </a:lnTo>
                    <a:lnTo>
                      <a:pt x="1947166" y="1464183"/>
                    </a:lnTo>
                    <a:lnTo>
                      <a:pt x="1947166" y="1462279"/>
                    </a:lnTo>
                    <a:lnTo>
                      <a:pt x="1947801" y="1461644"/>
                    </a:lnTo>
                    <a:lnTo>
                      <a:pt x="1950339" y="1464817"/>
                    </a:lnTo>
                    <a:lnTo>
                      <a:pt x="1952243" y="1466086"/>
                    </a:lnTo>
                    <a:lnTo>
                      <a:pt x="1953513" y="1466721"/>
                    </a:lnTo>
                    <a:lnTo>
                      <a:pt x="1954147" y="1464817"/>
                    </a:lnTo>
                    <a:lnTo>
                      <a:pt x="1954782" y="1464183"/>
                    </a:lnTo>
                    <a:lnTo>
                      <a:pt x="1957321" y="1464183"/>
                    </a:lnTo>
                    <a:lnTo>
                      <a:pt x="1957955" y="1463548"/>
                    </a:lnTo>
                    <a:lnTo>
                      <a:pt x="1959225" y="1461644"/>
                    </a:lnTo>
                    <a:lnTo>
                      <a:pt x="1959225" y="1461644"/>
                    </a:lnTo>
                    <a:lnTo>
                      <a:pt x="1959859" y="1462279"/>
                    </a:lnTo>
                    <a:lnTo>
                      <a:pt x="1959859" y="1462913"/>
                    </a:lnTo>
                    <a:lnTo>
                      <a:pt x="1959859" y="1464183"/>
                    </a:lnTo>
                    <a:lnTo>
                      <a:pt x="1959859" y="1464817"/>
                    </a:lnTo>
                    <a:lnTo>
                      <a:pt x="1960494" y="1465452"/>
                    </a:lnTo>
                    <a:lnTo>
                      <a:pt x="1963667" y="1464817"/>
                    </a:lnTo>
                    <a:lnTo>
                      <a:pt x="1964302" y="1464183"/>
                    </a:lnTo>
                    <a:lnTo>
                      <a:pt x="1964302" y="1462913"/>
                    </a:lnTo>
                    <a:lnTo>
                      <a:pt x="1964302" y="1460375"/>
                    </a:lnTo>
                    <a:lnTo>
                      <a:pt x="1964302" y="1459105"/>
                    </a:lnTo>
                    <a:lnTo>
                      <a:pt x="1964302" y="1458471"/>
                    </a:lnTo>
                    <a:lnTo>
                      <a:pt x="1964302" y="1457836"/>
                    </a:lnTo>
                    <a:lnTo>
                      <a:pt x="1964302" y="1457201"/>
                    </a:lnTo>
                    <a:lnTo>
                      <a:pt x="1964302" y="1456566"/>
                    </a:lnTo>
                    <a:lnTo>
                      <a:pt x="1963033" y="1455297"/>
                    </a:lnTo>
                    <a:lnTo>
                      <a:pt x="1962398" y="1454662"/>
                    </a:lnTo>
                    <a:lnTo>
                      <a:pt x="1963033" y="1454028"/>
                    </a:lnTo>
                    <a:lnTo>
                      <a:pt x="1966206" y="1454028"/>
                    </a:lnTo>
                    <a:lnTo>
                      <a:pt x="1971283" y="1452124"/>
                    </a:lnTo>
                    <a:lnTo>
                      <a:pt x="1972553" y="1450855"/>
                    </a:lnTo>
                    <a:lnTo>
                      <a:pt x="1972553" y="1449585"/>
                    </a:lnTo>
                    <a:lnTo>
                      <a:pt x="1970649" y="1447681"/>
                    </a:lnTo>
                    <a:lnTo>
                      <a:pt x="1970014" y="1445777"/>
                    </a:lnTo>
                    <a:lnTo>
                      <a:pt x="1970014" y="1443873"/>
                    </a:lnTo>
                    <a:lnTo>
                      <a:pt x="1970649" y="1441969"/>
                    </a:lnTo>
                    <a:lnTo>
                      <a:pt x="1971283" y="1440065"/>
                    </a:lnTo>
                    <a:lnTo>
                      <a:pt x="1971918" y="1438796"/>
                    </a:lnTo>
                    <a:lnTo>
                      <a:pt x="1973822" y="1438161"/>
                    </a:lnTo>
                    <a:lnTo>
                      <a:pt x="1975091" y="1439431"/>
                    </a:lnTo>
                    <a:lnTo>
                      <a:pt x="1976361" y="1441335"/>
                    </a:lnTo>
                    <a:lnTo>
                      <a:pt x="1977630" y="1441969"/>
                    </a:lnTo>
                    <a:lnTo>
                      <a:pt x="1978265" y="1441969"/>
                    </a:lnTo>
                    <a:lnTo>
                      <a:pt x="1981438" y="1443873"/>
                    </a:lnTo>
                    <a:lnTo>
                      <a:pt x="1982707" y="1445777"/>
                    </a:lnTo>
                    <a:lnTo>
                      <a:pt x="1983342" y="1446412"/>
                    </a:lnTo>
                    <a:lnTo>
                      <a:pt x="1983977" y="1446412"/>
                    </a:lnTo>
                    <a:lnTo>
                      <a:pt x="1984611" y="1446412"/>
                    </a:lnTo>
                    <a:lnTo>
                      <a:pt x="1985881" y="1446412"/>
                    </a:lnTo>
                    <a:lnTo>
                      <a:pt x="1987785" y="1445777"/>
                    </a:lnTo>
                    <a:lnTo>
                      <a:pt x="1988419" y="1445142"/>
                    </a:lnTo>
                    <a:lnTo>
                      <a:pt x="1989054" y="1443238"/>
                    </a:lnTo>
                    <a:lnTo>
                      <a:pt x="1988419" y="1441335"/>
                    </a:lnTo>
                    <a:lnTo>
                      <a:pt x="1987150" y="1439431"/>
                    </a:lnTo>
                    <a:lnTo>
                      <a:pt x="1985881" y="1438796"/>
                    </a:lnTo>
                    <a:lnTo>
                      <a:pt x="1985881" y="1438161"/>
                    </a:lnTo>
                    <a:lnTo>
                      <a:pt x="1986515" y="1438161"/>
                    </a:lnTo>
                    <a:lnTo>
                      <a:pt x="1988419" y="1438796"/>
                    </a:lnTo>
                    <a:lnTo>
                      <a:pt x="1987150" y="1435622"/>
                    </a:lnTo>
                    <a:lnTo>
                      <a:pt x="1987150" y="1434988"/>
                    </a:lnTo>
                    <a:lnTo>
                      <a:pt x="1987785" y="1434353"/>
                    </a:lnTo>
                    <a:lnTo>
                      <a:pt x="1989054" y="1434353"/>
                    </a:lnTo>
                    <a:lnTo>
                      <a:pt x="1990958" y="1434988"/>
                    </a:lnTo>
                    <a:lnTo>
                      <a:pt x="1992862" y="1434353"/>
                    </a:lnTo>
                    <a:lnTo>
                      <a:pt x="1993497" y="1433718"/>
                    </a:lnTo>
                    <a:lnTo>
                      <a:pt x="1994131" y="1433084"/>
                    </a:lnTo>
                    <a:lnTo>
                      <a:pt x="1994131" y="1432449"/>
                    </a:lnTo>
                    <a:lnTo>
                      <a:pt x="1992227" y="1429911"/>
                    </a:lnTo>
                    <a:lnTo>
                      <a:pt x="1998574" y="1430545"/>
                    </a:lnTo>
                    <a:lnTo>
                      <a:pt x="2001113" y="1429911"/>
                    </a:lnTo>
                    <a:lnTo>
                      <a:pt x="2003017" y="1428006"/>
                    </a:lnTo>
                    <a:lnTo>
                      <a:pt x="2002382" y="1426102"/>
                    </a:lnTo>
                    <a:lnTo>
                      <a:pt x="1999843" y="1421660"/>
                    </a:lnTo>
                    <a:lnTo>
                      <a:pt x="2001748" y="1421660"/>
                    </a:lnTo>
                    <a:lnTo>
                      <a:pt x="2003017" y="1421025"/>
                    </a:lnTo>
                    <a:lnTo>
                      <a:pt x="2004286" y="1419756"/>
                    </a:lnTo>
                    <a:lnTo>
                      <a:pt x="2005556" y="1416582"/>
                    </a:lnTo>
                    <a:lnTo>
                      <a:pt x="2004921" y="1415313"/>
                    </a:lnTo>
                    <a:lnTo>
                      <a:pt x="2006190" y="1414678"/>
                    </a:lnTo>
                    <a:lnTo>
                      <a:pt x="2008729" y="1414044"/>
                    </a:lnTo>
                    <a:lnTo>
                      <a:pt x="2013806" y="1414044"/>
                    </a:lnTo>
                    <a:lnTo>
                      <a:pt x="2015076" y="1414678"/>
                    </a:lnTo>
                    <a:lnTo>
                      <a:pt x="2017614" y="1416582"/>
                    </a:lnTo>
                    <a:lnTo>
                      <a:pt x="2018883" y="1417217"/>
                    </a:lnTo>
                    <a:lnTo>
                      <a:pt x="2019518" y="1417217"/>
                    </a:lnTo>
                    <a:lnTo>
                      <a:pt x="2020153" y="1416582"/>
                    </a:lnTo>
                    <a:lnTo>
                      <a:pt x="2020788" y="1415948"/>
                    </a:lnTo>
                    <a:lnTo>
                      <a:pt x="2021422" y="1415313"/>
                    </a:lnTo>
                    <a:lnTo>
                      <a:pt x="2022057" y="1414678"/>
                    </a:lnTo>
                    <a:lnTo>
                      <a:pt x="2022057" y="1413409"/>
                    </a:lnTo>
                    <a:lnTo>
                      <a:pt x="2022057" y="1412774"/>
                    </a:lnTo>
                    <a:lnTo>
                      <a:pt x="2023326" y="1411505"/>
                    </a:lnTo>
                    <a:lnTo>
                      <a:pt x="2024596" y="1410236"/>
                    </a:lnTo>
                    <a:lnTo>
                      <a:pt x="2025865" y="1409601"/>
                    </a:lnTo>
                    <a:lnTo>
                      <a:pt x="2027134" y="1410236"/>
                    </a:lnTo>
                    <a:lnTo>
                      <a:pt x="2027134" y="1410871"/>
                    </a:lnTo>
                    <a:lnTo>
                      <a:pt x="2027134" y="1412140"/>
                    </a:lnTo>
                    <a:lnTo>
                      <a:pt x="2027134" y="1413409"/>
                    </a:lnTo>
                    <a:lnTo>
                      <a:pt x="2027769" y="1414044"/>
                    </a:lnTo>
                    <a:lnTo>
                      <a:pt x="2030308" y="1414678"/>
                    </a:lnTo>
                    <a:lnTo>
                      <a:pt x="2030942" y="1414044"/>
                    </a:lnTo>
                    <a:lnTo>
                      <a:pt x="2031577" y="1412140"/>
                    </a:lnTo>
                    <a:lnTo>
                      <a:pt x="2032212" y="1410236"/>
                    </a:lnTo>
                    <a:lnTo>
                      <a:pt x="2031577" y="1409601"/>
                    </a:lnTo>
                    <a:lnTo>
                      <a:pt x="2031577" y="1408966"/>
                    </a:lnTo>
                    <a:lnTo>
                      <a:pt x="2028404" y="1405793"/>
                    </a:lnTo>
                    <a:lnTo>
                      <a:pt x="2028404" y="1405158"/>
                    </a:lnTo>
                    <a:lnTo>
                      <a:pt x="2030308" y="1404524"/>
                    </a:lnTo>
                    <a:lnTo>
                      <a:pt x="2034750" y="1408332"/>
                    </a:lnTo>
                    <a:lnTo>
                      <a:pt x="2036654" y="1408332"/>
                    </a:lnTo>
                    <a:lnTo>
                      <a:pt x="2037289" y="1405793"/>
                    </a:lnTo>
                    <a:lnTo>
                      <a:pt x="2036654" y="1402619"/>
                    </a:lnTo>
                    <a:lnTo>
                      <a:pt x="2035385" y="1396908"/>
                    </a:lnTo>
                    <a:lnTo>
                      <a:pt x="2036654" y="1398177"/>
                    </a:lnTo>
                    <a:lnTo>
                      <a:pt x="2037289" y="1398812"/>
                    </a:lnTo>
                    <a:lnTo>
                      <a:pt x="2037289" y="1399446"/>
                    </a:lnTo>
                    <a:lnTo>
                      <a:pt x="2037289" y="1400716"/>
                    </a:lnTo>
                    <a:lnTo>
                      <a:pt x="2037289" y="1401985"/>
                    </a:lnTo>
                    <a:lnTo>
                      <a:pt x="2037289" y="1402619"/>
                    </a:lnTo>
                    <a:lnTo>
                      <a:pt x="2037289" y="1403254"/>
                    </a:lnTo>
                    <a:lnTo>
                      <a:pt x="2037924" y="1403889"/>
                    </a:lnTo>
                    <a:lnTo>
                      <a:pt x="2039193" y="1404524"/>
                    </a:lnTo>
                    <a:lnTo>
                      <a:pt x="2040462" y="1405793"/>
                    </a:lnTo>
                    <a:lnTo>
                      <a:pt x="2041097" y="1408966"/>
                    </a:lnTo>
                    <a:lnTo>
                      <a:pt x="2042366" y="1409601"/>
                    </a:lnTo>
                    <a:lnTo>
                      <a:pt x="2043001" y="1408966"/>
                    </a:lnTo>
                    <a:lnTo>
                      <a:pt x="2043636" y="1406428"/>
                    </a:lnTo>
                    <a:lnTo>
                      <a:pt x="2043001" y="1404524"/>
                    </a:lnTo>
                    <a:lnTo>
                      <a:pt x="2042366" y="1403254"/>
                    </a:lnTo>
                    <a:lnTo>
                      <a:pt x="2042366" y="1401985"/>
                    </a:lnTo>
                    <a:lnTo>
                      <a:pt x="2043001" y="1400081"/>
                    </a:lnTo>
                    <a:lnTo>
                      <a:pt x="2046174" y="1403254"/>
                    </a:lnTo>
                    <a:lnTo>
                      <a:pt x="2048078" y="1403889"/>
                    </a:lnTo>
                    <a:lnTo>
                      <a:pt x="2049348" y="1402619"/>
                    </a:lnTo>
                    <a:lnTo>
                      <a:pt x="2048713" y="1401350"/>
                    </a:lnTo>
                    <a:lnTo>
                      <a:pt x="2045540" y="1398812"/>
                    </a:lnTo>
                    <a:lnTo>
                      <a:pt x="2044905" y="1397542"/>
                    </a:lnTo>
                    <a:lnTo>
                      <a:pt x="2045540" y="1396908"/>
                    </a:lnTo>
                    <a:lnTo>
                      <a:pt x="2046174" y="1396908"/>
                    </a:lnTo>
                    <a:lnTo>
                      <a:pt x="2047444" y="1398177"/>
                    </a:lnTo>
                    <a:lnTo>
                      <a:pt x="2049348" y="1398177"/>
                    </a:lnTo>
                    <a:lnTo>
                      <a:pt x="2051252" y="1397542"/>
                    </a:lnTo>
                    <a:lnTo>
                      <a:pt x="2052521" y="1395638"/>
                    </a:lnTo>
                    <a:lnTo>
                      <a:pt x="2052521" y="1393099"/>
                    </a:lnTo>
                    <a:lnTo>
                      <a:pt x="2051252" y="1391830"/>
                    </a:lnTo>
                    <a:lnTo>
                      <a:pt x="2048078" y="1391196"/>
                    </a:lnTo>
                    <a:lnTo>
                      <a:pt x="2050617" y="1389926"/>
                    </a:lnTo>
                    <a:lnTo>
                      <a:pt x="2053790" y="1389292"/>
                    </a:lnTo>
                    <a:lnTo>
                      <a:pt x="2055694" y="1388657"/>
                    </a:lnTo>
                    <a:lnTo>
                      <a:pt x="2053790" y="1384849"/>
                    </a:lnTo>
                    <a:lnTo>
                      <a:pt x="2053790" y="1384214"/>
                    </a:lnTo>
                    <a:lnTo>
                      <a:pt x="2053156" y="1384214"/>
                    </a:lnTo>
                    <a:lnTo>
                      <a:pt x="2052521" y="1384214"/>
                    </a:lnTo>
                    <a:lnTo>
                      <a:pt x="2051886" y="1384849"/>
                    </a:lnTo>
                    <a:lnTo>
                      <a:pt x="2051886" y="1385484"/>
                    </a:lnTo>
                    <a:lnTo>
                      <a:pt x="2051886" y="1386118"/>
                    </a:lnTo>
                    <a:lnTo>
                      <a:pt x="2051886" y="1386753"/>
                    </a:lnTo>
                    <a:lnTo>
                      <a:pt x="2049348" y="1386753"/>
                    </a:lnTo>
                    <a:lnTo>
                      <a:pt x="2048078" y="1387388"/>
                    </a:lnTo>
                    <a:lnTo>
                      <a:pt x="2048078" y="1389292"/>
                    </a:lnTo>
                    <a:lnTo>
                      <a:pt x="2047444" y="1389926"/>
                    </a:lnTo>
                    <a:lnTo>
                      <a:pt x="2046174" y="1389926"/>
                    </a:lnTo>
                    <a:lnTo>
                      <a:pt x="2045540" y="1389926"/>
                    </a:lnTo>
                    <a:lnTo>
                      <a:pt x="2044905" y="1390561"/>
                    </a:lnTo>
                    <a:lnTo>
                      <a:pt x="2044270" y="1391196"/>
                    </a:lnTo>
                    <a:lnTo>
                      <a:pt x="2043636" y="1391830"/>
                    </a:lnTo>
                    <a:lnTo>
                      <a:pt x="2043001" y="1391830"/>
                    </a:lnTo>
                    <a:lnTo>
                      <a:pt x="2043636" y="1391196"/>
                    </a:lnTo>
                    <a:lnTo>
                      <a:pt x="2043636" y="1390561"/>
                    </a:lnTo>
                    <a:lnTo>
                      <a:pt x="2043636" y="1389926"/>
                    </a:lnTo>
                    <a:lnTo>
                      <a:pt x="2043001" y="1389292"/>
                    </a:lnTo>
                    <a:lnTo>
                      <a:pt x="2045540" y="1388022"/>
                    </a:lnTo>
                    <a:lnTo>
                      <a:pt x="2045540" y="1386753"/>
                    </a:lnTo>
                    <a:lnTo>
                      <a:pt x="2046809" y="1385484"/>
                    </a:lnTo>
                    <a:lnTo>
                      <a:pt x="2049982" y="1384214"/>
                    </a:lnTo>
                    <a:lnTo>
                      <a:pt x="2051252" y="1384214"/>
                    </a:lnTo>
                    <a:lnTo>
                      <a:pt x="2051886" y="1383579"/>
                    </a:lnTo>
                    <a:lnTo>
                      <a:pt x="2052521" y="1382945"/>
                    </a:lnTo>
                    <a:lnTo>
                      <a:pt x="2052521" y="1382310"/>
                    </a:lnTo>
                    <a:lnTo>
                      <a:pt x="2052521" y="1381675"/>
                    </a:lnTo>
                    <a:lnTo>
                      <a:pt x="2053156" y="1381041"/>
                    </a:lnTo>
                    <a:lnTo>
                      <a:pt x="2058868" y="1381041"/>
                    </a:lnTo>
                    <a:lnTo>
                      <a:pt x="2060137" y="1380406"/>
                    </a:lnTo>
                    <a:lnTo>
                      <a:pt x="2062676" y="1379137"/>
                    </a:lnTo>
                    <a:lnTo>
                      <a:pt x="2063310" y="1379137"/>
                    </a:lnTo>
                    <a:lnTo>
                      <a:pt x="2063310" y="1378502"/>
                    </a:lnTo>
                    <a:lnTo>
                      <a:pt x="2062676" y="1377233"/>
                    </a:lnTo>
                    <a:lnTo>
                      <a:pt x="2062041" y="1375964"/>
                    </a:lnTo>
                    <a:lnTo>
                      <a:pt x="2061406" y="1375329"/>
                    </a:lnTo>
                    <a:lnTo>
                      <a:pt x="2059502" y="1375329"/>
                    </a:lnTo>
                    <a:lnTo>
                      <a:pt x="2058868" y="1375329"/>
                    </a:lnTo>
                    <a:lnTo>
                      <a:pt x="2058868" y="1374694"/>
                    </a:lnTo>
                    <a:lnTo>
                      <a:pt x="2058868" y="1374059"/>
                    </a:lnTo>
                    <a:lnTo>
                      <a:pt x="2058868" y="1373425"/>
                    </a:lnTo>
                    <a:lnTo>
                      <a:pt x="2058233" y="1372155"/>
                    </a:lnTo>
                    <a:lnTo>
                      <a:pt x="2057598" y="1368982"/>
                    </a:lnTo>
                    <a:lnTo>
                      <a:pt x="2056964" y="1367713"/>
                    </a:lnTo>
                    <a:lnTo>
                      <a:pt x="2058868" y="1365809"/>
                    </a:lnTo>
                    <a:lnTo>
                      <a:pt x="2060772" y="1365809"/>
                    </a:lnTo>
                    <a:lnTo>
                      <a:pt x="2063310" y="1366444"/>
                    </a:lnTo>
                    <a:lnTo>
                      <a:pt x="2065214" y="1366444"/>
                    </a:lnTo>
                    <a:lnTo>
                      <a:pt x="2065849" y="1365809"/>
                    </a:lnTo>
                    <a:lnTo>
                      <a:pt x="2066484" y="1365174"/>
                    </a:lnTo>
                    <a:lnTo>
                      <a:pt x="2067118" y="1364539"/>
                    </a:lnTo>
                    <a:lnTo>
                      <a:pt x="2067118" y="1363905"/>
                    </a:lnTo>
                    <a:lnTo>
                      <a:pt x="2066484" y="1363270"/>
                    </a:lnTo>
                    <a:lnTo>
                      <a:pt x="2064580" y="1362635"/>
                    </a:lnTo>
                    <a:lnTo>
                      <a:pt x="2063945" y="1362001"/>
                    </a:lnTo>
                    <a:lnTo>
                      <a:pt x="2064580" y="1361366"/>
                    </a:lnTo>
                    <a:lnTo>
                      <a:pt x="2065214" y="1361366"/>
                    </a:lnTo>
                    <a:lnTo>
                      <a:pt x="2065849" y="1362001"/>
                    </a:lnTo>
                    <a:lnTo>
                      <a:pt x="2066484" y="1362001"/>
                    </a:lnTo>
                    <a:lnTo>
                      <a:pt x="2067118" y="1361366"/>
                    </a:lnTo>
                    <a:lnTo>
                      <a:pt x="2067118" y="1361366"/>
                    </a:lnTo>
                    <a:lnTo>
                      <a:pt x="2067118" y="1361366"/>
                    </a:lnTo>
                    <a:lnTo>
                      <a:pt x="2067753" y="1359462"/>
                    </a:lnTo>
                    <a:lnTo>
                      <a:pt x="2068388" y="1358193"/>
                    </a:lnTo>
                    <a:lnTo>
                      <a:pt x="2069023" y="1356924"/>
                    </a:lnTo>
                    <a:lnTo>
                      <a:pt x="2069023" y="1356289"/>
                    </a:lnTo>
                    <a:lnTo>
                      <a:pt x="2068388" y="1356289"/>
                    </a:lnTo>
                    <a:lnTo>
                      <a:pt x="2068388" y="1355654"/>
                    </a:lnTo>
                    <a:lnTo>
                      <a:pt x="2068388" y="1355019"/>
                    </a:lnTo>
                    <a:lnTo>
                      <a:pt x="2069023" y="1353115"/>
                    </a:lnTo>
                    <a:lnTo>
                      <a:pt x="2070926" y="1352481"/>
                    </a:lnTo>
                    <a:lnTo>
                      <a:pt x="2074735" y="1353115"/>
                    </a:lnTo>
                    <a:lnTo>
                      <a:pt x="2080446" y="1352481"/>
                    </a:lnTo>
                    <a:lnTo>
                      <a:pt x="2083620" y="1351211"/>
                    </a:lnTo>
                    <a:lnTo>
                      <a:pt x="2084889" y="1349942"/>
                    </a:lnTo>
                    <a:lnTo>
                      <a:pt x="2086158" y="1348673"/>
                    </a:lnTo>
                    <a:lnTo>
                      <a:pt x="2086793" y="1346769"/>
                    </a:lnTo>
                    <a:lnTo>
                      <a:pt x="2087428" y="1345499"/>
                    </a:lnTo>
                    <a:lnTo>
                      <a:pt x="2088063" y="1344865"/>
                    </a:lnTo>
                    <a:lnTo>
                      <a:pt x="2089967" y="1344865"/>
                    </a:lnTo>
                    <a:lnTo>
                      <a:pt x="2095044" y="1341057"/>
                    </a:lnTo>
                    <a:lnTo>
                      <a:pt x="2095679" y="1339787"/>
                    </a:lnTo>
                    <a:lnTo>
                      <a:pt x="2096313" y="1337884"/>
                    </a:lnTo>
                    <a:lnTo>
                      <a:pt x="2096948" y="1335345"/>
                    </a:lnTo>
                    <a:lnTo>
                      <a:pt x="2097583" y="1330267"/>
                    </a:lnTo>
                    <a:lnTo>
                      <a:pt x="2098217" y="1328363"/>
                    </a:lnTo>
                    <a:lnTo>
                      <a:pt x="2099487" y="1327729"/>
                    </a:lnTo>
                    <a:lnTo>
                      <a:pt x="2102025" y="1328998"/>
                    </a:lnTo>
                    <a:lnTo>
                      <a:pt x="2103295" y="1327729"/>
                    </a:lnTo>
                    <a:lnTo>
                      <a:pt x="2103295" y="1326459"/>
                    </a:lnTo>
                    <a:lnTo>
                      <a:pt x="2102660" y="1326459"/>
                    </a:lnTo>
                    <a:lnTo>
                      <a:pt x="2099487" y="1327094"/>
                    </a:lnTo>
                    <a:lnTo>
                      <a:pt x="2098852" y="1327094"/>
                    </a:lnTo>
                    <a:lnTo>
                      <a:pt x="2098217" y="1326459"/>
                    </a:lnTo>
                    <a:lnTo>
                      <a:pt x="2101391" y="1325825"/>
                    </a:lnTo>
                    <a:lnTo>
                      <a:pt x="2102025" y="1325190"/>
                    </a:lnTo>
                    <a:lnTo>
                      <a:pt x="2102025" y="1324555"/>
                    </a:lnTo>
                    <a:lnTo>
                      <a:pt x="2100756" y="1324555"/>
                    </a:lnTo>
                    <a:lnTo>
                      <a:pt x="2100121" y="1323921"/>
                    </a:lnTo>
                    <a:lnTo>
                      <a:pt x="2099487" y="1321382"/>
                    </a:lnTo>
                    <a:lnTo>
                      <a:pt x="2099487" y="1320747"/>
                    </a:lnTo>
                    <a:lnTo>
                      <a:pt x="2099487" y="1320112"/>
                    </a:lnTo>
                    <a:lnTo>
                      <a:pt x="2099487" y="1319478"/>
                    </a:lnTo>
                    <a:lnTo>
                      <a:pt x="2098852" y="1319478"/>
                    </a:lnTo>
                    <a:lnTo>
                      <a:pt x="2096948" y="1319478"/>
                    </a:lnTo>
                    <a:lnTo>
                      <a:pt x="2096313" y="1318843"/>
                    </a:lnTo>
                    <a:lnTo>
                      <a:pt x="2094409" y="1315035"/>
                    </a:lnTo>
                    <a:lnTo>
                      <a:pt x="2093775" y="1314401"/>
                    </a:lnTo>
                    <a:lnTo>
                      <a:pt x="2091870" y="1313131"/>
                    </a:lnTo>
                    <a:lnTo>
                      <a:pt x="2090601" y="1311862"/>
                    </a:lnTo>
                    <a:lnTo>
                      <a:pt x="2089967" y="1311862"/>
                    </a:lnTo>
                    <a:lnTo>
                      <a:pt x="2089332" y="1312497"/>
                    </a:lnTo>
                    <a:lnTo>
                      <a:pt x="2088697" y="1313131"/>
                    </a:lnTo>
                    <a:lnTo>
                      <a:pt x="2087428" y="1313131"/>
                    </a:lnTo>
                    <a:lnTo>
                      <a:pt x="2086158" y="1313131"/>
                    </a:lnTo>
                    <a:lnTo>
                      <a:pt x="2083620" y="1313131"/>
                    </a:lnTo>
                    <a:lnTo>
                      <a:pt x="2082985" y="1312497"/>
                    </a:lnTo>
                    <a:lnTo>
                      <a:pt x="2080446" y="1311227"/>
                    </a:lnTo>
                    <a:lnTo>
                      <a:pt x="2079812" y="1310592"/>
                    </a:lnTo>
                    <a:lnTo>
                      <a:pt x="2078543" y="1308054"/>
                    </a:lnTo>
                    <a:lnTo>
                      <a:pt x="2077908" y="1306785"/>
                    </a:lnTo>
                    <a:lnTo>
                      <a:pt x="2076638" y="1305515"/>
                    </a:lnTo>
                    <a:lnTo>
                      <a:pt x="2075369" y="1304881"/>
                    </a:lnTo>
                    <a:lnTo>
                      <a:pt x="2070292" y="1304881"/>
                    </a:lnTo>
                    <a:lnTo>
                      <a:pt x="2069657" y="1304881"/>
                    </a:lnTo>
                    <a:lnTo>
                      <a:pt x="2068388" y="1305515"/>
                    </a:lnTo>
                    <a:lnTo>
                      <a:pt x="2065214" y="1305515"/>
                    </a:lnTo>
                    <a:lnTo>
                      <a:pt x="2058233" y="1303611"/>
                    </a:lnTo>
                    <a:lnTo>
                      <a:pt x="2055060" y="1304881"/>
                    </a:lnTo>
                    <a:lnTo>
                      <a:pt x="2053790" y="1306150"/>
                    </a:lnTo>
                    <a:lnTo>
                      <a:pt x="2052521" y="1308054"/>
                    </a:lnTo>
                    <a:lnTo>
                      <a:pt x="2051252" y="1309323"/>
                    </a:lnTo>
                    <a:lnTo>
                      <a:pt x="2049982" y="1309958"/>
                    </a:lnTo>
                    <a:lnTo>
                      <a:pt x="2048713" y="1308688"/>
                    </a:lnTo>
                    <a:lnTo>
                      <a:pt x="2048078" y="1306150"/>
                    </a:lnTo>
                    <a:lnTo>
                      <a:pt x="2048078" y="1303611"/>
                    </a:lnTo>
                    <a:lnTo>
                      <a:pt x="2049348" y="1302342"/>
                    </a:lnTo>
                    <a:lnTo>
                      <a:pt x="2049348" y="1301707"/>
                    </a:lnTo>
                    <a:lnTo>
                      <a:pt x="2049348" y="1301707"/>
                    </a:lnTo>
                    <a:lnTo>
                      <a:pt x="2048713" y="1301072"/>
                    </a:lnTo>
                    <a:lnTo>
                      <a:pt x="2049348" y="1300438"/>
                    </a:lnTo>
                    <a:lnTo>
                      <a:pt x="2049348" y="1299168"/>
                    </a:lnTo>
                    <a:lnTo>
                      <a:pt x="2049348" y="1297899"/>
                    </a:lnTo>
                    <a:lnTo>
                      <a:pt x="2048713" y="1297265"/>
                    </a:lnTo>
                    <a:lnTo>
                      <a:pt x="2046174" y="1297899"/>
                    </a:lnTo>
                    <a:lnTo>
                      <a:pt x="2044905" y="1297899"/>
                    </a:lnTo>
                    <a:lnTo>
                      <a:pt x="2044270" y="1295995"/>
                    </a:lnTo>
                    <a:lnTo>
                      <a:pt x="2044905" y="1295995"/>
                    </a:lnTo>
                    <a:lnTo>
                      <a:pt x="2045540" y="1295995"/>
                    </a:lnTo>
                    <a:lnTo>
                      <a:pt x="2046174" y="1295361"/>
                    </a:lnTo>
                    <a:lnTo>
                      <a:pt x="2046809" y="1294726"/>
                    </a:lnTo>
                    <a:lnTo>
                      <a:pt x="2046174" y="1294726"/>
                    </a:lnTo>
                    <a:lnTo>
                      <a:pt x="2044905" y="1294091"/>
                    </a:lnTo>
                    <a:lnTo>
                      <a:pt x="2046174" y="1294091"/>
                    </a:lnTo>
                    <a:lnTo>
                      <a:pt x="2047444" y="1293457"/>
                    </a:lnTo>
                    <a:lnTo>
                      <a:pt x="2048713" y="1292187"/>
                    </a:lnTo>
                    <a:lnTo>
                      <a:pt x="2048078" y="1290283"/>
                    </a:lnTo>
                    <a:lnTo>
                      <a:pt x="2049982" y="1290283"/>
                    </a:lnTo>
                    <a:lnTo>
                      <a:pt x="2050617" y="1289648"/>
                    </a:lnTo>
                    <a:lnTo>
                      <a:pt x="2051252" y="1287744"/>
                    </a:lnTo>
                    <a:lnTo>
                      <a:pt x="2049982" y="1287744"/>
                    </a:lnTo>
                    <a:lnTo>
                      <a:pt x="2049982" y="1286475"/>
                    </a:lnTo>
                    <a:lnTo>
                      <a:pt x="2049982" y="1283302"/>
                    </a:lnTo>
                    <a:lnTo>
                      <a:pt x="2049982" y="1282032"/>
                    </a:lnTo>
                    <a:lnTo>
                      <a:pt x="2050617" y="1280763"/>
                    </a:lnTo>
                    <a:lnTo>
                      <a:pt x="2051252" y="1279494"/>
                    </a:lnTo>
                    <a:lnTo>
                      <a:pt x="2055694" y="1275686"/>
                    </a:lnTo>
                    <a:lnTo>
                      <a:pt x="2059502" y="1273782"/>
                    </a:lnTo>
                    <a:lnTo>
                      <a:pt x="2059502" y="1273147"/>
                    </a:lnTo>
                    <a:lnTo>
                      <a:pt x="2058868" y="1273147"/>
                    </a:lnTo>
                    <a:lnTo>
                      <a:pt x="2058233" y="1273147"/>
                    </a:lnTo>
                    <a:lnTo>
                      <a:pt x="2057598" y="1273147"/>
                    </a:lnTo>
                    <a:lnTo>
                      <a:pt x="2056964" y="1272512"/>
                    </a:lnTo>
                    <a:lnTo>
                      <a:pt x="2055694" y="1275051"/>
                    </a:lnTo>
                    <a:lnTo>
                      <a:pt x="2053156" y="1275686"/>
                    </a:lnTo>
                    <a:lnTo>
                      <a:pt x="2050617" y="1274417"/>
                    </a:lnTo>
                    <a:lnTo>
                      <a:pt x="2048713" y="1271878"/>
                    </a:lnTo>
                    <a:lnTo>
                      <a:pt x="2051252" y="1271878"/>
                    </a:lnTo>
                    <a:lnTo>
                      <a:pt x="2052521" y="1271878"/>
                    </a:lnTo>
                    <a:lnTo>
                      <a:pt x="2052521" y="1271878"/>
                    </a:lnTo>
                    <a:lnTo>
                      <a:pt x="2053156" y="1270608"/>
                    </a:lnTo>
                    <a:lnTo>
                      <a:pt x="2053156" y="1270608"/>
                    </a:lnTo>
                    <a:lnTo>
                      <a:pt x="2053790" y="1270608"/>
                    </a:lnTo>
                    <a:lnTo>
                      <a:pt x="2054425" y="1271243"/>
                    </a:lnTo>
                    <a:lnTo>
                      <a:pt x="2055060" y="1271243"/>
                    </a:lnTo>
                    <a:lnTo>
                      <a:pt x="2059502" y="1269974"/>
                    </a:lnTo>
                    <a:lnTo>
                      <a:pt x="2060137" y="1269339"/>
                    </a:lnTo>
                    <a:lnTo>
                      <a:pt x="2060772" y="1267435"/>
                    </a:lnTo>
                    <a:lnTo>
                      <a:pt x="2061406" y="1266800"/>
                    </a:lnTo>
                    <a:lnTo>
                      <a:pt x="2062041" y="1266800"/>
                    </a:lnTo>
                    <a:lnTo>
                      <a:pt x="2064580" y="1266800"/>
                    </a:lnTo>
                    <a:lnTo>
                      <a:pt x="2067753" y="1266166"/>
                    </a:lnTo>
                    <a:lnTo>
                      <a:pt x="2069023" y="1265531"/>
                    </a:lnTo>
                    <a:lnTo>
                      <a:pt x="2069023" y="1264262"/>
                    </a:lnTo>
                    <a:lnTo>
                      <a:pt x="2070292" y="1262358"/>
                    </a:lnTo>
                    <a:lnTo>
                      <a:pt x="2070292" y="1260454"/>
                    </a:lnTo>
                    <a:lnTo>
                      <a:pt x="2069657" y="1258550"/>
                    </a:lnTo>
                    <a:lnTo>
                      <a:pt x="2067118" y="1255376"/>
                    </a:lnTo>
                    <a:lnTo>
                      <a:pt x="2065849" y="1254107"/>
                    </a:lnTo>
                    <a:lnTo>
                      <a:pt x="2064580" y="1253472"/>
                    </a:lnTo>
                    <a:lnTo>
                      <a:pt x="2062676" y="1253472"/>
                    </a:lnTo>
                    <a:lnTo>
                      <a:pt x="2063945" y="1252203"/>
                    </a:lnTo>
                    <a:lnTo>
                      <a:pt x="2065214" y="1251568"/>
                    </a:lnTo>
                    <a:lnTo>
                      <a:pt x="2066484" y="1252203"/>
                    </a:lnTo>
                    <a:lnTo>
                      <a:pt x="2067753" y="1253472"/>
                    </a:lnTo>
                    <a:lnTo>
                      <a:pt x="2076638" y="1252203"/>
                    </a:lnTo>
                    <a:lnTo>
                      <a:pt x="2078543" y="1250934"/>
                    </a:lnTo>
                    <a:lnTo>
                      <a:pt x="2079177" y="1247760"/>
                    </a:lnTo>
                    <a:lnTo>
                      <a:pt x="2079177" y="1246491"/>
                    </a:lnTo>
                    <a:lnTo>
                      <a:pt x="2079177" y="1246491"/>
                    </a:lnTo>
                    <a:lnTo>
                      <a:pt x="2077273" y="1244587"/>
                    </a:lnTo>
                    <a:lnTo>
                      <a:pt x="2076638" y="1244587"/>
                    </a:lnTo>
                    <a:lnTo>
                      <a:pt x="2072196" y="1243952"/>
                    </a:lnTo>
                    <a:lnTo>
                      <a:pt x="2072830" y="1242683"/>
                    </a:lnTo>
                    <a:lnTo>
                      <a:pt x="2075369" y="1242048"/>
                    </a:lnTo>
                    <a:lnTo>
                      <a:pt x="2076638" y="1241414"/>
                    </a:lnTo>
                    <a:lnTo>
                      <a:pt x="2076638" y="1240144"/>
                    </a:lnTo>
                    <a:lnTo>
                      <a:pt x="2076638" y="1238875"/>
                    </a:lnTo>
                    <a:lnTo>
                      <a:pt x="2076638" y="1237605"/>
                    </a:lnTo>
                    <a:lnTo>
                      <a:pt x="2077908" y="1237605"/>
                    </a:lnTo>
                    <a:lnTo>
                      <a:pt x="2077908" y="1238240"/>
                    </a:lnTo>
                    <a:lnTo>
                      <a:pt x="2077908" y="1238240"/>
                    </a:lnTo>
                    <a:lnTo>
                      <a:pt x="2077908" y="1238240"/>
                    </a:lnTo>
                    <a:lnTo>
                      <a:pt x="2077273" y="1238875"/>
                    </a:lnTo>
                    <a:lnTo>
                      <a:pt x="2077908" y="1240144"/>
                    </a:lnTo>
                    <a:lnTo>
                      <a:pt x="2079177" y="1243318"/>
                    </a:lnTo>
                    <a:lnTo>
                      <a:pt x="2079812" y="1243952"/>
                    </a:lnTo>
                    <a:lnTo>
                      <a:pt x="2081081" y="1243952"/>
                    </a:lnTo>
                    <a:lnTo>
                      <a:pt x="2082350" y="1243318"/>
                    </a:lnTo>
                    <a:lnTo>
                      <a:pt x="2083620" y="1242683"/>
                    </a:lnTo>
                    <a:lnTo>
                      <a:pt x="2084255" y="1241414"/>
                    </a:lnTo>
                    <a:lnTo>
                      <a:pt x="2084889" y="1240144"/>
                    </a:lnTo>
                    <a:lnTo>
                      <a:pt x="2086158" y="1235702"/>
                    </a:lnTo>
                    <a:lnTo>
                      <a:pt x="2086158" y="1234432"/>
                    </a:lnTo>
                    <a:lnTo>
                      <a:pt x="2085524" y="1232528"/>
                    </a:lnTo>
                    <a:lnTo>
                      <a:pt x="2085524" y="1231259"/>
                    </a:lnTo>
                    <a:lnTo>
                      <a:pt x="2085524" y="1229990"/>
                    </a:lnTo>
                    <a:lnTo>
                      <a:pt x="2085524" y="1228085"/>
                    </a:lnTo>
                    <a:lnTo>
                      <a:pt x="2089332" y="1233798"/>
                    </a:lnTo>
                    <a:lnTo>
                      <a:pt x="2091870" y="1235067"/>
                    </a:lnTo>
                    <a:lnTo>
                      <a:pt x="2092505" y="1236336"/>
                    </a:lnTo>
                    <a:lnTo>
                      <a:pt x="2091236" y="1235702"/>
                    </a:lnTo>
                    <a:lnTo>
                      <a:pt x="2090601" y="1236336"/>
                    </a:lnTo>
                    <a:lnTo>
                      <a:pt x="2088697" y="1241414"/>
                    </a:lnTo>
                    <a:lnTo>
                      <a:pt x="2088063" y="1242048"/>
                    </a:lnTo>
                    <a:lnTo>
                      <a:pt x="2087428" y="1242683"/>
                    </a:lnTo>
                    <a:lnTo>
                      <a:pt x="2087428" y="1243318"/>
                    </a:lnTo>
                    <a:lnTo>
                      <a:pt x="2088697" y="1243318"/>
                    </a:lnTo>
                    <a:lnTo>
                      <a:pt x="2089332" y="1243318"/>
                    </a:lnTo>
                    <a:lnTo>
                      <a:pt x="2091870" y="1244587"/>
                    </a:lnTo>
                    <a:lnTo>
                      <a:pt x="2092505" y="1244587"/>
                    </a:lnTo>
                    <a:lnTo>
                      <a:pt x="2093140" y="1243952"/>
                    </a:lnTo>
                    <a:lnTo>
                      <a:pt x="2093775" y="1243318"/>
                    </a:lnTo>
                    <a:lnTo>
                      <a:pt x="2093775" y="1242683"/>
                    </a:lnTo>
                    <a:lnTo>
                      <a:pt x="2093775" y="1242048"/>
                    </a:lnTo>
                    <a:lnTo>
                      <a:pt x="2093140" y="1241414"/>
                    </a:lnTo>
                    <a:lnTo>
                      <a:pt x="2093140" y="1240144"/>
                    </a:lnTo>
                    <a:lnTo>
                      <a:pt x="2093775" y="1238875"/>
                    </a:lnTo>
                    <a:lnTo>
                      <a:pt x="2095044" y="1238875"/>
                    </a:lnTo>
                    <a:lnTo>
                      <a:pt x="2095679" y="1239510"/>
                    </a:lnTo>
                    <a:lnTo>
                      <a:pt x="2096313" y="1241414"/>
                    </a:lnTo>
                    <a:lnTo>
                      <a:pt x="2096948" y="1242048"/>
                    </a:lnTo>
                    <a:lnTo>
                      <a:pt x="2098217" y="1242048"/>
                    </a:lnTo>
                    <a:lnTo>
                      <a:pt x="2100121" y="1241414"/>
                    </a:lnTo>
                    <a:lnTo>
                      <a:pt x="2102025" y="1240144"/>
                    </a:lnTo>
                    <a:lnTo>
                      <a:pt x="2102660" y="1238875"/>
                    </a:lnTo>
                    <a:lnTo>
                      <a:pt x="2103295" y="1237605"/>
                    </a:lnTo>
                    <a:lnTo>
                      <a:pt x="2106468" y="1236336"/>
                    </a:lnTo>
                    <a:lnTo>
                      <a:pt x="2107737" y="1235702"/>
                    </a:lnTo>
                    <a:lnTo>
                      <a:pt x="2108372" y="1234432"/>
                    </a:lnTo>
                    <a:lnTo>
                      <a:pt x="2109641" y="1229990"/>
                    </a:lnTo>
                    <a:lnTo>
                      <a:pt x="2110276" y="1227451"/>
                    </a:lnTo>
                    <a:lnTo>
                      <a:pt x="2110276" y="1226816"/>
                    </a:lnTo>
                    <a:lnTo>
                      <a:pt x="2110276" y="1226181"/>
                    </a:lnTo>
                    <a:lnTo>
                      <a:pt x="2110276" y="1224912"/>
                    </a:lnTo>
                    <a:lnTo>
                      <a:pt x="2109641" y="1223643"/>
                    </a:lnTo>
                    <a:lnTo>
                      <a:pt x="2109007" y="1223008"/>
                    </a:lnTo>
                    <a:lnTo>
                      <a:pt x="2106468" y="1223008"/>
                    </a:lnTo>
                    <a:lnTo>
                      <a:pt x="2102660" y="1223643"/>
                    </a:lnTo>
                    <a:lnTo>
                      <a:pt x="2102025" y="1224278"/>
                    </a:lnTo>
                    <a:lnTo>
                      <a:pt x="2101391" y="1224278"/>
                    </a:lnTo>
                    <a:lnTo>
                      <a:pt x="2098852" y="1223008"/>
                    </a:lnTo>
                    <a:lnTo>
                      <a:pt x="2096948" y="1223643"/>
                    </a:lnTo>
                    <a:lnTo>
                      <a:pt x="2095679" y="1224278"/>
                    </a:lnTo>
                    <a:lnTo>
                      <a:pt x="2093775" y="1224278"/>
                    </a:lnTo>
                    <a:lnTo>
                      <a:pt x="2094409" y="1223008"/>
                    </a:lnTo>
                    <a:lnTo>
                      <a:pt x="2095044" y="1221104"/>
                    </a:lnTo>
                    <a:lnTo>
                      <a:pt x="2096313" y="1219835"/>
                    </a:lnTo>
                    <a:lnTo>
                      <a:pt x="2096948" y="1219200"/>
                    </a:lnTo>
                    <a:lnTo>
                      <a:pt x="2104564" y="1217931"/>
                    </a:lnTo>
                    <a:lnTo>
                      <a:pt x="2107103" y="1216661"/>
                    </a:lnTo>
                    <a:lnTo>
                      <a:pt x="2108372" y="1216661"/>
                    </a:lnTo>
                    <a:lnTo>
                      <a:pt x="2112815" y="1217296"/>
                    </a:lnTo>
                    <a:lnTo>
                      <a:pt x="2114084" y="1216661"/>
                    </a:lnTo>
                    <a:lnTo>
                      <a:pt x="2114719" y="1216661"/>
                    </a:lnTo>
                    <a:lnTo>
                      <a:pt x="2117257" y="1217296"/>
                    </a:lnTo>
                    <a:lnTo>
                      <a:pt x="2117892" y="1217296"/>
                    </a:lnTo>
                    <a:lnTo>
                      <a:pt x="2118527" y="1216661"/>
                    </a:lnTo>
                    <a:lnTo>
                      <a:pt x="2119796" y="1216027"/>
                    </a:lnTo>
                    <a:lnTo>
                      <a:pt x="2123604" y="1214758"/>
                    </a:lnTo>
                    <a:lnTo>
                      <a:pt x="2124873" y="1214123"/>
                    </a:lnTo>
                    <a:lnTo>
                      <a:pt x="2125508" y="1212219"/>
                    </a:lnTo>
                    <a:lnTo>
                      <a:pt x="2126143" y="1208411"/>
                    </a:lnTo>
                    <a:lnTo>
                      <a:pt x="2126777" y="1206507"/>
                    </a:lnTo>
                    <a:lnTo>
                      <a:pt x="2127412" y="1205237"/>
                    </a:lnTo>
                    <a:lnTo>
                      <a:pt x="2129951" y="1202699"/>
                    </a:lnTo>
                    <a:lnTo>
                      <a:pt x="2129316" y="1202064"/>
                    </a:lnTo>
                    <a:lnTo>
                      <a:pt x="2129316" y="1202064"/>
                    </a:lnTo>
                    <a:lnTo>
                      <a:pt x="2129316" y="1201430"/>
                    </a:lnTo>
                    <a:lnTo>
                      <a:pt x="2130585" y="1201430"/>
                    </a:lnTo>
                    <a:lnTo>
                      <a:pt x="2131220" y="1200160"/>
                    </a:lnTo>
                    <a:lnTo>
                      <a:pt x="2132490" y="1196987"/>
                    </a:lnTo>
                    <a:lnTo>
                      <a:pt x="2132490" y="1195717"/>
                    </a:lnTo>
                    <a:lnTo>
                      <a:pt x="2131855" y="1194448"/>
                    </a:lnTo>
                    <a:lnTo>
                      <a:pt x="2128047" y="1190640"/>
                    </a:lnTo>
                    <a:lnTo>
                      <a:pt x="2127412" y="1190640"/>
                    </a:lnTo>
                    <a:lnTo>
                      <a:pt x="2126777" y="1190005"/>
                    </a:lnTo>
                    <a:lnTo>
                      <a:pt x="2126143" y="1188736"/>
                    </a:lnTo>
                    <a:lnTo>
                      <a:pt x="2126143" y="1187467"/>
                    </a:lnTo>
                    <a:lnTo>
                      <a:pt x="2126143" y="1186832"/>
                    </a:lnTo>
                    <a:lnTo>
                      <a:pt x="2126143" y="1186832"/>
                    </a:lnTo>
                    <a:lnTo>
                      <a:pt x="2126143" y="1186197"/>
                    </a:lnTo>
                    <a:lnTo>
                      <a:pt x="2125508" y="1185563"/>
                    </a:lnTo>
                    <a:lnTo>
                      <a:pt x="2124873" y="1185563"/>
                    </a:lnTo>
                    <a:lnTo>
                      <a:pt x="2124239" y="1185563"/>
                    </a:lnTo>
                    <a:lnTo>
                      <a:pt x="2123604" y="1185563"/>
                    </a:lnTo>
                    <a:lnTo>
                      <a:pt x="2122969" y="1184928"/>
                    </a:lnTo>
                    <a:lnTo>
                      <a:pt x="2121700" y="1183024"/>
                    </a:lnTo>
                    <a:lnTo>
                      <a:pt x="2116623" y="1181120"/>
                    </a:lnTo>
                    <a:lnTo>
                      <a:pt x="2114719" y="1179216"/>
                    </a:lnTo>
                    <a:lnTo>
                      <a:pt x="2113449" y="1177947"/>
                    </a:lnTo>
                    <a:lnTo>
                      <a:pt x="2112815" y="1177312"/>
                    </a:lnTo>
                    <a:lnTo>
                      <a:pt x="2112815" y="1176677"/>
                    </a:lnTo>
                    <a:lnTo>
                      <a:pt x="2112815" y="1174773"/>
                    </a:lnTo>
                    <a:lnTo>
                      <a:pt x="2112815" y="1174139"/>
                    </a:lnTo>
                    <a:lnTo>
                      <a:pt x="2111545" y="1172235"/>
                    </a:lnTo>
                    <a:lnTo>
                      <a:pt x="2109641" y="1171600"/>
                    </a:lnTo>
                    <a:lnTo>
                      <a:pt x="2107737" y="1171600"/>
                    </a:lnTo>
                    <a:lnTo>
                      <a:pt x="2106468" y="1172869"/>
                    </a:lnTo>
                    <a:lnTo>
                      <a:pt x="2105199" y="1174139"/>
                    </a:lnTo>
                    <a:lnTo>
                      <a:pt x="2104564" y="1174139"/>
                    </a:lnTo>
                    <a:lnTo>
                      <a:pt x="2104564" y="1173504"/>
                    </a:lnTo>
                    <a:lnTo>
                      <a:pt x="2105833" y="1172235"/>
                    </a:lnTo>
                    <a:lnTo>
                      <a:pt x="2107737" y="1170965"/>
                    </a:lnTo>
                    <a:lnTo>
                      <a:pt x="2109641" y="1170331"/>
                    </a:lnTo>
                    <a:lnTo>
                      <a:pt x="2113449" y="1170331"/>
                    </a:lnTo>
                    <a:lnTo>
                      <a:pt x="2115353" y="1170965"/>
                    </a:lnTo>
                    <a:lnTo>
                      <a:pt x="2115988" y="1172235"/>
                    </a:lnTo>
                    <a:lnTo>
                      <a:pt x="2115988" y="1174139"/>
                    </a:lnTo>
                    <a:lnTo>
                      <a:pt x="2116623" y="1176677"/>
                    </a:lnTo>
                    <a:lnTo>
                      <a:pt x="2117892" y="1175408"/>
                    </a:lnTo>
                    <a:lnTo>
                      <a:pt x="2119161" y="1175408"/>
                    </a:lnTo>
                    <a:lnTo>
                      <a:pt x="2121700" y="1176677"/>
                    </a:lnTo>
                    <a:lnTo>
                      <a:pt x="2121700" y="1177312"/>
                    </a:lnTo>
                    <a:lnTo>
                      <a:pt x="2120431" y="1177312"/>
                    </a:lnTo>
                    <a:lnTo>
                      <a:pt x="2119161" y="1176677"/>
                    </a:lnTo>
                    <a:lnTo>
                      <a:pt x="2118527" y="1176677"/>
                    </a:lnTo>
                    <a:lnTo>
                      <a:pt x="2117892" y="1177947"/>
                    </a:lnTo>
                    <a:lnTo>
                      <a:pt x="2120431" y="1179216"/>
                    </a:lnTo>
                    <a:lnTo>
                      <a:pt x="2127412" y="1177947"/>
                    </a:lnTo>
                    <a:lnTo>
                      <a:pt x="2128681" y="1178581"/>
                    </a:lnTo>
                    <a:lnTo>
                      <a:pt x="2129951" y="1179216"/>
                    </a:lnTo>
                    <a:lnTo>
                      <a:pt x="2130585" y="1179851"/>
                    </a:lnTo>
                    <a:lnTo>
                      <a:pt x="2131855" y="1179216"/>
                    </a:lnTo>
                    <a:lnTo>
                      <a:pt x="2135028" y="1175408"/>
                    </a:lnTo>
                    <a:lnTo>
                      <a:pt x="2136297" y="1174139"/>
                    </a:lnTo>
                    <a:lnTo>
                      <a:pt x="2138836" y="1173504"/>
                    </a:lnTo>
                    <a:lnTo>
                      <a:pt x="2141375" y="1171600"/>
                    </a:lnTo>
                    <a:lnTo>
                      <a:pt x="2142010" y="1170965"/>
                    </a:lnTo>
                    <a:lnTo>
                      <a:pt x="2142010" y="1170331"/>
                    </a:lnTo>
                    <a:lnTo>
                      <a:pt x="2142010" y="1168427"/>
                    </a:lnTo>
                    <a:lnTo>
                      <a:pt x="2142010" y="1167792"/>
                    </a:lnTo>
                    <a:lnTo>
                      <a:pt x="2143279" y="1165253"/>
                    </a:lnTo>
                    <a:lnTo>
                      <a:pt x="2149625" y="1160811"/>
                    </a:lnTo>
                    <a:lnTo>
                      <a:pt x="2149625" y="1160176"/>
                    </a:lnTo>
                    <a:lnTo>
                      <a:pt x="2147087" y="1158907"/>
                    </a:lnTo>
                    <a:lnTo>
                      <a:pt x="2145817" y="1158272"/>
                    </a:lnTo>
                    <a:lnTo>
                      <a:pt x="2144548" y="1156368"/>
                    </a:lnTo>
                    <a:lnTo>
                      <a:pt x="2143914" y="1154464"/>
                    </a:lnTo>
                    <a:lnTo>
                      <a:pt x="2143914" y="1152560"/>
                    </a:lnTo>
                    <a:lnTo>
                      <a:pt x="2144548" y="1150656"/>
                    </a:lnTo>
                    <a:lnTo>
                      <a:pt x="2145183" y="1149387"/>
                    </a:lnTo>
                    <a:lnTo>
                      <a:pt x="2149625" y="1143674"/>
                    </a:lnTo>
                    <a:lnTo>
                      <a:pt x="2152799" y="1141136"/>
                    </a:lnTo>
                    <a:lnTo>
                      <a:pt x="2154068" y="1139232"/>
                    </a:lnTo>
                    <a:lnTo>
                      <a:pt x="2155337" y="1138597"/>
                    </a:lnTo>
                    <a:lnTo>
                      <a:pt x="2155972" y="1137963"/>
                    </a:lnTo>
                    <a:lnTo>
                      <a:pt x="2156607" y="1137328"/>
                    </a:lnTo>
                    <a:lnTo>
                      <a:pt x="2158511" y="1132250"/>
                    </a:lnTo>
                    <a:lnTo>
                      <a:pt x="2158511" y="1132250"/>
                    </a:lnTo>
                    <a:lnTo>
                      <a:pt x="2159146" y="1130981"/>
                    </a:lnTo>
                    <a:lnTo>
                      <a:pt x="2159780" y="1130981"/>
                    </a:lnTo>
                    <a:lnTo>
                      <a:pt x="2160415" y="1130981"/>
                    </a:lnTo>
                    <a:lnTo>
                      <a:pt x="2161050" y="1130347"/>
                    </a:lnTo>
                    <a:lnTo>
                      <a:pt x="2163588" y="1127808"/>
                    </a:lnTo>
                    <a:lnTo>
                      <a:pt x="2165492" y="1125269"/>
                    </a:lnTo>
                    <a:lnTo>
                      <a:pt x="2166762" y="1124634"/>
                    </a:lnTo>
                    <a:lnTo>
                      <a:pt x="2169300" y="1124000"/>
                    </a:lnTo>
                    <a:lnTo>
                      <a:pt x="2169300" y="1123365"/>
                    </a:lnTo>
                    <a:lnTo>
                      <a:pt x="2169300" y="1122096"/>
                    </a:lnTo>
                    <a:lnTo>
                      <a:pt x="2169300" y="1121461"/>
                    </a:lnTo>
                    <a:lnTo>
                      <a:pt x="2170570" y="1122096"/>
                    </a:lnTo>
                    <a:lnTo>
                      <a:pt x="2173743" y="1124634"/>
                    </a:lnTo>
                    <a:lnTo>
                      <a:pt x="2175647" y="1125269"/>
                    </a:lnTo>
                    <a:lnTo>
                      <a:pt x="2177551" y="1124634"/>
                    </a:lnTo>
                    <a:lnTo>
                      <a:pt x="2176916" y="1122730"/>
                    </a:lnTo>
                    <a:lnTo>
                      <a:pt x="2172474" y="1113845"/>
                    </a:lnTo>
                    <a:lnTo>
                      <a:pt x="2172474" y="1112576"/>
                    </a:lnTo>
                    <a:lnTo>
                      <a:pt x="2172474" y="1111306"/>
                    </a:lnTo>
                    <a:lnTo>
                      <a:pt x="2173108" y="1108768"/>
                    </a:lnTo>
                    <a:lnTo>
                      <a:pt x="2175012" y="1105594"/>
                    </a:lnTo>
                    <a:lnTo>
                      <a:pt x="2175012" y="1103690"/>
                    </a:lnTo>
                    <a:lnTo>
                      <a:pt x="2176282" y="1103056"/>
                    </a:lnTo>
                    <a:lnTo>
                      <a:pt x="2178820" y="1102421"/>
                    </a:lnTo>
                    <a:lnTo>
                      <a:pt x="2180724" y="1099882"/>
                    </a:lnTo>
                    <a:lnTo>
                      <a:pt x="2182628" y="1098613"/>
                    </a:lnTo>
                    <a:lnTo>
                      <a:pt x="2185167" y="1095440"/>
                    </a:lnTo>
                    <a:lnTo>
                      <a:pt x="2187071" y="1094170"/>
                    </a:lnTo>
                    <a:lnTo>
                      <a:pt x="2189610" y="1092901"/>
                    </a:lnTo>
                    <a:lnTo>
                      <a:pt x="2191514" y="1092266"/>
                    </a:lnTo>
                    <a:lnTo>
                      <a:pt x="2195322" y="1092901"/>
                    </a:lnTo>
                    <a:lnTo>
                      <a:pt x="2195956" y="1092266"/>
                    </a:lnTo>
                    <a:lnTo>
                      <a:pt x="2197226" y="1090997"/>
                    </a:lnTo>
                    <a:lnTo>
                      <a:pt x="2197860" y="1090362"/>
                    </a:lnTo>
                    <a:lnTo>
                      <a:pt x="2201034" y="1089728"/>
                    </a:lnTo>
                    <a:lnTo>
                      <a:pt x="2204207" y="1087824"/>
                    </a:lnTo>
                    <a:lnTo>
                      <a:pt x="2205477" y="1086554"/>
                    </a:lnTo>
                    <a:lnTo>
                      <a:pt x="2206111" y="1085285"/>
                    </a:lnTo>
                    <a:lnTo>
                      <a:pt x="2206746" y="1083381"/>
                    </a:lnTo>
                    <a:lnTo>
                      <a:pt x="2209919" y="1075765"/>
                    </a:lnTo>
                    <a:lnTo>
                      <a:pt x="2211189" y="1074496"/>
                    </a:lnTo>
                    <a:lnTo>
                      <a:pt x="2211823" y="1073861"/>
                    </a:lnTo>
                    <a:lnTo>
                      <a:pt x="2213092" y="1073226"/>
                    </a:lnTo>
                    <a:lnTo>
                      <a:pt x="2213727" y="1073226"/>
                    </a:lnTo>
                    <a:lnTo>
                      <a:pt x="2214362" y="1072591"/>
                    </a:lnTo>
                    <a:lnTo>
                      <a:pt x="2214997" y="1071322"/>
                    </a:lnTo>
                    <a:lnTo>
                      <a:pt x="2215631" y="1070687"/>
                    </a:lnTo>
                    <a:lnTo>
                      <a:pt x="2218170" y="1070053"/>
                    </a:lnTo>
                    <a:lnTo>
                      <a:pt x="2226421" y="1065610"/>
                    </a:lnTo>
                    <a:lnTo>
                      <a:pt x="2228324" y="1063071"/>
                    </a:lnTo>
                    <a:lnTo>
                      <a:pt x="2229594" y="1059263"/>
                    </a:lnTo>
                    <a:lnTo>
                      <a:pt x="2230863" y="1061167"/>
                    </a:lnTo>
                    <a:lnTo>
                      <a:pt x="2232133" y="1061802"/>
                    </a:lnTo>
                    <a:lnTo>
                      <a:pt x="2232767" y="1061167"/>
                    </a:lnTo>
                    <a:lnTo>
                      <a:pt x="2231498" y="1057360"/>
                    </a:lnTo>
                    <a:lnTo>
                      <a:pt x="2232133" y="1055456"/>
                    </a:lnTo>
                    <a:lnTo>
                      <a:pt x="2233402" y="1054186"/>
                    </a:lnTo>
                    <a:lnTo>
                      <a:pt x="2234671" y="1053551"/>
                    </a:lnTo>
                    <a:lnTo>
                      <a:pt x="2234037" y="1058629"/>
                    </a:lnTo>
                    <a:lnTo>
                      <a:pt x="2235306" y="1062437"/>
                    </a:lnTo>
                    <a:lnTo>
                      <a:pt x="2237845" y="1064976"/>
                    </a:lnTo>
                    <a:lnTo>
                      <a:pt x="2240383" y="1065610"/>
                    </a:lnTo>
                    <a:lnTo>
                      <a:pt x="2246095" y="1065610"/>
                    </a:lnTo>
                    <a:lnTo>
                      <a:pt x="2246730" y="1065610"/>
                    </a:lnTo>
                    <a:lnTo>
                      <a:pt x="2246730" y="1064976"/>
                    </a:lnTo>
                    <a:lnTo>
                      <a:pt x="2246730" y="1064341"/>
                    </a:lnTo>
                    <a:lnTo>
                      <a:pt x="2246730" y="1063706"/>
                    </a:lnTo>
                    <a:lnTo>
                      <a:pt x="2246730" y="1063706"/>
                    </a:lnTo>
                    <a:lnTo>
                      <a:pt x="2247365" y="1062437"/>
                    </a:lnTo>
                    <a:lnTo>
                      <a:pt x="2247365" y="1062437"/>
                    </a:lnTo>
                    <a:lnTo>
                      <a:pt x="2247365" y="1063071"/>
                    </a:lnTo>
                    <a:lnTo>
                      <a:pt x="2247999" y="1064341"/>
                    </a:lnTo>
                    <a:lnTo>
                      <a:pt x="2248634" y="1064976"/>
                    </a:lnTo>
                    <a:lnTo>
                      <a:pt x="2263866" y="1065610"/>
                    </a:lnTo>
                    <a:lnTo>
                      <a:pt x="2265770" y="1064341"/>
                    </a:lnTo>
                    <a:lnTo>
                      <a:pt x="2266405" y="1063071"/>
                    </a:lnTo>
                    <a:lnTo>
                      <a:pt x="2267039" y="1061167"/>
                    </a:lnTo>
                    <a:lnTo>
                      <a:pt x="2267039" y="1058629"/>
                    </a:lnTo>
                    <a:lnTo>
                      <a:pt x="2267039" y="1054186"/>
                    </a:lnTo>
                    <a:lnTo>
                      <a:pt x="2267674" y="1052282"/>
                    </a:lnTo>
                    <a:lnTo>
                      <a:pt x="2268309" y="1050378"/>
                    </a:lnTo>
                    <a:lnTo>
                      <a:pt x="2268943" y="1049109"/>
                    </a:lnTo>
                    <a:lnTo>
                      <a:pt x="2271482" y="1047205"/>
                    </a:lnTo>
                    <a:lnTo>
                      <a:pt x="2272117" y="1045936"/>
                    </a:lnTo>
                    <a:lnTo>
                      <a:pt x="2274021" y="1042762"/>
                    </a:lnTo>
                    <a:lnTo>
                      <a:pt x="2279098" y="1038954"/>
                    </a:lnTo>
                    <a:lnTo>
                      <a:pt x="2289887" y="1035781"/>
                    </a:lnTo>
                    <a:lnTo>
                      <a:pt x="2291157" y="1036416"/>
                    </a:lnTo>
                    <a:lnTo>
                      <a:pt x="2290522" y="1037050"/>
                    </a:lnTo>
                    <a:lnTo>
                      <a:pt x="2297504" y="1035781"/>
                    </a:lnTo>
                    <a:lnTo>
                      <a:pt x="2299408" y="1036416"/>
                    </a:lnTo>
                    <a:lnTo>
                      <a:pt x="2298773" y="1037685"/>
                    </a:lnTo>
                    <a:lnTo>
                      <a:pt x="2298138" y="1038319"/>
                    </a:lnTo>
                    <a:lnTo>
                      <a:pt x="2296234" y="1038954"/>
                    </a:lnTo>
                    <a:lnTo>
                      <a:pt x="2279733" y="1047839"/>
                    </a:lnTo>
                    <a:lnTo>
                      <a:pt x="2278464" y="1049109"/>
                    </a:lnTo>
                    <a:lnTo>
                      <a:pt x="2277194" y="1051013"/>
                    </a:lnTo>
                    <a:lnTo>
                      <a:pt x="2275925" y="1054821"/>
                    </a:lnTo>
                    <a:lnTo>
                      <a:pt x="2274655" y="1056090"/>
                    </a:lnTo>
                    <a:lnTo>
                      <a:pt x="2274021" y="1056090"/>
                    </a:lnTo>
                    <a:lnTo>
                      <a:pt x="2274021" y="1056090"/>
                    </a:lnTo>
                    <a:lnTo>
                      <a:pt x="2273386" y="1056090"/>
                    </a:lnTo>
                    <a:lnTo>
                      <a:pt x="2272751" y="1056725"/>
                    </a:lnTo>
                    <a:lnTo>
                      <a:pt x="2270213" y="1061802"/>
                    </a:lnTo>
                    <a:lnTo>
                      <a:pt x="2270213" y="1063071"/>
                    </a:lnTo>
                    <a:lnTo>
                      <a:pt x="2269578" y="1066880"/>
                    </a:lnTo>
                    <a:lnTo>
                      <a:pt x="2269578" y="1067514"/>
                    </a:lnTo>
                    <a:lnTo>
                      <a:pt x="2268943" y="1068784"/>
                    </a:lnTo>
                    <a:lnTo>
                      <a:pt x="2267674" y="1070053"/>
                    </a:lnTo>
                    <a:lnTo>
                      <a:pt x="2266405" y="1071322"/>
                    </a:lnTo>
                    <a:lnTo>
                      <a:pt x="2265135" y="1071322"/>
                    </a:lnTo>
                    <a:lnTo>
                      <a:pt x="2263866" y="1070687"/>
                    </a:lnTo>
                    <a:lnTo>
                      <a:pt x="2262597" y="1071957"/>
                    </a:lnTo>
                    <a:lnTo>
                      <a:pt x="2261962" y="1074496"/>
                    </a:lnTo>
                    <a:lnTo>
                      <a:pt x="2261327" y="1076400"/>
                    </a:lnTo>
                    <a:lnTo>
                      <a:pt x="2269578" y="1082746"/>
                    </a:lnTo>
                    <a:lnTo>
                      <a:pt x="2274021" y="1084650"/>
                    </a:lnTo>
                    <a:lnTo>
                      <a:pt x="2276559" y="1087189"/>
                    </a:lnTo>
                    <a:lnTo>
                      <a:pt x="2285445" y="1092266"/>
                    </a:lnTo>
                    <a:lnTo>
                      <a:pt x="2290522" y="1092266"/>
                    </a:lnTo>
                    <a:lnTo>
                      <a:pt x="2292426" y="1092901"/>
                    </a:lnTo>
                    <a:lnTo>
                      <a:pt x="2298138" y="1096074"/>
                    </a:lnTo>
                    <a:lnTo>
                      <a:pt x="2299408" y="1097344"/>
                    </a:lnTo>
                    <a:lnTo>
                      <a:pt x="2300677" y="1097344"/>
                    </a:lnTo>
                    <a:lnTo>
                      <a:pt x="2306389" y="1094805"/>
                    </a:lnTo>
                    <a:lnTo>
                      <a:pt x="2309562" y="1094805"/>
                    </a:lnTo>
                    <a:lnTo>
                      <a:pt x="2312736" y="1096709"/>
                    </a:lnTo>
                    <a:lnTo>
                      <a:pt x="2315909" y="1099882"/>
                    </a:lnTo>
                    <a:lnTo>
                      <a:pt x="2317813" y="1104325"/>
                    </a:lnTo>
                    <a:lnTo>
                      <a:pt x="2317178" y="1104325"/>
                    </a:lnTo>
                    <a:lnTo>
                      <a:pt x="2315909" y="1103690"/>
                    </a:lnTo>
                    <a:lnTo>
                      <a:pt x="2314640" y="1103056"/>
                    </a:lnTo>
                    <a:lnTo>
                      <a:pt x="2314005" y="1102421"/>
                    </a:lnTo>
                    <a:lnTo>
                      <a:pt x="2313370" y="1101786"/>
                    </a:lnTo>
                    <a:lnTo>
                      <a:pt x="2312101" y="1101152"/>
                    </a:lnTo>
                    <a:lnTo>
                      <a:pt x="2294330" y="1098613"/>
                    </a:lnTo>
                    <a:lnTo>
                      <a:pt x="2292426" y="1097344"/>
                    </a:lnTo>
                    <a:lnTo>
                      <a:pt x="2291157" y="1097344"/>
                    </a:lnTo>
                    <a:lnTo>
                      <a:pt x="2286079" y="1097978"/>
                    </a:lnTo>
                    <a:lnTo>
                      <a:pt x="2285445" y="1097978"/>
                    </a:lnTo>
                    <a:lnTo>
                      <a:pt x="2282906" y="1096074"/>
                    </a:lnTo>
                    <a:lnTo>
                      <a:pt x="2281002" y="1095440"/>
                    </a:lnTo>
                    <a:lnTo>
                      <a:pt x="2279098" y="1094805"/>
                    </a:lnTo>
                    <a:lnTo>
                      <a:pt x="2275290" y="1094805"/>
                    </a:lnTo>
                    <a:lnTo>
                      <a:pt x="2274021" y="1095440"/>
                    </a:lnTo>
                    <a:lnTo>
                      <a:pt x="2270213" y="1098613"/>
                    </a:lnTo>
                    <a:lnTo>
                      <a:pt x="2267674" y="1099248"/>
                    </a:lnTo>
                    <a:lnTo>
                      <a:pt x="2264501" y="1101786"/>
                    </a:lnTo>
                    <a:lnTo>
                      <a:pt x="2254981" y="1099882"/>
                    </a:lnTo>
                    <a:lnTo>
                      <a:pt x="2254346" y="1099882"/>
                    </a:lnTo>
                    <a:lnTo>
                      <a:pt x="2253077" y="1098613"/>
                    </a:lnTo>
                    <a:lnTo>
                      <a:pt x="2251173" y="1097344"/>
                    </a:lnTo>
                    <a:lnTo>
                      <a:pt x="2250538" y="1094805"/>
                    </a:lnTo>
                    <a:lnTo>
                      <a:pt x="2249903" y="1092266"/>
                    </a:lnTo>
                    <a:lnTo>
                      <a:pt x="2249269" y="1090362"/>
                    </a:lnTo>
                    <a:lnTo>
                      <a:pt x="2246730" y="1089093"/>
                    </a:lnTo>
                    <a:lnTo>
                      <a:pt x="2243557" y="1090362"/>
                    </a:lnTo>
                    <a:lnTo>
                      <a:pt x="2235941" y="1096709"/>
                    </a:lnTo>
                    <a:lnTo>
                      <a:pt x="2227690" y="1102421"/>
                    </a:lnTo>
                    <a:lnTo>
                      <a:pt x="2214997" y="1115114"/>
                    </a:lnTo>
                    <a:lnTo>
                      <a:pt x="2214362" y="1116384"/>
                    </a:lnTo>
                    <a:lnTo>
                      <a:pt x="2213092" y="1117653"/>
                    </a:lnTo>
                    <a:lnTo>
                      <a:pt x="2203572" y="1118923"/>
                    </a:lnTo>
                    <a:lnTo>
                      <a:pt x="2202303" y="1119557"/>
                    </a:lnTo>
                    <a:lnTo>
                      <a:pt x="2201034" y="1121461"/>
                    </a:lnTo>
                    <a:lnTo>
                      <a:pt x="2199764" y="1122730"/>
                    </a:lnTo>
                    <a:lnTo>
                      <a:pt x="2195956" y="1122730"/>
                    </a:lnTo>
                    <a:lnTo>
                      <a:pt x="2194687" y="1124634"/>
                    </a:lnTo>
                    <a:lnTo>
                      <a:pt x="2195322" y="1126538"/>
                    </a:lnTo>
                    <a:lnTo>
                      <a:pt x="2195956" y="1129077"/>
                    </a:lnTo>
                    <a:lnTo>
                      <a:pt x="2197226" y="1130981"/>
                    </a:lnTo>
                    <a:lnTo>
                      <a:pt x="2198495" y="1132885"/>
                    </a:lnTo>
                    <a:lnTo>
                      <a:pt x="2199764" y="1137963"/>
                    </a:lnTo>
                    <a:lnTo>
                      <a:pt x="2200399" y="1139867"/>
                    </a:lnTo>
                    <a:lnTo>
                      <a:pt x="2202303" y="1142405"/>
                    </a:lnTo>
                    <a:lnTo>
                      <a:pt x="2202938" y="1143674"/>
                    </a:lnTo>
                    <a:lnTo>
                      <a:pt x="2202938" y="1146848"/>
                    </a:lnTo>
                    <a:lnTo>
                      <a:pt x="2202938" y="1149387"/>
                    </a:lnTo>
                    <a:lnTo>
                      <a:pt x="2202303" y="1156368"/>
                    </a:lnTo>
                    <a:lnTo>
                      <a:pt x="2202303" y="1158907"/>
                    </a:lnTo>
                    <a:lnTo>
                      <a:pt x="2202303" y="1160176"/>
                    </a:lnTo>
                    <a:lnTo>
                      <a:pt x="2201668" y="1160811"/>
                    </a:lnTo>
                    <a:lnTo>
                      <a:pt x="2199764" y="1160811"/>
                    </a:lnTo>
                    <a:lnTo>
                      <a:pt x="2199130" y="1161445"/>
                    </a:lnTo>
                    <a:lnTo>
                      <a:pt x="2198495" y="1162080"/>
                    </a:lnTo>
                    <a:lnTo>
                      <a:pt x="2197860" y="1163349"/>
                    </a:lnTo>
                    <a:lnTo>
                      <a:pt x="2197860" y="1165253"/>
                    </a:lnTo>
                    <a:lnTo>
                      <a:pt x="2197860" y="1169696"/>
                    </a:lnTo>
                    <a:lnTo>
                      <a:pt x="2197226" y="1174773"/>
                    </a:lnTo>
                    <a:lnTo>
                      <a:pt x="2195956" y="1178581"/>
                    </a:lnTo>
                    <a:lnTo>
                      <a:pt x="2194052" y="1181755"/>
                    </a:lnTo>
                    <a:lnTo>
                      <a:pt x="2181994" y="1197621"/>
                    </a:lnTo>
                    <a:lnTo>
                      <a:pt x="2181359" y="1199525"/>
                    </a:lnTo>
                    <a:lnTo>
                      <a:pt x="2180724" y="1201430"/>
                    </a:lnTo>
                    <a:lnTo>
                      <a:pt x="2180724" y="1203334"/>
                    </a:lnTo>
                    <a:lnTo>
                      <a:pt x="2176282" y="1217296"/>
                    </a:lnTo>
                    <a:lnTo>
                      <a:pt x="2175647" y="1219835"/>
                    </a:lnTo>
                    <a:lnTo>
                      <a:pt x="2175647" y="1221104"/>
                    </a:lnTo>
                    <a:lnTo>
                      <a:pt x="2174378" y="1223643"/>
                    </a:lnTo>
                    <a:lnTo>
                      <a:pt x="2174378" y="1224912"/>
                    </a:lnTo>
                    <a:lnTo>
                      <a:pt x="2175012" y="1228720"/>
                    </a:lnTo>
                    <a:lnTo>
                      <a:pt x="2177551" y="1231894"/>
                    </a:lnTo>
                    <a:lnTo>
                      <a:pt x="2180090" y="1234432"/>
                    </a:lnTo>
                    <a:lnTo>
                      <a:pt x="2181994" y="1235067"/>
                    </a:lnTo>
                    <a:lnTo>
                      <a:pt x="2199130" y="1242048"/>
                    </a:lnTo>
                    <a:lnTo>
                      <a:pt x="2198495" y="1241414"/>
                    </a:lnTo>
                    <a:lnTo>
                      <a:pt x="2197226" y="1240779"/>
                    </a:lnTo>
                    <a:lnTo>
                      <a:pt x="2196591" y="1239510"/>
                    </a:lnTo>
                    <a:lnTo>
                      <a:pt x="2196591" y="1238240"/>
                    </a:lnTo>
                    <a:lnTo>
                      <a:pt x="2197226" y="1236971"/>
                    </a:lnTo>
                    <a:lnTo>
                      <a:pt x="2198495" y="1235702"/>
                    </a:lnTo>
                    <a:lnTo>
                      <a:pt x="2199130" y="1235067"/>
                    </a:lnTo>
                    <a:lnTo>
                      <a:pt x="2201034" y="1234432"/>
                    </a:lnTo>
                    <a:lnTo>
                      <a:pt x="2209919" y="1226816"/>
                    </a:lnTo>
                    <a:lnTo>
                      <a:pt x="2213092" y="1224912"/>
                    </a:lnTo>
                    <a:lnTo>
                      <a:pt x="2215631" y="1221739"/>
                    </a:lnTo>
                    <a:lnTo>
                      <a:pt x="2218170" y="1220470"/>
                    </a:lnTo>
                    <a:lnTo>
                      <a:pt x="2220709" y="1220470"/>
                    </a:lnTo>
                    <a:lnTo>
                      <a:pt x="2222612" y="1222374"/>
                    </a:lnTo>
                    <a:lnTo>
                      <a:pt x="2218170" y="1226816"/>
                    </a:lnTo>
                    <a:lnTo>
                      <a:pt x="2216900" y="1228720"/>
                    </a:lnTo>
                    <a:lnTo>
                      <a:pt x="2216266" y="1229990"/>
                    </a:lnTo>
                    <a:lnTo>
                      <a:pt x="2215631" y="1232528"/>
                    </a:lnTo>
                    <a:lnTo>
                      <a:pt x="2214997" y="1233798"/>
                    </a:lnTo>
                    <a:lnTo>
                      <a:pt x="2214362" y="1234432"/>
                    </a:lnTo>
                    <a:lnTo>
                      <a:pt x="2213092" y="1235702"/>
                    </a:lnTo>
                    <a:lnTo>
                      <a:pt x="2212458" y="1236336"/>
                    </a:lnTo>
                    <a:lnTo>
                      <a:pt x="2211823" y="1237605"/>
                    </a:lnTo>
                    <a:lnTo>
                      <a:pt x="2211823" y="1238875"/>
                    </a:lnTo>
                    <a:lnTo>
                      <a:pt x="2213092" y="1240779"/>
                    </a:lnTo>
                    <a:lnTo>
                      <a:pt x="2213092" y="1242048"/>
                    </a:lnTo>
                    <a:lnTo>
                      <a:pt x="2211823" y="1242048"/>
                    </a:lnTo>
                    <a:lnTo>
                      <a:pt x="2209919" y="1242048"/>
                    </a:lnTo>
                    <a:lnTo>
                      <a:pt x="2208650" y="1242683"/>
                    </a:lnTo>
                    <a:lnTo>
                      <a:pt x="2208650" y="1243952"/>
                    </a:lnTo>
                    <a:lnTo>
                      <a:pt x="2208650" y="1245222"/>
                    </a:lnTo>
                    <a:lnTo>
                      <a:pt x="2208015" y="1246491"/>
                    </a:lnTo>
                    <a:lnTo>
                      <a:pt x="2206746" y="1247125"/>
                    </a:lnTo>
                    <a:lnTo>
                      <a:pt x="2204207" y="1246491"/>
                    </a:lnTo>
                    <a:lnTo>
                      <a:pt x="2202938" y="1246491"/>
                    </a:lnTo>
                    <a:lnTo>
                      <a:pt x="2199764" y="1247760"/>
                    </a:lnTo>
                    <a:lnTo>
                      <a:pt x="2198495" y="1249030"/>
                    </a:lnTo>
                    <a:lnTo>
                      <a:pt x="2197860" y="1251568"/>
                    </a:lnTo>
                    <a:lnTo>
                      <a:pt x="2198495" y="1252838"/>
                    </a:lnTo>
                    <a:lnTo>
                      <a:pt x="2201034" y="1254742"/>
                    </a:lnTo>
                    <a:lnTo>
                      <a:pt x="2201668" y="1256646"/>
                    </a:lnTo>
                    <a:lnTo>
                      <a:pt x="2201668" y="1257915"/>
                    </a:lnTo>
                    <a:lnTo>
                      <a:pt x="2200399" y="1257915"/>
                    </a:lnTo>
                    <a:lnTo>
                      <a:pt x="2199130" y="1257280"/>
                    </a:lnTo>
                    <a:lnTo>
                      <a:pt x="2197860" y="1256011"/>
                    </a:lnTo>
                    <a:lnTo>
                      <a:pt x="2196591" y="1254742"/>
                    </a:lnTo>
                    <a:lnTo>
                      <a:pt x="2186436" y="1254107"/>
                    </a:lnTo>
                    <a:lnTo>
                      <a:pt x="2184532" y="1254742"/>
                    </a:lnTo>
                    <a:lnTo>
                      <a:pt x="2183898" y="1256011"/>
                    </a:lnTo>
                    <a:lnTo>
                      <a:pt x="2183263" y="1257915"/>
                    </a:lnTo>
                    <a:lnTo>
                      <a:pt x="2181359" y="1258550"/>
                    </a:lnTo>
                    <a:lnTo>
                      <a:pt x="2178186" y="1258550"/>
                    </a:lnTo>
                    <a:lnTo>
                      <a:pt x="2175012" y="1260454"/>
                    </a:lnTo>
                    <a:lnTo>
                      <a:pt x="2173743" y="1261723"/>
                    </a:lnTo>
                    <a:lnTo>
                      <a:pt x="2173743" y="1262992"/>
                    </a:lnTo>
                    <a:lnTo>
                      <a:pt x="2175012" y="1264262"/>
                    </a:lnTo>
                    <a:lnTo>
                      <a:pt x="2177551" y="1266166"/>
                    </a:lnTo>
                    <a:lnTo>
                      <a:pt x="2178820" y="1267435"/>
                    </a:lnTo>
                    <a:lnTo>
                      <a:pt x="2174378" y="1266800"/>
                    </a:lnTo>
                    <a:lnTo>
                      <a:pt x="2173108" y="1267435"/>
                    </a:lnTo>
                    <a:lnTo>
                      <a:pt x="2171204" y="1269339"/>
                    </a:lnTo>
                    <a:lnTo>
                      <a:pt x="2170570" y="1270608"/>
                    </a:lnTo>
                    <a:lnTo>
                      <a:pt x="2169935" y="1271878"/>
                    </a:lnTo>
                    <a:lnTo>
                      <a:pt x="2169935" y="1273782"/>
                    </a:lnTo>
                    <a:lnTo>
                      <a:pt x="2170570" y="1275051"/>
                    </a:lnTo>
                    <a:lnTo>
                      <a:pt x="2171204" y="1275686"/>
                    </a:lnTo>
                    <a:lnTo>
                      <a:pt x="2171839" y="1276321"/>
                    </a:lnTo>
                    <a:lnTo>
                      <a:pt x="2173743" y="1276955"/>
                    </a:lnTo>
                    <a:lnTo>
                      <a:pt x="2174378" y="1276955"/>
                    </a:lnTo>
                    <a:lnTo>
                      <a:pt x="2175012" y="1278224"/>
                    </a:lnTo>
                    <a:lnTo>
                      <a:pt x="2175012" y="1278859"/>
                    </a:lnTo>
                    <a:lnTo>
                      <a:pt x="2174378" y="1279494"/>
                    </a:lnTo>
                    <a:lnTo>
                      <a:pt x="2173743" y="1279494"/>
                    </a:lnTo>
                    <a:lnTo>
                      <a:pt x="2175012" y="1281398"/>
                    </a:lnTo>
                    <a:lnTo>
                      <a:pt x="2176282" y="1282032"/>
                    </a:lnTo>
                    <a:lnTo>
                      <a:pt x="2177551" y="1282032"/>
                    </a:lnTo>
                    <a:lnTo>
                      <a:pt x="2181359" y="1280763"/>
                    </a:lnTo>
                    <a:lnTo>
                      <a:pt x="2181359" y="1281398"/>
                    </a:lnTo>
                    <a:lnTo>
                      <a:pt x="2181359" y="1282667"/>
                    </a:lnTo>
                    <a:lnTo>
                      <a:pt x="2181359" y="1284571"/>
                    </a:lnTo>
                    <a:lnTo>
                      <a:pt x="2182628" y="1287110"/>
                    </a:lnTo>
                    <a:lnTo>
                      <a:pt x="2185802" y="1287744"/>
                    </a:lnTo>
                    <a:lnTo>
                      <a:pt x="2192148" y="1285841"/>
                    </a:lnTo>
                    <a:lnTo>
                      <a:pt x="2191514" y="1284571"/>
                    </a:lnTo>
                    <a:lnTo>
                      <a:pt x="2190244" y="1285206"/>
                    </a:lnTo>
                    <a:lnTo>
                      <a:pt x="2189610" y="1284571"/>
                    </a:lnTo>
                    <a:lnTo>
                      <a:pt x="2189610" y="1283937"/>
                    </a:lnTo>
                    <a:lnTo>
                      <a:pt x="2190244" y="1283302"/>
                    </a:lnTo>
                    <a:lnTo>
                      <a:pt x="2191514" y="1283302"/>
                    </a:lnTo>
                    <a:lnTo>
                      <a:pt x="2194687" y="1283937"/>
                    </a:lnTo>
                    <a:lnTo>
                      <a:pt x="2195956" y="1283302"/>
                    </a:lnTo>
                    <a:lnTo>
                      <a:pt x="2196591" y="1281398"/>
                    </a:lnTo>
                    <a:lnTo>
                      <a:pt x="2195956" y="1281398"/>
                    </a:lnTo>
                    <a:lnTo>
                      <a:pt x="2194687" y="1281398"/>
                    </a:lnTo>
                    <a:lnTo>
                      <a:pt x="2194052" y="1280763"/>
                    </a:lnTo>
                    <a:lnTo>
                      <a:pt x="2194687" y="1279494"/>
                    </a:lnTo>
                    <a:lnTo>
                      <a:pt x="2199130" y="1276955"/>
                    </a:lnTo>
                    <a:lnTo>
                      <a:pt x="2199764" y="1276955"/>
                    </a:lnTo>
                    <a:lnTo>
                      <a:pt x="2200399" y="1276955"/>
                    </a:lnTo>
                    <a:lnTo>
                      <a:pt x="2201034" y="1276955"/>
                    </a:lnTo>
                    <a:lnTo>
                      <a:pt x="2201668" y="1277590"/>
                    </a:lnTo>
                    <a:lnTo>
                      <a:pt x="2202938" y="1278224"/>
                    </a:lnTo>
                    <a:lnTo>
                      <a:pt x="2206111" y="1280128"/>
                    </a:lnTo>
                    <a:lnTo>
                      <a:pt x="2207380" y="1280128"/>
                    </a:lnTo>
                    <a:lnTo>
                      <a:pt x="2209919" y="1279494"/>
                    </a:lnTo>
                    <a:lnTo>
                      <a:pt x="2210554" y="1279494"/>
                    </a:lnTo>
                    <a:lnTo>
                      <a:pt x="2212458" y="1280128"/>
                    </a:lnTo>
                    <a:lnTo>
                      <a:pt x="2213727" y="1281398"/>
                    </a:lnTo>
                    <a:lnTo>
                      <a:pt x="2214362" y="1281398"/>
                    </a:lnTo>
                    <a:lnTo>
                      <a:pt x="2216266" y="1280128"/>
                    </a:lnTo>
                    <a:lnTo>
                      <a:pt x="2216900" y="1279494"/>
                    </a:lnTo>
                    <a:lnTo>
                      <a:pt x="2216900" y="1278859"/>
                    </a:lnTo>
                    <a:lnTo>
                      <a:pt x="2216900" y="1278224"/>
                    </a:lnTo>
                    <a:lnTo>
                      <a:pt x="2216900" y="1277590"/>
                    </a:lnTo>
                    <a:lnTo>
                      <a:pt x="2216266" y="1276955"/>
                    </a:lnTo>
                    <a:lnTo>
                      <a:pt x="2214997" y="1276321"/>
                    </a:lnTo>
                    <a:lnTo>
                      <a:pt x="2212458" y="1274417"/>
                    </a:lnTo>
                    <a:lnTo>
                      <a:pt x="2211823" y="1273147"/>
                    </a:lnTo>
                    <a:lnTo>
                      <a:pt x="2210554" y="1272512"/>
                    </a:lnTo>
                    <a:lnTo>
                      <a:pt x="2209284" y="1272512"/>
                    </a:lnTo>
                    <a:lnTo>
                      <a:pt x="2208015" y="1272512"/>
                    </a:lnTo>
                    <a:lnTo>
                      <a:pt x="2207380" y="1271243"/>
                    </a:lnTo>
                    <a:lnTo>
                      <a:pt x="2208015" y="1270608"/>
                    </a:lnTo>
                    <a:lnTo>
                      <a:pt x="2208650" y="1270608"/>
                    </a:lnTo>
                    <a:lnTo>
                      <a:pt x="2209284" y="1270608"/>
                    </a:lnTo>
                    <a:lnTo>
                      <a:pt x="2212458" y="1271878"/>
                    </a:lnTo>
                    <a:lnTo>
                      <a:pt x="2215631" y="1272512"/>
                    </a:lnTo>
                    <a:lnTo>
                      <a:pt x="2217535" y="1273147"/>
                    </a:lnTo>
                    <a:lnTo>
                      <a:pt x="2218170" y="1272512"/>
                    </a:lnTo>
                    <a:lnTo>
                      <a:pt x="2218804" y="1271878"/>
                    </a:lnTo>
                    <a:lnTo>
                      <a:pt x="2219439" y="1271243"/>
                    </a:lnTo>
                    <a:lnTo>
                      <a:pt x="2220074" y="1271243"/>
                    </a:lnTo>
                    <a:lnTo>
                      <a:pt x="2220709" y="1271878"/>
                    </a:lnTo>
                    <a:lnTo>
                      <a:pt x="2221343" y="1273147"/>
                    </a:lnTo>
                    <a:lnTo>
                      <a:pt x="2221978" y="1273782"/>
                    </a:lnTo>
                    <a:lnTo>
                      <a:pt x="2222612" y="1273782"/>
                    </a:lnTo>
                    <a:lnTo>
                      <a:pt x="2222612" y="1274417"/>
                    </a:lnTo>
                    <a:lnTo>
                      <a:pt x="2221978" y="1275686"/>
                    </a:lnTo>
                    <a:lnTo>
                      <a:pt x="2221978" y="1276955"/>
                    </a:lnTo>
                    <a:lnTo>
                      <a:pt x="2222612" y="1278224"/>
                    </a:lnTo>
                    <a:lnTo>
                      <a:pt x="2224517" y="1280763"/>
                    </a:lnTo>
                    <a:lnTo>
                      <a:pt x="2223882" y="1277590"/>
                    </a:lnTo>
                    <a:lnTo>
                      <a:pt x="2225786" y="1276321"/>
                    </a:lnTo>
                    <a:lnTo>
                      <a:pt x="2227690" y="1275051"/>
                    </a:lnTo>
                    <a:lnTo>
                      <a:pt x="2227690" y="1273147"/>
                    </a:lnTo>
                    <a:lnTo>
                      <a:pt x="2226421" y="1270608"/>
                    </a:lnTo>
                    <a:lnTo>
                      <a:pt x="2225786" y="1269339"/>
                    </a:lnTo>
                    <a:lnTo>
                      <a:pt x="2225786" y="1268070"/>
                    </a:lnTo>
                    <a:lnTo>
                      <a:pt x="2228959" y="1266800"/>
                    </a:lnTo>
                    <a:lnTo>
                      <a:pt x="2229594" y="1266166"/>
                    </a:lnTo>
                    <a:lnTo>
                      <a:pt x="2230229" y="1265531"/>
                    </a:lnTo>
                    <a:lnTo>
                      <a:pt x="2233402" y="1262358"/>
                    </a:lnTo>
                    <a:lnTo>
                      <a:pt x="2234037" y="1261723"/>
                    </a:lnTo>
                    <a:lnTo>
                      <a:pt x="2234671" y="1261088"/>
                    </a:lnTo>
                    <a:lnTo>
                      <a:pt x="2235306" y="1259184"/>
                    </a:lnTo>
                    <a:lnTo>
                      <a:pt x="2235941" y="1257280"/>
                    </a:lnTo>
                    <a:lnTo>
                      <a:pt x="2235941" y="1256646"/>
                    </a:lnTo>
                    <a:lnTo>
                      <a:pt x="2239749" y="1256011"/>
                    </a:lnTo>
                    <a:lnTo>
                      <a:pt x="2241018" y="1255376"/>
                    </a:lnTo>
                    <a:lnTo>
                      <a:pt x="2242287" y="1254107"/>
                    </a:lnTo>
                    <a:lnTo>
                      <a:pt x="2242287" y="1253472"/>
                    </a:lnTo>
                    <a:lnTo>
                      <a:pt x="2241653" y="1252838"/>
                    </a:lnTo>
                    <a:lnTo>
                      <a:pt x="2240383" y="1252203"/>
                    </a:lnTo>
                    <a:lnTo>
                      <a:pt x="2240383" y="1251568"/>
                    </a:lnTo>
                    <a:lnTo>
                      <a:pt x="2242922" y="1250299"/>
                    </a:lnTo>
                    <a:lnTo>
                      <a:pt x="2243557" y="1249664"/>
                    </a:lnTo>
                    <a:lnTo>
                      <a:pt x="2243557" y="1247760"/>
                    </a:lnTo>
                    <a:lnTo>
                      <a:pt x="2242922" y="1246491"/>
                    </a:lnTo>
                    <a:lnTo>
                      <a:pt x="2241653" y="1244587"/>
                    </a:lnTo>
                    <a:lnTo>
                      <a:pt x="2240383" y="1243318"/>
                    </a:lnTo>
                    <a:lnTo>
                      <a:pt x="2239114" y="1242683"/>
                    </a:lnTo>
                    <a:lnTo>
                      <a:pt x="2239114" y="1242048"/>
                    </a:lnTo>
                    <a:lnTo>
                      <a:pt x="2241018" y="1240779"/>
                    </a:lnTo>
                    <a:lnTo>
                      <a:pt x="2245461" y="1236336"/>
                    </a:lnTo>
                    <a:lnTo>
                      <a:pt x="2247365" y="1236336"/>
                    </a:lnTo>
                    <a:lnTo>
                      <a:pt x="2246730" y="1238240"/>
                    </a:lnTo>
                    <a:lnTo>
                      <a:pt x="2244826" y="1241414"/>
                    </a:lnTo>
                    <a:lnTo>
                      <a:pt x="2244191" y="1242683"/>
                    </a:lnTo>
                    <a:lnTo>
                      <a:pt x="2244826" y="1244587"/>
                    </a:lnTo>
                    <a:lnTo>
                      <a:pt x="2247365" y="1246491"/>
                    </a:lnTo>
                    <a:lnTo>
                      <a:pt x="2247365" y="1248395"/>
                    </a:lnTo>
                    <a:lnTo>
                      <a:pt x="2247999" y="1249664"/>
                    </a:lnTo>
                    <a:lnTo>
                      <a:pt x="2248634" y="1249664"/>
                    </a:lnTo>
                    <a:lnTo>
                      <a:pt x="2249269" y="1248395"/>
                    </a:lnTo>
                    <a:lnTo>
                      <a:pt x="2249269" y="1246491"/>
                    </a:lnTo>
                    <a:lnTo>
                      <a:pt x="2251173" y="1242683"/>
                    </a:lnTo>
                    <a:lnTo>
                      <a:pt x="2252442" y="1237605"/>
                    </a:lnTo>
                    <a:lnTo>
                      <a:pt x="2253077" y="1236336"/>
                    </a:lnTo>
                    <a:lnTo>
                      <a:pt x="2254346" y="1234432"/>
                    </a:lnTo>
                    <a:lnTo>
                      <a:pt x="2258154" y="1224912"/>
                    </a:lnTo>
                    <a:lnTo>
                      <a:pt x="2259423" y="1223008"/>
                    </a:lnTo>
                    <a:lnTo>
                      <a:pt x="2260693" y="1222374"/>
                    </a:lnTo>
                    <a:lnTo>
                      <a:pt x="2260693" y="1224278"/>
                    </a:lnTo>
                    <a:lnTo>
                      <a:pt x="2259423" y="1227451"/>
                    </a:lnTo>
                    <a:lnTo>
                      <a:pt x="2258154" y="1229355"/>
                    </a:lnTo>
                    <a:lnTo>
                      <a:pt x="2258789" y="1230624"/>
                    </a:lnTo>
                    <a:lnTo>
                      <a:pt x="2258789" y="1231894"/>
                    </a:lnTo>
                    <a:lnTo>
                      <a:pt x="2257519" y="1233798"/>
                    </a:lnTo>
                    <a:lnTo>
                      <a:pt x="2257519" y="1235067"/>
                    </a:lnTo>
                    <a:lnTo>
                      <a:pt x="2257519" y="1235702"/>
                    </a:lnTo>
                    <a:lnTo>
                      <a:pt x="2257519" y="1236971"/>
                    </a:lnTo>
                    <a:lnTo>
                      <a:pt x="2256885" y="1238240"/>
                    </a:lnTo>
                    <a:lnTo>
                      <a:pt x="2256250" y="1238875"/>
                    </a:lnTo>
                    <a:lnTo>
                      <a:pt x="2254981" y="1240144"/>
                    </a:lnTo>
                    <a:lnTo>
                      <a:pt x="2254346" y="1241414"/>
                    </a:lnTo>
                    <a:lnTo>
                      <a:pt x="2254346" y="1242683"/>
                    </a:lnTo>
                    <a:lnTo>
                      <a:pt x="2254346" y="1243952"/>
                    </a:lnTo>
                    <a:lnTo>
                      <a:pt x="2254981" y="1244587"/>
                    </a:lnTo>
                    <a:lnTo>
                      <a:pt x="2255615" y="1244587"/>
                    </a:lnTo>
                    <a:lnTo>
                      <a:pt x="2254981" y="1245856"/>
                    </a:lnTo>
                    <a:lnTo>
                      <a:pt x="2254346" y="1246491"/>
                    </a:lnTo>
                    <a:lnTo>
                      <a:pt x="2253711" y="1246491"/>
                    </a:lnTo>
                    <a:lnTo>
                      <a:pt x="2253077" y="1247125"/>
                    </a:lnTo>
                    <a:lnTo>
                      <a:pt x="2253711" y="1247125"/>
                    </a:lnTo>
                    <a:lnTo>
                      <a:pt x="2254346" y="1248395"/>
                    </a:lnTo>
                    <a:lnTo>
                      <a:pt x="2253711" y="1248395"/>
                    </a:lnTo>
                    <a:lnTo>
                      <a:pt x="2253077" y="1249030"/>
                    </a:lnTo>
                    <a:lnTo>
                      <a:pt x="2252442" y="1249030"/>
                    </a:lnTo>
                    <a:lnTo>
                      <a:pt x="2253711" y="1249664"/>
                    </a:lnTo>
                    <a:lnTo>
                      <a:pt x="2254981" y="1249664"/>
                    </a:lnTo>
                    <a:lnTo>
                      <a:pt x="2256250" y="1249030"/>
                    </a:lnTo>
                    <a:lnTo>
                      <a:pt x="2258154" y="1247125"/>
                    </a:lnTo>
                    <a:lnTo>
                      <a:pt x="2258789" y="1246491"/>
                    </a:lnTo>
                    <a:lnTo>
                      <a:pt x="2260693" y="1246491"/>
                    </a:lnTo>
                    <a:lnTo>
                      <a:pt x="2260058" y="1243318"/>
                    </a:lnTo>
                    <a:lnTo>
                      <a:pt x="2261327" y="1242683"/>
                    </a:lnTo>
                    <a:lnTo>
                      <a:pt x="2264501" y="1242683"/>
                    </a:lnTo>
                    <a:lnTo>
                      <a:pt x="2263866" y="1240779"/>
                    </a:lnTo>
                    <a:lnTo>
                      <a:pt x="2263231" y="1238875"/>
                    </a:lnTo>
                    <a:lnTo>
                      <a:pt x="2263231" y="1236971"/>
                    </a:lnTo>
                    <a:lnTo>
                      <a:pt x="2264501" y="1236336"/>
                    </a:lnTo>
                    <a:lnTo>
                      <a:pt x="2265135" y="1236971"/>
                    </a:lnTo>
                    <a:lnTo>
                      <a:pt x="2266405" y="1238240"/>
                    </a:lnTo>
                    <a:lnTo>
                      <a:pt x="2267039" y="1238240"/>
                    </a:lnTo>
                    <a:lnTo>
                      <a:pt x="2267674" y="1238240"/>
                    </a:lnTo>
                    <a:lnTo>
                      <a:pt x="2268309" y="1237605"/>
                    </a:lnTo>
                    <a:lnTo>
                      <a:pt x="2269578" y="1235702"/>
                    </a:lnTo>
                    <a:lnTo>
                      <a:pt x="2268943" y="1235067"/>
                    </a:lnTo>
                    <a:lnTo>
                      <a:pt x="2268309" y="1233798"/>
                    </a:lnTo>
                    <a:lnTo>
                      <a:pt x="2268309" y="1232528"/>
                    </a:lnTo>
                    <a:lnTo>
                      <a:pt x="2268943" y="1230624"/>
                    </a:lnTo>
                    <a:lnTo>
                      <a:pt x="2268943" y="1228720"/>
                    </a:lnTo>
                    <a:lnTo>
                      <a:pt x="2268309" y="1227451"/>
                    </a:lnTo>
                    <a:lnTo>
                      <a:pt x="2267674" y="1226816"/>
                    </a:lnTo>
                    <a:lnTo>
                      <a:pt x="2267039" y="1225547"/>
                    </a:lnTo>
                    <a:lnTo>
                      <a:pt x="2267674" y="1224912"/>
                    </a:lnTo>
                    <a:lnTo>
                      <a:pt x="2268943" y="1225547"/>
                    </a:lnTo>
                    <a:lnTo>
                      <a:pt x="2270213" y="1226816"/>
                    </a:lnTo>
                    <a:lnTo>
                      <a:pt x="2270847" y="1227451"/>
                    </a:lnTo>
                    <a:lnTo>
                      <a:pt x="2272117" y="1229990"/>
                    </a:lnTo>
                    <a:lnTo>
                      <a:pt x="2272751" y="1231259"/>
                    </a:lnTo>
                    <a:lnTo>
                      <a:pt x="2274021" y="1231894"/>
                    </a:lnTo>
                    <a:lnTo>
                      <a:pt x="2274655" y="1230624"/>
                    </a:lnTo>
                    <a:lnTo>
                      <a:pt x="2277194" y="1227451"/>
                    </a:lnTo>
                    <a:lnTo>
                      <a:pt x="2279098" y="1222374"/>
                    </a:lnTo>
                    <a:lnTo>
                      <a:pt x="2278464" y="1221739"/>
                    </a:lnTo>
                    <a:lnTo>
                      <a:pt x="2277194" y="1221739"/>
                    </a:lnTo>
                    <a:lnTo>
                      <a:pt x="2276559" y="1221104"/>
                    </a:lnTo>
                    <a:lnTo>
                      <a:pt x="2275925" y="1219200"/>
                    </a:lnTo>
                    <a:lnTo>
                      <a:pt x="2275925" y="1218565"/>
                    </a:lnTo>
                    <a:lnTo>
                      <a:pt x="2272117" y="1216027"/>
                    </a:lnTo>
                    <a:lnTo>
                      <a:pt x="2272117" y="1214123"/>
                    </a:lnTo>
                    <a:lnTo>
                      <a:pt x="2272751" y="1213488"/>
                    </a:lnTo>
                    <a:lnTo>
                      <a:pt x="2273386" y="1213488"/>
                    </a:lnTo>
                    <a:lnTo>
                      <a:pt x="2276559" y="1214758"/>
                    </a:lnTo>
                    <a:lnTo>
                      <a:pt x="2279098" y="1214758"/>
                    </a:lnTo>
                    <a:lnTo>
                      <a:pt x="2279733" y="1215392"/>
                    </a:lnTo>
                    <a:lnTo>
                      <a:pt x="2282271" y="1218565"/>
                    </a:lnTo>
                    <a:lnTo>
                      <a:pt x="2282906" y="1219200"/>
                    </a:lnTo>
                    <a:lnTo>
                      <a:pt x="2284810" y="1219835"/>
                    </a:lnTo>
                    <a:lnTo>
                      <a:pt x="2285445" y="1220470"/>
                    </a:lnTo>
                    <a:lnTo>
                      <a:pt x="2285445" y="1221104"/>
                    </a:lnTo>
                    <a:lnTo>
                      <a:pt x="2285445" y="1223008"/>
                    </a:lnTo>
                    <a:lnTo>
                      <a:pt x="2286079" y="1223643"/>
                    </a:lnTo>
                    <a:lnTo>
                      <a:pt x="2287349" y="1224912"/>
                    </a:lnTo>
                    <a:lnTo>
                      <a:pt x="2287984" y="1225547"/>
                    </a:lnTo>
                    <a:lnTo>
                      <a:pt x="2289253" y="1225547"/>
                    </a:lnTo>
                    <a:lnTo>
                      <a:pt x="2289887" y="1224912"/>
                    </a:lnTo>
                    <a:lnTo>
                      <a:pt x="2289253" y="1223008"/>
                    </a:lnTo>
                    <a:lnTo>
                      <a:pt x="2289253" y="1230624"/>
                    </a:lnTo>
                    <a:lnTo>
                      <a:pt x="2287984" y="1221739"/>
                    </a:lnTo>
                    <a:lnTo>
                      <a:pt x="2286714" y="1220470"/>
                    </a:lnTo>
                    <a:lnTo>
                      <a:pt x="2284175" y="1216661"/>
                    </a:lnTo>
                    <a:lnTo>
                      <a:pt x="2283541" y="1216027"/>
                    </a:lnTo>
                    <a:lnTo>
                      <a:pt x="2282906" y="1215392"/>
                    </a:lnTo>
                    <a:lnTo>
                      <a:pt x="2284175" y="1214123"/>
                    </a:lnTo>
                    <a:lnTo>
                      <a:pt x="2284810" y="1214123"/>
                    </a:lnTo>
                    <a:lnTo>
                      <a:pt x="2286714" y="1215392"/>
                    </a:lnTo>
                    <a:lnTo>
                      <a:pt x="2287984" y="1216027"/>
                    </a:lnTo>
                    <a:lnTo>
                      <a:pt x="2288618" y="1215392"/>
                    </a:lnTo>
                    <a:lnTo>
                      <a:pt x="2289253" y="1212854"/>
                    </a:lnTo>
                    <a:lnTo>
                      <a:pt x="2289887" y="1210315"/>
                    </a:lnTo>
                    <a:lnTo>
                      <a:pt x="2289253" y="1203968"/>
                    </a:lnTo>
                    <a:lnTo>
                      <a:pt x="2289887" y="1202064"/>
                    </a:lnTo>
                    <a:lnTo>
                      <a:pt x="2291157" y="1202699"/>
                    </a:lnTo>
                    <a:lnTo>
                      <a:pt x="2292426" y="1204603"/>
                    </a:lnTo>
                    <a:lnTo>
                      <a:pt x="2293696" y="1207141"/>
                    </a:lnTo>
                    <a:lnTo>
                      <a:pt x="2294330" y="1209680"/>
                    </a:lnTo>
                    <a:lnTo>
                      <a:pt x="2294330" y="1210950"/>
                    </a:lnTo>
                    <a:lnTo>
                      <a:pt x="2293696" y="1214758"/>
                    </a:lnTo>
                    <a:lnTo>
                      <a:pt x="2293696" y="1216027"/>
                    </a:lnTo>
                    <a:lnTo>
                      <a:pt x="2293696" y="1217296"/>
                    </a:lnTo>
                    <a:lnTo>
                      <a:pt x="2294965" y="1218565"/>
                    </a:lnTo>
                    <a:lnTo>
                      <a:pt x="2294965" y="1220470"/>
                    </a:lnTo>
                    <a:lnTo>
                      <a:pt x="2295599" y="1220470"/>
                    </a:lnTo>
                    <a:lnTo>
                      <a:pt x="2296869" y="1220470"/>
                    </a:lnTo>
                    <a:lnTo>
                      <a:pt x="2297504" y="1220470"/>
                    </a:lnTo>
                    <a:lnTo>
                      <a:pt x="2298138" y="1221739"/>
                    </a:lnTo>
                    <a:lnTo>
                      <a:pt x="2298138" y="1222374"/>
                    </a:lnTo>
                    <a:lnTo>
                      <a:pt x="2296234" y="1224912"/>
                    </a:lnTo>
                    <a:lnTo>
                      <a:pt x="2298773" y="1224912"/>
                    </a:lnTo>
                    <a:lnTo>
                      <a:pt x="2299408" y="1225547"/>
                    </a:lnTo>
                    <a:lnTo>
                      <a:pt x="2300677" y="1226816"/>
                    </a:lnTo>
                    <a:lnTo>
                      <a:pt x="2301311" y="1227451"/>
                    </a:lnTo>
                    <a:lnTo>
                      <a:pt x="2301946" y="1227451"/>
                    </a:lnTo>
                    <a:lnTo>
                      <a:pt x="2301946" y="1226181"/>
                    </a:lnTo>
                    <a:lnTo>
                      <a:pt x="2301311" y="1224912"/>
                    </a:lnTo>
                    <a:lnTo>
                      <a:pt x="2300042" y="1223643"/>
                    </a:lnTo>
                    <a:lnTo>
                      <a:pt x="2300042" y="1223008"/>
                    </a:lnTo>
                    <a:lnTo>
                      <a:pt x="2300042" y="1222374"/>
                    </a:lnTo>
                    <a:lnTo>
                      <a:pt x="2300042" y="1221739"/>
                    </a:lnTo>
                    <a:lnTo>
                      <a:pt x="2300042" y="1220470"/>
                    </a:lnTo>
                    <a:lnTo>
                      <a:pt x="2298138" y="1220470"/>
                    </a:lnTo>
                    <a:lnTo>
                      <a:pt x="2297504" y="1220470"/>
                    </a:lnTo>
                    <a:lnTo>
                      <a:pt x="2297504" y="1220470"/>
                    </a:lnTo>
                    <a:lnTo>
                      <a:pt x="2296869" y="1219200"/>
                    </a:lnTo>
                    <a:lnTo>
                      <a:pt x="2296234" y="1218565"/>
                    </a:lnTo>
                    <a:lnTo>
                      <a:pt x="2295599" y="1217296"/>
                    </a:lnTo>
                    <a:lnTo>
                      <a:pt x="2294965" y="1216027"/>
                    </a:lnTo>
                    <a:lnTo>
                      <a:pt x="2294965" y="1215392"/>
                    </a:lnTo>
                    <a:lnTo>
                      <a:pt x="2295599" y="1214123"/>
                    </a:lnTo>
                    <a:lnTo>
                      <a:pt x="2296869" y="1208411"/>
                    </a:lnTo>
                    <a:lnTo>
                      <a:pt x="2297504" y="1207141"/>
                    </a:lnTo>
                    <a:lnTo>
                      <a:pt x="2298138" y="1206507"/>
                    </a:lnTo>
                    <a:lnTo>
                      <a:pt x="2299408" y="1204603"/>
                    </a:lnTo>
                    <a:lnTo>
                      <a:pt x="2300042" y="1203968"/>
                    </a:lnTo>
                    <a:lnTo>
                      <a:pt x="2300677" y="1203968"/>
                    </a:lnTo>
                    <a:lnTo>
                      <a:pt x="2301311" y="1204603"/>
                    </a:lnTo>
                    <a:lnTo>
                      <a:pt x="2301946" y="1204603"/>
                    </a:lnTo>
                    <a:lnTo>
                      <a:pt x="2302581" y="1203968"/>
                    </a:lnTo>
                    <a:lnTo>
                      <a:pt x="2302581" y="1203334"/>
                    </a:lnTo>
                    <a:lnTo>
                      <a:pt x="2302581" y="1200795"/>
                    </a:lnTo>
                    <a:lnTo>
                      <a:pt x="2302581" y="1199525"/>
                    </a:lnTo>
                    <a:lnTo>
                      <a:pt x="2303216" y="1198891"/>
                    </a:lnTo>
                    <a:lnTo>
                      <a:pt x="2303850" y="1198256"/>
                    </a:lnTo>
                    <a:lnTo>
                      <a:pt x="2305120" y="1197621"/>
                    </a:lnTo>
                    <a:lnTo>
                      <a:pt x="2303216" y="1195717"/>
                    </a:lnTo>
                    <a:lnTo>
                      <a:pt x="2303216" y="1195083"/>
                    </a:lnTo>
                    <a:lnTo>
                      <a:pt x="2301946" y="1191910"/>
                    </a:lnTo>
                    <a:lnTo>
                      <a:pt x="2301946" y="1190640"/>
                    </a:lnTo>
                    <a:lnTo>
                      <a:pt x="2301946" y="1188736"/>
                    </a:lnTo>
                    <a:lnTo>
                      <a:pt x="2301946" y="1186832"/>
                    </a:lnTo>
                    <a:lnTo>
                      <a:pt x="2301946" y="1185563"/>
                    </a:lnTo>
                    <a:lnTo>
                      <a:pt x="2303216" y="1184293"/>
                    </a:lnTo>
                    <a:lnTo>
                      <a:pt x="2304485" y="1184293"/>
                    </a:lnTo>
                    <a:lnTo>
                      <a:pt x="2305754" y="1185563"/>
                    </a:lnTo>
                    <a:lnTo>
                      <a:pt x="2306389" y="1187467"/>
                    </a:lnTo>
                    <a:lnTo>
                      <a:pt x="2307658" y="1194448"/>
                    </a:lnTo>
                    <a:lnTo>
                      <a:pt x="2308928" y="1193813"/>
                    </a:lnTo>
                    <a:lnTo>
                      <a:pt x="2309562" y="1193813"/>
                    </a:lnTo>
                    <a:lnTo>
                      <a:pt x="2310197" y="1195083"/>
                    </a:lnTo>
                    <a:lnTo>
                      <a:pt x="2310197" y="1195717"/>
                    </a:lnTo>
                    <a:lnTo>
                      <a:pt x="2308928" y="1196352"/>
                    </a:lnTo>
                    <a:lnTo>
                      <a:pt x="2308928" y="1196987"/>
                    </a:lnTo>
                    <a:lnTo>
                      <a:pt x="2308928" y="1198256"/>
                    </a:lnTo>
                    <a:lnTo>
                      <a:pt x="2309562" y="1198891"/>
                    </a:lnTo>
                    <a:lnTo>
                      <a:pt x="2310197" y="1198891"/>
                    </a:lnTo>
                    <a:lnTo>
                      <a:pt x="2310831" y="1199525"/>
                    </a:lnTo>
                    <a:lnTo>
                      <a:pt x="2310831" y="1201430"/>
                    </a:lnTo>
                    <a:lnTo>
                      <a:pt x="2310831" y="1202699"/>
                    </a:lnTo>
                    <a:lnTo>
                      <a:pt x="2311466" y="1205237"/>
                    </a:lnTo>
                    <a:lnTo>
                      <a:pt x="2311466" y="1209045"/>
                    </a:lnTo>
                    <a:lnTo>
                      <a:pt x="2312101" y="1210315"/>
                    </a:lnTo>
                    <a:lnTo>
                      <a:pt x="2312736" y="1210315"/>
                    </a:lnTo>
                    <a:lnTo>
                      <a:pt x="2313370" y="1209045"/>
                    </a:lnTo>
                    <a:lnTo>
                      <a:pt x="2314005" y="1207141"/>
                    </a:lnTo>
                    <a:lnTo>
                      <a:pt x="2314640" y="1205872"/>
                    </a:lnTo>
                    <a:lnTo>
                      <a:pt x="2314005" y="1204603"/>
                    </a:lnTo>
                    <a:lnTo>
                      <a:pt x="2314640" y="1203334"/>
                    </a:lnTo>
                    <a:lnTo>
                      <a:pt x="2315274" y="1201430"/>
                    </a:lnTo>
                    <a:lnTo>
                      <a:pt x="2315274" y="1199525"/>
                    </a:lnTo>
                    <a:lnTo>
                      <a:pt x="2315909" y="1198891"/>
                    </a:lnTo>
                    <a:lnTo>
                      <a:pt x="2315909" y="1197621"/>
                    </a:lnTo>
                    <a:lnTo>
                      <a:pt x="2315909" y="1196352"/>
                    </a:lnTo>
                    <a:lnTo>
                      <a:pt x="2315909" y="1195083"/>
                    </a:lnTo>
                    <a:lnTo>
                      <a:pt x="2316544" y="1194448"/>
                    </a:lnTo>
                    <a:lnTo>
                      <a:pt x="2319082" y="1190640"/>
                    </a:lnTo>
                    <a:lnTo>
                      <a:pt x="2320986" y="1189371"/>
                    </a:lnTo>
                    <a:lnTo>
                      <a:pt x="2322890" y="1188736"/>
                    </a:lnTo>
                    <a:lnTo>
                      <a:pt x="2324794" y="1189371"/>
                    </a:lnTo>
                    <a:lnTo>
                      <a:pt x="2324160" y="1191275"/>
                    </a:lnTo>
                    <a:lnTo>
                      <a:pt x="2321621" y="1195083"/>
                    </a:lnTo>
                    <a:lnTo>
                      <a:pt x="2320986" y="1196352"/>
                    </a:lnTo>
                    <a:lnTo>
                      <a:pt x="2321621" y="1198891"/>
                    </a:lnTo>
                    <a:lnTo>
                      <a:pt x="2323525" y="1198891"/>
                    </a:lnTo>
                    <a:lnTo>
                      <a:pt x="2326064" y="1196987"/>
                    </a:lnTo>
                    <a:lnTo>
                      <a:pt x="2326064" y="1198891"/>
                    </a:lnTo>
                    <a:lnTo>
                      <a:pt x="2327333" y="1198891"/>
                    </a:lnTo>
                    <a:lnTo>
                      <a:pt x="2329872" y="1197621"/>
                    </a:lnTo>
                    <a:lnTo>
                      <a:pt x="2331141" y="1198256"/>
                    </a:lnTo>
                    <a:lnTo>
                      <a:pt x="2333045" y="1200795"/>
                    </a:lnTo>
                    <a:lnTo>
                      <a:pt x="2334314" y="1201430"/>
                    </a:lnTo>
                    <a:lnTo>
                      <a:pt x="2336218" y="1201430"/>
                    </a:lnTo>
                    <a:lnTo>
                      <a:pt x="2338757" y="1198891"/>
                    </a:lnTo>
                    <a:lnTo>
                      <a:pt x="2340026" y="1198256"/>
                    </a:lnTo>
                    <a:lnTo>
                      <a:pt x="2340661" y="1198256"/>
                    </a:lnTo>
                    <a:lnTo>
                      <a:pt x="2341930" y="1198891"/>
                    </a:lnTo>
                    <a:lnTo>
                      <a:pt x="2342565" y="1198891"/>
                    </a:lnTo>
                    <a:lnTo>
                      <a:pt x="2343200" y="1198891"/>
                    </a:lnTo>
                    <a:lnTo>
                      <a:pt x="2343834" y="1198256"/>
                    </a:lnTo>
                    <a:lnTo>
                      <a:pt x="2344469" y="1198256"/>
                    </a:lnTo>
                    <a:lnTo>
                      <a:pt x="2345104" y="1198891"/>
                    </a:lnTo>
                    <a:lnTo>
                      <a:pt x="2344469" y="1199525"/>
                    </a:lnTo>
                    <a:lnTo>
                      <a:pt x="2343834" y="1200160"/>
                    </a:lnTo>
                    <a:lnTo>
                      <a:pt x="2343834" y="1200795"/>
                    </a:lnTo>
                    <a:lnTo>
                      <a:pt x="2344469" y="1201430"/>
                    </a:lnTo>
                    <a:lnTo>
                      <a:pt x="2345104" y="1201430"/>
                    </a:lnTo>
                    <a:lnTo>
                      <a:pt x="2348912" y="1197621"/>
                    </a:lnTo>
                    <a:lnTo>
                      <a:pt x="2349546" y="1196352"/>
                    </a:lnTo>
                    <a:lnTo>
                      <a:pt x="2348277" y="1195717"/>
                    </a:lnTo>
                    <a:lnTo>
                      <a:pt x="2349546" y="1195083"/>
                    </a:lnTo>
                    <a:lnTo>
                      <a:pt x="2350181" y="1193813"/>
                    </a:lnTo>
                    <a:lnTo>
                      <a:pt x="2350181" y="1191910"/>
                    </a:lnTo>
                    <a:lnTo>
                      <a:pt x="2349546" y="1190005"/>
                    </a:lnTo>
                    <a:lnTo>
                      <a:pt x="2350816" y="1190005"/>
                    </a:lnTo>
                    <a:lnTo>
                      <a:pt x="2352085" y="1191275"/>
                    </a:lnTo>
                    <a:lnTo>
                      <a:pt x="2353989" y="1195717"/>
                    </a:lnTo>
                    <a:lnTo>
                      <a:pt x="2355258" y="1197621"/>
                    </a:lnTo>
                    <a:lnTo>
                      <a:pt x="2355893" y="1196987"/>
                    </a:lnTo>
                    <a:lnTo>
                      <a:pt x="2357162" y="1193179"/>
                    </a:lnTo>
                    <a:lnTo>
                      <a:pt x="2356528" y="1192544"/>
                    </a:lnTo>
                    <a:lnTo>
                      <a:pt x="2356528" y="1191910"/>
                    </a:lnTo>
                    <a:lnTo>
                      <a:pt x="2356528" y="1191275"/>
                    </a:lnTo>
                    <a:lnTo>
                      <a:pt x="2356528" y="1190640"/>
                    </a:lnTo>
                    <a:lnTo>
                      <a:pt x="2355893" y="1190640"/>
                    </a:lnTo>
                    <a:lnTo>
                      <a:pt x="2353989" y="1190005"/>
                    </a:lnTo>
                    <a:lnTo>
                      <a:pt x="2353989" y="1189371"/>
                    </a:lnTo>
                    <a:lnTo>
                      <a:pt x="2355893" y="1188736"/>
                    </a:lnTo>
                    <a:lnTo>
                      <a:pt x="2357162" y="1186197"/>
                    </a:lnTo>
                    <a:lnTo>
                      <a:pt x="2357797" y="1183024"/>
                    </a:lnTo>
                    <a:lnTo>
                      <a:pt x="2357797" y="1179851"/>
                    </a:lnTo>
                    <a:lnTo>
                      <a:pt x="2359066" y="1174139"/>
                    </a:lnTo>
                    <a:lnTo>
                      <a:pt x="2359701" y="1173504"/>
                    </a:lnTo>
                    <a:lnTo>
                      <a:pt x="2360971" y="1174139"/>
                    </a:lnTo>
                    <a:lnTo>
                      <a:pt x="2361605" y="1174139"/>
                    </a:lnTo>
                    <a:lnTo>
                      <a:pt x="2360971" y="1176677"/>
                    </a:lnTo>
                    <a:lnTo>
                      <a:pt x="2362240" y="1177312"/>
                    </a:lnTo>
                    <a:lnTo>
                      <a:pt x="2365413" y="1176677"/>
                    </a:lnTo>
                    <a:lnTo>
                      <a:pt x="2366683" y="1176043"/>
                    </a:lnTo>
                    <a:lnTo>
                      <a:pt x="2367952" y="1174139"/>
                    </a:lnTo>
                    <a:lnTo>
                      <a:pt x="2370491" y="1168427"/>
                    </a:lnTo>
                    <a:lnTo>
                      <a:pt x="2370491" y="1167792"/>
                    </a:lnTo>
                    <a:lnTo>
                      <a:pt x="2370491" y="1166523"/>
                    </a:lnTo>
                    <a:lnTo>
                      <a:pt x="2369856" y="1165253"/>
                    </a:lnTo>
                    <a:lnTo>
                      <a:pt x="2369221" y="1164618"/>
                    </a:lnTo>
                    <a:lnTo>
                      <a:pt x="2368586" y="1164618"/>
                    </a:lnTo>
                    <a:lnTo>
                      <a:pt x="2367952" y="1164618"/>
                    </a:lnTo>
                    <a:lnTo>
                      <a:pt x="2367317" y="1166523"/>
                    </a:lnTo>
                    <a:lnTo>
                      <a:pt x="2366048" y="1171600"/>
                    </a:lnTo>
                    <a:lnTo>
                      <a:pt x="2364778" y="1172869"/>
                    </a:lnTo>
                    <a:lnTo>
                      <a:pt x="2365413" y="1169696"/>
                    </a:lnTo>
                    <a:lnTo>
                      <a:pt x="2365413" y="1168427"/>
                    </a:lnTo>
                    <a:lnTo>
                      <a:pt x="2364778" y="1167157"/>
                    </a:lnTo>
                    <a:lnTo>
                      <a:pt x="2364144" y="1166523"/>
                    </a:lnTo>
                    <a:lnTo>
                      <a:pt x="2361605" y="1165888"/>
                    </a:lnTo>
                    <a:lnTo>
                      <a:pt x="2360336" y="1165253"/>
                    </a:lnTo>
                    <a:lnTo>
                      <a:pt x="2362240" y="1163984"/>
                    </a:lnTo>
                    <a:lnTo>
                      <a:pt x="2364144" y="1163349"/>
                    </a:lnTo>
                    <a:lnTo>
                      <a:pt x="2364144" y="1162715"/>
                    </a:lnTo>
                    <a:lnTo>
                      <a:pt x="2362240" y="1162080"/>
                    </a:lnTo>
                    <a:lnTo>
                      <a:pt x="2360336" y="1163349"/>
                    </a:lnTo>
                    <a:lnTo>
                      <a:pt x="2357797" y="1167157"/>
                    </a:lnTo>
                    <a:lnTo>
                      <a:pt x="2356528" y="1169061"/>
                    </a:lnTo>
                    <a:lnTo>
                      <a:pt x="2355258" y="1170331"/>
                    </a:lnTo>
                    <a:lnTo>
                      <a:pt x="2353354" y="1170965"/>
                    </a:lnTo>
                    <a:lnTo>
                      <a:pt x="2351450" y="1171600"/>
                    </a:lnTo>
                    <a:lnTo>
                      <a:pt x="2352085" y="1170331"/>
                    </a:lnTo>
                    <a:lnTo>
                      <a:pt x="2352720" y="1169696"/>
                    </a:lnTo>
                    <a:lnTo>
                      <a:pt x="2353354" y="1169061"/>
                    </a:lnTo>
                    <a:lnTo>
                      <a:pt x="2353989" y="1168427"/>
                    </a:lnTo>
                    <a:lnTo>
                      <a:pt x="2354624" y="1167157"/>
                    </a:lnTo>
                    <a:lnTo>
                      <a:pt x="2354624" y="1165888"/>
                    </a:lnTo>
                    <a:lnTo>
                      <a:pt x="2354624" y="1164618"/>
                    </a:lnTo>
                    <a:lnTo>
                      <a:pt x="2353354" y="1163984"/>
                    </a:lnTo>
                    <a:lnTo>
                      <a:pt x="2352720" y="1163349"/>
                    </a:lnTo>
                    <a:lnTo>
                      <a:pt x="2352720" y="1162080"/>
                    </a:lnTo>
                    <a:lnTo>
                      <a:pt x="2353354" y="1160811"/>
                    </a:lnTo>
                    <a:lnTo>
                      <a:pt x="2354624" y="1160811"/>
                    </a:lnTo>
                    <a:lnTo>
                      <a:pt x="2355258" y="1161445"/>
                    </a:lnTo>
                    <a:lnTo>
                      <a:pt x="2355893" y="1163349"/>
                    </a:lnTo>
                    <a:lnTo>
                      <a:pt x="2356528" y="1163984"/>
                    </a:lnTo>
                    <a:lnTo>
                      <a:pt x="2357162" y="1163984"/>
                    </a:lnTo>
                    <a:lnTo>
                      <a:pt x="2357797" y="1162715"/>
                    </a:lnTo>
                    <a:lnTo>
                      <a:pt x="2359701" y="1161445"/>
                    </a:lnTo>
                    <a:lnTo>
                      <a:pt x="2361605" y="1159541"/>
                    </a:lnTo>
                    <a:lnTo>
                      <a:pt x="2362874" y="1157003"/>
                    </a:lnTo>
                    <a:lnTo>
                      <a:pt x="2362240" y="1154464"/>
                    </a:lnTo>
                    <a:lnTo>
                      <a:pt x="2361605" y="1153829"/>
                    </a:lnTo>
                    <a:lnTo>
                      <a:pt x="2360971" y="1154464"/>
                    </a:lnTo>
                    <a:lnTo>
                      <a:pt x="2360336" y="1154464"/>
                    </a:lnTo>
                    <a:lnTo>
                      <a:pt x="2359701" y="1152560"/>
                    </a:lnTo>
                    <a:lnTo>
                      <a:pt x="2360336" y="1151291"/>
                    </a:lnTo>
                    <a:lnTo>
                      <a:pt x="2361605" y="1150656"/>
                    </a:lnTo>
                    <a:lnTo>
                      <a:pt x="2362240" y="1151291"/>
                    </a:lnTo>
                    <a:lnTo>
                      <a:pt x="2362240" y="1153194"/>
                    </a:lnTo>
                    <a:lnTo>
                      <a:pt x="2363509" y="1153829"/>
                    </a:lnTo>
                    <a:lnTo>
                      <a:pt x="2364778" y="1153829"/>
                    </a:lnTo>
                    <a:lnTo>
                      <a:pt x="2366048" y="1153194"/>
                    </a:lnTo>
                    <a:lnTo>
                      <a:pt x="2366683" y="1151925"/>
                    </a:lnTo>
                    <a:lnTo>
                      <a:pt x="2366048" y="1150656"/>
                    </a:lnTo>
                    <a:lnTo>
                      <a:pt x="2364144" y="1147483"/>
                    </a:lnTo>
                    <a:lnTo>
                      <a:pt x="2363509" y="1146848"/>
                    </a:lnTo>
                    <a:lnTo>
                      <a:pt x="2364778" y="1146848"/>
                    </a:lnTo>
                    <a:lnTo>
                      <a:pt x="2367317" y="1148117"/>
                    </a:lnTo>
                    <a:lnTo>
                      <a:pt x="2368586" y="1148117"/>
                    </a:lnTo>
                    <a:lnTo>
                      <a:pt x="2367952" y="1145578"/>
                    </a:lnTo>
                    <a:lnTo>
                      <a:pt x="2368586" y="1145578"/>
                    </a:lnTo>
                    <a:lnTo>
                      <a:pt x="2370491" y="1147483"/>
                    </a:lnTo>
                    <a:lnTo>
                      <a:pt x="2371760" y="1147483"/>
                    </a:lnTo>
                    <a:lnTo>
                      <a:pt x="2373029" y="1146848"/>
                    </a:lnTo>
                    <a:lnTo>
                      <a:pt x="2373664" y="1145578"/>
                    </a:lnTo>
                    <a:lnTo>
                      <a:pt x="2373664" y="1143674"/>
                    </a:lnTo>
                    <a:lnTo>
                      <a:pt x="2375568" y="1143674"/>
                    </a:lnTo>
                    <a:lnTo>
                      <a:pt x="2376203" y="1143040"/>
                    </a:lnTo>
                    <a:lnTo>
                      <a:pt x="2376203" y="1141136"/>
                    </a:lnTo>
                    <a:lnTo>
                      <a:pt x="2375568" y="1140501"/>
                    </a:lnTo>
                    <a:lnTo>
                      <a:pt x="2374298" y="1141136"/>
                    </a:lnTo>
                    <a:lnTo>
                      <a:pt x="2373029" y="1141136"/>
                    </a:lnTo>
                    <a:lnTo>
                      <a:pt x="2372395" y="1139232"/>
                    </a:lnTo>
                    <a:lnTo>
                      <a:pt x="2373029" y="1139232"/>
                    </a:lnTo>
                    <a:lnTo>
                      <a:pt x="2373664" y="1138597"/>
                    </a:lnTo>
                    <a:lnTo>
                      <a:pt x="2374298" y="1137963"/>
                    </a:lnTo>
                    <a:lnTo>
                      <a:pt x="2374298" y="1137328"/>
                    </a:lnTo>
                    <a:lnTo>
                      <a:pt x="2374298" y="1136058"/>
                    </a:lnTo>
                    <a:lnTo>
                      <a:pt x="2373664" y="1135424"/>
                    </a:lnTo>
                    <a:lnTo>
                      <a:pt x="2373029" y="1135424"/>
                    </a:lnTo>
                    <a:lnTo>
                      <a:pt x="2372395" y="1134789"/>
                    </a:lnTo>
                    <a:lnTo>
                      <a:pt x="2371760" y="1134154"/>
                    </a:lnTo>
                    <a:lnTo>
                      <a:pt x="2371760" y="1133520"/>
                    </a:lnTo>
                    <a:lnTo>
                      <a:pt x="2371125" y="1132885"/>
                    </a:lnTo>
                    <a:lnTo>
                      <a:pt x="2370491" y="1132250"/>
                    </a:lnTo>
                    <a:lnTo>
                      <a:pt x="2369856" y="1132250"/>
                    </a:lnTo>
                    <a:lnTo>
                      <a:pt x="2368586" y="1133520"/>
                    </a:lnTo>
                    <a:lnTo>
                      <a:pt x="2367952" y="1133520"/>
                    </a:lnTo>
                    <a:lnTo>
                      <a:pt x="2368586" y="1129712"/>
                    </a:lnTo>
                    <a:lnTo>
                      <a:pt x="2367952" y="1129077"/>
                    </a:lnTo>
                    <a:lnTo>
                      <a:pt x="2367317" y="1128443"/>
                    </a:lnTo>
                    <a:lnTo>
                      <a:pt x="2366683" y="1126538"/>
                    </a:lnTo>
                    <a:lnTo>
                      <a:pt x="2366048" y="1126538"/>
                    </a:lnTo>
                    <a:lnTo>
                      <a:pt x="2364144" y="1128443"/>
                    </a:lnTo>
                    <a:lnTo>
                      <a:pt x="2363509" y="1129077"/>
                    </a:lnTo>
                    <a:lnTo>
                      <a:pt x="2363509" y="1131616"/>
                    </a:lnTo>
                    <a:lnTo>
                      <a:pt x="2363509" y="1134789"/>
                    </a:lnTo>
                    <a:lnTo>
                      <a:pt x="2362874" y="1137328"/>
                    </a:lnTo>
                    <a:lnTo>
                      <a:pt x="2361605" y="1136693"/>
                    </a:lnTo>
                    <a:lnTo>
                      <a:pt x="2361605" y="1136058"/>
                    </a:lnTo>
                    <a:lnTo>
                      <a:pt x="2361605" y="1134789"/>
                    </a:lnTo>
                    <a:lnTo>
                      <a:pt x="2361605" y="1133520"/>
                    </a:lnTo>
                    <a:lnTo>
                      <a:pt x="2361605" y="1132250"/>
                    </a:lnTo>
                    <a:lnTo>
                      <a:pt x="2360971" y="1131616"/>
                    </a:lnTo>
                    <a:lnTo>
                      <a:pt x="2360336" y="1132250"/>
                    </a:lnTo>
                    <a:lnTo>
                      <a:pt x="2359701" y="1132885"/>
                    </a:lnTo>
                    <a:lnTo>
                      <a:pt x="2359701" y="1134154"/>
                    </a:lnTo>
                    <a:lnTo>
                      <a:pt x="2359701" y="1134789"/>
                    </a:lnTo>
                    <a:lnTo>
                      <a:pt x="2359066" y="1135424"/>
                    </a:lnTo>
                    <a:lnTo>
                      <a:pt x="2359066" y="1136058"/>
                    </a:lnTo>
                    <a:lnTo>
                      <a:pt x="2359066" y="1136693"/>
                    </a:lnTo>
                    <a:lnTo>
                      <a:pt x="2359066" y="1137328"/>
                    </a:lnTo>
                    <a:lnTo>
                      <a:pt x="2359066" y="1137963"/>
                    </a:lnTo>
                    <a:lnTo>
                      <a:pt x="2359066" y="1138597"/>
                    </a:lnTo>
                    <a:lnTo>
                      <a:pt x="2359066" y="1139867"/>
                    </a:lnTo>
                    <a:lnTo>
                      <a:pt x="2359066" y="1141136"/>
                    </a:lnTo>
                    <a:lnTo>
                      <a:pt x="2359066" y="1142405"/>
                    </a:lnTo>
                    <a:lnTo>
                      <a:pt x="2358432" y="1143674"/>
                    </a:lnTo>
                    <a:lnTo>
                      <a:pt x="2357162" y="1144309"/>
                    </a:lnTo>
                    <a:lnTo>
                      <a:pt x="2356528" y="1141771"/>
                    </a:lnTo>
                    <a:lnTo>
                      <a:pt x="2355893" y="1139232"/>
                    </a:lnTo>
                    <a:lnTo>
                      <a:pt x="2353989" y="1139867"/>
                    </a:lnTo>
                    <a:lnTo>
                      <a:pt x="2353354" y="1140501"/>
                    </a:lnTo>
                    <a:lnTo>
                      <a:pt x="2352085" y="1141136"/>
                    </a:lnTo>
                    <a:lnTo>
                      <a:pt x="2351450" y="1141136"/>
                    </a:lnTo>
                    <a:lnTo>
                      <a:pt x="2351450" y="1139867"/>
                    </a:lnTo>
                    <a:lnTo>
                      <a:pt x="2352085" y="1138597"/>
                    </a:lnTo>
                    <a:lnTo>
                      <a:pt x="2351450" y="1138597"/>
                    </a:lnTo>
                    <a:lnTo>
                      <a:pt x="2349546" y="1139232"/>
                    </a:lnTo>
                    <a:lnTo>
                      <a:pt x="2350181" y="1137963"/>
                    </a:lnTo>
                    <a:lnTo>
                      <a:pt x="2348912" y="1137328"/>
                    </a:lnTo>
                    <a:lnTo>
                      <a:pt x="2347642" y="1137328"/>
                    </a:lnTo>
                    <a:lnTo>
                      <a:pt x="2346373" y="1136693"/>
                    </a:lnTo>
                    <a:lnTo>
                      <a:pt x="2346373" y="1135424"/>
                    </a:lnTo>
                    <a:lnTo>
                      <a:pt x="2344469" y="1134789"/>
                    </a:lnTo>
                    <a:lnTo>
                      <a:pt x="2342565" y="1136693"/>
                    </a:lnTo>
                    <a:lnTo>
                      <a:pt x="2340661" y="1139232"/>
                    </a:lnTo>
                    <a:lnTo>
                      <a:pt x="2338122" y="1141136"/>
                    </a:lnTo>
                    <a:lnTo>
                      <a:pt x="2336218" y="1144309"/>
                    </a:lnTo>
                    <a:lnTo>
                      <a:pt x="2334949" y="1144944"/>
                    </a:lnTo>
                    <a:lnTo>
                      <a:pt x="2334314" y="1144309"/>
                    </a:lnTo>
                    <a:lnTo>
                      <a:pt x="2334314" y="1142405"/>
                    </a:lnTo>
                    <a:lnTo>
                      <a:pt x="2334949" y="1140501"/>
                    </a:lnTo>
                    <a:lnTo>
                      <a:pt x="2335584" y="1139232"/>
                    </a:lnTo>
                    <a:lnTo>
                      <a:pt x="2338122" y="1135424"/>
                    </a:lnTo>
                    <a:lnTo>
                      <a:pt x="2341930" y="1131616"/>
                    </a:lnTo>
                    <a:lnTo>
                      <a:pt x="2343834" y="1129077"/>
                    </a:lnTo>
                    <a:lnTo>
                      <a:pt x="2345104" y="1128443"/>
                    </a:lnTo>
                    <a:lnTo>
                      <a:pt x="2346373" y="1128443"/>
                    </a:lnTo>
                    <a:lnTo>
                      <a:pt x="2347008" y="1130347"/>
                    </a:lnTo>
                    <a:lnTo>
                      <a:pt x="2347642" y="1131616"/>
                    </a:lnTo>
                    <a:lnTo>
                      <a:pt x="2350181" y="1130981"/>
                    </a:lnTo>
                    <a:lnTo>
                      <a:pt x="2350181" y="1132250"/>
                    </a:lnTo>
                    <a:lnTo>
                      <a:pt x="2350181" y="1132885"/>
                    </a:lnTo>
                    <a:lnTo>
                      <a:pt x="2351450" y="1133520"/>
                    </a:lnTo>
                    <a:lnTo>
                      <a:pt x="2352720" y="1132250"/>
                    </a:lnTo>
                    <a:lnTo>
                      <a:pt x="2355893" y="1125904"/>
                    </a:lnTo>
                    <a:lnTo>
                      <a:pt x="2356528" y="1125904"/>
                    </a:lnTo>
                    <a:lnTo>
                      <a:pt x="2357162" y="1125269"/>
                    </a:lnTo>
                    <a:lnTo>
                      <a:pt x="2357797" y="1124634"/>
                    </a:lnTo>
                    <a:lnTo>
                      <a:pt x="2358432" y="1124000"/>
                    </a:lnTo>
                    <a:lnTo>
                      <a:pt x="2357797" y="1123365"/>
                    </a:lnTo>
                    <a:lnTo>
                      <a:pt x="2357797" y="1122730"/>
                    </a:lnTo>
                    <a:lnTo>
                      <a:pt x="2357797" y="1122096"/>
                    </a:lnTo>
                    <a:lnTo>
                      <a:pt x="2357797" y="1121461"/>
                    </a:lnTo>
                    <a:lnTo>
                      <a:pt x="2357162" y="1120192"/>
                    </a:lnTo>
                    <a:lnTo>
                      <a:pt x="2355893" y="1118923"/>
                    </a:lnTo>
                    <a:lnTo>
                      <a:pt x="2355258" y="1118288"/>
                    </a:lnTo>
                    <a:lnTo>
                      <a:pt x="2354624" y="1116384"/>
                    </a:lnTo>
                    <a:lnTo>
                      <a:pt x="2354624" y="1114480"/>
                    </a:lnTo>
                    <a:lnTo>
                      <a:pt x="2354624" y="1112576"/>
                    </a:lnTo>
                    <a:lnTo>
                      <a:pt x="2355258" y="1111306"/>
                    </a:lnTo>
                    <a:lnTo>
                      <a:pt x="2355258" y="1110672"/>
                    </a:lnTo>
                    <a:lnTo>
                      <a:pt x="2353354" y="1111941"/>
                    </a:lnTo>
                    <a:lnTo>
                      <a:pt x="2351450" y="1115114"/>
                    </a:lnTo>
                    <a:lnTo>
                      <a:pt x="2350181" y="1118288"/>
                    </a:lnTo>
                    <a:lnTo>
                      <a:pt x="2350181" y="1120827"/>
                    </a:lnTo>
                    <a:lnTo>
                      <a:pt x="2349546" y="1122096"/>
                    </a:lnTo>
                    <a:lnTo>
                      <a:pt x="2348912" y="1122730"/>
                    </a:lnTo>
                    <a:lnTo>
                      <a:pt x="2348277" y="1122730"/>
                    </a:lnTo>
                    <a:lnTo>
                      <a:pt x="2347642" y="1123365"/>
                    </a:lnTo>
                    <a:lnTo>
                      <a:pt x="2346373" y="1125904"/>
                    </a:lnTo>
                    <a:lnTo>
                      <a:pt x="2345738" y="1126538"/>
                    </a:lnTo>
                    <a:lnTo>
                      <a:pt x="2345104" y="1122730"/>
                    </a:lnTo>
                    <a:lnTo>
                      <a:pt x="2345104" y="1121461"/>
                    </a:lnTo>
                    <a:lnTo>
                      <a:pt x="2346373" y="1120827"/>
                    </a:lnTo>
                    <a:lnTo>
                      <a:pt x="2346373" y="1120192"/>
                    </a:lnTo>
                    <a:lnTo>
                      <a:pt x="2345738" y="1117653"/>
                    </a:lnTo>
                    <a:lnTo>
                      <a:pt x="2345738" y="1117018"/>
                    </a:lnTo>
                    <a:lnTo>
                      <a:pt x="2345738" y="1115749"/>
                    </a:lnTo>
                    <a:lnTo>
                      <a:pt x="2346373" y="1115114"/>
                    </a:lnTo>
                    <a:lnTo>
                      <a:pt x="2347642" y="1114480"/>
                    </a:lnTo>
                    <a:lnTo>
                      <a:pt x="2347642" y="1113845"/>
                    </a:lnTo>
                    <a:lnTo>
                      <a:pt x="2347008" y="1113210"/>
                    </a:lnTo>
                    <a:lnTo>
                      <a:pt x="2346373" y="1112576"/>
                    </a:lnTo>
                    <a:lnTo>
                      <a:pt x="2345738" y="1112576"/>
                    </a:lnTo>
                    <a:lnTo>
                      <a:pt x="2345738" y="1111941"/>
                    </a:lnTo>
                    <a:lnTo>
                      <a:pt x="2346373" y="1111941"/>
                    </a:lnTo>
                    <a:lnTo>
                      <a:pt x="2346373" y="1111306"/>
                    </a:lnTo>
                    <a:lnTo>
                      <a:pt x="2343200" y="1111306"/>
                    </a:lnTo>
                    <a:lnTo>
                      <a:pt x="2343200" y="1111306"/>
                    </a:lnTo>
                    <a:lnTo>
                      <a:pt x="2342565" y="1112576"/>
                    </a:lnTo>
                    <a:lnTo>
                      <a:pt x="2341930" y="1112576"/>
                    </a:lnTo>
                    <a:lnTo>
                      <a:pt x="2340661" y="1112576"/>
                    </a:lnTo>
                    <a:lnTo>
                      <a:pt x="2339392" y="1113210"/>
                    </a:lnTo>
                    <a:lnTo>
                      <a:pt x="2338757" y="1113845"/>
                    </a:lnTo>
                    <a:lnTo>
                      <a:pt x="2337488" y="1115114"/>
                    </a:lnTo>
                    <a:lnTo>
                      <a:pt x="2336853" y="1115749"/>
                    </a:lnTo>
                    <a:lnTo>
                      <a:pt x="2336218" y="1115749"/>
                    </a:lnTo>
                    <a:lnTo>
                      <a:pt x="2336218" y="1116384"/>
                    </a:lnTo>
                    <a:lnTo>
                      <a:pt x="2336218" y="1117653"/>
                    </a:lnTo>
                    <a:lnTo>
                      <a:pt x="2336218" y="1118923"/>
                    </a:lnTo>
                    <a:lnTo>
                      <a:pt x="2336218" y="1119557"/>
                    </a:lnTo>
                    <a:lnTo>
                      <a:pt x="2335584" y="1120192"/>
                    </a:lnTo>
                    <a:lnTo>
                      <a:pt x="2334314" y="1120827"/>
                    </a:lnTo>
                    <a:lnTo>
                      <a:pt x="2333045" y="1122096"/>
                    </a:lnTo>
                    <a:lnTo>
                      <a:pt x="2332410" y="1122730"/>
                    </a:lnTo>
                    <a:lnTo>
                      <a:pt x="2331776" y="1122730"/>
                    </a:lnTo>
                    <a:lnTo>
                      <a:pt x="2329872" y="1122730"/>
                    </a:lnTo>
                    <a:lnTo>
                      <a:pt x="2329872" y="1122096"/>
                    </a:lnTo>
                    <a:lnTo>
                      <a:pt x="2330506" y="1121461"/>
                    </a:lnTo>
                    <a:lnTo>
                      <a:pt x="2331141" y="1120192"/>
                    </a:lnTo>
                    <a:lnTo>
                      <a:pt x="2331776" y="1117653"/>
                    </a:lnTo>
                    <a:lnTo>
                      <a:pt x="2332410" y="1116384"/>
                    </a:lnTo>
                    <a:lnTo>
                      <a:pt x="2333680" y="1114480"/>
                    </a:lnTo>
                    <a:lnTo>
                      <a:pt x="2334314" y="1113210"/>
                    </a:lnTo>
                    <a:lnTo>
                      <a:pt x="2335584" y="1111306"/>
                    </a:lnTo>
                    <a:lnTo>
                      <a:pt x="2340026" y="1110037"/>
                    </a:lnTo>
                    <a:lnTo>
                      <a:pt x="2341930" y="1108768"/>
                    </a:lnTo>
                    <a:lnTo>
                      <a:pt x="2341296" y="1107498"/>
                    </a:lnTo>
                    <a:lnTo>
                      <a:pt x="2340661" y="1107498"/>
                    </a:lnTo>
                    <a:lnTo>
                      <a:pt x="2337488" y="1109403"/>
                    </a:lnTo>
                    <a:lnTo>
                      <a:pt x="2336853" y="1109403"/>
                    </a:lnTo>
                    <a:lnTo>
                      <a:pt x="2336853" y="1109403"/>
                    </a:lnTo>
                    <a:lnTo>
                      <a:pt x="2336218" y="1108768"/>
                    </a:lnTo>
                    <a:lnTo>
                      <a:pt x="2335584" y="1108768"/>
                    </a:lnTo>
                    <a:lnTo>
                      <a:pt x="2333680" y="1109403"/>
                    </a:lnTo>
                    <a:lnTo>
                      <a:pt x="2331776" y="1110672"/>
                    </a:lnTo>
                    <a:lnTo>
                      <a:pt x="2329872" y="1111941"/>
                    </a:lnTo>
                    <a:lnTo>
                      <a:pt x="2327968" y="1111306"/>
                    </a:lnTo>
                    <a:lnTo>
                      <a:pt x="2333680" y="1106864"/>
                    </a:lnTo>
                    <a:lnTo>
                      <a:pt x="2336853" y="1105594"/>
                    </a:lnTo>
                    <a:lnTo>
                      <a:pt x="2340026" y="1104960"/>
                    </a:lnTo>
                    <a:lnTo>
                      <a:pt x="2341296" y="1105594"/>
                    </a:lnTo>
                    <a:lnTo>
                      <a:pt x="2343834" y="1107498"/>
                    </a:lnTo>
                    <a:lnTo>
                      <a:pt x="2345104" y="1107498"/>
                    </a:lnTo>
                    <a:lnTo>
                      <a:pt x="2346373" y="1106864"/>
                    </a:lnTo>
                    <a:lnTo>
                      <a:pt x="2345738" y="1105594"/>
                    </a:lnTo>
                    <a:lnTo>
                      <a:pt x="2343200" y="1103056"/>
                    </a:lnTo>
                    <a:lnTo>
                      <a:pt x="2344469" y="1103056"/>
                    </a:lnTo>
                    <a:lnTo>
                      <a:pt x="2346373" y="1103690"/>
                    </a:lnTo>
                    <a:lnTo>
                      <a:pt x="2347642" y="1103690"/>
                    </a:lnTo>
                    <a:lnTo>
                      <a:pt x="2348277" y="1103056"/>
                    </a:lnTo>
                    <a:lnTo>
                      <a:pt x="2348277" y="1101786"/>
                    </a:lnTo>
                    <a:lnTo>
                      <a:pt x="2348277" y="1099882"/>
                    </a:lnTo>
                    <a:lnTo>
                      <a:pt x="2348277" y="1097978"/>
                    </a:lnTo>
                    <a:lnTo>
                      <a:pt x="2348912" y="1096709"/>
                    </a:lnTo>
                    <a:lnTo>
                      <a:pt x="2349546" y="1096074"/>
                    </a:lnTo>
                    <a:lnTo>
                      <a:pt x="2349546" y="1095440"/>
                    </a:lnTo>
                    <a:lnTo>
                      <a:pt x="2348912" y="1094170"/>
                    </a:lnTo>
                    <a:lnTo>
                      <a:pt x="2347008" y="1091631"/>
                    </a:lnTo>
                    <a:lnTo>
                      <a:pt x="2350181" y="1090997"/>
                    </a:lnTo>
                    <a:lnTo>
                      <a:pt x="2351450" y="1090997"/>
                    </a:lnTo>
                    <a:lnTo>
                      <a:pt x="2353354" y="1092266"/>
                    </a:lnTo>
                    <a:lnTo>
                      <a:pt x="2353989" y="1092266"/>
                    </a:lnTo>
                    <a:lnTo>
                      <a:pt x="2354624" y="1091631"/>
                    </a:lnTo>
                    <a:lnTo>
                      <a:pt x="2355893" y="1089728"/>
                    </a:lnTo>
                    <a:lnTo>
                      <a:pt x="2356528" y="1088458"/>
                    </a:lnTo>
                    <a:lnTo>
                      <a:pt x="2357797" y="1084016"/>
                    </a:lnTo>
                    <a:lnTo>
                      <a:pt x="2357797" y="1082746"/>
                    </a:lnTo>
                    <a:lnTo>
                      <a:pt x="2357797" y="1081477"/>
                    </a:lnTo>
                    <a:lnTo>
                      <a:pt x="2357797" y="1080208"/>
                    </a:lnTo>
                    <a:lnTo>
                      <a:pt x="2358432" y="1079573"/>
                    </a:lnTo>
                    <a:lnTo>
                      <a:pt x="2356528" y="1077669"/>
                    </a:lnTo>
                    <a:lnTo>
                      <a:pt x="2353989" y="1078304"/>
                    </a:lnTo>
                    <a:lnTo>
                      <a:pt x="2351450" y="1080208"/>
                    </a:lnTo>
                    <a:lnTo>
                      <a:pt x="2349546" y="1082111"/>
                    </a:lnTo>
                    <a:lnTo>
                      <a:pt x="2347008" y="1086554"/>
                    </a:lnTo>
                    <a:lnTo>
                      <a:pt x="2345104" y="1087824"/>
                    </a:lnTo>
                    <a:lnTo>
                      <a:pt x="2343200" y="1087189"/>
                    </a:lnTo>
                    <a:lnTo>
                      <a:pt x="2343200" y="1086554"/>
                    </a:lnTo>
                    <a:lnTo>
                      <a:pt x="2345104" y="1085285"/>
                    </a:lnTo>
                    <a:lnTo>
                      <a:pt x="2345738" y="1084650"/>
                    </a:lnTo>
                    <a:lnTo>
                      <a:pt x="2346373" y="1084016"/>
                    </a:lnTo>
                    <a:lnTo>
                      <a:pt x="2347008" y="1082111"/>
                    </a:lnTo>
                    <a:lnTo>
                      <a:pt x="2347642" y="1081477"/>
                    </a:lnTo>
                    <a:lnTo>
                      <a:pt x="2347008" y="1080842"/>
                    </a:lnTo>
                    <a:lnTo>
                      <a:pt x="2345738" y="1080842"/>
                    </a:lnTo>
                    <a:lnTo>
                      <a:pt x="2345104" y="1080208"/>
                    </a:lnTo>
                    <a:lnTo>
                      <a:pt x="2345738" y="1079573"/>
                    </a:lnTo>
                    <a:lnTo>
                      <a:pt x="2350181" y="1078304"/>
                    </a:lnTo>
                    <a:lnTo>
                      <a:pt x="2351450" y="1077034"/>
                    </a:lnTo>
                    <a:lnTo>
                      <a:pt x="2352720" y="1076400"/>
                    </a:lnTo>
                    <a:lnTo>
                      <a:pt x="2355893" y="1075130"/>
                    </a:lnTo>
                    <a:lnTo>
                      <a:pt x="2357797" y="1073861"/>
                    </a:lnTo>
                    <a:lnTo>
                      <a:pt x="2358432" y="1073226"/>
                    </a:lnTo>
                    <a:lnTo>
                      <a:pt x="2359066" y="1073861"/>
                    </a:lnTo>
                    <a:lnTo>
                      <a:pt x="2359066" y="1075765"/>
                    </a:lnTo>
                    <a:lnTo>
                      <a:pt x="2359701" y="1076400"/>
                    </a:lnTo>
                    <a:lnTo>
                      <a:pt x="2360336" y="1077669"/>
                    </a:lnTo>
                    <a:lnTo>
                      <a:pt x="2360971" y="1078938"/>
                    </a:lnTo>
                    <a:lnTo>
                      <a:pt x="2362240" y="1080842"/>
                    </a:lnTo>
                    <a:lnTo>
                      <a:pt x="2362874" y="1082111"/>
                    </a:lnTo>
                    <a:lnTo>
                      <a:pt x="2363509" y="1082746"/>
                    </a:lnTo>
                    <a:lnTo>
                      <a:pt x="2364144" y="1082746"/>
                    </a:lnTo>
                    <a:lnTo>
                      <a:pt x="2365413" y="1082746"/>
                    </a:lnTo>
                    <a:lnTo>
                      <a:pt x="2366683" y="1081477"/>
                    </a:lnTo>
                    <a:lnTo>
                      <a:pt x="2367317" y="1078938"/>
                    </a:lnTo>
                    <a:lnTo>
                      <a:pt x="2368586" y="1073226"/>
                    </a:lnTo>
                    <a:lnTo>
                      <a:pt x="2371125" y="1068149"/>
                    </a:lnTo>
                    <a:lnTo>
                      <a:pt x="2373029" y="1065610"/>
                    </a:lnTo>
                    <a:lnTo>
                      <a:pt x="2374298" y="1064341"/>
                    </a:lnTo>
                    <a:lnTo>
                      <a:pt x="2374933" y="1063706"/>
                    </a:lnTo>
                    <a:lnTo>
                      <a:pt x="2376837" y="1059263"/>
                    </a:lnTo>
                    <a:lnTo>
                      <a:pt x="2377472" y="1056090"/>
                    </a:lnTo>
                    <a:lnTo>
                      <a:pt x="2378106" y="1054821"/>
                    </a:lnTo>
                    <a:lnTo>
                      <a:pt x="2378741" y="1054186"/>
                    </a:lnTo>
                    <a:lnTo>
                      <a:pt x="2379376" y="1054821"/>
                    </a:lnTo>
                    <a:lnTo>
                      <a:pt x="2379376" y="1056725"/>
                    </a:lnTo>
                    <a:lnTo>
                      <a:pt x="2377472" y="1061167"/>
                    </a:lnTo>
                    <a:lnTo>
                      <a:pt x="2378106" y="1061802"/>
                    </a:lnTo>
                    <a:lnTo>
                      <a:pt x="2378741" y="1061167"/>
                    </a:lnTo>
                    <a:lnTo>
                      <a:pt x="2380011" y="1059263"/>
                    </a:lnTo>
                    <a:lnTo>
                      <a:pt x="2380645" y="1061167"/>
                    </a:lnTo>
                    <a:lnTo>
                      <a:pt x="2380011" y="1062437"/>
                    </a:lnTo>
                    <a:lnTo>
                      <a:pt x="2378106" y="1063706"/>
                    </a:lnTo>
                    <a:lnTo>
                      <a:pt x="2377472" y="1064976"/>
                    </a:lnTo>
                    <a:lnTo>
                      <a:pt x="2376203" y="1068149"/>
                    </a:lnTo>
                    <a:lnTo>
                      <a:pt x="2375568" y="1068784"/>
                    </a:lnTo>
                    <a:lnTo>
                      <a:pt x="2374298" y="1070053"/>
                    </a:lnTo>
                    <a:lnTo>
                      <a:pt x="2372395" y="1072591"/>
                    </a:lnTo>
                    <a:lnTo>
                      <a:pt x="2371125" y="1075130"/>
                    </a:lnTo>
                    <a:lnTo>
                      <a:pt x="2370491" y="1077669"/>
                    </a:lnTo>
                    <a:lnTo>
                      <a:pt x="2370491" y="1077669"/>
                    </a:lnTo>
                    <a:lnTo>
                      <a:pt x="2371125" y="1078304"/>
                    </a:lnTo>
                    <a:lnTo>
                      <a:pt x="2370491" y="1079573"/>
                    </a:lnTo>
                    <a:lnTo>
                      <a:pt x="2369856" y="1082746"/>
                    </a:lnTo>
                    <a:lnTo>
                      <a:pt x="2369221" y="1084650"/>
                    </a:lnTo>
                    <a:lnTo>
                      <a:pt x="2368586" y="1085285"/>
                    </a:lnTo>
                    <a:lnTo>
                      <a:pt x="2367317" y="1085920"/>
                    </a:lnTo>
                    <a:lnTo>
                      <a:pt x="2366683" y="1086554"/>
                    </a:lnTo>
                    <a:lnTo>
                      <a:pt x="2366683" y="1087189"/>
                    </a:lnTo>
                    <a:lnTo>
                      <a:pt x="2366683" y="1087824"/>
                    </a:lnTo>
                    <a:lnTo>
                      <a:pt x="2366683" y="1087824"/>
                    </a:lnTo>
                    <a:lnTo>
                      <a:pt x="2366683" y="1088458"/>
                    </a:lnTo>
                    <a:lnTo>
                      <a:pt x="2364778" y="1090997"/>
                    </a:lnTo>
                    <a:lnTo>
                      <a:pt x="2364144" y="1092266"/>
                    </a:lnTo>
                    <a:lnTo>
                      <a:pt x="2364778" y="1092901"/>
                    </a:lnTo>
                    <a:lnTo>
                      <a:pt x="2366048" y="1092901"/>
                    </a:lnTo>
                    <a:lnTo>
                      <a:pt x="2370491" y="1096074"/>
                    </a:lnTo>
                    <a:lnTo>
                      <a:pt x="2371125" y="1096709"/>
                    </a:lnTo>
                    <a:lnTo>
                      <a:pt x="2371760" y="1097344"/>
                    </a:lnTo>
                    <a:lnTo>
                      <a:pt x="2372395" y="1097978"/>
                    </a:lnTo>
                    <a:lnTo>
                      <a:pt x="2373029" y="1099882"/>
                    </a:lnTo>
                    <a:lnTo>
                      <a:pt x="2373664" y="1101152"/>
                    </a:lnTo>
                    <a:lnTo>
                      <a:pt x="2374298" y="1102421"/>
                    </a:lnTo>
                    <a:lnTo>
                      <a:pt x="2374933" y="1103056"/>
                    </a:lnTo>
                    <a:lnTo>
                      <a:pt x="2378741" y="1103690"/>
                    </a:lnTo>
                    <a:lnTo>
                      <a:pt x="2379376" y="1103690"/>
                    </a:lnTo>
                    <a:lnTo>
                      <a:pt x="2380011" y="1102421"/>
                    </a:lnTo>
                    <a:lnTo>
                      <a:pt x="2380645" y="1102421"/>
                    </a:lnTo>
                    <a:lnTo>
                      <a:pt x="2380645" y="1101786"/>
                    </a:lnTo>
                    <a:lnTo>
                      <a:pt x="2380011" y="1101152"/>
                    </a:lnTo>
                    <a:lnTo>
                      <a:pt x="2379376" y="1100517"/>
                    </a:lnTo>
                    <a:lnTo>
                      <a:pt x="2379376" y="1100517"/>
                    </a:lnTo>
                    <a:lnTo>
                      <a:pt x="2379376" y="1100517"/>
                    </a:lnTo>
                    <a:lnTo>
                      <a:pt x="2377472" y="1099882"/>
                    </a:lnTo>
                    <a:lnTo>
                      <a:pt x="2379376" y="1097344"/>
                    </a:lnTo>
                    <a:lnTo>
                      <a:pt x="2379376" y="1096074"/>
                    </a:lnTo>
                    <a:lnTo>
                      <a:pt x="2378106" y="1095440"/>
                    </a:lnTo>
                    <a:lnTo>
                      <a:pt x="2378106" y="1094805"/>
                    </a:lnTo>
                    <a:lnTo>
                      <a:pt x="2378106" y="1094805"/>
                    </a:lnTo>
                    <a:lnTo>
                      <a:pt x="2378106" y="1094170"/>
                    </a:lnTo>
                    <a:lnTo>
                      <a:pt x="2378741" y="1094170"/>
                    </a:lnTo>
                    <a:lnTo>
                      <a:pt x="2380645" y="1092266"/>
                    </a:lnTo>
                    <a:lnTo>
                      <a:pt x="2381915" y="1091631"/>
                    </a:lnTo>
                    <a:lnTo>
                      <a:pt x="2381915" y="1092266"/>
                    </a:lnTo>
                    <a:lnTo>
                      <a:pt x="2381280" y="1093536"/>
                    </a:lnTo>
                    <a:lnTo>
                      <a:pt x="2380645" y="1095440"/>
                    </a:lnTo>
                    <a:lnTo>
                      <a:pt x="2380645" y="1097344"/>
                    </a:lnTo>
                    <a:lnTo>
                      <a:pt x="2380645" y="1098613"/>
                    </a:lnTo>
                    <a:lnTo>
                      <a:pt x="2381280" y="1098613"/>
                    </a:lnTo>
                    <a:lnTo>
                      <a:pt x="2382549" y="1097978"/>
                    </a:lnTo>
                    <a:lnTo>
                      <a:pt x="2383184" y="1097978"/>
                    </a:lnTo>
                    <a:lnTo>
                      <a:pt x="2382549" y="1101786"/>
                    </a:lnTo>
                    <a:lnTo>
                      <a:pt x="2383184" y="1102421"/>
                    </a:lnTo>
                    <a:lnTo>
                      <a:pt x="2385723" y="1101786"/>
                    </a:lnTo>
                    <a:lnTo>
                      <a:pt x="2386357" y="1101152"/>
                    </a:lnTo>
                    <a:lnTo>
                      <a:pt x="2386357" y="1099248"/>
                    </a:lnTo>
                    <a:lnTo>
                      <a:pt x="2385723" y="1096709"/>
                    </a:lnTo>
                    <a:lnTo>
                      <a:pt x="2385088" y="1095440"/>
                    </a:lnTo>
                    <a:lnTo>
                      <a:pt x="2385088" y="1092901"/>
                    </a:lnTo>
                    <a:lnTo>
                      <a:pt x="2385088" y="1091631"/>
                    </a:lnTo>
                    <a:lnTo>
                      <a:pt x="2384453" y="1091631"/>
                    </a:lnTo>
                    <a:lnTo>
                      <a:pt x="2383818" y="1091631"/>
                    </a:lnTo>
                    <a:lnTo>
                      <a:pt x="2383184" y="1091631"/>
                    </a:lnTo>
                    <a:lnTo>
                      <a:pt x="2383184" y="1090997"/>
                    </a:lnTo>
                    <a:lnTo>
                      <a:pt x="2383184" y="1090362"/>
                    </a:lnTo>
                    <a:lnTo>
                      <a:pt x="2383818" y="1089728"/>
                    </a:lnTo>
                    <a:lnTo>
                      <a:pt x="2383818" y="1089093"/>
                    </a:lnTo>
                    <a:lnTo>
                      <a:pt x="2383818" y="1088458"/>
                    </a:lnTo>
                    <a:lnTo>
                      <a:pt x="2383818" y="1087824"/>
                    </a:lnTo>
                    <a:lnTo>
                      <a:pt x="2383818" y="1087189"/>
                    </a:lnTo>
                    <a:lnTo>
                      <a:pt x="2383184" y="1086554"/>
                    </a:lnTo>
                    <a:lnTo>
                      <a:pt x="2382549" y="1086554"/>
                    </a:lnTo>
                    <a:lnTo>
                      <a:pt x="2381280" y="1086554"/>
                    </a:lnTo>
                    <a:lnTo>
                      <a:pt x="2380645" y="1086554"/>
                    </a:lnTo>
                    <a:lnTo>
                      <a:pt x="2380645" y="1085920"/>
                    </a:lnTo>
                    <a:lnTo>
                      <a:pt x="2381280" y="1085285"/>
                    </a:lnTo>
                    <a:lnTo>
                      <a:pt x="2382549" y="1084650"/>
                    </a:lnTo>
                    <a:lnTo>
                      <a:pt x="2383184" y="1083381"/>
                    </a:lnTo>
                    <a:lnTo>
                      <a:pt x="2383818" y="1080842"/>
                    </a:lnTo>
                    <a:lnTo>
                      <a:pt x="2384453" y="1077669"/>
                    </a:lnTo>
                    <a:lnTo>
                      <a:pt x="2384453" y="1075130"/>
                    </a:lnTo>
                    <a:lnTo>
                      <a:pt x="2384453" y="1074496"/>
                    </a:lnTo>
                    <a:lnTo>
                      <a:pt x="2383818" y="1073861"/>
                    </a:lnTo>
                    <a:lnTo>
                      <a:pt x="2383184" y="1073226"/>
                    </a:lnTo>
                    <a:lnTo>
                      <a:pt x="2383184" y="1071957"/>
                    </a:lnTo>
                    <a:lnTo>
                      <a:pt x="2383818" y="1071322"/>
                    </a:lnTo>
                    <a:lnTo>
                      <a:pt x="2384453" y="1071322"/>
                    </a:lnTo>
                    <a:lnTo>
                      <a:pt x="2385088" y="1071322"/>
                    </a:lnTo>
                    <a:lnTo>
                      <a:pt x="2385723" y="1071957"/>
                    </a:lnTo>
                    <a:lnTo>
                      <a:pt x="2385088" y="1073226"/>
                    </a:lnTo>
                    <a:lnTo>
                      <a:pt x="2385088" y="1074496"/>
                    </a:lnTo>
                    <a:lnTo>
                      <a:pt x="2385723" y="1076400"/>
                    </a:lnTo>
                    <a:lnTo>
                      <a:pt x="2386357" y="1077669"/>
                    </a:lnTo>
                    <a:lnTo>
                      <a:pt x="2386992" y="1078304"/>
                    </a:lnTo>
                    <a:lnTo>
                      <a:pt x="2387627" y="1078304"/>
                    </a:lnTo>
                    <a:lnTo>
                      <a:pt x="2388261" y="1078938"/>
                    </a:lnTo>
                    <a:lnTo>
                      <a:pt x="2388261" y="1080208"/>
                    </a:lnTo>
                    <a:lnTo>
                      <a:pt x="2388261" y="1080842"/>
                    </a:lnTo>
                    <a:lnTo>
                      <a:pt x="2386992" y="1082111"/>
                    </a:lnTo>
                    <a:lnTo>
                      <a:pt x="2386357" y="1082746"/>
                    </a:lnTo>
                    <a:lnTo>
                      <a:pt x="2386992" y="1085285"/>
                    </a:lnTo>
                    <a:lnTo>
                      <a:pt x="2386992" y="1086554"/>
                    </a:lnTo>
                    <a:lnTo>
                      <a:pt x="2386357" y="1087824"/>
                    </a:lnTo>
                    <a:lnTo>
                      <a:pt x="2386357" y="1089728"/>
                    </a:lnTo>
                    <a:lnTo>
                      <a:pt x="2386992" y="1097344"/>
                    </a:lnTo>
                    <a:lnTo>
                      <a:pt x="2388261" y="1097978"/>
                    </a:lnTo>
                    <a:lnTo>
                      <a:pt x="2388896" y="1096074"/>
                    </a:lnTo>
                    <a:lnTo>
                      <a:pt x="2389531" y="1091631"/>
                    </a:lnTo>
                    <a:lnTo>
                      <a:pt x="2390800" y="1087824"/>
                    </a:lnTo>
                    <a:lnTo>
                      <a:pt x="2391435" y="1086554"/>
                    </a:lnTo>
                    <a:lnTo>
                      <a:pt x="2392704" y="1085920"/>
                    </a:lnTo>
                    <a:lnTo>
                      <a:pt x="2392069" y="1087189"/>
                    </a:lnTo>
                    <a:lnTo>
                      <a:pt x="2391435" y="1089093"/>
                    </a:lnTo>
                    <a:lnTo>
                      <a:pt x="2391435" y="1090997"/>
                    </a:lnTo>
                    <a:lnTo>
                      <a:pt x="2392069" y="1091631"/>
                    </a:lnTo>
                    <a:lnTo>
                      <a:pt x="2392704" y="1090997"/>
                    </a:lnTo>
                    <a:lnTo>
                      <a:pt x="2393339" y="1089093"/>
                    </a:lnTo>
                    <a:lnTo>
                      <a:pt x="2393973" y="1087824"/>
                    </a:lnTo>
                    <a:lnTo>
                      <a:pt x="2395243" y="1088458"/>
                    </a:lnTo>
                    <a:lnTo>
                      <a:pt x="2392704" y="1094805"/>
                    </a:lnTo>
                    <a:lnTo>
                      <a:pt x="2392069" y="1097344"/>
                    </a:lnTo>
                    <a:lnTo>
                      <a:pt x="2393339" y="1096709"/>
                    </a:lnTo>
                    <a:lnTo>
                      <a:pt x="2394608" y="1096074"/>
                    </a:lnTo>
                    <a:lnTo>
                      <a:pt x="2395877" y="1096074"/>
                    </a:lnTo>
                    <a:lnTo>
                      <a:pt x="2396512" y="1097344"/>
                    </a:lnTo>
                    <a:lnTo>
                      <a:pt x="2397147" y="1097978"/>
                    </a:lnTo>
                    <a:lnTo>
                      <a:pt x="2398416" y="1096709"/>
                    </a:lnTo>
                    <a:lnTo>
                      <a:pt x="2400320" y="1094170"/>
                    </a:lnTo>
                    <a:lnTo>
                      <a:pt x="2399685" y="1093536"/>
                    </a:lnTo>
                    <a:lnTo>
                      <a:pt x="2402224" y="1093536"/>
                    </a:lnTo>
                    <a:lnTo>
                      <a:pt x="2402859" y="1092901"/>
                    </a:lnTo>
                    <a:lnTo>
                      <a:pt x="2402859" y="1090997"/>
                    </a:lnTo>
                    <a:lnTo>
                      <a:pt x="2402224" y="1089728"/>
                    </a:lnTo>
                    <a:lnTo>
                      <a:pt x="2400955" y="1087824"/>
                    </a:lnTo>
                    <a:lnTo>
                      <a:pt x="2400320" y="1086554"/>
                    </a:lnTo>
                    <a:lnTo>
                      <a:pt x="2400320" y="1085285"/>
                    </a:lnTo>
                    <a:lnTo>
                      <a:pt x="2400955" y="1085285"/>
                    </a:lnTo>
                    <a:lnTo>
                      <a:pt x="2401589" y="1086554"/>
                    </a:lnTo>
                    <a:lnTo>
                      <a:pt x="2402224" y="1086554"/>
                    </a:lnTo>
                    <a:lnTo>
                      <a:pt x="2404128" y="1084016"/>
                    </a:lnTo>
                    <a:lnTo>
                      <a:pt x="2404128" y="1084016"/>
                    </a:lnTo>
                    <a:lnTo>
                      <a:pt x="2404128" y="1084650"/>
                    </a:lnTo>
                    <a:lnTo>
                      <a:pt x="2404128" y="1085920"/>
                    </a:lnTo>
                    <a:lnTo>
                      <a:pt x="2404128" y="1087824"/>
                    </a:lnTo>
                    <a:lnTo>
                      <a:pt x="2404763" y="1089093"/>
                    </a:lnTo>
                    <a:lnTo>
                      <a:pt x="2405397" y="1089728"/>
                    </a:lnTo>
                    <a:lnTo>
                      <a:pt x="2406667" y="1089728"/>
                    </a:lnTo>
                    <a:lnTo>
                      <a:pt x="2407301" y="1089093"/>
                    </a:lnTo>
                    <a:lnTo>
                      <a:pt x="2407301" y="1087824"/>
                    </a:lnTo>
                    <a:lnTo>
                      <a:pt x="2406667" y="1086554"/>
                    </a:lnTo>
                    <a:lnTo>
                      <a:pt x="2406667" y="1084650"/>
                    </a:lnTo>
                    <a:lnTo>
                      <a:pt x="2407936" y="1083381"/>
                    </a:lnTo>
                    <a:lnTo>
                      <a:pt x="2408571" y="1082111"/>
                    </a:lnTo>
                    <a:lnTo>
                      <a:pt x="2409205" y="1082111"/>
                    </a:lnTo>
                    <a:lnTo>
                      <a:pt x="2411744" y="1082746"/>
                    </a:lnTo>
                    <a:lnTo>
                      <a:pt x="2411744" y="1083381"/>
                    </a:lnTo>
                    <a:lnTo>
                      <a:pt x="2411744" y="1084650"/>
                    </a:lnTo>
                    <a:lnTo>
                      <a:pt x="2411109" y="1085920"/>
                    </a:lnTo>
                    <a:lnTo>
                      <a:pt x="2411744" y="1085920"/>
                    </a:lnTo>
                    <a:lnTo>
                      <a:pt x="2412379" y="1085285"/>
                    </a:lnTo>
                    <a:lnTo>
                      <a:pt x="2413013" y="1084016"/>
                    </a:lnTo>
                    <a:lnTo>
                      <a:pt x="2413013" y="1084016"/>
                    </a:lnTo>
                    <a:lnTo>
                      <a:pt x="2413013" y="1083381"/>
                    </a:lnTo>
                    <a:lnTo>
                      <a:pt x="2413013" y="1082746"/>
                    </a:lnTo>
                    <a:lnTo>
                      <a:pt x="2413013" y="1082111"/>
                    </a:lnTo>
                    <a:lnTo>
                      <a:pt x="2413013" y="1082111"/>
                    </a:lnTo>
                    <a:lnTo>
                      <a:pt x="2414283" y="1082111"/>
                    </a:lnTo>
                    <a:lnTo>
                      <a:pt x="2414917" y="1082746"/>
                    </a:lnTo>
                    <a:lnTo>
                      <a:pt x="2414283" y="1084650"/>
                    </a:lnTo>
                    <a:lnTo>
                      <a:pt x="2412379" y="1087824"/>
                    </a:lnTo>
                    <a:lnTo>
                      <a:pt x="2413648" y="1088458"/>
                    </a:lnTo>
                    <a:lnTo>
                      <a:pt x="2414917" y="1088458"/>
                    </a:lnTo>
                    <a:lnTo>
                      <a:pt x="2416187" y="1087824"/>
                    </a:lnTo>
                    <a:lnTo>
                      <a:pt x="2418091" y="1086554"/>
                    </a:lnTo>
                    <a:lnTo>
                      <a:pt x="2419360" y="1085285"/>
                    </a:lnTo>
                    <a:lnTo>
                      <a:pt x="2419995" y="1084016"/>
                    </a:lnTo>
                    <a:lnTo>
                      <a:pt x="2420629" y="1081477"/>
                    </a:lnTo>
                    <a:lnTo>
                      <a:pt x="2422533" y="1078304"/>
                    </a:lnTo>
                    <a:lnTo>
                      <a:pt x="2426976" y="1074496"/>
                    </a:lnTo>
                    <a:lnTo>
                      <a:pt x="2428880" y="1071957"/>
                    </a:lnTo>
                    <a:lnTo>
                      <a:pt x="2430784" y="1068149"/>
                    </a:lnTo>
                    <a:lnTo>
                      <a:pt x="2432053" y="1066880"/>
                    </a:lnTo>
                    <a:lnTo>
                      <a:pt x="2433323" y="1066245"/>
                    </a:lnTo>
                    <a:lnTo>
                      <a:pt x="2437765" y="1066245"/>
                    </a:lnTo>
                    <a:lnTo>
                      <a:pt x="2440939" y="1065610"/>
                    </a:lnTo>
                    <a:lnTo>
                      <a:pt x="2443478" y="1065610"/>
                    </a:lnTo>
                    <a:lnTo>
                      <a:pt x="2446016" y="1064976"/>
                    </a:lnTo>
                    <a:lnTo>
                      <a:pt x="2447285" y="1064976"/>
                    </a:lnTo>
                    <a:lnTo>
                      <a:pt x="2448555" y="1065610"/>
                    </a:lnTo>
                    <a:lnTo>
                      <a:pt x="2451093" y="1068149"/>
                    </a:lnTo>
                    <a:lnTo>
                      <a:pt x="2448555" y="1070053"/>
                    </a:lnTo>
                    <a:lnTo>
                      <a:pt x="2434592" y="1071322"/>
                    </a:lnTo>
                    <a:lnTo>
                      <a:pt x="2430149" y="1073226"/>
                    </a:lnTo>
                    <a:lnTo>
                      <a:pt x="2430784" y="1074496"/>
                    </a:lnTo>
                    <a:lnTo>
                      <a:pt x="2432053" y="1075130"/>
                    </a:lnTo>
                    <a:lnTo>
                      <a:pt x="2434592" y="1075765"/>
                    </a:lnTo>
                    <a:lnTo>
                      <a:pt x="2434592" y="1076400"/>
                    </a:lnTo>
                    <a:lnTo>
                      <a:pt x="2434592" y="1077669"/>
                    </a:lnTo>
                    <a:lnTo>
                      <a:pt x="2434592" y="1078304"/>
                    </a:lnTo>
                    <a:lnTo>
                      <a:pt x="2433323" y="1077669"/>
                    </a:lnTo>
                    <a:lnTo>
                      <a:pt x="2430784" y="1077034"/>
                    </a:lnTo>
                    <a:lnTo>
                      <a:pt x="2430149" y="1077034"/>
                    </a:lnTo>
                    <a:lnTo>
                      <a:pt x="2429515" y="1077669"/>
                    </a:lnTo>
                    <a:lnTo>
                      <a:pt x="2428880" y="1080208"/>
                    </a:lnTo>
                    <a:lnTo>
                      <a:pt x="2428880" y="1081477"/>
                    </a:lnTo>
                    <a:lnTo>
                      <a:pt x="2428880" y="1084016"/>
                    </a:lnTo>
                    <a:lnTo>
                      <a:pt x="2430784" y="1085285"/>
                    </a:lnTo>
                    <a:lnTo>
                      <a:pt x="2433323" y="1085920"/>
                    </a:lnTo>
                    <a:lnTo>
                      <a:pt x="2435227" y="1086554"/>
                    </a:lnTo>
                    <a:lnTo>
                      <a:pt x="2434592" y="1087189"/>
                    </a:lnTo>
                    <a:lnTo>
                      <a:pt x="2430149" y="1086554"/>
                    </a:lnTo>
                    <a:lnTo>
                      <a:pt x="2428880" y="1085285"/>
                    </a:lnTo>
                    <a:lnTo>
                      <a:pt x="2428245" y="1084650"/>
                    </a:lnTo>
                    <a:lnTo>
                      <a:pt x="2426976" y="1084650"/>
                    </a:lnTo>
                    <a:lnTo>
                      <a:pt x="2426976" y="1085920"/>
                    </a:lnTo>
                    <a:lnTo>
                      <a:pt x="2428245" y="1087824"/>
                    </a:lnTo>
                    <a:lnTo>
                      <a:pt x="2428245" y="1089093"/>
                    </a:lnTo>
                    <a:lnTo>
                      <a:pt x="2428245" y="1089728"/>
                    </a:lnTo>
                    <a:lnTo>
                      <a:pt x="2428880" y="1089728"/>
                    </a:lnTo>
                    <a:lnTo>
                      <a:pt x="2429515" y="1090362"/>
                    </a:lnTo>
                    <a:lnTo>
                      <a:pt x="2430149" y="1092266"/>
                    </a:lnTo>
                    <a:lnTo>
                      <a:pt x="2430149" y="1092266"/>
                    </a:lnTo>
                    <a:lnTo>
                      <a:pt x="2431419" y="1092901"/>
                    </a:lnTo>
                    <a:lnTo>
                      <a:pt x="2432053" y="1092901"/>
                    </a:lnTo>
                    <a:lnTo>
                      <a:pt x="2432688" y="1092266"/>
                    </a:lnTo>
                    <a:lnTo>
                      <a:pt x="2433323" y="1091631"/>
                    </a:lnTo>
                    <a:lnTo>
                      <a:pt x="2433958" y="1091631"/>
                    </a:lnTo>
                    <a:lnTo>
                      <a:pt x="2434592" y="1092266"/>
                    </a:lnTo>
                    <a:lnTo>
                      <a:pt x="2435227" y="1092901"/>
                    </a:lnTo>
                    <a:lnTo>
                      <a:pt x="2435227" y="1093536"/>
                    </a:lnTo>
                    <a:lnTo>
                      <a:pt x="2435227" y="1094170"/>
                    </a:lnTo>
                    <a:lnTo>
                      <a:pt x="2434592" y="1095440"/>
                    </a:lnTo>
                    <a:lnTo>
                      <a:pt x="2434592" y="1097344"/>
                    </a:lnTo>
                    <a:lnTo>
                      <a:pt x="2434592" y="1097978"/>
                    </a:lnTo>
                    <a:lnTo>
                      <a:pt x="2435227" y="1097344"/>
                    </a:lnTo>
                    <a:lnTo>
                      <a:pt x="2435861" y="1096074"/>
                    </a:lnTo>
                    <a:lnTo>
                      <a:pt x="2436496" y="1094805"/>
                    </a:lnTo>
                    <a:lnTo>
                      <a:pt x="2437765" y="1094805"/>
                    </a:lnTo>
                    <a:lnTo>
                      <a:pt x="2438400" y="1095440"/>
                    </a:lnTo>
                    <a:lnTo>
                      <a:pt x="2438400" y="1097344"/>
                    </a:lnTo>
                    <a:lnTo>
                      <a:pt x="2440939" y="1097978"/>
                    </a:lnTo>
                    <a:lnTo>
                      <a:pt x="2446651" y="1094170"/>
                    </a:lnTo>
                    <a:lnTo>
                      <a:pt x="2446651" y="1095440"/>
                    </a:lnTo>
                    <a:lnTo>
                      <a:pt x="2446651" y="1096074"/>
                    </a:lnTo>
                    <a:lnTo>
                      <a:pt x="2446651" y="1096709"/>
                    </a:lnTo>
                    <a:lnTo>
                      <a:pt x="2446651" y="1097344"/>
                    </a:lnTo>
                    <a:lnTo>
                      <a:pt x="2448555" y="1096709"/>
                    </a:lnTo>
                    <a:lnTo>
                      <a:pt x="2450459" y="1094805"/>
                    </a:lnTo>
                    <a:lnTo>
                      <a:pt x="2451728" y="1092266"/>
                    </a:lnTo>
                    <a:lnTo>
                      <a:pt x="2452998" y="1089093"/>
                    </a:lnTo>
                    <a:lnTo>
                      <a:pt x="2454267" y="1088458"/>
                    </a:lnTo>
                    <a:lnTo>
                      <a:pt x="2461883" y="1092901"/>
                    </a:lnTo>
                    <a:lnTo>
                      <a:pt x="2456171" y="1092266"/>
                    </a:lnTo>
                    <a:lnTo>
                      <a:pt x="2454902" y="1092901"/>
                    </a:lnTo>
                    <a:lnTo>
                      <a:pt x="2454267" y="1094170"/>
                    </a:lnTo>
                    <a:lnTo>
                      <a:pt x="2454902" y="1094805"/>
                    </a:lnTo>
                    <a:lnTo>
                      <a:pt x="2456805" y="1094805"/>
                    </a:lnTo>
                    <a:lnTo>
                      <a:pt x="2456805" y="1095440"/>
                    </a:lnTo>
                    <a:lnTo>
                      <a:pt x="2453632" y="1096709"/>
                    </a:lnTo>
                    <a:lnTo>
                      <a:pt x="2449824" y="1099248"/>
                    </a:lnTo>
                    <a:lnTo>
                      <a:pt x="2447920" y="1099882"/>
                    </a:lnTo>
                    <a:lnTo>
                      <a:pt x="2446016" y="1101152"/>
                    </a:lnTo>
                    <a:lnTo>
                      <a:pt x="2445381" y="1101786"/>
                    </a:lnTo>
                    <a:lnTo>
                      <a:pt x="2442843" y="1101152"/>
                    </a:lnTo>
                    <a:lnTo>
                      <a:pt x="2441573" y="1101152"/>
                    </a:lnTo>
                    <a:lnTo>
                      <a:pt x="2440304" y="1101786"/>
                    </a:lnTo>
                    <a:lnTo>
                      <a:pt x="2440939" y="1101786"/>
                    </a:lnTo>
                    <a:lnTo>
                      <a:pt x="2442208" y="1101786"/>
                    </a:lnTo>
                    <a:lnTo>
                      <a:pt x="2442843" y="1102421"/>
                    </a:lnTo>
                    <a:lnTo>
                      <a:pt x="2442843" y="1103690"/>
                    </a:lnTo>
                    <a:lnTo>
                      <a:pt x="2442208" y="1104325"/>
                    </a:lnTo>
                    <a:lnTo>
                      <a:pt x="2440304" y="1103056"/>
                    </a:lnTo>
                    <a:lnTo>
                      <a:pt x="2439035" y="1104325"/>
                    </a:lnTo>
                    <a:lnTo>
                      <a:pt x="2437131" y="1103056"/>
                    </a:lnTo>
                    <a:lnTo>
                      <a:pt x="2436496" y="1103056"/>
                    </a:lnTo>
                    <a:lnTo>
                      <a:pt x="2435861" y="1103690"/>
                    </a:lnTo>
                    <a:lnTo>
                      <a:pt x="2435861" y="1104960"/>
                    </a:lnTo>
                    <a:lnTo>
                      <a:pt x="2435861" y="1107498"/>
                    </a:lnTo>
                    <a:lnTo>
                      <a:pt x="2435227" y="1106229"/>
                    </a:lnTo>
                    <a:lnTo>
                      <a:pt x="2433958" y="1105594"/>
                    </a:lnTo>
                    <a:lnTo>
                      <a:pt x="2432688" y="1105594"/>
                    </a:lnTo>
                    <a:lnTo>
                      <a:pt x="2432053" y="1106229"/>
                    </a:lnTo>
                    <a:lnTo>
                      <a:pt x="2433958" y="1108133"/>
                    </a:lnTo>
                    <a:lnTo>
                      <a:pt x="2434592" y="1108768"/>
                    </a:lnTo>
                    <a:lnTo>
                      <a:pt x="2434592" y="1109403"/>
                    </a:lnTo>
                    <a:lnTo>
                      <a:pt x="2434592" y="1110037"/>
                    </a:lnTo>
                    <a:lnTo>
                      <a:pt x="2434592" y="1110672"/>
                    </a:lnTo>
                    <a:lnTo>
                      <a:pt x="2435227" y="1110672"/>
                    </a:lnTo>
                    <a:lnTo>
                      <a:pt x="2440304" y="1110037"/>
                    </a:lnTo>
                    <a:lnTo>
                      <a:pt x="2442208" y="1110037"/>
                    </a:lnTo>
                    <a:lnTo>
                      <a:pt x="2443478" y="1111306"/>
                    </a:lnTo>
                    <a:lnTo>
                      <a:pt x="2444112" y="1111306"/>
                    </a:lnTo>
                    <a:lnTo>
                      <a:pt x="2446016" y="1110037"/>
                    </a:lnTo>
                    <a:lnTo>
                      <a:pt x="2446651" y="1109403"/>
                    </a:lnTo>
                    <a:lnTo>
                      <a:pt x="2447285" y="1108768"/>
                    </a:lnTo>
                    <a:lnTo>
                      <a:pt x="2448555" y="1106864"/>
                    </a:lnTo>
                    <a:lnTo>
                      <a:pt x="2450459" y="1105594"/>
                    </a:lnTo>
                    <a:lnTo>
                      <a:pt x="2451728" y="1101152"/>
                    </a:lnTo>
                    <a:lnTo>
                      <a:pt x="2452998" y="1099882"/>
                    </a:lnTo>
                    <a:lnTo>
                      <a:pt x="2452363" y="1101152"/>
                    </a:lnTo>
                    <a:lnTo>
                      <a:pt x="2451728" y="1101786"/>
                    </a:lnTo>
                    <a:lnTo>
                      <a:pt x="2451728" y="1102421"/>
                    </a:lnTo>
                    <a:lnTo>
                      <a:pt x="2451728" y="1103690"/>
                    </a:lnTo>
                    <a:lnTo>
                      <a:pt x="2452363" y="1104960"/>
                    </a:lnTo>
                    <a:lnTo>
                      <a:pt x="2452998" y="1105594"/>
                    </a:lnTo>
                    <a:lnTo>
                      <a:pt x="2454902" y="1105594"/>
                    </a:lnTo>
                    <a:lnTo>
                      <a:pt x="2455536" y="1104960"/>
                    </a:lnTo>
                    <a:lnTo>
                      <a:pt x="2456171" y="1104325"/>
                    </a:lnTo>
                    <a:lnTo>
                      <a:pt x="2456171" y="1103056"/>
                    </a:lnTo>
                    <a:lnTo>
                      <a:pt x="2456805" y="1102421"/>
                    </a:lnTo>
                    <a:lnTo>
                      <a:pt x="2457440" y="1101786"/>
                    </a:lnTo>
                    <a:lnTo>
                      <a:pt x="2459979" y="1101152"/>
                    </a:lnTo>
                    <a:lnTo>
                      <a:pt x="2459344" y="1102421"/>
                    </a:lnTo>
                    <a:lnTo>
                      <a:pt x="2459344" y="1103690"/>
                    </a:lnTo>
                    <a:lnTo>
                      <a:pt x="2459979" y="1103690"/>
                    </a:lnTo>
                    <a:lnTo>
                      <a:pt x="2461248" y="1103056"/>
                    </a:lnTo>
                    <a:lnTo>
                      <a:pt x="2463152" y="1101152"/>
                    </a:lnTo>
                    <a:lnTo>
                      <a:pt x="2464422" y="1099248"/>
                    </a:lnTo>
                    <a:lnTo>
                      <a:pt x="2464422" y="1097344"/>
                    </a:lnTo>
                    <a:lnTo>
                      <a:pt x="2464422" y="1096709"/>
                    </a:lnTo>
                    <a:lnTo>
                      <a:pt x="2464422" y="1096709"/>
                    </a:lnTo>
                    <a:lnTo>
                      <a:pt x="2465056" y="1096709"/>
                    </a:lnTo>
                    <a:lnTo>
                      <a:pt x="2465056" y="1096709"/>
                    </a:lnTo>
                    <a:lnTo>
                      <a:pt x="2465691" y="1097344"/>
                    </a:lnTo>
                    <a:lnTo>
                      <a:pt x="2465691" y="1097978"/>
                    </a:lnTo>
                    <a:lnTo>
                      <a:pt x="2465691" y="1099248"/>
                    </a:lnTo>
                    <a:lnTo>
                      <a:pt x="2466960" y="1101152"/>
                    </a:lnTo>
                    <a:lnTo>
                      <a:pt x="2466960" y="1101786"/>
                    </a:lnTo>
                    <a:lnTo>
                      <a:pt x="2466326" y="1102421"/>
                    </a:lnTo>
                    <a:lnTo>
                      <a:pt x="2465056" y="1101786"/>
                    </a:lnTo>
                    <a:lnTo>
                      <a:pt x="2465056" y="1102421"/>
                    </a:lnTo>
                    <a:lnTo>
                      <a:pt x="2465056" y="1103690"/>
                    </a:lnTo>
                    <a:lnTo>
                      <a:pt x="2465056" y="1104325"/>
                    </a:lnTo>
                    <a:lnTo>
                      <a:pt x="2464422" y="1104960"/>
                    </a:lnTo>
                    <a:lnTo>
                      <a:pt x="2462518" y="1105594"/>
                    </a:lnTo>
                    <a:lnTo>
                      <a:pt x="2457440" y="1111306"/>
                    </a:lnTo>
                    <a:lnTo>
                      <a:pt x="2456805" y="1111941"/>
                    </a:lnTo>
                    <a:lnTo>
                      <a:pt x="2456805" y="1111941"/>
                    </a:lnTo>
                    <a:lnTo>
                      <a:pt x="2456171" y="1111941"/>
                    </a:lnTo>
                    <a:lnTo>
                      <a:pt x="2456171" y="1111941"/>
                    </a:lnTo>
                    <a:lnTo>
                      <a:pt x="2456171" y="1112576"/>
                    </a:lnTo>
                    <a:lnTo>
                      <a:pt x="2456171" y="1113210"/>
                    </a:lnTo>
                    <a:lnTo>
                      <a:pt x="2456171" y="1113210"/>
                    </a:lnTo>
                    <a:lnTo>
                      <a:pt x="2456171" y="1113210"/>
                    </a:lnTo>
                    <a:lnTo>
                      <a:pt x="2457440" y="1114480"/>
                    </a:lnTo>
                    <a:lnTo>
                      <a:pt x="2459344" y="1113845"/>
                    </a:lnTo>
                    <a:lnTo>
                      <a:pt x="2466960" y="1108768"/>
                    </a:lnTo>
                    <a:lnTo>
                      <a:pt x="2468230" y="1108133"/>
                    </a:lnTo>
                    <a:lnTo>
                      <a:pt x="2469499" y="1107498"/>
                    </a:lnTo>
                    <a:lnTo>
                      <a:pt x="2470768" y="1105594"/>
                    </a:lnTo>
                    <a:lnTo>
                      <a:pt x="2472038" y="1104325"/>
                    </a:lnTo>
                    <a:lnTo>
                      <a:pt x="2473307" y="1104325"/>
                    </a:lnTo>
                    <a:lnTo>
                      <a:pt x="2472672" y="1104960"/>
                    </a:lnTo>
                    <a:lnTo>
                      <a:pt x="2472038" y="1106864"/>
                    </a:lnTo>
                    <a:lnTo>
                      <a:pt x="2471403" y="1108133"/>
                    </a:lnTo>
                    <a:lnTo>
                      <a:pt x="2470134" y="1109403"/>
                    </a:lnTo>
                    <a:lnTo>
                      <a:pt x="2469499" y="1110037"/>
                    </a:lnTo>
                    <a:lnTo>
                      <a:pt x="2469499" y="1111306"/>
                    </a:lnTo>
                    <a:lnTo>
                      <a:pt x="2472038" y="1110672"/>
                    </a:lnTo>
                    <a:lnTo>
                      <a:pt x="2473307" y="1110037"/>
                    </a:lnTo>
                    <a:lnTo>
                      <a:pt x="2473942" y="1106864"/>
                    </a:lnTo>
                    <a:lnTo>
                      <a:pt x="2475211" y="1105594"/>
                    </a:lnTo>
                    <a:lnTo>
                      <a:pt x="2476480" y="1104325"/>
                    </a:lnTo>
                    <a:lnTo>
                      <a:pt x="2477115" y="1103690"/>
                    </a:lnTo>
                    <a:lnTo>
                      <a:pt x="2477115" y="1104960"/>
                    </a:lnTo>
                    <a:lnTo>
                      <a:pt x="2476480" y="1106229"/>
                    </a:lnTo>
                    <a:lnTo>
                      <a:pt x="2475211" y="1108133"/>
                    </a:lnTo>
                    <a:lnTo>
                      <a:pt x="2476480" y="1108768"/>
                    </a:lnTo>
                    <a:lnTo>
                      <a:pt x="2478384" y="1107498"/>
                    </a:lnTo>
                    <a:lnTo>
                      <a:pt x="2479654" y="1107498"/>
                    </a:lnTo>
                    <a:lnTo>
                      <a:pt x="2479019" y="1108768"/>
                    </a:lnTo>
                    <a:lnTo>
                      <a:pt x="2478384" y="1110037"/>
                    </a:lnTo>
                    <a:lnTo>
                      <a:pt x="2476480" y="1111306"/>
                    </a:lnTo>
                    <a:lnTo>
                      <a:pt x="2478384" y="1111941"/>
                    </a:lnTo>
                    <a:lnTo>
                      <a:pt x="2486000" y="1106864"/>
                    </a:lnTo>
                    <a:lnTo>
                      <a:pt x="2487904" y="1104960"/>
                    </a:lnTo>
                    <a:lnTo>
                      <a:pt x="2489174" y="1104325"/>
                    </a:lnTo>
                    <a:lnTo>
                      <a:pt x="2489808" y="1106229"/>
                    </a:lnTo>
                    <a:lnTo>
                      <a:pt x="2489174" y="1107498"/>
                    </a:lnTo>
                    <a:lnTo>
                      <a:pt x="2488539" y="1108133"/>
                    </a:lnTo>
                    <a:lnTo>
                      <a:pt x="2487904" y="1109403"/>
                    </a:lnTo>
                    <a:lnTo>
                      <a:pt x="2487904" y="1111306"/>
                    </a:lnTo>
                    <a:lnTo>
                      <a:pt x="2487904" y="1112576"/>
                    </a:lnTo>
                    <a:lnTo>
                      <a:pt x="2484096" y="1120192"/>
                    </a:lnTo>
                    <a:lnTo>
                      <a:pt x="2480923" y="1124634"/>
                    </a:lnTo>
                    <a:lnTo>
                      <a:pt x="2480288" y="1125904"/>
                    </a:lnTo>
                    <a:lnTo>
                      <a:pt x="2479654" y="1126538"/>
                    </a:lnTo>
                    <a:lnTo>
                      <a:pt x="2477750" y="1127808"/>
                    </a:lnTo>
                    <a:lnTo>
                      <a:pt x="2477115" y="1129077"/>
                    </a:lnTo>
                    <a:lnTo>
                      <a:pt x="2480923" y="1129712"/>
                    </a:lnTo>
                    <a:lnTo>
                      <a:pt x="2487270" y="1127173"/>
                    </a:lnTo>
                    <a:lnTo>
                      <a:pt x="2491078" y="1127173"/>
                    </a:lnTo>
                    <a:lnTo>
                      <a:pt x="2493616" y="1128443"/>
                    </a:lnTo>
                    <a:lnTo>
                      <a:pt x="2496790" y="1129077"/>
                    </a:lnTo>
                    <a:lnTo>
                      <a:pt x="2498059" y="1129712"/>
                    </a:lnTo>
                    <a:lnTo>
                      <a:pt x="2499963" y="1130347"/>
                    </a:lnTo>
                    <a:lnTo>
                      <a:pt x="2500598" y="1130981"/>
                    </a:lnTo>
                    <a:lnTo>
                      <a:pt x="2501232" y="1131616"/>
                    </a:lnTo>
                    <a:lnTo>
                      <a:pt x="2501867" y="1133520"/>
                    </a:lnTo>
                    <a:lnTo>
                      <a:pt x="2502502" y="1134154"/>
                    </a:lnTo>
                    <a:lnTo>
                      <a:pt x="2503136" y="1134789"/>
                    </a:lnTo>
                    <a:lnTo>
                      <a:pt x="2505040" y="1135424"/>
                    </a:lnTo>
                    <a:lnTo>
                      <a:pt x="2506310" y="1136693"/>
                    </a:lnTo>
                    <a:lnTo>
                      <a:pt x="2506945" y="1137328"/>
                    </a:lnTo>
                    <a:lnTo>
                      <a:pt x="2507579" y="1137963"/>
                    </a:lnTo>
                    <a:lnTo>
                      <a:pt x="2512022" y="1137963"/>
                    </a:lnTo>
                    <a:lnTo>
                      <a:pt x="2513926" y="1137328"/>
                    </a:lnTo>
                    <a:lnTo>
                      <a:pt x="2515830" y="1136058"/>
                    </a:lnTo>
                    <a:lnTo>
                      <a:pt x="2519003" y="1130347"/>
                    </a:lnTo>
                    <a:lnTo>
                      <a:pt x="2521542" y="1128443"/>
                    </a:lnTo>
                    <a:lnTo>
                      <a:pt x="2522177" y="1126538"/>
                    </a:lnTo>
                    <a:lnTo>
                      <a:pt x="2522811" y="1122730"/>
                    </a:lnTo>
                    <a:lnTo>
                      <a:pt x="2524080" y="1118923"/>
                    </a:lnTo>
                    <a:lnTo>
                      <a:pt x="2524715" y="1117018"/>
                    </a:lnTo>
                    <a:lnTo>
                      <a:pt x="2525350" y="1116384"/>
                    </a:lnTo>
                    <a:lnTo>
                      <a:pt x="2526619" y="1115749"/>
                    </a:lnTo>
                    <a:lnTo>
                      <a:pt x="2529792" y="1113210"/>
                    </a:lnTo>
                    <a:lnTo>
                      <a:pt x="2530427" y="1111941"/>
                    </a:lnTo>
                    <a:lnTo>
                      <a:pt x="2531062" y="1110037"/>
                    </a:lnTo>
                    <a:lnTo>
                      <a:pt x="2531062" y="1108133"/>
                    </a:lnTo>
                    <a:lnTo>
                      <a:pt x="2531697" y="1106229"/>
                    </a:lnTo>
                    <a:lnTo>
                      <a:pt x="2534235" y="1104325"/>
                    </a:lnTo>
                    <a:lnTo>
                      <a:pt x="2534870" y="1102421"/>
                    </a:lnTo>
                    <a:lnTo>
                      <a:pt x="2535505" y="1100517"/>
                    </a:lnTo>
                    <a:lnTo>
                      <a:pt x="2536139" y="1098613"/>
                    </a:lnTo>
                    <a:lnTo>
                      <a:pt x="2537409" y="1097344"/>
                    </a:lnTo>
                    <a:lnTo>
                      <a:pt x="2538678" y="1096074"/>
                    </a:lnTo>
                    <a:lnTo>
                      <a:pt x="2542486" y="1094170"/>
                    </a:lnTo>
                    <a:lnTo>
                      <a:pt x="2543121" y="1093536"/>
                    </a:lnTo>
                    <a:lnTo>
                      <a:pt x="2543755" y="1093536"/>
                    </a:lnTo>
                    <a:lnTo>
                      <a:pt x="2544390" y="1095440"/>
                    </a:lnTo>
                    <a:lnTo>
                      <a:pt x="2544390" y="1096709"/>
                    </a:lnTo>
                    <a:lnTo>
                      <a:pt x="2544390" y="1097344"/>
                    </a:lnTo>
                    <a:lnTo>
                      <a:pt x="2543755" y="1098613"/>
                    </a:lnTo>
                    <a:lnTo>
                      <a:pt x="2542486" y="1099882"/>
                    </a:lnTo>
                    <a:lnTo>
                      <a:pt x="2541217" y="1099882"/>
                    </a:lnTo>
                    <a:lnTo>
                      <a:pt x="2539947" y="1099248"/>
                    </a:lnTo>
                    <a:lnTo>
                      <a:pt x="2538043" y="1099248"/>
                    </a:lnTo>
                    <a:lnTo>
                      <a:pt x="2537409" y="1099882"/>
                    </a:lnTo>
                    <a:lnTo>
                      <a:pt x="2537409" y="1101152"/>
                    </a:lnTo>
                    <a:lnTo>
                      <a:pt x="2538043" y="1102421"/>
                    </a:lnTo>
                    <a:lnTo>
                      <a:pt x="2538043" y="1103690"/>
                    </a:lnTo>
                    <a:lnTo>
                      <a:pt x="2538043" y="1104960"/>
                    </a:lnTo>
                    <a:lnTo>
                      <a:pt x="2538043" y="1105594"/>
                    </a:lnTo>
                    <a:lnTo>
                      <a:pt x="2536774" y="1106864"/>
                    </a:lnTo>
                    <a:lnTo>
                      <a:pt x="2536139" y="1108133"/>
                    </a:lnTo>
                    <a:lnTo>
                      <a:pt x="2536139" y="1108768"/>
                    </a:lnTo>
                    <a:lnTo>
                      <a:pt x="2536139" y="1110037"/>
                    </a:lnTo>
                    <a:lnTo>
                      <a:pt x="2536774" y="1111941"/>
                    </a:lnTo>
                    <a:lnTo>
                      <a:pt x="2536774" y="1113210"/>
                    </a:lnTo>
                    <a:lnTo>
                      <a:pt x="2536139" y="1113845"/>
                    </a:lnTo>
                    <a:lnTo>
                      <a:pt x="2536139" y="1113845"/>
                    </a:lnTo>
                    <a:lnTo>
                      <a:pt x="2536139" y="1114480"/>
                    </a:lnTo>
                    <a:lnTo>
                      <a:pt x="2536139" y="1115114"/>
                    </a:lnTo>
                    <a:lnTo>
                      <a:pt x="2536139" y="1115749"/>
                    </a:lnTo>
                    <a:lnTo>
                      <a:pt x="2536139" y="1116384"/>
                    </a:lnTo>
                    <a:lnTo>
                      <a:pt x="2535505" y="1117018"/>
                    </a:lnTo>
                    <a:lnTo>
                      <a:pt x="2534870" y="1118288"/>
                    </a:lnTo>
                    <a:lnTo>
                      <a:pt x="2534235" y="1118923"/>
                    </a:lnTo>
                    <a:lnTo>
                      <a:pt x="2533601" y="1119557"/>
                    </a:lnTo>
                    <a:lnTo>
                      <a:pt x="2533601" y="1120827"/>
                    </a:lnTo>
                    <a:lnTo>
                      <a:pt x="2534235" y="1122096"/>
                    </a:lnTo>
                    <a:lnTo>
                      <a:pt x="2535505" y="1122096"/>
                    </a:lnTo>
                    <a:lnTo>
                      <a:pt x="2536774" y="1121461"/>
                    </a:lnTo>
                    <a:lnTo>
                      <a:pt x="2538043" y="1118923"/>
                    </a:lnTo>
                    <a:lnTo>
                      <a:pt x="2538678" y="1119557"/>
                    </a:lnTo>
                    <a:lnTo>
                      <a:pt x="2538678" y="1121461"/>
                    </a:lnTo>
                    <a:lnTo>
                      <a:pt x="2539312" y="1122730"/>
                    </a:lnTo>
                    <a:lnTo>
                      <a:pt x="2536774" y="1125904"/>
                    </a:lnTo>
                    <a:lnTo>
                      <a:pt x="2536139" y="1127808"/>
                    </a:lnTo>
                    <a:lnTo>
                      <a:pt x="2537409" y="1128443"/>
                    </a:lnTo>
                    <a:lnTo>
                      <a:pt x="2537409" y="1129077"/>
                    </a:lnTo>
                    <a:lnTo>
                      <a:pt x="2535505" y="1129077"/>
                    </a:lnTo>
                    <a:lnTo>
                      <a:pt x="2534870" y="1129077"/>
                    </a:lnTo>
                    <a:lnTo>
                      <a:pt x="2534235" y="1129712"/>
                    </a:lnTo>
                    <a:lnTo>
                      <a:pt x="2533601" y="1130981"/>
                    </a:lnTo>
                    <a:lnTo>
                      <a:pt x="2533601" y="1131616"/>
                    </a:lnTo>
                    <a:lnTo>
                      <a:pt x="2534235" y="1132885"/>
                    </a:lnTo>
                    <a:lnTo>
                      <a:pt x="2534235" y="1132885"/>
                    </a:lnTo>
                    <a:lnTo>
                      <a:pt x="2534870" y="1132885"/>
                    </a:lnTo>
                    <a:lnTo>
                      <a:pt x="2535505" y="1132885"/>
                    </a:lnTo>
                    <a:lnTo>
                      <a:pt x="2535505" y="1133520"/>
                    </a:lnTo>
                    <a:lnTo>
                      <a:pt x="2535505" y="1134154"/>
                    </a:lnTo>
                    <a:lnTo>
                      <a:pt x="2534235" y="1136693"/>
                    </a:lnTo>
                    <a:lnTo>
                      <a:pt x="2533601" y="1137963"/>
                    </a:lnTo>
                    <a:lnTo>
                      <a:pt x="2533601" y="1139232"/>
                    </a:lnTo>
                    <a:lnTo>
                      <a:pt x="2534235" y="1139867"/>
                    </a:lnTo>
                    <a:lnTo>
                      <a:pt x="2534870" y="1140501"/>
                    </a:lnTo>
                    <a:lnTo>
                      <a:pt x="2535505" y="1140501"/>
                    </a:lnTo>
                    <a:lnTo>
                      <a:pt x="2536139" y="1140501"/>
                    </a:lnTo>
                    <a:lnTo>
                      <a:pt x="2536774" y="1139232"/>
                    </a:lnTo>
                    <a:lnTo>
                      <a:pt x="2537409" y="1139232"/>
                    </a:lnTo>
                    <a:lnTo>
                      <a:pt x="2538043" y="1139232"/>
                    </a:lnTo>
                    <a:lnTo>
                      <a:pt x="2538678" y="1138597"/>
                    </a:lnTo>
                    <a:lnTo>
                      <a:pt x="2539312" y="1138597"/>
                    </a:lnTo>
                    <a:lnTo>
                      <a:pt x="2539947" y="1139232"/>
                    </a:lnTo>
                    <a:lnTo>
                      <a:pt x="2540582" y="1139232"/>
                    </a:lnTo>
                    <a:lnTo>
                      <a:pt x="2541217" y="1137963"/>
                    </a:lnTo>
                    <a:lnTo>
                      <a:pt x="2541851" y="1137328"/>
                    </a:lnTo>
                    <a:lnTo>
                      <a:pt x="2542486" y="1137328"/>
                    </a:lnTo>
                    <a:lnTo>
                      <a:pt x="2543121" y="1137963"/>
                    </a:lnTo>
                    <a:lnTo>
                      <a:pt x="2543755" y="1138597"/>
                    </a:lnTo>
                    <a:lnTo>
                      <a:pt x="2544390" y="1139232"/>
                    </a:lnTo>
                    <a:lnTo>
                      <a:pt x="2546929" y="1139867"/>
                    </a:lnTo>
                    <a:lnTo>
                      <a:pt x="2548833" y="1142405"/>
                    </a:lnTo>
                    <a:lnTo>
                      <a:pt x="2550102" y="1144944"/>
                    </a:lnTo>
                    <a:lnTo>
                      <a:pt x="2550102" y="1145578"/>
                    </a:lnTo>
                    <a:lnTo>
                      <a:pt x="2549467" y="1145578"/>
                    </a:lnTo>
                    <a:lnTo>
                      <a:pt x="2548833" y="1144944"/>
                    </a:lnTo>
                    <a:lnTo>
                      <a:pt x="2548198" y="1144944"/>
                    </a:lnTo>
                    <a:lnTo>
                      <a:pt x="2546929" y="1148117"/>
                    </a:lnTo>
                    <a:lnTo>
                      <a:pt x="2548833" y="1148752"/>
                    </a:lnTo>
                    <a:lnTo>
                      <a:pt x="2552006" y="1150656"/>
                    </a:lnTo>
                    <a:lnTo>
                      <a:pt x="2553910" y="1151291"/>
                    </a:lnTo>
                    <a:lnTo>
                      <a:pt x="2555179" y="1150656"/>
                    </a:lnTo>
                    <a:lnTo>
                      <a:pt x="2556449" y="1149387"/>
                    </a:lnTo>
                    <a:lnTo>
                      <a:pt x="2557718" y="1148752"/>
                    </a:lnTo>
                    <a:lnTo>
                      <a:pt x="2558987" y="1150021"/>
                    </a:lnTo>
                    <a:lnTo>
                      <a:pt x="2558353" y="1150656"/>
                    </a:lnTo>
                    <a:lnTo>
                      <a:pt x="2558987" y="1151291"/>
                    </a:lnTo>
                    <a:lnTo>
                      <a:pt x="2559622" y="1151925"/>
                    </a:lnTo>
                    <a:lnTo>
                      <a:pt x="2560257" y="1151925"/>
                    </a:lnTo>
                    <a:lnTo>
                      <a:pt x="2564065" y="1150656"/>
                    </a:lnTo>
                    <a:lnTo>
                      <a:pt x="2563430" y="1149387"/>
                    </a:lnTo>
                    <a:lnTo>
                      <a:pt x="2565334" y="1148752"/>
                    </a:lnTo>
                    <a:lnTo>
                      <a:pt x="2571046" y="1149387"/>
                    </a:lnTo>
                    <a:lnTo>
                      <a:pt x="2572950" y="1148117"/>
                    </a:lnTo>
                    <a:lnTo>
                      <a:pt x="2572950" y="1147483"/>
                    </a:lnTo>
                    <a:lnTo>
                      <a:pt x="2573585" y="1147483"/>
                    </a:lnTo>
                    <a:lnTo>
                      <a:pt x="2574219" y="1148117"/>
                    </a:lnTo>
                    <a:lnTo>
                      <a:pt x="2574219" y="1148752"/>
                    </a:lnTo>
                    <a:lnTo>
                      <a:pt x="2574219" y="1149387"/>
                    </a:lnTo>
                    <a:lnTo>
                      <a:pt x="2574219" y="1150021"/>
                    </a:lnTo>
                    <a:lnTo>
                      <a:pt x="2573585" y="1150021"/>
                    </a:lnTo>
                    <a:lnTo>
                      <a:pt x="2572315" y="1151925"/>
                    </a:lnTo>
                    <a:lnTo>
                      <a:pt x="2571681" y="1153194"/>
                    </a:lnTo>
                    <a:lnTo>
                      <a:pt x="2572315" y="1153829"/>
                    </a:lnTo>
                    <a:lnTo>
                      <a:pt x="2573585" y="1153829"/>
                    </a:lnTo>
                    <a:lnTo>
                      <a:pt x="2574219" y="1153829"/>
                    </a:lnTo>
                    <a:lnTo>
                      <a:pt x="2583105" y="1159541"/>
                    </a:lnTo>
                    <a:lnTo>
                      <a:pt x="2585009" y="1161445"/>
                    </a:lnTo>
                    <a:lnTo>
                      <a:pt x="2586278" y="1163349"/>
                    </a:lnTo>
                    <a:lnTo>
                      <a:pt x="2585009" y="1163984"/>
                    </a:lnTo>
                    <a:lnTo>
                      <a:pt x="2579297" y="1163984"/>
                    </a:lnTo>
                    <a:lnTo>
                      <a:pt x="2573585" y="1165888"/>
                    </a:lnTo>
                    <a:lnTo>
                      <a:pt x="2581201" y="1164618"/>
                    </a:lnTo>
                    <a:lnTo>
                      <a:pt x="2584374" y="1164618"/>
                    </a:lnTo>
                    <a:lnTo>
                      <a:pt x="2591355" y="1167157"/>
                    </a:lnTo>
                    <a:lnTo>
                      <a:pt x="2593894" y="1166523"/>
                    </a:lnTo>
                    <a:lnTo>
                      <a:pt x="2599606" y="1162715"/>
                    </a:lnTo>
                    <a:lnTo>
                      <a:pt x="2606587" y="1158907"/>
                    </a:lnTo>
                    <a:lnTo>
                      <a:pt x="2614204" y="1157637"/>
                    </a:lnTo>
                    <a:lnTo>
                      <a:pt x="2628166" y="1153829"/>
                    </a:lnTo>
                    <a:lnTo>
                      <a:pt x="2638956" y="1149387"/>
                    </a:lnTo>
                    <a:lnTo>
                      <a:pt x="2647841" y="1145578"/>
                    </a:lnTo>
                    <a:lnTo>
                      <a:pt x="2656092" y="1144944"/>
                    </a:lnTo>
                    <a:lnTo>
                      <a:pt x="2664342" y="1146213"/>
                    </a:lnTo>
                    <a:lnTo>
                      <a:pt x="2671324" y="1145578"/>
                    </a:lnTo>
                    <a:lnTo>
                      <a:pt x="2679574" y="1145578"/>
                    </a:lnTo>
                    <a:lnTo>
                      <a:pt x="2684652" y="1146848"/>
                    </a:lnTo>
                    <a:lnTo>
                      <a:pt x="2691633" y="1146213"/>
                    </a:lnTo>
                    <a:lnTo>
                      <a:pt x="2696076" y="1147483"/>
                    </a:lnTo>
                    <a:lnTo>
                      <a:pt x="2705596" y="1150656"/>
                    </a:lnTo>
                    <a:lnTo>
                      <a:pt x="2708769" y="1150021"/>
                    </a:lnTo>
                    <a:lnTo>
                      <a:pt x="2711943" y="1148752"/>
                    </a:lnTo>
                    <a:lnTo>
                      <a:pt x="2718289" y="1143040"/>
                    </a:lnTo>
                    <a:lnTo>
                      <a:pt x="2721463" y="1141771"/>
                    </a:lnTo>
                    <a:lnTo>
                      <a:pt x="2722097" y="1140501"/>
                    </a:lnTo>
                    <a:lnTo>
                      <a:pt x="2722097" y="1139232"/>
                    </a:lnTo>
                    <a:lnTo>
                      <a:pt x="2720828" y="1137328"/>
                    </a:lnTo>
                    <a:lnTo>
                      <a:pt x="2719559" y="1136058"/>
                    </a:lnTo>
                    <a:lnTo>
                      <a:pt x="2718924" y="1135424"/>
                    </a:lnTo>
                    <a:lnTo>
                      <a:pt x="2718289" y="1135424"/>
                    </a:lnTo>
                    <a:lnTo>
                      <a:pt x="2717655" y="1134789"/>
                    </a:lnTo>
                    <a:lnTo>
                      <a:pt x="2715751" y="1131616"/>
                    </a:lnTo>
                    <a:lnTo>
                      <a:pt x="2715751" y="1130347"/>
                    </a:lnTo>
                    <a:lnTo>
                      <a:pt x="2717020" y="1129077"/>
                    </a:lnTo>
                    <a:lnTo>
                      <a:pt x="2720193" y="1127808"/>
                    </a:lnTo>
                    <a:lnTo>
                      <a:pt x="2720828" y="1130981"/>
                    </a:lnTo>
                    <a:lnTo>
                      <a:pt x="2722732" y="1132250"/>
                    </a:lnTo>
                    <a:lnTo>
                      <a:pt x="2725271" y="1132885"/>
                    </a:lnTo>
                    <a:lnTo>
                      <a:pt x="2727175" y="1134789"/>
                    </a:lnTo>
                    <a:lnTo>
                      <a:pt x="2725905" y="1134789"/>
                    </a:lnTo>
                    <a:lnTo>
                      <a:pt x="2725271" y="1134789"/>
                    </a:lnTo>
                    <a:lnTo>
                      <a:pt x="2726540" y="1135424"/>
                    </a:lnTo>
                    <a:lnTo>
                      <a:pt x="2727809" y="1136693"/>
                    </a:lnTo>
                    <a:lnTo>
                      <a:pt x="2728444" y="1137963"/>
                    </a:lnTo>
                    <a:lnTo>
                      <a:pt x="2729079" y="1139867"/>
                    </a:lnTo>
                    <a:lnTo>
                      <a:pt x="2729713" y="1141771"/>
                    </a:lnTo>
                    <a:lnTo>
                      <a:pt x="2729713" y="1143674"/>
                    </a:lnTo>
                    <a:lnTo>
                      <a:pt x="2729713" y="1145578"/>
                    </a:lnTo>
                    <a:lnTo>
                      <a:pt x="2729713" y="1146848"/>
                    </a:lnTo>
                    <a:lnTo>
                      <a:pt x="2729079" y="1147483"/>
                    </a:lnTo>
                    <a:lnTo>
                      <a:pt x="2727809" y="1148752"/>
                    </a:lnTo>
                    <a:lnTo>
                      <a:pt x="2726540" y="1149387"/>
                    </a:lnTo>
                    <a:lnTo>
                      <a:pt x="2725905" y="1150021"/>
                    </a:lnTo>
                    <a:lnTo>
                      <a:pt x="2725905" y="1150656"/>
                    </a:lnTo>
                    <a:lnTo>
                      <a:pt x="2723367" y="1153194"/>
                    </a:lnTo>
                    <a:lnTo>
                      <a:pt x="2722097" y="1153829"/>
                    </a:lnTo>
                    <a:lnTo>
                      <a:pt x="2721463" y="1153194"/>
                    </a:lnTo>
                    <a:lnTo>
                      <a:pt x="2721463" y="1151925"/>
                    </a:lnTo>
                    <a:lnTo>
                      <a:pt x="2722097" y="1151291"/>
                    </a:lnTo>
                    <a:lnTo>
                      <a:pt x="2722732" y="1150021"/>
                    </a:lnTo>
                    <a:lnTo>
                      <a:pt x="2721463" y="1150656"/>
                    </a:lnTo>
                    <a:lnTo>
                      <a:pt x="2720193" y="1151925"/>
                    </a:lnTo>
                    <a:lnTo>
                      <a:pt x="2720193" y="1153194"/>
                    </a:lnTo>
                    <a:lnTo>
                      <a:pt x="2721463" y="1155098"/>
                    </a:lnTo>
                    <a:lnTo>
                      <a:pt x="2722732" y="1155733"/>
                    </a:lnTo>
                    <a:lnTo>
                      <a:pt x="2727175" y="1155733"/>
                    </a:lnTo>
                    <a:lnTo>
                      <a:pt x="2731617" y="1156368"/>
                    </a:lnTo>
                    <a:lnTo>
                      <a:pt x="2740503" y="1158907"/>
                    </a:lnTo>
                    <a:lnTo>
                      <a:pt x="2746215" y="1159541"/>
                    </a:lnTo>
                    <a:lnTo>
                      <a:pt x="2755100" y="1162715"/>
                    </a:lnTo>
                    <a:lnTo>
                      <a:pt x="2760812" y="1163349"/>
                    </a:lnTo>
                    <a:lnTo>
                      <a:pt x="2764620" y="1163349"/>
                    </a:lnTo>
                    <a:lnTo>
                      <a:pt x="2768428" y="1163349"/>
                    </a:lnTo>
                    <a:lnTo>
                      <a:pt x="2774775" y="1162715"/>
                    </a:lnTo>
                    <a:lnTo>
                      <a:pt x="2784295" y="1161445"/>
                    </a:lnTo>
                    <a:lnTo>
                      <a:pt x="2787468" y="1159541"/>
                    </a:lnTo>
                    <a:lnTo>
                      <a:pt x="2793180" y="1155098"/>
                    </a:lnTo>
                    <a:lnTo>
                      <a:pt x="2797623" y="1150656"/>
                    </a:lnTo>
                    <a:lnTo>
                      <a:pt x="2801431" y="1146848"/>
                    </a:lnTo>
                    <a:lnTo>
                      <a:pt x="2806508" y="1143040"/>
                    </a:lnTo>
                    <a:lnTo>
                      <a:pt x="2808412" y="1138597"/>
                    </a:lnTo>
                    <a:lnTo>
                      <a:pt x="2810316" y="1133520"/>
                    </a:lnTo>
                    <a:lnTo>
                      <a:pt x="2811586" y="1130981"/>
                    </a:lnTo>
                    <a:lnTo>
                      <a:pt x="2813490" y="1128443"/>
                    </a:lnTo>
                    <a:lnTo>
                      <a:pt x="2814759" y="1127173"/>
                    </a:lnTo>
                    <a:lnTo>
                      <a:pt x="2816663" y="1126538"/>
                    </a:lnTo>
                    <a:lnTo>
                      <a:pt x="2817298" y="1125904"/>
                    </a:lnTo>
                    <a:lnTo>
                      <a:pt x="2817298" y="1124634"/>
                    </a:lnTo>
                    <a:lnTo>
                      <a:pt x="2816663" y="1122096"/>
                    </a:lnTo>
                    <a:lnTo>
                      <a:pt x="2816663" y="1120192"/>
                    </a:lnTo>
                    <a:lnTo>
                      <a:pt x="2817933" y="1116384"/>
                    </a:lnTo>
                    <a:lnTo>
                      <a:pt x="2817933" y="1115114"/>
                    </a:lnTo>
                    <a:lnTo>
                      <a:pt x="2819202" y="1114480"/>
                    </a:lnTo>
                    <a:lnTo>
                      <a:pt x="2819836" y="1115114"/>
                    </a:lnTo>
                    <a:lnTo>
                      <a:pt x="2821740" y="1117653"/>
                    </a:lnTo>
                    <a:lnTo>
                      <a:pt x="2823010" y="1118288"/>
                    </a:lnTo>
                    <a:lnTo>
                      <a:pt x="2825548" y="1118923"/>
                    </a:lnTo>
                    <a:lnTo>
                      <a:pt x="2826818" y="1119557"/>
                    </a:lnTo>
                    <a:lnTo>
                      <a:pt x="2827453" y="1120827"/>
                    </a:lnTo>
                    <a:lnTo>
                      <a:pt x="2828087" y="1122096"/>
                    </a:lnTo>
                    <a:lnTo>
                      <a:pt x="2829357" y="1123365"/>
                    </a:lnTo>
                    <a:lnTo>
                      <a:pt x="2831260" y="1124000"/>
                    </a:lnTo>
                    <a:lnTo>
                      <a:pt x="2836973" y="1129077"/>
                    </a:lnTo>
                    <a:lnTo>
                      <a:pt x="2838242" y="1129712"/>
                    </a:lnTo>
                    <a:lnTo>
                      <a:pt x="2848397" y="1128443"/>
                    </a:lnTo>
                    <a:lnTo>
                      <a:pt x="2849031" y="1128443"/>
                    </a:lnTo>
                    <a:lnTo>
                      <a:pt x="2853474" y="1131616"/>
                    </a:lnTo>
                    <a:lnTo>
                      <a:pt x="2854743" y="1132250"/>
                    </a:lnTo>
                    <a:lnTo>
                      <a:pt x="2855378" y="1132250"/>
                    </a:lnTo>
                    <a:lnTo>
                      <a:pt x="2856013" y="1132250"/>
                    </a:lnTo>
                    <a:lnTo>
                      <a:pt x="2854743" y="1133520"/>
                    </a:lnTo>
                    <a:lnTo>
                      <a:pt x="2853474" y="1133520"/>
                    </a:lnTo>
                    <a:lnTo>
                      <a:pt x="2852205" y="1132885"/>
                    </a:lnTo>
                    <a:lnTo>
                      <a:pt x="2849666" y="1130981"/>
                    </a:lnTo>
                    <a:lnTo>
                      <a:pt x="2848397" y="1130981"/>
                    </a:lnTo>
                    <a:lnTo>
                      <a:pt x="2841415" y="1132250"/>
                    </a:lnTo>
                    <a:lnTo>
                      <a:pt x="2836973" y="1134154"/>
                    </a:lnTo>
                    <a:lnTo>
                      <a:pt x="2836338" y="1135424"/>
                    </a:lnTo>
                    <a:lnTo>
                      <a:pt x="2836973" y="1136693"/>
                    </a:lnTo>
                    <a:lnTo>
                      <a:pt x="2838877" y="1139867"/>
                    </a:lnTo>
                    <a:lnTo>
                      <a:pt x="2838877" y="1140501"/>
                    </a:lnTo>
                    <a:lnTo>
                      <a:pt x="2838877" y="1141136"/>
                    </a:lnTo>
                    <a:lnTo>
                      <a:pt x="2838242" y="1143040"/>
                    </a:lnTo>
                    <a:lnTo>
                      <a:pt x="2838242" y="1143674"/>
                    </a:lnTo>
                    <a:lnTo>
                      <a:pt x="2838877" y="1144944"/>
                    </a:lnTo>
                    <a:lnTo>
                      <a:pt x="2839511" y="1145578"/>
                    </a:lnTo>
                    <a:lnTo>
                      <a:pt x="2840146" y="1145578"/>
                    </a:lnTo>
                    <a:lnTo>
                      <a:pt x="2840780" y="1146213"/>
                    </a:lnTo>
                    <a:lnTo>
                      <a:pt x="2841415" y="1148117"/>
                    </a:lnTo>
                    <a:lnTo>
                      <a:pt x="2842050" y="1150021"/>
                    </a:lnTo>
                    <a:lnTo>
                      <a:pt x="2842685" y="1153194"/>
                    </a:lnTo>
                    <a:lnTo>
                      <a:pt x="2843319" y="1153829"/>
                    </a:lnTo>
                    <a:lnTo>
                      <a:pt x="2845223" y="1156368"/>
                    </a:lnTo>
                    <a:lnTo>
                      <a:pt x="2845858" y="1157637"/>
                    </a:lnTo>
                    <a:lnTo>
                      <a:pt x="2845223" y="1162715"/>
                    </a:lnTo>
                    <a:lnTo>
                      <a:pt x="2844589" y="1163349"/>
                    </a:lnTo>
                    <a:lnTo>
                      <a:pt x="2843319" y="1163349"/>
                    </a:lnTo>
                    <a:lnTo>
                      <a:pt x="2840146" y="1161445"/>
                    </a:lnTo>
                    <a:lnTo>
                      <a:pt x="2840780" y="1160176"/>
                    </a:lnTo>
                    <a:lnTo>
                      <a:pt x="2842050" y="1158907"/>
                    </a:lnTo>
                    <a:lnTo>
                      <a:pt x="2843319" y="1158272"/>
                    </a:lnTo>
                    <a:lnTo>
                      <a:pt x="2844589" y="1157637"/>
                    </a:lnTo>
                    <a:lnTo>
                      <a:pt x="2843319" y="1155098"/>
                    </a:lnTo>
                    <a:lnTo>
                      <a:pt x="2841415" y="1151925"/>
                    </a:lnTo>
                    <a:lnTo>
                      <a:pt x="2840780" y="1150021"/>
                    </a:lnTo>
                    <a:lnTo>
                      <a:pt x="2840780" y="1149387"/>
                    </a:lnTo>
                    <a:lnTo>
                      <a:pt x="2840146" y="1148752"/>
                    </a:lnTo>
                    <a:lnTo>
                      <a:pt x="2839511" y="1148117"/>
                    </a:lnTo>
                    <a:lnTo>
                      <a:pt x="2838877" y="1148117"/>
                    </a:lnTo>
                    <a:lnTo>
                      <a:pt x="2838877" y="1147483"/>
                    </a:lnTo>
                    <a:lnTo>
                      <a:pt x="2838877" y="1146213"/>
                    </a:lnTo>
                    <a:lnTo>
                      <a:pt x="2837607" y="1142405"/>
                    </a:lnTo>
                    <a:lnTo>
                      <a:pt x="2836973" y="1141136"/>
                    </a:lnTo>
                    <a:lnTo>
                      <a:pt x="2836973" y="1137963"/>
                    </a:lnTo>
                    <a:lnTo>
                      <a:pt x="2837607" y="1134154"/>
                    </a:lnTo>
                    <a:lnTo>
                      <a:pt x="2836973" y="1132250"/>
                    </a:lnTo>
                    <a:lnTo>
                      <a:pt x="2831895" y="1126538"/>
                    </a:lnTo>
                    <a:lnTo>
                      <a:pt x="2828087" y="1123365"/>
                    </a:lnTo>
                    <a:lnTo>
                      <a:pt x="2826818" y="1122096"/>
                    </a:lnTo>
                    <a:lnTo>
                      <a:pt x="2825548" y="1120827"/>
                    </a:lnTo>
                    <a:lnTo>
                      <a:pt x="2824914" y="1122096"/>
                    </a:lnTo>
                    <a:lnTo>
                      <a:pt x="2824279" y="1125904"/>
                    </a:lnTo>
                    <a:lnTo>
                      <a:pt x="2823645" y="1127808"/>
                    </a:lnTo>
                    <a:lnTo>
                      <a:pt x="2823010" y="1128443"/>
                    </a:lnTo>
                    <a:lnTo>
                      <a:pt x="2822375" y="1129077"/>
                    </a:lnTo>
                    <a:lnTo>
                      <a:pt x="2821740" y="1129712"/>
                    </a:lnTo>
                    <a:lnTo>
                      <a:pt x="2821106" y="1131616"/>
                    </a:lnTo>
                    <a:lnTo>
                      <a:pt x="2820471" y="1132250"/>
                    </a:lnTo>
                    <a:lnTo>
                      <a:pt x="2820471" y="1133520"/>
                    </a:lnTo>
                    <a:lnTo>
                      <a:pt x="2821740" y="1136058"/>
                    </a:lnTo>
                    <a:lnTo>
                      <a:pt x="2823645" y="1139232"/>
                    </a:lnTo>
                    <a:lnTo>
                      <a:pt x="2824914" y="1143040"/>
                    </a:lnTo>
                    <a:lnTo>
                      <a:pt x="2825548" y="1144944"/>
                    </a:lnTo>
                    <a:lnTo>
                      <a:pt x="2826818" y="1145578"/>
                    </a:lnTo>
                    <a:lnTo>
                      <a:pt x="2827453" y="1146213"/>
                    </a:lnTo>
                    <a:lnTo>
                      <a:pt x="2831895" y="1149387"/>
                    </a:lnTo>
                    <a:lnTo>
                      <a:pt x="2831895" y="1150656"/>
                    </a:lnTo>
                    <a:lnTo>
                      <a:pt x="2829991" y="1153829"/>
                    </a:lnTo>
                    <a:lnTo>
                      <a:pt x="2828087" y="1158272"/>
                    </a:lnTo>
                    <a:lnTo>
                      <a:pt x="2828087" y="1160176"/>
                    </a:lnTo>
                    <a:lnTo>
                      <a:pt x="2829357" y="1160811"/>
                    </a:lnTo>
                    <a:lnTo>
                      <a:pt x="2827453" y="1163349"/>
                    </a:lnTo>
                    <a:lnTo>
                      <a:pt x="2826818" y="1164618"/>
                    </a:lnTo>
                    <a:lnTo>
                      <a:pt x="2827453" y="1165253"/>
                    </a:lnTo>
                    <a:lnTo>
                      <a:pt x="2826818" y="1166523"/>
                    </a:lnTo>
                    <a:lnTo>
                      <a:pt x="2826183" y="1166523"/>
                    </a:lnTo>
                    <a:lnTo>
                      <a:pt x="2825548" y="1165888"/>
                    </a:lnTo>
                    <a:lnTo>
                      <a:pt x="2824914" y="1165253"/>
                    </a:lnTo>
                    <a:lnTo>
                      <a:pt x="2824914" y="1167157"/>
                    </a:lnTo>
                    <a:lnTo>
                      <a:pt x="2824279" y="1168427"/>
                    </a:lnTo>
                    <a:lnTo>
                      <a:pt x="2823645" y="1169061"/>
                    </a:lnTo>
                    <a:lnTo>
                      <a:pt x="2822375" y="1169061"/>
                    </a:lnTo>
                    <a:lnTo>
                      <a:pt x="2823010" y="1170331"/>
                    </a:lnTo>
                    <a:lnTo>
                      <a:pt x="2823010" y="1170965"/>
                    </a:lnTo>
                    <a:lnTo>
                      <a:pt x="2821106" y="1171600"/>
                    </a:lnTo>
                    <a:lnTo>
                      <a:pt x="2817298" y="1170965"/>
                    </a:lnTo>
                    <a:lnTo>
                      <a:pt x="2816663" y="1172235"/>
                    </a:lnTo>
                    <a:lnTo>
                      <a:pt x="2832530" y="1178581"/>
                    </a:lnTo>
                    <a:lnTo>
                      <a:pt x="2836338" y="1179216"/>
                    </a:lnTo>
                    <a:lnTo>
                      <a:pt x="2836973" y="1179216"/>
                    </a:lnTo>
                    <a:lnTo>
                      <a:pt x="2838242" y="1179851"/>
                    </a:lnTo>
                    <a:lnTo>
                      <a:pt x="2840780" y="1181120"/>
                    </a:lnTo>
                    <a:lnTo>
                      <a:pt x="2842050" y="1181120"/>
                    </a:lnTo>
                    <a:lnTo>
                      <a:pt x="2843319" y="1181120"/>
                    </a:lnTo>
                    <a:lnTo>
                      <a:pt x="2843954" y="1180485"/>
                    </a:lnTo>
                    <a:lnTo>
                      <a:pt x="2844589" y="1179851"/>
                    </a:lnTo>
                    <a:lnTo>
                      <a:pt x="2845858" y="1179851"/>
                    </a:lnTo>
                    <a:lnTo>
                      <a:pt x="2848397" y="1181120"/>
                    </a:lnTo>
                    <a:lnTo>
                      <a:pt x="2847762" y="1182390"/>
                    </a:lnTo>
                    <a:lnTo>
                      <a:pt x="2846493" y="1183024"/>
                    </a:lnTo>
                    <a:lnTo>
                      <a:pt x="2845223" y="1183024"/>
                    </a:lnTo>
                    <a:lnTo>
                      <a:pt x="2842685" y="1181755"/>
                    </a:lnTo>
                    <a:lnTo>
                      <a:pt x="2838242" y="1181120"/>
                    </a:lnTo>
                    <a:lnTo>
                      <a:pt x="2840146" y="1182390"/>
                    </a:lnTo>
                    <a:lnTo>
                      <a:pt x="2842050" y="1183024"/>
                    </a:lnTo>
                    <a:lnTo>
                      <a:pt x="2844589" y="1183659"/>
                    </a:lnTo>
                    <a:lnTo>
                      <a:pt x="2846493" y="1183659"/>
                    </a:lnTo>
                    <a:lnTo>
                      <a:pt x="2847762" y="1184293"/>
                    </a:lnTo>
                    <a:lnTo>
                      <a:pt x="2849666" y="1185563"/>
                    </a:lnTo>
                    <a:lnTo>
                      <a:pt x="2850935" y="1185563"/>
                    </a:lnTo>
                    <a:lnTo>
                      <a:pt x="2850935" y="1183659"/>
                    </a:lnTo>
                    <a:lnTo>
                      <a:pt x="2850935" y="1183024"/>
                    </a:lnTo>
                    <a:lnTo>
                      <a:pt x="2851570" y="1182390"/>
                    </a:lnTo>
                    <a:lnTo>
                      <a:pt x="2852205" y="1181755"/>
                    </a:lnTo>
                    <a:lnTo>
                      <a:pt x="2852839" y="1181755"/>
                    </a:lnTo>
                    <a:lnTo>
                      <a:pt x="2853474" y="1182390"/>
                    </a:lnTo>
                    <a:lnTo>
                      <a:pt x="2853474" y="1183024"/>
                    </a:lnTo>
                    <a:lnTo>
                      <a:pt x="2853474" y="1183659"/>
                    </a:lnTo>
                    <a:lnTo>
                      <a:pt x="2854109" y="1184928"/>
                    </a:lnTo>
                    <a:lnTo>
                      <a:pt x="2854743" y="1185563"/>
                    </a:lnTo>
                    <a:lnTo>
                      <a:pt x="2856013" y="1185563"/>
                    </a:lnTo>
                    <a:lnTo>
                      <a:pt x="2857282" y="1184928"/>
                    </a:lnTo>
                    <a:lnTo>
                      <a:pt x="2857917" y="1184928"/>
                    </a:lnTo>
                    <a:lnTo>
                      <a:pt x="2858551" y="1184928"/>
                    </a:lnTo>
                    <a:lnTo>
                      <a:pt x="2861090" y="1186832"/>
                    </a:lnTo>
                    <a:lnTo>
                      <a:pt x="2859821" y="1187467"/>
                    </a:lnTo>
                    <a:lnTo>
                      <a:pt x="2857282" y="1186197"/>
                    </a:lnTo>
                    <a:lnTo>
                      <a:pt x="2856013" y="1186832"/>
                    </a:lnTo>
                    <a:lnTo>
                      <a:pt x="2868706" y="1188736"/>
                    </a:lnTo>
                    <a:lnTo>
                      <a:pt x="2877591" y="1191910"/>
                    </a:lnTo>
                    <a:lnTo>
                      <a:pt x="2879495" y="1193179"/>
                    </a:lnTo>
                    <a:lnTo>
                      <a:pt x="2882034" y="1194448"/>
                    </a:lnTo>
                    <a:lnTo>
                      <a:pt x="2884573" y="1195083"/>
                    </a:lnTo>
                    <a:lnTo>
                      <a:pt x="2887111" y="1196352"/>
                    </a:lnTo>
                    <a:lnTo>
                      <a:pt x="2889015" y="1198256"/>
                    </a:lnTo>
                    <a:lnTo>
                      <a:pt x="2890920" y="1199525"/>
                    </a:lnTo>
                    <a:lnTo>
                      <a:pt x="2890285" y="1198256"/>
                    </a:lnTo>
                    <a:lnTo>
                      <a:pt x="2889650" y="1197621"/>
                    </a:lnTo>
                    <a:lnTo>
                      <a:pt x="2890285" y="1196987"/>
                    </a:lnTo>
                    <a:lnTo>
                      <a:pt x="2890920" y="1196352"/>
                    </a:lnTo>
                    <a:lnTo>
                      <a:pt x="2892823" y="1195717"/>
                    </a:lnTo>
                    <a:lnTo>
                      <a:pt x="2893458" y="1195083"/>
                    </a:lnTo>
                    <a:lnTo>
                      <a:pt x="2894727" y="1193813"/>
                    </a:lnTo>
                    <a:lnTo>
                      <a:pt x="2900440" y="1191275"/>
                    </a:lnTo>
                    <a:lnTo>
                      <a:pt x="2901074" y="1191910"/>
                    </a:lnTo>
                    <a:lnTo>
                      <a:pt x="2901074" y="1192544"/>
                    </a:lnTo>
                    <a:lnTo>
                      <a:pt x="2899805" y="1193179"/>
                    </a:lnTo>
                    <a:lnTo>
                      <a:pt x="2899170" y="1193813"/>
                    </a:lnTo>
                    <a:lnTo>
                      <a:pt x="2899170" y="1195083"/>
                    </a:lnTo>
                    <a:lnTo>
                      <a:pt x="2899170" y="1195717"/>
                    </a:lnTo>
                    <a:lnTo>
                      <a:pt x="2899805" y="1196987"/>
                    </a:lnTo>
                    <a:lnTo>
                      <a:pt x="2899170" y="1198891"/>
                    </a:lnTo>
                    <a:lnTo>
                      <a:pt x="2897266" y="1199525"/>
                    </a:lnTo>
                    <a:lnTo>
                      <a:pt x="2893458" y="1199525"/>
                    </a:lnTo>
                    <a:lnTo>
                      <a:pt x="2896632" y="1201430"/>
                    </a:lnTo>
                    <a:lnTo>
                      <a:pt x="2903613" y="1199525"/>
                    </a:lnTo>
                    <a:lnTo>
                      <a:pt x="2906786" y="1199525"/>
                    </a:lnTo>
                    <a:lnTo>
                      <a:pt x="2906152" y="1200160"/>
                    </a:lnTo>
                    <a:lnTo>
                      <a:pt x="2905517" y="1200795"/>
                    </a:lnTo>
                    <a:lnTo>
                      <a:pt x="2903613" y="1201430"/>
                    </a:lnTo>
                    <a:lnTo>
                      <a:pt x="2905517" y="1202064"/>
                    </a:lnTo>
                    <a:lnTo>
                      <a:pt x="2907421" y="1202064"/>
                    </a:lnTo>
                    <a:lnTo>
                      <a:pt x="2911229" y="1200795"/>
                    </a:lnTo>
                    <a:lnTo>
                      <a:pt x="2911864" y="1202699"/>
                    </a:lnTo>
                    <a:lnTo>
                      <a:pt x="2913767" y="1203968"/>
                    </a:lnTo>
                    <a:lnTo>
                      <a:pt x="2917576" y="1205237"/>
                    </a:lnTo>
                    <a:lnTo>
                      <a:pt x="2930904" y="1213488"/>
                    </a:lnTo>
                    <a:lnTo>
                      <a:pt x="2934077" y="1216027"/>
                    </a:lnTo>
                    <a:lnTo>
                      <a:pt x="2935981" y="1219835"/>
                    </a:lnTo>
                    <a:lnTo>
                      <a:pt x="2936616" y="1221104"/>
                    </a:lnTo>
                    <a:lnTo>
                      <a:pt x="2936616" y="1223008"/>
                    </a:lnTo>
                    <a:lnTo>
                      <a:pt x="2936616" y="1224278"/>
                    </a:lnTo>
                    <a:lnTo>
                      <a:pt x="2937250" y="1224912"/>
                    </a:lnTo>
                    <a:lnTo>
                      <a:pt x="2937885" y="1225547"/>
                    </a:lnTo>
                    <a:lnTo>
                      <a:pt x="2938520" y="1225547"/>
                    </a:lnTo>
                    <a:lnTo>
                      <a:pt x="2939154" y="1225547"/>
                    </a:lnTo>
                    <a:lnTo>
                      <a:pt x="2941058" y="1226816"/>
                    </a:lnTo>
                    <a:lnTo>
                      <a:pt x="2951848" y="1232528"/>
                    </a:lnTo>
                    <a:lnTo>
                      <a:pt x="2953752" y="1234432"/>
                    </a:lnTo>
                    <a:lnTo>
                      <a:pt x="2954386" y="1236336"/>
                    </a:lnTo>
                    <a:lnTo>
                      <a:pt x="2955021" y="1237605"/>
                    </a:lnTo>
                    <a:lnTo>
                      <a:pt x="2956290" y="1236971"/>
                    </a:lnTo>
                    <a:lnTo>
                      <a:pt x="2959464" y="1233163"/>
                    </a:lnTo>
                    <a:lnTo>
                      <a:pt x="2960733" y="1232528"/>
                    </a:lnTo>
                    <a:lnTo>
                      <a:pt x="2961368" y="1231894"/>
                    </a:lnTo>
                    <a:lnTo>
                      <a:pt x="2962637" y="1229990"/>
                    </a:lnTo>
                    <a:lnTo>
                      <a:pt x="2963272" y="1229355"/>
                    </a:lnTo>
                    <a:lnTo>
                      <a:pt x="2963907" y="1229355"/>
                    </a:lnTo>
                    <a:lnTo>
                      <a:pt x="2964541" y="1229990"/>
                    </a:lnTo>
                    <a:lnTo>
                      <a:pt x="2965810" y="1231259"/>
                    </a:lnTo>
                    <a:lnTo>
                      <a:pt x="2965176" y="1231894"/>
                    </a:lnTo>
                    <a:lnTo>
                      <a:pt x="2963272" y="1232528"/>
                    </a:lnTo>
                    <a:lnTo>
                      <a:pt x="2962637" y="1233163"/>
                    </a:lnTo>
                    <a:lnTo>
                      <a:pt x="2962002" y="1233798"/>
                    </a:lnTo>
                    <a:lnTo>
                      <a:pt x="2960098" y="1236336"/>
                    </a:lnTo>
                    <a:lnTo>
                      <a:pt x="2959464" y="1236971"/>
                    </a:lnTo>
                    <a:lnTo>
                      <a:pt x="2957560" y="1237605"/>
                    </a:lnTo>
                    <a:lnTo>
                      <a:pt x="2956925" y="1238240"/>
                    </a:lnTo>
                    <a:lnTo>
                      <a:pt x="2956925" y="1238875"/>
                    </a:lnTo>
                    <a:lnTo>
                      <a:pt x="2957560" y="1238875"/>
                    </a:lnTo>
                    <a:lnTo>
                      <a:pt x="2959464" y="1238875"/>
                    </a:lnTo>
                    <a:lnTo>
                      <a:pt x="2961368" y="1239510"/>
                    </a:lnTo>
                    <a:lnTo>
                      <a:pt x="2964541" y="1241414"/>
                    </a:lnTo>
                    <a:lnTo>
                      <a:pt x="2967080" y="1242048"/>
                    </a:lnTo>
                    <a:lnTo>
                      <a:pt x="2974061" y="1245856"/>
                    </a:lnTo>
                    <a:lnTo>
                      <a:pt x="2974696" y="1245856"/>
                    </a:lnTo>
                    <a:lnTo>
                      <a:pt x="2975330" y="1245856"/>
                    </a:lnTo>
                    <a:lnTo>
                      <a:pt x="2976600" y="1247125"/>
                    </a:lnTo>
                    <a:lnTo>
                      <a:pt x="2977869" y="1247125"/>
                    </a:lnTo>
                    <a:lnTo>
                      <a:pt x="2980408" y="1248395"/>
                    </a:lnTo>
                    <a:lnTo>
                      <a:pt x="2984216" y="1249030"/>
                    </a:lnTo>
                    <a:lnTo>
                      <a:pt x="2988659" y="1252203"/>
                    </a:lnTo>
                    <a:lnTo>
                      <a:pt x="2989928" y="1252838"/>
                    </a:lnTo>
                    <a:lnTo>
                      <a:pt x="2991832" y="1252838"/>
                    </a:lnTo>
                    <a:lnTo>
                      <a:pt x="2992467" y="1252203"/>
                    </a:lnTo>
                    <a:lnTo>
                      <a:pt x="2994371" y="1250299"/>
                    </a:lnTo>
                    <a:lnTo>
                      <a:pt x="2995005" y="1249664"/>
                    </a:lnTo>
                    <a:lnTo>
                      <a:pt x="2996274" y="1249664"/>
                    </a:lnTo>
                    <a:lnTo>
                      <a:pt x="2998179" y="1249664"/>
                    </a:lnTo>
                    <a:lnTo>
                      <a:pt x="3000083" y="1250299"/>
                    </a:lnTo>
                    <a:lnTo>
                      <a:pt x="3001352" y="1252203"/>
                    </a:lnTo>
                    <a:lnTo>
                      <a:pt x="3001987" y="1254107"/>
                    </a:lnTo>
                    <a:lnTo>
                      <a:pt x="3002621" y="1254107"/>
                    </a:lnTo>
                    <a:lnTo>
                      <a:pt x="3002621" y="1252838"/>
                    </a:lnTo>
                    <a:lnTo>
                      <a:pt x="3001987" y="1250299"/>
                    </a:lnTo>
                    <a:lnTo>
                      <a:pt x="3003256" y="1250934"/>
                    </a:lnTo>
                    <a:lnTo>
                      <a:pt x="3004525" y="1251568"/>
                    </a:lnTo>
                    <a:lnTo>
                      <a:pt x="3005160" y="1252838"/>
                    </a:lnTo>
                    <a:lnTo>
                      <a:pt x="3005795" y="1254107"/>
                    </a:lnTo>
                    <a:lnTo>
                      <a:pt x="3005795" y="1254742"/>
                    </a:lnTo>
                    <a:lnTo>
                      <a:pt x="3005795" y="1256011"/>
                    </a:lnTo>
                    <a:lnTo>
                      <a:pt x="3005795" y="1256646"/>
                    </a:lnTo>
                    <a:lnTo>
                      <a:pt x="3007064" y="1257280"/>
                    </a:lnTo>
                    <a:lnTo>
                      <a:pt x="3008968" y="1255376"/>
                    </a:lnTo>
                    <a:lnTo>
                      <a:pt x="3010237" y="1256011"/>
                    </a:lnTo>
                    <a:lnTo>
                      <a:pt x="3010237" y="1256646"/>
                    </a:lnTo>
                    <a:lnTo>
                      <a:pt x="3010237" y="1257280"/>
                    </a:lnTo>
                    <a:lnTo>
                      <a:pt x="3010237" y="1257915"/>
                    </a:lnTo>
                    <a:lnTo>
                      <a:pt x="3010872" y="1258550"/>
                    </a:lnTo>
                    <a:lnTo>
                      <a:pt x="3011507" y="1258550"/>
                    </a:lnTo>
                    <a:lnTo>
                      <a:pt x="3012141" y="1257915"/>
                    </a:lnTo>
                    <a:lnTo>
                      <a:pt x="3012776" y="1257280"/>
                    </a:lnTo>
                    <a:lnTo>
                      <a:pt x="3012776" y="1256646"/>
                    </a:lnTo>
                    <a:lnTo>
                      <a:pt x="3013411" y="1257915"/>
                    </a:lnTo>
                    <a:lnTo>
                      <a:pt x="3014045" y="1257915"/>
                    </a:lnTo>
                    <a:lnTo>
                      <a:pt x="3014680" y="1257280"/>
                    </a:lnTo>
                    <a:lnTo>
                      <a:pt x="3015315" y="1256646"/>
                    </a:lnTo>
                    <a:lnTo>
                      <a:pt x="3015315" y="1257280"/>
                    </a:lnTo>
                    <a:lnTo>
                      <a:pt x="3015949" y="1258550"/>
                    </a:lnTo>
                    <a:lnTo>
                      <a:pt x="3015949" y="1259184"/>
                    </a:lnTo>
                    <a:lnTo>
                      <a:pt x="3014045" y="1259819"/>
                    </a:lnTo>
                    <a:lnTo>
                      <a:pt x="3014045" y="1261723"/>
                    </a:lnTo>
                    <a:lnTo>
                      <a:pt x="3014680" y="1263627"/>
                    </a:lnTo>
                    <a:lnTo>
                      <a:pt x="3015949" y="1264897"/>
                    </a:lnTo>
                    <a:lnTo>
                      <a:pt x="3016584" y="1265531"/>
                    </a:lnTo>
                    <a:lnTo>
                      <a:pt x="3017219" y="1265531"/>
                    </a:lnTo>
                    <a:lnTo>
                      <a:pt x="3017853" y="1265531"/>
                    </a:lnTo>
                    <a:lnTo>
                      <a:pt x="3018488" y="1264897"/>
                    </a:lnTo>
                    <a:lnTo>
                      <a:pt x="3018488" y="1264897"/>
                    </a:lnTo>
                    <a:lnTo>
                      <a:pt x="3020392" y="1264897"/>
                    </a:lnTo>
                    <a:lnTo>
                      <a:pt x="3020392" y="1264262"/>
                    </a:lnTo>
                    <a:lnTo>
                      <a:pt x="3021027" y="1261723"/>
                    </a:lnTo>
                    <a:lnTo>
                      <a:pt x="3021027" y="1260454"/>
                    </a:lnTo>
                    <a:lnTo>
                      <a:pt x="3020392" y="1259184"/>
                    </a:lnTo>
                    <a:lnTo>
                      <a:pt x="3019757" y="1258550"/>
                    </a:lnTo>
                    <a:lnTo>
                      <a:pt x="3019123" y="1257915"/>
                    </a:lnTo>
                    <a:lnTo>
                      <a:pt x="3013411" y="1253472"/>
                    </a:lnTo>
                    <a:lnTo>
                      <a:pt x="3014680" y="1251568"/>
                    </a:lnTo>
                    <a:lnTo>
                      <a:pt x="3015949" y="1250934"/>
                    </a:lnTo>
                    <a:lnTo>
                      <a:pt x="3016584" y="1250934"/>
                    </a:lnTo>
                    <a:lnTo>
                      <a:pt x="3017219" y="1251568"/>
                    </a:lnTo>
                    <a:lnTo>
                      <a:pt x="3017853" y="1252203"/>
                    </a:lnTo>
                    <a:lnTo>
                      <a:pt x="3018488" y="1252203"/>
                    </a:lnTo>
                    <a:lnTo>
                      <a:pt x="3019123" y="1252203"/>
                    </a:lnTo>
                    <a:lnTo>
                      <a:pt x="3019757" y="1252203"/>
                    </a:lnTo>
                    <a:lnTo>
                      <a:pt x="3020392" y="1252838"/>
                    </a:lnTo>
                    <a:lnTo>
                      <a:pt x="3021027" y="1253472"/>
                    </a:lnTo>
                    <a:lnTo>
                      <a:pt x="3021661" y="1254107"/>
                    </a:lnTo>
                    <a:lnTo>
                      <a:pt x="3022931" y="1254107"/>
                    </a:lnTo>
                    <a:lnTo>
                      <a:pt x="3026104" y="1252838"/>
                    </a:lnTo>
                    <a:lnTo>
                      <a:pt x="3028643" y="1254107"/>
                    </a:lnTo>
                    <a:lnTo>
                      <a:pt x="3029912" y="1254107"/>
                    </a:lnTo>
                    <a:lnTo>
                      <a:pt x="3029912" y="1256011"/>
                    </a:lnTo>
                    <a:lnTo>
                      <a:pt x="3029277" y="1253472"/>
                    </a:lnTo>
                    <a:lnTo>
                      <a:pt x="3028643" y="1252203"/>
                    </a:lnTo>
                    <a:lnTo>
                      <a:pt x="3028008" y="1251568"/>
                    </a:lnTo>
                    <a:lnTo>
                      <a:pt x="3026739" y="1250934"/>
                    </a:lnTo>
                    <a:lnTo>
                      <a:pt x="3026739" y="1250934"/>
                    </a:lnTo>
                    <a:lnTo>
                      <a:pt x="3026739" y="1250299"/>
                    </a:lnTo>
                    <a:lnTo>
                      <a:pt x="3026739" y="1249664"/>
                    </a:lnTo>
                    <a:lnTo>
                      <a:pt x="3026104" y="1249664"/>
                    </a:lnTo>
                    <a:lnTo>
                      <a:pt x="3024835" y="1250299"/>
                    </a:lnTo>
                    <a:lnTo>
                      <a:pt x="3023565" y="1250299"/>
                    </a:lnTo>
                    <a:lnTo>
                      <a:pt x="3022931" y="1250299"/>
                    </a:lnTo>
                    <a:lnTo>
                      <a:pt x="3022931" y="1250934"/>
                    </a:lnTo>
                    <a:lnTo>
                      <a:pt x="3022931" y="1252838"/>
                    </a:lnTo>
                    <a:lnTo>
                      <a:pt x="3023565" y="1254107"/>
                    </a:lnTo>
                    <a:lnTo>
                      <a:pt x="3023565" y="1254742"/>
                    </a:lnTo>
                    <a:lnTo>
                      <a:pt x="3022296" y="1254742"/>
                    </a:lnTo>
                    <a:lnTo>
                      <a:pt x="3021661" y="1254742"/>
                    </a:lnTo>
                    <a:lnTo>
                      <a:pt x="3020392" y="1254107"/>
                    </a:lnTo>
                    <a:lnTo>
                      <a:pt x="3019757" y="1254107"/>
                    </a:lnTo>
                    <a:lnTo>
                      <a:pt x="3019757" y="1254107"/>
                    </a:lnTo>
                    <a:lnTo>
                      <a:pt x="3019123" y="1253472"/>
                    </a:lnTo>
                    <a:lnTo>
                      <a:pt x="3018488" y="1252838"/>
                    </a:lnTo>
                    <a:lnTo>
                      <a:pt x="3017853" y="1252838"/>
                    </a:lnTo>
                    <a:lnTo>
                      <a:pt x="3019123" y="1251568"/>
                    </a:lnTo>
                    <a:lnTo>
                      <a:pt x="3020392" y="1251568"/>
                    </a:lnTo>
                    <a:lnTo>
                      <a:pt x="3021027" y="1250934"/>
                    </a:lnTo>
                    <a:lnTo>
                      <a:pt x="3020392" y="1247760"/>
                    </a:lnTo>
                    <a:lnTo>
                      <a:pt x="3019757" y="1246491"/>
                    </a:lnTo>
                    <a:lnTo>
                      <a:pt x="3019123" y="1245856"/>
                    </a:lnTo>
                    <a:lnTo>
                      <a:pt x="3019123" y="1245222"/>
                    </a:lnTo>
                    <a:lnTo>
                      <a:pt x="3019757" y="1245222"/>
                    </a:lnTo>
                    <a:lnTo>
                      <a:pt x="3020392" y="1246491"/>
                    </a:lnTo>
                    <a:lnTo>
                      <a:pt x="3021027" y="1246491"/>
                    </a:lnTo>
                    <a:lnTo>
                      <a:pt x="3022296" y="1246491"/>
                    </a:lnTo>
                    <a:lnTo>
                      <a:pt x="3025469" y="1248395"/>
                    </a:lnTo>
                    <a:lnTo>
                      <a:pt x="3029277" y="1249030"/>
                    </a:lnTo>
                    <a:lnTo>
                      <a:pt x="3029912" y="1248395"/>
                    </a:lnTo>
                    <a:lnTo>
                      <a:pt x="3029277" y="1245222"/>
                    </a:lnTo>
                    <a:lnTo>
                      <a:pt x="3033720" y="1249664"/>
                    </a:lnTo>
                    <a:lnTo>
                      <a:pt x="3034355" y="1250934"/>
                    </a:lnTo>
                    <a:lnTo>
                      <a:pt x="3034355" y="1251568"/>
                    </a:lnTo>
                    <a:lnTo>
                      <a:pt x="3034355" y="1252838"/>
                    </a:lnTo>
                    <a:lnTo>
                      <a:pt x="3034355" y="1254107"/>
                    </a:lnTo>
                    <a:lnTo>
                      <a:pt x="3034989" y="1254107"/>
                    </a:lnTo>
                    <a:lnTo>
                      <a:pt x="3039432" y="1252203"/>
                    </a:lnTo>
                    <a:lnTo>
                      <a:pt x="3041971" y="1249664"/>
                    </a:lnTo>
                    <a:lnTo>
                      <a:pt x="3043240" y="1249030"/>
                    </a:lnTo>
                    <a:lnTo>
                      <a:pt x="3044509" y="1248395"/>
                    </a:lnTo>
                    <a:lnTo>
                      <a:pt x="3045144" y="1246491"/>
                    </a:lnTo>
                    <a:lnTo>
                      <a:pt x="3045779" y="1243318"/>
                    </a:lnTo>
                    <a:lnTo>
                      <a:pt x="3045144" y="1242683"/>
                    </a:lnTo>
                    <a:lnTo>
                      <a:pt x="3042605" y="1237605"/>
                    </a:lnTo>
                    <a:lnTo>
                      <a:pt x="3042605" y="1236971"/>
                    </a:lnTo>
                    <a:lnTo>
                      <a:pt x="3042605" y="1235702"/>
                    </a:lnTo>
                    <a:lnTo>
                      <a:pt x="3041971" y="1235067"/>
                    </a:lnTo>
                    <a:lnTo>
                      <a:pt x="3041336" y="1235067"/>
                    </a:lnTo>
                    <a:lnTo>
                      <a:pt x="3040701" y="1235067"/>
                    </a:lnTo>
                    <a:lnTo>
                      <a:pt x="3040067" y="1234432"/>
                    </a:lnTo>
                    <a:lnTo>
                      <a:pt x="3040067" y="1233798"/>
                    </a:lnTo>
                    <a:lnTo>
                      <a:pt x="3039432" y="1233163"/>
                    </a:lnTo>
                    <a:lnTo>
                      <a:pt x="3039432" y="1232528"/>
                    </a:lnTo>
                    <a:lnTo>
                      <a:pt x="3039432" y="1231894"/>
                    </a:lnTo>
                    <a:lnTo>
                      <a:pt x="3039432" y="1231259"/>
                    </a:lnTo>
                    <a:lnTo>
                      <a:pt x="3036893" y="1231894"/>
                    </a:lnTo>
                    <a:lnTo>
                      <a:pt x="3036259" y="1231894"/>
                    </a:lnTo>
                    <a:lnTo>
                      <a:pt x="3034355" y="1233798"/>
                    </a:lnTo>
                    <a:lnTo>
                      <a:pt x="3033085" y="1233798"/>
                    </a:lnTo>
                    <a:lnTo>
                      <a:pt x="3031816" y="1232528"/>
                    </a:lnTo>
                    <a:lnTo>
                      <a:pt x="3033720" y="1231894"/>
                    </a:lnTo>
                    <a:lnTo>
                      <a:pt x="3034355" y="1231259"/>
                    </a:lnTo>
                    <a:lnTo>
                      <a:pt x="3034355" y="1229990"/>
                    </a:lnTo>
                    <a:lnTo>
                      <a:pt x="3034355" y="1228720"/>
                    </a:lnTo>
                    <a:lnTo>
                      <a:pt x="3034989" y="1228085"/>
                    </a:lnTo>
                    <a:lnTo>
                      <a:pt x="3035624" y="1228085"/>
                    </a:lnTo>
                    <a:lnTo>
                      <a:pt x="3035624" y="1227451"/>
                    </a:lnTo>
                    <a:lnTo>
                      <a:pt x="3034989" y="1226181"/>
                    </a:lnTo>
                    <a:lnTo>
                      <a:pt x="3034355" y="1226181"/>
                    </a:lnTo>
                    <a:lnTo>
                      <a:pt x="3033720" y="1226816"/>
                    </a:lnTo>
                    <a:lnTo>
                      <a:pt x="3033085" y="1226816"/>
                    </a:lnTo>
                    <a:lnTo>
                      <a:pt x="3031181" y="1224912"/>
                    </a:lnTo>
                    <a:lnTo>
                      <a:pt x="3030547" y="1224278"/>
                    </a:lnTo>
                    <a:lnTo>
                      <a:pt x="3031181" y="1223643"/>
                    </a:lnTo>
                    <a:lnTo>
                      <a:pt x="3031181" y="1223643"/>
                    </a:lnTo>
                    <a:lnTo>
                      <a:pt x="3031816" y="1223643"/>
                    </a:lnTo>
                    <a:lnTo>
                      <a:pt x="3031816" y="1223008"/>
                    </a:lnTo>
                    <a:lnTo>
                      <a:pt x="3025469" y="1219835"/>
                    </a:lnTo>
                    <a:lnTo>
                      <a:pt x="3024835" y="1219200"/>
                    </a:lnTo>
                    <a:lnTo>
                      <a:pt x="3024835" y="1220470"/>
                    </a:lnTo>
                    <a:lnTo>
                      <a:pt x="3025469" y="1221739"/>
                    </a:lnTo>
                    <a:lnTo>
                      <a:pt x="3026104" y="1223008"/>
                    </a:lnTo>
                    <a:lnTo>
                      <a:pt x="3026104" y="1223643"/>
                    </a:lnTo>
                    <a:lnTo>
                      <a:pt x="3025469" y="1223643"/>
                    </a:lnTo>
                    <a:lnTo>
                      <a:pt x="3024835" y="1223008"/>
                    </a:lnTo>
                    <a:lnTo>
                      <a:pt x="3024200" y="1223008"/>
                    </a:lnTo>
                    <a:lnTo>
                      <a:pt x="3023565" y="1223008"/>
                    </a:lnTo>
                    <a:lnTo>
                      <a:pt x="3022931" y="1223008"/>
                    </a:lnTo>
                    <a:lnTo>
                      <a:pt x="3022296" y="1223643"/>
                    </a:lnTo>
                    <a:lnTo>
                      <a:pt x="3022296" y="1224912"/>
                    </a:lnTo>
                    <a:lnTo>
                      <a:pt x="3022931" y="1225547"/>
                    </a:lnTo>
                    <a:lnTo>
                      <a:pt x="3024200" y="1226816"/>
                    </a:lnTo>
                    <a:lnTo>
                      <a:pt x="3024835" y="1227451"/>
                    </a:lnTo>
                    <a:lnTo>
                      <a:pt x="3023565" y="1227451"/>
                    </a:lnTo>
                    <a:lnTo>
                      <a:pt x="3022296" y="1226816"/>
                    </a:lnTo>
                    <a:lnTo>
                      <a:pt x="3021027" y="1226181"/>
                    </a:lnTo>
                    <a:lnTo>
                      <a:pt x="3019757" y="1226816"/>
                    </a:lnTo>
                    <a:lnTo>
                      <a:pt x="3018488" y="1229990"/>
                    </a:lnTo>
                    <a:lnTo>
                      <a:pt x="3017853" y="1230624"/>
                    </a:lnTo>
                    <a:lnTo>
                      <a:pt x="3017219" y="1230624"/>
                    </a:lnTo>
                    <a:lnTo>
                      <a:pt x="3014680" y="1229355"/>
                    </a:lnTo>
                    <a:lnTo>
                      <a:pt x="3014680" y="1228720"/>
                    </a:lnTo>
                    <a:lnTo>
                      <a:pt x="3016584" y="1228720"/>
                    </a:lnTo>
                    <a:lnTo>
                      <a:pt x="3017853" y="1227451"/>
                    </a:lnTo>
                    <a:lnTo>
                      <a:pt x="3020392" y="1223008"/>
                    </a:lnTo>
                    <a:lnTo>
                      <a:pt x="3022296" y="1220470"/>
                    </a:lnTo>
                    <a:lnTo>
                      <a:pt x="3022931" y="1219835"/>
                    </a:lnTo>
                    <a:lnTo>
                      <a:pt x="3022931" y="1218565"/>
                    </a:lnTo>
                    <a:lnTo>
                      <a:pt x="3022296" y="1217931"/>
                    </a:lnTo>
                    <a:lnTo>
                      <a:pt x="3021027" y="1217296"/>
                    </a:lnTo>
                    <a:lnTo>
                      <a:pt x="3020392" y="1216661"/>
                    </a:lnTo>
                    <a:lnTo>
                      <a:pt x="3019757" y="1216027"/>
                    </a:lnTo>
                    <a:lnTo>
                      <a:pt x="3013411" y="1215392"/>
                    </a:lnTo>
                    <a:lnTo>
                      <a:pt x="3012776" y="1215392"/>
                    </a:lnTo>
                    <a:lnTo>
                      <a:pt x="3014045" y="1217931"/>
                    </a:lnTo>
                    <a:lnTo>
                      <a:pt x="3015315" y="1219200"/>
                    </a:lnTo>
                    <a:lnTo>
                      <a:pt x="3016584" y="1220470"/>
                    </a:lnTo>
                    <a:lnTo>
                      <a:pt x="3017853" y="1222374"/>
                    </a:lnTo>
                    <a:lnTo>
                      <a:pt x="3017219" y="1222374"/>
                    </a:lnTo>
                    <a:lnTo>
                      <a:pt x="3015315" y="1221104"/>
                    </a:lnTo>
                    <a:lnTo>
                      <a:pt x="3014680" y="1221104"/>
                    </a:lnTo>
                    <a:lnTo>
                      <a:pt x="3013411" y="1221104"/>
                    </a:lnTo>
                    <a:lnTo>
                      <a:pt x="3012776" y="1220470"/>
                    </a:lnTo>
                    <a:lnTo>
                      <a:pt x="3012141" y="1219835"/>
                    </a:lnTo>
                    <a:lnTo>
                      <a:pt x="3011507" y="1218565"/>
                    </a:lnTo>
                    <a:lnTo>
                      <a:pt x="3011507" y="1217931"/>
                    </a:lnTo>
                    <a:lnTo>
                      <a:pt x="3011507" y="1217296"/>
                    </a:lnTo>
                    <a:lnTo>
                      <a:pt x="3011507" y="1216661"/>
                    </a:lnTo>
                    <a:lnTo>
                      <a:pt x="3010872" y="1216027"/>
                    </a:lnTo>
                    <a:lnTo>
                      <a:pt x="3010237" y="1216027"/>
                    </a:lnTo>
                    <a:lnTo>
                      <a:pt x="3009603" y="1216027"/>
                    </a:lnTo>
                    <a:lnTo>
                      <a:pt x="3008333" y="1215392"/>
                    </a:lnTo>
                    <a:lnTo>
                      <a:pt x="3005160" y="1214758"/>
                    </a:lnTo>
                    <a:lnTo>
                      <a:pt x="3005795" y="1214758"/>
                    </a:lnTo>
                    <a:lnTo>
                      <a:pt x="3006429" y="1214758"/>
                    </a:lnTo>
                    <a:lnTo>
                      <a:pt x="3007064" y="1214123"/>
                    </a:lnTo>
                    <a:lnTo>
                      <a:pt x="3007699" y="1213488"/>
                    </a:lnTo>
                    <a:lnTo>
                      <a:pt x="3003891" y="1211584"/>
                    </a:lnTo>
                    <a:lnTo>
                      <a:pt x="3003256" y="1211584"/>
                    </a:lnTo>
                    <a:lnTo>
                      <a:pt x="3002621" y="1210315"/>
                    </a:lnTo>
                    <a:lnTo>
                      <a:pt x="3004525" y="1209045"/>
                    </a:lnTo>
                    <a:lnTo>
                      <a:pt x="3006429" y="1210315"/>
                    </a:lnTo>
                    <a:lnTo>
                      <a:pt x="3008333" y="1212219"/>
                    </a:lnTo>
                    <a:lnTo>
                      <a:pt x="3010237" y="1213488"/>
                    </a:lnTo>
                    <a:lnTo>
                      <a:pt x="3009603" y="1212854"/>
                    </a:lnTo>
                    <a:lnTo>
                      <a:pt x="3010237" y="1212219"/>
                    </a:lnTo>
                    <a:lnTo>
                      <a:pt x="3011507" y="1212219"/>
                    </a:lnTo>
                    <a:lnTo>
                      <a:pt x="3012141" y="1211584"/>
                    </a:lnTo>
                    <a:lnTo>
                      <a:pt x="3012141" y="1209680"/>
                    </a:lnTo>
                    <a:lnTo>
                      <a:pt x="3008333" y="1207141"/>
                    </a:lnTo>
                    <a:lnTo>
                      <a:pt x="3007064" y="1207141"/>
                    </a:lnTo>
                    <a:lnTo>
                      <a:pt x="3006429" y="1207141"/>
                    </a:lnTo>
                    <a:lnTo>
                      <a:pt x="3005795" y="1206507"/>
                    </a:lnTo>
                    <a:lnTo>
                      <a:pt x="3005160" y="1205872"/>
                    </a:lnTo>
                    <a:lnTo>
                      <a:pt x="3004525" y="1207141"/>
                    </a:lnTo>
                    <a:lnTo>
                      <a:pt x="3003891" y="1207776"/>
                    </a:lnTo>
                    <a:lnTo>
                      <a:pt x="3003256" y="1207776"/>
                    </a:lnTo>
                    <a:lnTo>
                      <a:pt x="3002621" y="1207776"/>
                    </a:lnTo>
                    <a:lnTo>
                      <a:pt x="2997544" y="1205237"/>
                    </a:lnTo>
                    <a:lnTo>
                      <a:pt x="2996909" y="1205237"/>
                    </a:lnTo>
                    <a:lnTo>
                      <a:pt x="2995640" y="1205237"/>
                    </a:lnTo>
                    <a:lnTo>
                      <a:pt x="2993736" y="1203968"/>
                    </a:lnTo>
                    <a:lnTo>
                      <a:pt x="2993101" y="1203968"/>
                    </a:lnTo>
                    <a:lnTo>
                      <a:pt x="2991832" y="1204603"/>
                    </a:lnTo>
                    <a:lnTo>
                      <a:pt x="2991197" y="1205237"/>
                    </a:lnTo>
                    <a:lnTo>
                      <a:pt x="2990563" y="1206507"/>
                    </a:lnTo>
                    <a:lnTo>
                      <a:pt x="2990563" y="1208411"/>
                    </a:lnTo>
                    <a:lnTo>
                      <a:pt x="2989928" y="1207776"/>
                    </a:lnTo>
                    <a:lnTo>
                      <a:pt x="2989928" y="1207141"/>
                    </a:lnTo>
                    <a:lnTo>
                      <a:pt x="2989928" y="1206507"/>
                    </a:lnTo>
                    <a:lnTo>
                      <a:pt x="2989293" y="1205872"/>
                    </a:lnTo>
                    <a:lnTo>
                      <a:pt x="2988659" y="1205237"/>
                    </a:lnTo>
                    <a:lnTo>
                      <a:pt x="2988024" y="1205237"/>
                    </a:lnTo>
                    <a:lnTo>
                      <a:pt x="2984851" y="1205237"/>
                    </a:lnTo>
                    <a:lnTo>
                      <a:pt x="2979773" y="1206507"/>
                    </a:lnTo>
                    <a:lnTo>
                      <a:pt x="2979139" y="1207141"/>
                    </a:lnTo>
                    <a:lnTo>
                      <a:pt x="2978504" y="1208411"/>
                    </a:lnTo>
                    <a:lnTo>
                      <a:pt x="2977234" y="1211584"/>
                    </a:lnTo>
                    <a:lnTo>
                      <a:pt x="2976600" y="1213488"/>
                    </a:lnTo>
                    <a:lnTo>
                      <a:pt x="2975965" y="1214758"/>
                    </a:lnTo>
                    <a:lnTo>
                      <a:pt x="2974696" y="1215392"/>
                    </a:lnTo>
                    <a:lnTo>
                      <a:pt x="2974696" y="1214758"/>
                    </a:lnTo>
                    <a:lnTo>
                      <a:pt x="2975330" y="1211584"/>
                    </a:lnTo>
                    <a:lnTo>
                      <a:pt x="2975965" y="1210315"/>
                    </a:lnTo>
                    <a:lnTo>
                      <a:pt x="2977234" y="1209680"/>
                    </a:lnTo>
                    <a:lnTo>
                      <a:pt x="2977869" y="1205237"/>
                    </a:lnTo>
                    <a:lnTo>
                      <a:pt x="2978504" y="1203968"/>
                    </a:lnTo>
                    <a:lnTo>
                      <a:pt x="2983581" y="1202699"/>
                    </a:lnTo>
                    <a:lnTo>
                      <a:pt x="2984216" y="1201430"/>
                    </a:lnTo>
                    <a:lnTo>
                      <a:pt x="2982947" y="1199525"/>
                    </a:lnTo>
                    <a:lnTo>
                      <a:pt x="2981677" y="1198256"/>
                    </a:lnTo>
                    <a:lnTo>
                      <a:pt x="2979139" y="1196352"/>
                    </a:lnTo>
                    <a:lnTo>
                      <a:pt x="2976600" y="1193813"/>
                    </a:lnTo>
                    <a:lnTo>
                      <a:pt x="2975330" y="1192544"/>
                    </a:lnTo>
                    <a:lnTo>
                      <a:pt x="2974061" y="1192544"/>
                    </a:lnTo>
                    <a:lnTo>
                      <a:pt x="2973427" y="1191910"/>
                    </a:lnTo>
                    <a:lnTo>
                      <a:pt x="2972792" y="1190640"/>
                    </a:lnTo>
                    <a:lnTo>
                      <a:pt x="2972792" y="1189371"/>
                    </a:lnTo>
                    <a:lnTo>
                      <a:pt x="2973427" y="1188736"/>
                    </a:lnTo>
                    <a:lnTo>
                      <a:pt x="2974061" y="1188736"/>
                    </a:lnTo>
                    <a:lnTo>
                      <a:pt x="2975965" y="1190005"/>
                    </a:lnTo>
                    <a:lnTo>
                      <a:pt x="2980408" y="1191910"/>
                    </a:lnTo>
                    <a:lnTo>
                      <a:pt x="2982312" y="1193813"/>
                    </a:lnTo>
                    <a:lnTo>
                      <a:pt x="2984851" y="1195083"/>
                    </a:lnTo>
                    <a:lnTo>
                      <a:pt x="2987389" y="1196987"/>
                    </a:lnTo>
                    <a:lnTo>
                      <a:pt x="2988024" y="1197621"/>
                    </a:lnTo>
                    <a:lnTo>
                      <a:pt x="2991197" y="1197621"/>
                    </a:lnTo>
                    <a:lnTo>
                      <a:pt x="2993101" y="1198891"/>
                    </a:lnTo>
                    <a:lnTo>
                      <a:pt x="2994371" y="1198891"/>
                    </a:lnTo>
                    <a:lnTo>
                      <a:pt x="2995640" y="1198891"/>
                    </a:lnTo>
                    <a:lnTo>
                      <a:pt x="2996274" y="1198891"/>
                    </a:lnTo>
                    <a:lnTo>
                      <a:pt x="2997544" y="1199525"/>
                    </a:lnTo>
                    <a:lnTo>
                      <a:pt x="2999448" y="1200795"/>
                    </a:lnTo>
                    <a:lnTo>
                      <a:pt x="3000717" y="1201430"/>
                    </a:lnTo>
                    <a:lnTo>
                      <a:pt x="3001352" y="1199525"/>
                    </a:lnTo>
                    <a:lnTo>
                      <a:pt x="2992467" y="1188736"/>
                    </a:lnTo>
                    <a:lnTo>
                      <a:pt x="2993736" y="1189371"/>
                    </a:lnTo>
                    <a:lnTo>
                      <a:pt x="2995005" y="1190640"/>
                    </a:lnTo>
                    <a:lnTo>
                      <a:pt x="2997544" y="1193813"/>
                    </a:lnTo>
                    <a:lnTo>
                      <a:pt x="3002621" y="1198256"/>
                    </a:lnTo>
                    <a:lnTo>
                      <a:pt x="3003256" y="1193813"/>
                    </a:lnTo>
                    <a:lnTo>
                      <a:pt x="3003891" y="1192544"/>
                    </a:lnTo>
                    <a:lnTo>
                      <a:pt x="3005795" y="1191910"/>
                    </a:lnTo>
                    <a:lnTo>
                      <a:pt x="3005795" y="1192544"/>
                    </a:lnTo>
                    <a:lnTo>
                      <a:pt x="3005160" y="1195083"/>
                    </a:lnTo>
                    <a:lnTo>
                      <a:pt x="3006429" y="1198891"/>
                    </a:lnTo>
                    <a:lnTo>
                      <a:pt x="3008333" y="1202699"/>
                    </a:lnTo>
                    <a:lnTo>
                      <a:pt x="3010237" y="1205237"/>
                    </a:lnTo>
                    <a:lnTo>
                      <a:pt x="3011507" y="1205872"/>
                    </a:lnTo>
                    <a:lnTo>
                      <a:pt x="3012776" y="1205237"/>
                    </a:lnTo>
                    <a:lnTo>
                      <a:pt x="3015315" y="1203334"/>
                    </a:lnTo>
                    <a:lnTo>
                      <a:pt x="3020392" y="1202699"/>
                    </a:lnTo>
                    <a:lnTo>
                      <a:pt x="3021661" y="1202064"/>
                    </a:lnTo>
                    <a:lnTo>
                      <a:pt x="3021027" y="1203968"/>
                    </a:lnTo>
                    <a:lnTo>
                      <a:pt x="3019123" y="1204603"/>
                    </a:lnTo>
                    <a:lnTo>
                      <a:pt x="3015315" y="1205237"/>
                    </a:lnTo>
                    <a:lnTo>
                      <a:pt x="3015315" y="1205872"/>
                    </a:lnTo>
                    <a:lnTo>
                      <a:pt x="3022296" y="1208411"/>
                    </a:lnTo>
                    <a:lnTo>
                      <a:pt x="3026104" y="1209045"/>
                    </a:lnTo>
                    <a:lnTo>
                      <a:pt x="3028008" y="1206507"/>
                    </a:lnTo>
                    <a:lnTo>
                      <a:pt x="3028643" y="1205237"/>
                    </a:lnTo>
                    <a:lnTo>
                      <a:pt x="3028643" y="1204603"/>
                    </a:lnTo>
                    <a:lnTo>
                      <a:pt x="3028643" y="1203968"/>
                    </a:lnTo>
                    <a:lnTo>
                      <a:pt x="3028643" y="1202699"/>
                    </a:lnTo>
                    <a:lnTo>
                      <a:pt x="3028643" y="1201430"/>
                    </a:lnTo>
                    <a:lnTo>
                      <a:pt x="3029277" y="1198256"/>
                    </a:lnTo>
                    <a:lnTo>
                      <a:pt x="3029277" y="1195717"/>
                    </a:lnTo>
                    <a:lnTo>
                      <a:pt x="3028643" y="1193179"/>
                    </a:lnTo>
                    <a:lnTo>
                      <a:pt x="3028008" y="1191275"/>
                    </a:lnTo>
                    <a:lnTo>
                      <a:pt x="3026739" y="1190640"/>
                    </a:lnTo>
                    <a:lnTo>
                      <a:pt x="3026739" y="1190005"/>
                    </a:lnTo>
                    <a:lnTo>
                      <a:pt x="3026739" y="1190005"/>
                    </a:lnTo>
                    <a:lnTo>
                      <a:pt x="3027373" y="1189371"/>
                    </a:lnTo>
                    <a:lnTo>
                      <a:pt x="3026104" y="1188101"/>
                    </a:lnTo>
                    <a:lnTo>
                      <a:pt x="3024200" y="1188736"/>
                    </a:lnTo>
                    <a:lnTo>
                      <a:pt x="3020392" y="1190640"/>
                    </a:lnTo>
                    <a:lnTo>
                      <a:pt x="3021027" y="1189371"/>
                    </a:lnTo>
                    <a:lnTo>
                      <a:pt x="3022931" y="1188101"/>
                    </a:lnTo>
                    <a:lnTo>
                      <a:pt x="3024200" y="1186197"/>
                    </a:lnTo>
                    <a:lnTo>
                      <a:pt x="3022931" y="1184293"/>
                    </a:lnTo>
                    <a:lnTo>
                      <a:pt x="3022931" y="1183024"/>
                    </a:lnTo>
                    <a:lnTo>
                      <a:pt x="3022296" y="1181120"/>
                    </a:lnTo>
                    <a:lnTo>
                      <a:pt x="3021027" y="1179851"/>
                    </a:lnTo>
                    <a:lnTo>
                      <a:pt x="3019757" y="1179216"/>
                    </a:lnTo>
                    <a:lnTo>
                      <a:pt x="3020392" y="1178581"/>
                    </a:lnTo>
                    <a:lnTo>
                      <a:pt x="3021027" y="1178581"/>
                    </a:lnTo>
                    <a:lnTo>
                      <a:pt x="3021661" y="1178581"/>
                    </a:lnTo>
                    <a:lnTo>
                      <a:pt x="3022296" y="1179216"/>
                    </a:lnTo>
                    <a:lnTo>
                      <a:pt x="3022931" y="1179851"/>
                    </a:lnTo>
                    <a:lnTo>
                      <a:pt x="3023565" y="1180485"/>
                    </a:lnTo>
                    <a:lnTo>
                      <a:pt x="3023565" y="1181120"/>
                    </a:lnTo>
                    <a:lnTo>
                      <a:pt x="3024200" y="1182390"/>
                    </a:lnTo>
                    <a:lnTo>
                      <a:pt x="3025469" y="1184293"/>
                    </a:lnTo>
                    <a:lnTo>
                      <a:pt x="3026739" y="1186197"/>
                    </a:lnTo>
                    <a:lnTo>
                      <a:pt x="3028008" y="1187467"/>
                    </a:lnTo>
                    <a:lnTo>
                      <a:pt x="3029277" y="1188101"/>
                    </a:lnTo>
                    <a:lnTo>
                      <a:pt x="3029277" y="1188736"/>
                    </a:lnTo>
                    <a:lnTo>
                      <a:pt x="3029277" y="1190640"/>
                    </a:lnTo>
                    <a:lnTo>
                      <a:pt x="3029277" y="1191275"/>
                    </a:lnTo>
                    <a:lnTo>
                      <a:pt x="3029277" y="1192544"/>
                    </a:lnTo>
                    <a:lnTo>
                      <a:pt x="3029912" y="1193179"/>
                    </a:lnTo>
                    <a:lnTo>
                      <a:pt x="3029912" y="1193813"/>
                    </a:lnTo>
                    <a:lnTo>
                      <a:pt x="3029912" y="1194448"/>
                    </a:lnTo>
                    <a:lnTo>
                      <a:pt x="3031181" y="1195083"/>
                    </a:lnTo>
                    <a:lnTo>
                      <a:pt x="3031816" y="1194448"/>
                    </a:lnTo>
                    <a:lnTo>
                      <a:pt x="3034355" y="1190005"/>
                    </a:lnTo>
                    <a:lnTo>
                      <a:pt x="3034989" y="1188736"/>
                    </a:lnTo>
                    <a:lnTo>
                      <a:pt x="3033720" y="1188736"/>
                    </a:lnTo>
                    <a:lnTo>
                      <a:pt x="3033085" y="1188101"/>
                    </a:lnTo>
                    <a:lnTo>
                      <a:pt x="3032451" y="1187467"/>
                    </a:lnTo>
                    <a:lnTo>
                      <a:pt x="3034355" y="1187467"/>
                    </a:lnTo>
                    <a:lnTo>
                      <a:pt x="3041971" y="1185563"/>
                    </a:lnTo>
                    <a:lnTo>
                      <a:pt x="3043240" y="1186197"/>
                    </a:lnTo>
                    <a:lnTo>
                      <a:pt x="3044509" y="1187467"/>
                    </a:lnTo>
                    <a:lnTo>
                      <a:pt x="3036893" y="1192544"/>
                    </a:lnTo>
                    <a:lnTo>
                      <a:pt x="3035624" y="1192544"/>
                    </a:lnTo>
                    <a:lnTo>
                      <a:pt x="3035624" y="1190640"/>
                    </a:lnTo>
                    <a:lnTo>
                      <a:pt x="3034989" y="1191910"/>
                    </a:lnTo>
                    <a:lnTo>
                      <a:pt x="3034355" y="1193179"/>
                    </a:lnTo>
                    <a:lnTo>
                      <a:pt x="3030547" y="1198256"/>
                    </a:lnTo>
                    <a:lnTo>
                      <a:pt x="3029912" y="1199525"/>
                    </a:lnTo>
                    <a:lnTo>
                      <a:pt x="3031181" y="1200160"/>
                    </a:lnTo>
                    <a:lnTo>
                      <a:pt x="3033720" y="1203334"/>
                    </a:lnTo>
                    <a:lnTo>
                      <a:pt x="3034355" y="1203968"/>
                    </a:lnTo>
                    <a:lnTo>
                      <a:pt x="3034989" y="1204603"/>
                    </a:lnTo>
                    <a:lnTo>
                      <a:pt x="3036259" y="1205872"/>
                    </a:lnTo>
                    <a:lnTo>
                      <a:pt x="3037528" y="1207141"/>
                    </a:lnTo>
                    <a:lnTo>
                      <a:pt x="3038163" y="1208411"/>
                    </a:lnTo>
                    <a:lnTo>
                      <a:pt x="3038163" y="1209045"/>
                    </a:lnTo>
                    <a:lnTo>
                      <a:pt x="3038163" y="1210315"/>
                    </a:lnTo>
                    <a:lnTo>
                      <a:pt x="3038163" y="1210950"/>
                    </a:lnTo>
                    <a:lnTo>
                      <a:pt x="3039432" y="1210950"/>
                    </a:lnTo>
                    <a:lnTo>
                      <a:pt x="3040701" y="1212219"/>
                    </a:lnTo>
                    <a:lnTo>
                      <a:pt x="3045144" y="1218565"/>
                    </a:lnTo>
                    <a:lnTo>
                      <a:pt x="3045144" y="1218565"/>
                    </a:lnTo>
                    <a:lnTo>
                      <a:pt x="3045779" y="1218565"/>
                    </a:lnTo>
                    <a:lnTo>
                      <a:pt x="3048317" y="1218565"/>
                    </a:lnTo>
                    <a:lnTo>
                      <a:pt x="3048952" y="1218565"/>
                    </a:lnTo>
                    <a:lnTo>
                      <a:pt x="3045779" y="1221739"/>
                    </a:lnTo>
                    <a:lnTo>
                      <a:pt x="3045779" y="1222374"/>
                    </a:lnTo>
                    <a:lnTo>
                      <a:pt x="3047048" y="1222374"/>
                    </a:lnTo>
                    <a:lnTo>
                      <a:pt x="3048317" y="1223008"/>
                    </a:lnTo>
                    <a:lnTo>
                      <a:pt x="3048952" y="1224278"/>
                    </a:lnTo>
                    <a:lnTo>
                      <a:pt x="3049587" y="1226181"/>
                    </a:lnTo>
                    <a:lnTo>
                      <a:pt x="3049587" y="1228085"/>
                    </a:lnTo>
                    <a:lnTo>
                      <a:pt x="3049587" y="1229355"/>
                    </a:lnTo>
                    <a:lnTo>
                      <a:pt x="3049587" y="1229990"/>
                    </a:lnTo>
                    <a:lnTo>
                      <a:pt x="3050856" y="1231894"/>
                    </a:lnTo>
                    <a:lnTo>
                      <a:pt x="3048317" y="1231894"/>
                    </a:lnTo>
                    <a:lnTo>
                      <a:pt x="3047683" y="1231894"/>
                    </a:lnTo>
                    <a:lnTo>
                      <a:pt x="3047048" y="1232528"/>
                    </a:lnTo>
                    <a:lnTo>
                      <a:pt x="3046414" y="1233163"/>
                    </a:lnTo>
                    <a:lnTo>
                      <a:pt x="3045779" y="1233798"/>
                    </a:lnTo>
                    <a:lnTo>
                      <a:pt x="3045144" y="1233798"/>
                    </a:lnTo>
                    <a:lnTo>
                      <a:pt x="3045144" y="1234432"/>
                    </a:lnTo>
                    <a:lnTo>
                      <a:pt x="3047683" y="1233163"/>
                    </a:lnTo>
                    <a:lnTo>
                      <a:pt x="3048952" y="1233163"/>
                    </a:lnTo>
                    <a:lnTo>
                      <a:pt x="3048317" y="1235067"/>
                    </a:lnTo>
                    <a:lnTo>
                      <a:pt x="3048317" y="1238240"/>
                    </a:lnTo>
                    <a:lnTo>
                      <a:pt x="3048952" y="1240779"/>
                    </a:lnTo>
                    <a:lnTo>
                      <a:pt x="3049587" y="1242048"/>
                    </a:lnTo>
                    <a:lnTo>
                      <a:pt x="3050856" y="1242048"/>
                    </a:lnTo>
                    <a:lnTo>
                      <a:pt x="3061011" y="1236336"/>
                    </a:lnTo>
                    <a:lnTo>
                      <a:pt x="3061646" y="1235067"/>
                    </a:lnTo>
                    <a:lnTo>
                      <a:pt x="3062915" y="1233798"/>
                    </a:lnTo>
                    <a:lnTo>
                      <a:pt x="3064819" y="1233798"/>
                    </a:lnTo>
                    <a:lnTo>
                      <a:pt x="3068627" y="1235702"/>
                    </a:lnTo>
                    <a:lnTo>
                      <a:pt x="3070531" y="1236971"/>
                    </a:lnTo>
                    <a:lnTo>
                      <a:pt x="3071166" y="1236971"/>
                    </a:lnTo>
                    <a:lnTo>
                      <a:pt x="3071800" y="1236971"/>
                    </a:lnTo>
                    <a:lnTo>
                      <a:pt x="3072435" y="1236336"/>
                    </a:lnTo>
                    <a:lnTo>
                      <a:pt x="3072435" y="1235067"/>
                    </a:lnTo>
                    <a:lnTo>
                      <a:pt x="3071800" y="1232528"/>
                    </a:lnTo>
                    <a:lnTo>
                      <a:pt x="3070531" y="1231259"/>
                    </a:lnTo>
                    <a:lnTo>
                      <a:pt x="3068627" y="1229355"/>
                    </a:lnTo>
                    <a:lnTo>
                      <a:pt x="3067358" y="1227451"/>
                    </a:lnTo>
                    <a:lnTo>
                      <a:pt x="3067358" y="1225547"/>
                    </a:lnTo>
                    <a:lnTo>
                      <a:pt x="3068627" y="1224912"/>
                    </a:lnTo>
                    <a:lnTo>
                      <a:pt x="3069896" y="1226181"/>
                    </a:lnTo>
                    <a:lnTo>
                      <a:pt x="3071166" y="1228085"/>
                    </a:lnTo>
                    <a:lnTo>
                      <a:pt x="3072435" y="1230624"/>
                    </a:lnTo>
                    <a:lnTo>
                      <a:pt x="3074974" y="1233163"/>
                    </a:lnTo>
                    <a:lnTo>
                      <a:pt x="3075608" y="1233798"/>
                    </a:lnTo>
                    <a:lnTo>
                      <a:pt x="3076878" y="1236971"/>
                    </a:lnTo>
                    <a:lnTo>
                      <a:pt x="3079416" y="1240779"/>
                    </a:lnTo>
                    <a:lnTo>
                      <a:pt x="3081955" y="1243952"/>
                    </a:lnTo>
                    <a:lnTo>
                      <a:pt x="3085128" y="1245856"/>
                    </a:lnTo>
                    <a:lnTo>
                      <a:pt x="3093379" y="1247125"/>
                    </a:lnTo>
                    <a:lnTo>
                      <a:pt x="3094648" y="1247125"/>
                    </a:lnTo>
                    <a:lnTo>
                      <a:pt x="3095283" y="1246491"/>
                    </a:lnTo>
                    <a:lnTo>
                      <a:pt x="3096552" y="1244587"/>
                    </a:lnTo>
                    <a:lnTo>
                      <a:pt x="3096552" y="1243952"/>
                    </a:lnTo>
                    <a:lnTo>
                      <a:pt x="3096552" y="1243318"/>
                    </a:lnTo>
                    <a:lnTo>
                      <a:pt x="3096552" y="1242683"/>
                    </a:lnTo>
                    <a:lnTo>
                      <a:pt x="3096552" y="1242048"/>
                    </a:lnTo>
                    <a:lnTo>
                      <a:pt x="3095918" y="1240779"/>
                    </a:lnTo>
                    <a:lnTo>
                      <a:pt x="3095283" y="1237605"/>
                    </a:lnTo>
                    <a:lnTo>
                      <a:pt x="3095283" y="1236971"/>
                    </a:lnTo>
                    <a:lnTo>
                      <a:pt x="3095918" y="1236336"/>
                    </a:lnTo>
                    <a:lnTo>
                      <a:pt x="3096552" y="1236336"/>
                    </a:lnTo>
                    <a:lnTo>
                      <a:pt x="3097187" y="1236336"/>
                    </a:lnTo>
                    <a:lnTo>
                      <a:pt x="3097187" y="1235067"/>
                    </a:lnTo>
                    <a:lnTo>
                      <a:pt x="3096552" y="1232528"/>
                    </a:lnTo>
                    <a:lnTo>
                      <a:pt x="3095918" y="1230624"/>
                    </a:lnTo>
                    <a:lnTo>
                      <a:pt x="3090840" y="1221739"/>
                    </a:lnTo>
                    <a:lnTo>
                      <a:pt x="3089571" y="1220470"/>
                    </a:lnTo>
                    <a:lnTo>
                      <a:pt x="3087667" y="1218565"/>
                    </a:lnTo>
                    <a:lnTo>
                      <a:pt x="3087032" y="1217931"/>
                    </a:lnTo>
                    <a:lnTo>
                      <a:pt x="3087032" y="1217296"/>
                    </a:lnTo>
                    <a:lnTo>
                      <a:pt x="3087032" y="1216027"/>
                    </a:lnTo>
                    <a:lnTo>
                      <a:pt x="3087032" y="1215392"/>
                    </a:lnTo>
                    <a:lnTo>
                      <a:pt x="3087032" y="1214758"/>
                    </a:lnTo>
                    <a:lnTo>
                      <a:pt x="3086398" y="1214758"/>
                    </a:lnTo>
                    <a:lnTo>
                      <a:pt x="3085128" y="1212219"/>
                    </a:lnTo>
                    <a:lnTo>
                      <a:pt x="3081320" y="1208411"/>
                    </a:lnTo>
                    <a:lnTo>
                      <a:pt x="3080051" y="1206507"/>
                    </a:lnTo>
                    <a:lnTo>
                      <a:pt x="3080686" y="1205237"/>
                    </a:lnTo>
                    <a:lnTo>
                      <a:pt x="3081955" y="1204603"/>
                    </a:lnTo>
                    <a:lnTo>
                      <a:pt x="3082590" y="1203334"/>
                    </a:lnTo>
                    <a:lnTo>
                      <a:pt x="3081955" y="1202064"/>
                    </a:lnTo>
                    <a:lnTo>
                      <a:pt x="3076878" y="1195717"/>
                    </a:lnTo>
                    <a:lnTo>
                      <a:pt x="3075608" y="1194448"/>
                    </a:lnTo>
                    <a:lnTo>
                      <a:pt x="3074974" y="1192544"/>
                    </a:lnTo>
                    <a:lnTo>
                      <a:pt x="3074974" y="1190005"/>
                    </a:lnTo>
                    <a:lnTo>
                      <a:pt x="3069896" y="1184293"/>
                    </a:lnTo>
                    <a:lnTo>
                      <a:pt x="3066723" y="1180485"/>
                    </a:lnTo>
                    <a:lnTo>
                      <a:pt x="3066088" y="1179851"/>
                    </a:lnTo>
                    <a:lnTo>
                      <a:pt x="3066088" y="1177947"/>
                    </a:lnTo>
                    <a:lnTo>
                      <a:pt x="3065454" y="1176677"/>
                    </a:lnTo>
                    <a:lnTo>
                      <a:pt x="3064819" y="1176677"/>
                    </a:lnTo>
                    <a:lnTo>
                      <a:pt x="3062915" y="1176043"/>
                    </a:lnTo>
                    <a:lnTo>
                      <a:pt x="3062280" y="1175408"/>
                    </a:lnTo>
                    <a:lnTo>
                      <a:pt x="3061011" y="1173504"/>
                    </a:lnTo>
                    <a:lnTo>
                      <a:pt x="3060376" y="1171600"/>
                    </a:lnTo>
                    <a:lnTo>
                      <a:pt x="3060376" y="1169696"/>
                    </a:lnTo>
                    <a:lnTo>
                      <a:pt x="3059741" y="1169061"/>
                    </a:lnTo>
                    <a:lnTo>
                      <a:pt x="3059107" y="1168427"/>
                    </a:lnTo>
                    <a:lnTo>
                      <a:pt x="3059107" y="1167157"/>
                    </a:lnTo>
                    <a:lnTo>
                      <a:pt x="3059107" y="1165888"/>
                    </a:lnTo>
                    <a:lnTo>
                      <a:pt x="3057838" y="1164618"/>
                    </a:lnTo>
                    <a:lnTo>
                      <a:pt x="3057838" y="1162715"/>
                    </a:lnTo>
                    <a:lnTo>
                      <a:pt x="3057838" y="1160811"/>
                    </a:lnTo>
                    <a:lnTo>
                      <a:pt x="3057203" y="1158907"/>
                    </a:lnTo>
                    <a:lnTo>
                      <a:pt x="3056568" y="1157637"/>
                    </a:lnTo>
                    <a:lnTo>
                      <a:pt x="3055299" y="1157003"/>
                    </a:lnTo>
                    <a:lnTo>
                      <a:pt x="3052760" y="1155733"/>
                    </a:lnTo>
                    <a:lnTo>
                      <a:pt x="3051491" y="1154464"/>
                    </a:lnTo>
                    <a:lnTo>
                      <a:pt x="3049587" y="1151925"/>
                    </a:lnTo>
                    <a:lnTo>
                      <a:pt x="3048317" y="1150656"/>
                    </a:lnTo>
                    <a:lnTo>
                      <a:pt x="3044509" y="1148117"/>
                    </a:lnTo>
                    <a:lnTo>
                      <a:pt x="3043240" y="1146848"/>
                    </a:lnTo>
                    <a:lnTo>
                      <a:pt x="3045144" y="1145578"/>
                    </a:lnTo>
                    <a:lnTo>
                      <a:pt x="3048317" y="1146213"/>
                    </a:lnTo>
                    <a:lnTo>
                      <a:pt x="3051491" y="1147483"/>
                    </a:lnTo>
                    <a:lnTo>
                      <a:pt x="3053395" y="1149387"/>
                    </a:lnTo>
                    <a:lnTo>
                      <a:pt x="3054029" y="1150656"/>
                    </a:lnTo>
                    <a:lnTo>
                      <a:pt x="3055299" y="1153829"/>
                    </a:lnTo>
                    <a:lnTo>
                      <a:pt x="3055934" y="1155098"/>
                    </a:lnTo>
                    <a:lnTo>
                      <a:pt x="3057203" y="1155733"/>
                    </a:lnTo>
                    <a:lnTo>
                      <a:pt x="3059741" y="1156368"/>
                    </a:lnTo>
                    <a:lnTo>
                      <a:pt x="3061011" y="1157637"/>
                    </a:lnTo>
                    <a:lnTo>
                      <a:pt x="3061011" y="1156368"/>
                    </a:lnTo>
                    <a:lnTo>
                      <a:pt x="3060376" y="1155098"/>
                    </a:lnTo>
                    <a:lnTo>
                      <a:pt x="3059741" y="1153829"/>
                    </a:lnTo>
                    <a:lnTo>
                      <a:pt x="3059107" y="1153194"/>
                    </a:lnTo>
                    <a:lnTo>
                      <a:pt x="3057838" y="1151925"/>
                    </a:lnTo>
                    <a:lnTo>
                      <a:pt x="3057203" y="1151291"/>
                    </a:lnTo>
                    <a:lnTo>
                      <a:pt x="3057203" y="1150656"/>
                    </a:lnTo>
                    <a:lnTo>
                      <a:pt x="3057203" y="1150021"/>
                    </a:lnTo>
                    <a:lnTo>
                      <a:pt x="3057203" y="1149387"/>
                    </a:lnTo>
                    <a:lnTo>
                      <a:pt x="3057203" y="1149387"/>
                    </a:lnTo>
                    <a:lnTo>
                      <a:pt x="3055299" y="1146213"/>
                    </a:lnTo>
                    <a:lnTo>
                      <a:pt x="3054664" y="1144944"/>
                    </a:lnTo>
                    <a:lnTo>
                      <a:pt x="3054029" y="1144309"/>
                    </a:lnTo>
                    <a:lnTo>
                      <a:pt x="3052760" y="1143674"/>
                    </a:lnTo>
                    <a:lnTo>
                      <a:pt x="3051491" y="1143040"/>
                    </a:lnTo>
                    <a:lnTo>
                      <a:pt x="3050221" y="1143040"/>
                    </a:lnTo>
                    <a:lnTo>
                      <a:pt x="3049587" y="1143040"/>
                    </a:lnTo>
                    <a:lnTo>
                      <a:pt x="3049587" y="1142405"/>
                    </a:lnTo>
                    <a:lnTo>
                      <a:pt x="3049587" y="1141771"/>
                    </a:lnTo>
                    <a:lnTo>
                      <a:pt x="3049587" y="1141136"/>
                    </a:lnTo>
                    <a:lnTo>
                      <a:pt x="3047048" y="1138597"/>
                    </a:lnTo>
                    <a:lnTo>
                      <a:pt x="3045779" y="1137328"/>
                    </a:lnTo>
                    <a:lnTo>
                      <a:pt x="3042605" y="1136693"/>
                    </a:lnTo>
                    <a:lnTo>
                      <a:pt x="3041336" y="1136058"/>
                    </a:lnTo>
                    <a:lnTo>
                      <a:pt x="3042605" y="1135424"/>
                    </a:lnTo>
                    <a:lnTo>
                      <a:pt x="3046414" y="1136058"/>
                    </a:lnTo>
                    <a:lnTo>
                      <a:pt x="3047683" y="1134789"/>
                    </a:lnTo>
                    <a:lnTo>
                      <a:pt x="3048952" y="1135424"/>
                    </a:lnTo>
                    <a:lnTo>
                      <a:pt x="3048952" y="1133520"/>
                    </a:lnTo>
                    <a:lnTo>
                      <a:pt x="3047683" y="1127808"/>
                    </a:lnTo>
                    <a:lnTo>
                      <a:pt x="3047048" y="1118923"/>
                    </a:lnTo>
                    <a:lnTo>
                      <a:pt x="3047048" y="1117653"/>
                    </a:lnTo>
                    <a:lnTo>
                      <a:pt x="3048317" y="1119557"/>
                    </a:lnTo>
                    <a:lnTo>
                      <a:pt x="3049587" y="1124634"/>
                    </a:lnTo>
                    <a:lnTo>
                      <a:pt x="3050856" y="1134154"/>
                    </a:lnTo>
                    <a:lnTo>
                      <a:pt x="3052126" y="1138597"/>
                    </a:lnTo>
                    <a:lnTo>
                      <a:pt x="3054664" y="1141136"/>
                    </a:lnTo>
                    <a:lnTo>
                      <a:pt x="3057203" y="1143674"/>
                    </a:lnTo>
                    <a:lnTo>
                      <a:pt x="3059741" y="1146213"/>
                    </a:lnTo>
                    <a:lnTo>
                      <a:pt x="3063549" y="1151291"/>
                    </a:lnTo>
                    <a:lnTo>
                      <a:pt x="3064184" y="1153194"/>
                    </a:lnTo>
                    <a:lnTo>
                      <a:pt x="3064819" y="1154464"/>
                    </a:lnTo>
                    <a:lnTo>
                      <a:pt x="3066088" y="1157003"/>
                    </a:lnTo>
                    <a:lnTo>
                      <a:pt x="3067358" y="1159541"/>
                    </a:lnTo>
                    <a:lnTo>
                      <a:pt x="3067992" y="1160176"/>
                    </a:lnTo>
                    <a:lnTo>
                      <a:pt x="3069261" y="1161445"/>
                    </a:lnTo>
                    <a:lnTo>
                      <a:pt x="3070531" y="1162715"/>
                    </a:lnTo>
                    <a:lnTo>
                      <a:pt x="3071800" y="1163984"/>
                    </a:lnTo>
                    <a:lnTo>
                      <a:pt x="3072435" y="1166523"/>
                    </a:lnTo>
                    <a:lnTo>
                      <a:pt x="3073070" y="1169061"/>
                    </a:lnTo>
                    <a:lnTo>
                      <a:pt x="3073704" y="1170965"/>
                    </a:lnTo>
                    <a:lnTo>
                      <a:pt x="3074974" y="1172235"/>
                    </a:lnTo>
                    <a:lnTo>
                      <a:pt x="3076243" y="1172869"/>
                    </a:lnTo>
                    <a:lnTo>
                      <a:pt x="3076243" y="1177312"/>
                    </a:lnTo>
                    <a:lnTo>
                      <a:pt x="3076243" y="1178581"/>
                    </a:lnTo>
                    <a:lnTo>
                      <a:pt x="3076878" y="1179216"/>
                    </a:lnTo>
                    <a:lnTo>
                      <a:pt x="3079416" y="1181120"/>
                    </a:lnTo>
                    <a:lnTo>
                      <a:pt x="3083859" y="1186197"/>
                    </a:lnTo>
                    <a:lnTo>
                      <a:pt x="3085763" y="1187467"/>
                    </a:lnTo>
                    <a:lnTo>
                      <a:pt x="3085128" y="1186832"/>
                    </a:lnTo>
                    <a:lnTo>
                      <a:pt x="3084494" y="1186197"/>
                    </a:lnTo>
                    <a:lnTo>
                      <a:pt x="3085128" y="1184928"/>
                    </a:lnTo>
                    <a:lnTo>
                      <a:pt x="3084494" y="1184293"/>
                    </a:lnTo>
                    <a:lnTo>
                      <a:pt x="3083859" y="1183659"/>
                    </a:lnTo>
                    <a:lnTo>
                      <a:pt x="3083224" y="1183024"/>
                    </a:lnTo>
                    <a:lnTo>
                      <a:pt x="3083224" y="1182390"/>
                    </a:lnTo>
                    <a:lnTo>
                      <a:pt x="3083859" y="1180485"/>
                    </a:lnTo>
                    <a:lnTo>
                      <a:pt x="3083859" y="1179216"/>
                    </a:lnTo>
                    <a:lnTo>
                      <a:pt x="3084494" y="1179851"/>
                    </a:lnTo>
                    <a:lnTo>
                      <a:pt x="3085128" y="1179851"/>
                    </a:lnTo>
                    <a:lnTo>
                      <a:pt x="3085763" y="1179216"/>
                    </a:lnTo>
                    <a:lnTo>
                      <a:pt x="3086398" y="1178581"/>
                    </a:lnTo>
                    <a:lnTo>
                      <a:pt x="3087032" y="1180485"/>
                    </a:lnTo>
                    <a:lnTo>
                      <a:pt x="3088302" y="1182390"/>
                    </a:lnTo>
                    <a:lnTo>
                      <a:pt x="3089571" y="1184293"/>
                    </a:lnTo>
                    <a:lnTo>
                      <a:pt x="3090206" y="1188736"/>
                    </a:lnTo>
                    <a:lnTo>
                      <a:pt x="3090840" y="1190640"/>
                    </a:lnTo>
                    <a:lnTo>
                      <a:pt x="3092110" y="1192544"/>
                    </a:lnTo>
                    <a:lnTo>
                      <a:pt x="3092744" y="1194448"/>
                    </a:lnTo>
                    <a:lnTo>
                      <a:pt x="3092110" y="1193813"/>
                    </a:lnTo>
                    <a:lnTo>
                      <a:pt x="3091475" y="1193179"/>
                    </a:lnTo>
                    <a:lnTo>
                      <a:pt x="3091475" y="1192544"/>
                    </a:lnTo>
                    <a:lnTo>
                      <a:pt x="3090840" y="1193179"/>
                    </a:lnTo>
                    <a:lnTo>
                      <a:pt x="3090206" y="1193179"/>
                    </a:lnTo>
                    <a:lnTo>
                      <a:pt x="3088302" y="1191910"/>
                    </a:lnTo>
                    <a:lnTo>
                      <a:pt x="3089571" y="1194448"/>
                    </a:lnTo>
                    <a:lnTo>
                      <a:pt x="3092744" y="1197621"/>
                    </a:lnTo>
                    <a:lnTo>
                      <a:pt x="3095918" y="1202064"/>
                    </a:lnTo>
                    <a:lnTo>
                      <a:pt x="3097822" y="1203968"/>
                    </a:lnTo>
                    <a:lnTo>
                      <a:pt x="3099726" y="1205237"/>
                    </a:lnTo>
                    <a:lnTo>
                      <a:pt x="3101630" y="1205872"/>
                    </a:lnTo>
                    <a:lnTo>
                      <a:pt x="3101630" y="1205872"/>
                    </a:lnTo>
                    <a:lnTo>
                      <a:pt x="3101630" y="1205872"/>
                    </a:lnTo>
                    <a:lnTo>
                      <a:pt x="3101630" y="1205872"/>
                    </a:lnTo>
                    <a:lnTo>
                      <a:pt x="3101630" y="1205872"/>
                    </a:lnTo>
                    <a:lnTo>
                      <a:pt x="3101630" y="1206507"/>
                    </a:lnTo>
                    <a:lnTo>
                      <a:pt x="3103534" y="1207141"/>
                    </a:lnTo>
                    <a:lnTo>
                      <a:pt x="3104803" y="1207776"/>
                    </a:lnTo>
                    <a:lnTo>
                      <a:pt x="3106072" y="1209680"/>
                    </a:lnTo>
                    <a:lnTo>
                      <a:pt x="3107976" y="1214758"/>
                    </a:lnTo>
                    <a:lnTo>
                      <a:pt x="3108611" y="1217296"/>
                    </a:lnTo>
                    <a:lnTo>
                      <a:pt x="3109880" y="1219200"/>
                    </a:lnTo>
                    <a:lnTo>
                      <a:pt x="3111150" y="1219835"/>
                    </a:lnTo>
                    <a:lnTo>
                      <a:pt x="3111784" y="1219835"/>
                    </a:lnTo>
                    <a:lnTo>
                      <a:pt x="3113688" y="1218565"/>
                    </a:lnTo>
                    <a:lnTo>
                      <a:pt x="3114323" y="1217931"/>
                    </a:lnTo>
                    <a:lnTo>
                      <a:pt x="3114958" y="1217296"/>
                    </a:lnTo>
                    <a:lnTo>
                      <a:pt x="3115592" y="1217931"/>
                    </a:lnTo>
                    <a:lnTo>
                      <a:pt x="3116227" y="1219200"/>
                    </a:lnTo>
                    <a:lnTo>
                      <a:pt x="3116862" y="1219835"/>
                    </a:lnTo>
                    <a:lnTo>
                      <a:pt x="3117496" y="1219835"/>
                    </a:lnTo>
                    <a:lnTo>
                      <a:pt x="3117496" y="1219200"/>
                    </a:lnTo>
                    <a:lnTo>
                      <a:pt x="3117496" y="1224278"/>
                    </a:lnTo>
                    <a:lnTo>
                      <a:pt x="3118131" y="1223643"/>
                    </a:lnTo>
                    <a:lnTo>
                      <a:pt x="3118766" y="1223643"/>
                    </a:lnTo>
                    <a:lnTo>
                      <a:pt x="3120670" y="1224278"/>
                    </a:lnTo>
                    <a:lnTo>
                      <a:pt x="3121304" y="1224278"/>
                    </a:lnTo>
                    <a:lnTo>
                      <a:pt x="3124478" y="1223643"/>
                    </a:lnTo>
                    <a:lnTo>
                      <a:pt x="3125113" y="1223643"/>
                    </a:lnTo>
                    <a:lnTo>
                      <a:pt x="3126382" y="1224912"/>
                    </a:lnTo>
                    <a:lnTo>
                      <a:pt x="3127016" y="1224912"/>
                    </a:lnTo>
                    <a:lnTo>
                      <a:pt x="3128286" y="1224912"/>
                    </a:lnTo>
                    <a:lnTo>
                      <a:pt x="3142248" y="1232528"/>
                    </a:lnTo>
                    <a:lnTo>
                      <a:pt x="3145422" y="1232528"/>
                    </a:lnTo>
                    <a:lnTo>
                      <a:pt x="3146691" y="1232528"/>
                    </a:lnTo>
                    <a:lnTo>
                      <a:pt x="3147326" y="1231894"/>
                    </a:lnTo>
                    <a:lnTo>
                      <a:pt x="3147961" y="1231259"/>
                    </a:lnTo>
                    <a:lnTo>
                      <a:pt x="3149230" y="1228720"/>
                    </a:lnTo>
                    <a:lnTo>
                      <a:pt x="3149230" y="1228085"/>
                    </a:lnTo>
                    <a:lnTo>
                      <a:pt x="3149230" y="1227451"/>
                    </a:lnTo>
                    <a:lnTo>
                      <a:pt x="3147961" y="1226181"/>
                    </a:lnTo>
                    <a:lnTo>
                      <a:pt x="3146691" y="1225547"/>
                    </a:lnTo>
                    <a:lnTo>
                      <a:pt x="3145422" y="1224278"/>
                    </a:lnTo>
                    <a:lnTo>
                      <a:pt x="3144787" y="1222374"/>
                    </a:lnTo>
                    <a:lnTo>
                      <a:pt x="3145422" y="1220470"/>
                    </a:lnTo>
                    <a:lnTo>
                      <a:pt x="3147326" y="1217931"/>
                    </a:lnTo>
                    <a:lnTo>
                      <a:pt x="3147961" y="1216661"/>
                    </a:lnTo>
                    <a:lnTo>
                      <a:pt x="3147961" y="1214758"/>
                    </a:lnTo>
                    <a:lnTo>
                      <a:pt x="3147326" y="1212219"/>
                    </a:lnTo>
                    <a:lnTo>
                      <a:pt x="3146691" y="1210315"/>
                    </a:lnTo>
                    <a:lnTo>
                      <a:pt x="3145422" y="1210315"/>
                    </a:lnTo>
                    <a:lnTo>
                      <a:pt x="3145422" y="1209680"/>
                    </a:lnTo>
                    <a:lnTo>
                      <a:pt x="3146691" y="1209045"/>
                    </a:lnTo>
                    <a:lnTo>
                      <a:pt x="3148595" y="1207141"/>
                    </a:lnTo>
                    <a:lnTo>
                      <a:pt x="3149865" y="1206507"/>
                    </a:lnTo>
                    <a:lnTo>
                      <a:pt x="3150499" y="1205872"/>
                    </a:lnTo>
                    <a:lnTo>
                      <a:pt x="3148595" y="1202064"/>
                    </a:lnTo>
                    <a:lnTo>
                      <a:pt x="3148595" y="1200160"/>
                    </a:lnTo>
                    <a:lnTo>
                      <a:pt x="3149230" y="1198891"/>
                    </a:lnTo>
                    <a:lnTo>
                      <a:pt x="3150499" y="1197621"/>
                    </a:lnTo>
                    <a:lnTo>
                      <a:pt x="3153038" y="1196352"/>
                    </a:lnTo>
                    <a:lnTo>
                      <a:pt x="3159385" y="1194448"/>
                    </a:lnTo>
                    <a:lnTo>
                      <a:pt x="3159385" y="1195083"/>
                    </a:lnTo>
                    <a:lnTo>
                      <a:pt x="3154307" y="1197621"/>
                    </a:lnTo>
                    <a:lnTo>
                      <a:pt x="3152403" y="1199525"/>
                    </a:lnTo>
                    <a:lnTo>
                      <a:pt x="3152403" y="1203968"/>
                    </a:lnTo>
                    <a:lnTo>
                      <a:pt x="3152403" y="1205237"/>
                    </a:lnTo>
                    <a:lnTo>
                      <a:pt x="3152403" y="1205872"/>
                    </a:lnTo>
                    <a:lnTo>
                      <a:pt x="3152403" y="1206507"/>
                    </a:lnTo>
                    <a:lnTo>
                      <a:pt x="3152403" y="1207776"/>
                    </a:lnTo>
                    <a:lnTo>
                      <a:pt x="3151769" y="1208411"/>
                    </a:lnTo>
                    <a:lnTo>
                      <a:pt x="3150499" y="1209680"/>
                    </a:lnTo>
                    <a:lnTo>
                      <a:pt x="3150499" y="1210315"/>
                    </a:lnTo>
                    <a:lnTo>
                      <a:pt x="3150499" y="1212219"/>
                    </a:lnTo>
                    <a:lnTo>
                      <a:pt x="3151134" y="1214123"/>
                    </a:lnTo>
                    <a:lnTo>
                      <a:pt x="3153038" y="1217931"/>
                    </a:lnTo>
                    <a:lnTo>
                      <a:pt x="3153673" y="1218565"/>
                    </a:lnTo>
                    <a:lnTo>
                      <a:pt x="3154307" y="1219200"/>
                    </a:lnTo>
                    <a:lnTo>
                      <a:pt x="3154307" y="1219835"/>
                    </a:lnTo>
                    <a:lnTo>
                      <a:pt x="3154307" y="1221104"/>
                    </a:lnTo>
                    <a:lnTo>
                      <a:pt x="3153673" y="1222374"/>
                    </a:lnTo>
                    <a:lnTo>
                      <a:pt x="3153038" y="1223643"/>
                    </a:lnTo>
                    <a:lnTo>
                      <a:pt x="3151134" y="1223643"/>
                    </a:lnTo>
                    <a:lnTo>
                      <a:pt x="3151134" y="1224278"/>
                    </a:lnTo>
                    <a:lnTo>
                      <a:pt x="3151134" y="1224912"/>
                    </a:lnTo>
                    <a:lnTo>
                      <a:pt x="3151769" y="1225547"/>
                    </a:lnTo>
                    <a:lnTo>
                      <a:pt x="3152403" y="1226181"/>
                    </a:lnTo>
                    <a:lnTo>
                      <a:pt x="3152403" y="1226816"/>
                    </a:lnTo>
                    <a:lnTo>
                      <a:pt x="3152403" y="1227451"/>
                    </a:lnTo>
                    <a:lnTo>
                      <a:pt x="3153038" y="1228085"/>
                    </a:lnTo>
                    <a:lnTo>
                      <a:pt x="3153038" y="1228720"/>
                    </a:lnTo>
                    <a:lnTo>
                      <a:pt x="3153038" y="1229990"/>
                    </a:lnTo>
                    <a:lnTo>
                      <a:pt x="3153038" y="1231259"/>
                    </a:lnTo>
                    <a:lnTo>
                      <a:pt x="3153038" y="1231894"/>
                    </a:lnTo>
                    <a:lnTo>
                      <a:pt x="3153038" y="1232528"/>
                    </a:lnTo>
                    <a:lnTo>
                      <a:pt x="3153038" y="1233798"/>
                    </a:lnTo>
                    <a:lnTo>
                      <a:pt x="3153038" y="1235067"/>
                    </a:lnTo>
                    <a:lnTo>
                      <a:pt x="3153673" y="1236336"/>
                    </a:lnTo>
                    <a:lnTo>
                      <a:pt x="3154307" y="1237605"/>
                    </a:lnTo>
                    <a:lnTo>
                      <a:pt x="3154942" y="1238240"/>
                    </a:lnTo>
                    <a:lnTo>
                      <a:pt x="3155577" y="1238875"/>
                    </a:lnTo>
                    <a:lnTo>
                      <a:pt x="3156846" y="1239510"/>
                    </a:lnTo>
                    <a:lnTo>
                      <a:pt x="3157481" y="1240144"/>
                    </a:lnTo>
                    <a:lnTo>
                      <a:pt x="3157481" y="1240779"/>
                    </a:lnTo>
                    <a:lnTo>
                      <a:pt x="3157481" y="1241414"/>
                    </a:lnTo>
                    <a:lnTo>
                      <a:pt x="3156846" y="1242048"/>
                    </a:lnTo>
                    <a:lnTo>
                      <a:pt x="3156211" y="1242048"/>
                    </a:lnTo>
                    <a:lnTo>
                      <a:pt x="3157481" y="1245222"/>
                    </a:lnTo>
                    <a:lnTo>
                      <a:pt x="3158115" y="1245856"/>
                    </a:lnTo>
                    <a:lnTo>
                      <a:pt x="3158750" y="1245856"/>
                    </a:lnTo>
                    <a:lnTo>
                      <a:pt x="3159385" y="1245222"/>
                    </a:lnTo>
                    <a:lnTo>
                      <a:pt x="3160019" y="1245222"/>
                    </a:lnTo>
                    <a:lnTo>
                      <a:pt x="3160654" y="1245856"/>
                    </a:lnTo>
                    <a:lnTo>
                      <a:pt x="3161289" y="1247125"/>
                    </a:lnTo>
                    <a:lnTo>
                      <a:pt x="3161923" y="1247760"/>
                    </a:lnTo>
                    <a:lnTo>
                      <a:pt x="3162558" y="1247760"/>
                    </a:lnTo>
                    <a:lnTo>
                      <a:pt x="3163193" y="1247760"/>
                    </a:lnTo>
                    <a:lnTo>
                      <a:pt x="3163827" y="1247760"/>
                    </a:lnTo>
                    <a:lnTo>
                      <a:pt x="3163827" y="1248395"/>
                    </a:lnTo>
                    <a:lnTo>
                      <a:pt x="3163827" y="1249030"/>
                    </a:lnTo>
                    <a:lnTo>
                      <a:pt x="3164462" y="1249664"/>
                    </a:lnTo>
                    <a:lnTo>
                      <a:pt x="3165097" y="1249664"/>
                    </a:lnTo>
                    <a:lnTo>
                      <a:pt x="3165731" y="1249664"/>
                    </a:lnTo>
                    <a:lnTo>
                      <a:pt x="3166366" y="1249664"/>
                    </a:lnTo>
                    <a:lnTo>
                      <a:pt x="3167001" y="1249664"/>
                    </a:lnTo>
                    <a:lnTo>
                      <a:pt x="3167635" y="1250299"/>
                    </a:lnTo>
                    <a:lnTo>
                      <a:pt x="3168270" y="1250299"/>
                    </a:lnTo>
                    <a:lnTo>
                      <a:pt x="3168905" y="1250299"/>
                    </a:lnTo>
                    <a:lnTo>
                      <a:pt x="3169539" y="1250299"/>
                    </a:lnTo>
                    <a:lnTo>
                      <a:pt x="3170809" y="1249664"/>
                    </a:lnTo>
                    <a:lnTo>
                      <a:pt x="3172078" y="1249030"/>
                    </a:lnTo>
                    <a:lnTo>
                      <a:pt x="3174617" y="1245222"/>
                    </a:lnTo>
                    <a:lnTo>
                      <a:pt x="3173347" y="1243952"/>
                    </a:lnTo>
                    <a:lnTo>
                      <a:pt x="3172713" y="1242048"/>
                    </a:lnTo>
                    <a:lnTo>
                      <a:pt x="3173982" y="1235067"/>
                    </a:lnTo>
                    <a:lnTo>
                      <a:pt x="3173982" y="1233798"/>
                    </a:lnTo>
                    <a:lnTo>
                      <a:pt x="3172713" y="1233163"/>
                    </a:lnTo>
                    <a:lnTo>
                      <a:pt x="3172713" y="1232528"/>
                    </a:lnTo>
                    <a:lnTo>
                      <a:pt x="3175251" y="1229990"/>
                    </a:lnTo>
                    <a:lnTo>
                      <a:pt x="3175886" y="1228720"/>
                    </a:lnTo>
                    <a:lnTo>
                      <a:pt x="3176521" y="1229355"/>
                    </a:lnTo>
                    <a:lnTo>
                      <a:pt x="3175886" y="1229990"/>
                    </a:lnTo>
                    <a:lnTo>
                      <a:pt x="3175251" y="1230624"/>
                    </a:lnTo>
                    <a:lnTo>
                      <a:pt x="3173982" y="1231259"/>
                    </a:lnTo>
                    <a:lnTo>
                      <a:pt x="3173982" y="1231894"/>
                    </a:lnTo>
                    <a:lnTo>
                      <a:pt x="3175251" y="1232528"/>
                    </a:lnTo>
                    <a:lnTo>
                      <a:pt x="3174617" y="1234432"/>
                    </a:lnTo>
                    <a:lnTo>
                      <a:pt x="3173347" y="1236971"/>
                    </a:lnTo>
                    <a:lnTo>
                      <a:pt x="3173347" y="1238875"/>
                    </a:lnTo>
                    <a:lnTo>
                      <a:pt x="3174617" y="1242048"/>
                    </a:lnTo>
                    <a:lnTo>
                      <a:pt x="3176521" y="1242683"/>
                    </a:lnTo>
                    <a:lnTo>
                      <a:pt x="3179694" y="1242048"/>
                    </a:lnTo>
                    <a:lnTo>
                      <a:pt x="3179694" y="1242683"/>
                    </a:lnTo>
                    <a:lnTo>
                      <a:pt x="3179059" y="1243952"/>
                    </a:lnTo>
                    <a:lnTo>
                      <a:pt x="3179059" y="1245222"/>
                    </a:lnTo>
                    <a:lnTo>
                      <a:pt x="3180329" y="1248395"/>
                    </a:lnTo>
                    <a:lnTo>
                      <a:pt x="3180963" y="1249664"/>
                    </a:lnTo>
                    <a:lnTo>
                      <a:pt x="3180329" y="1250299"/>
                    </a:lnTo>
                    <a:lnTo>
                      <a:pt x="3179059" y="1249664"/>
                    </a:lnTo>
                    <a:lnTo>
                      <a:pt x="3177790" y="1249030"/>
                    </a:lnTo>
                    <a:lnTo>
                      <a:pt x="3176521" y="1248395"/>
                    </a:lnTo>
                    <a:lnTo>
                      <a:pt x="3175886" y="1247125"/>
                    </a:lnTo>
                    <a:lnTo>
                      <a:pt x="3175251" y="1246491"/>
                    </a:lnTo>
                    <a:lnTo>
                      <a:pt x="3173982" y="1246491"/>
                    </a:lnTo>
                    <a:lnTo>
                      <a:pt x="3173347" y="1247125"/>
                    </a:lnTo>
                    <a:lnTo>
                      <a:pt x="3171443" y="1250934"/>
                    </a:lnTo>
                    <a:lnTo>
                      <a:pt x="3174617" y="1252838"/>
                    </a:lnTo>
                    <a:lnTo>
                      <a:pt x="3175251" y="1253472"/>
                    </a:lnTo>
                    <a:lnTo>
                      <a:pt x="3175886" y="1254742"/>
                    </a:lnTo>
                    <a:lnTo>
                      <a:pt x="3176521" y="1255376"/>
                    </a:lnTo>
                    <a:lnTo>
                      <a:pt x="3177155" y="1256011"/>
                    </a:lnTo>
                    <a:lnTo>
                      <a:pt x="3182233" y="1260454"/>
                    </a:lnTo>
                    <a:lnTo>
                      <a:pt x="3185406" y="1263627"/>
                    </a:lnTo>
                    <a:lnTo>
                      <a:pt x="3187310" y="1264897"/>
                    </a:lnTo>
                    <a:lnTo>
                      <a:pt x="3188579" y="1264897"/>
                    </a:lnTo>
                    <a:lnTo>
                      <a:pt x="3189214" y="1262358"/>
                    </a:lnTo>
                    <a:lnTo>
                      <a:pt x="3189214" y="1259819"/>
                    </a:lnTo>
                    <a:lnTo>
                      <a:pt x="3187310" y="1256011"/>
                    </a:lnTo>
                    <a:lnTo>
                      <a:pt x="3186675" y="1254107"/>
                    </a:lnTo>
                    <a:lnTo>
                      <a:pt x="3187310" y="1254742"/>
                    </a:lnTo>
                    <a:lnTo>
                      <a:pt x="3188579" y="1255376"/>
                    </a:lnTo>
                    <a:lnTo>
                      <a:pt x="3189214" y="1256011"/>
                    </a:lnTo>
                    <a:lnTo>
                      <a:pt x="3189849" y="1256646"/>
                    </a:lnTo>
                    <a:lnTo>
                      <a:pt x="3189849" y="1255376"/>
                    </a:lnTo>
                    <a:lnTo>
                      <a:pt x="3189214" y="1254107"/>
                    </a:lnTo>
                    <a:lnTo>
                      <a:pt x="3189214" y="1253472"/>
                    </a:lnTo>
                    <a:lnTo>
                      <a:pt x="3189214" y="1250934"/>
                    </a:lnTo>
                    <a:lnTo>
                      <a:pt x="3189214" y="1249664"/>
                    </a:lnTo>
                    <a:lnTo>
                      <a:pt x="3189849" y="1249030"/>
                    </a:lnTo>
                    <a:lnTo>
                      <a:pt x="3209523" y="1246491"/>
                    </a:lnTo>
                    <a:lnTo>
                      <a:pt x="3210793" y="1246491"/>
                    </a:lnTo>
                    <a:lnTo>
                      <a:pt x="3214601" y="1247760"/>
                    </a:lnTo>
                    <a:lnTo>
                      <a:pt x="3215235" y="1248395"/>
                    </a:lnTo>
                    <a:lnTo>
                      <a:pt x="3214601" y="1249030"/>
                    </a:lnTo>
                    <a:lnTo>
                      <a:pt x="3208254" y="1248395"/>
                    </a:lnTo>
                    <a:lnTo>
                      <a:pt x="3206985" y="1247760"/>
                    </a:lnTo>
                    <a:lnTo>
                      <a:pt x="3206350" y="1247760"/>
                    </a:lnTo>
                    <a:lnTo>
                      <a:pt x="3205715" y="1247760"/>
                    </a:lnTo>
                    <a:lnTo>
                      <a:pt x="3205081" y="1248395"/>
                    </a:lnTo>
                    <a:lnTo>
                      <a:pt x="3204446" y="1248395"/>
                    </a:lnTo>
                    <a:lnTo>
                      <a:pt x="3202542" y="1248395"/>
                    </a:lnTo>
                    <a:lnTo>
                      <a:pt x="3198734" y="1247125"/>
                    </a:lnTo>
                    <a:lnTo>
                      <a:pt x="3196830" y="1247125"/>
                    </a:lnTo>
                    <a:lnTo>
                      <a:pt x="3193657" y="1248395"/>
                    </a:lnTo>
                    <a:lnTo>
                      <a:pt x="3190483" y="1248395"/>
                    </a:lnTo>
                    <a:lnTo>
                      <a:pt x="3189849" y="1249030"/>
                    </a:lnTo>
                    <a:lnTo>
                      <a:pt x="3190483" y="1251568"/>
                    </a:lnTo>
                    <a:lnTo>
                      <a:pt x="3193657" y="1261088"/>
                    </a:lnTo>
                    <a:lnTo>
                      <a:pt x="3194926" y="1263627"/>
                    </a:lnTo>
                    <a:lnTo>
                      <a:pt x="3196195" y="1264897"/>
                    </a:lnTo>
                    <a:lnTo>
                      <a:pt x="3198099" y="1265531"/>
                    </a:lnTo>
                    <a:lnTo>
                      <a:pt x="3200003" y="1266166"/>
                    </a:lnTo>
                    <a:lnTo>
                      <a:pt x="3203177" y="1266166"/>
                    </a:lnTo>
                    <a:lnTo>
                      <a:pt x="3204446" y="1266800"/>
                    </a:lnTo>
                    <a:lnTo>
                      <a:pt x="3207620" y="1268704"/>
                    </a:lnTo>
                    <a:lnTo>
                      <a:pt x="3214601" y="1269974"/>
                    </a:lnTo>
                    <a:lnTo>
                      <a:pt x="3215870" y="1271243"/>
                    </a:lnTo>
                    <a:lnTo>
                      <a:pt x="3217774" y="1271878"/>
                    </a:lnTo>
                    <a:lnTo>
                      <a:pt x="3219678" y="1271878"/>
                    </a:lnTo>
                    <a:lnTo>
                      <a:pt x="3220948" y="1271243"/>
                    </a:lnTo>
                    <a:lnTo>
                      <a:pt x="3221582" y="1272512"/>
                    </a:lnTo>
                    <a:lnTo>
                      <a:pt x="3222217" y="1273782"/>
                    </a:lnTo>
                    <a:lnTo>
                      <a:pt x="3224121" y="1275051"/>
                    </a:lnTo>
                    <a:lnTo>
                      <a:pt x="3226660" y="1277590"/>
                    </a:lnTo>
                    <a:lnTo>
                      <a:pt x="3227929" y="1278859"/>
                    </a:lnTo>
                    <a:lnTo>
                      <a:pt x="3232372" y="1279494"/>
                    </a:lnTo>
                    <a:lnTo>
                      <a:pt x="3233006" y="1279494"/>
                    </a:lnTo>
                    <a:lnTo>
                      <a:pt x="3233006" y="1280128"/>
                    </a:lnTo>
                    <a:lnTo>
                      <a:pt x="3232372" y="1280763"/>
                    </a:lnTo>
                    <a:lnTo>
                      <a:pt x="3231737" y="1281398"/>
                    </a:lnTo>
                    <a:lnTo>
                      <a:pt x="3231102" y="1281398"/>
                    </a:lnTo>
                    <a:lnTo>
                      <a:pt x="3229198" y="1280763"/>
                    </a:lnTo>
                    <a:lnTo>
                      <a:pt x="3226025" y="1278224"/>
                    </a:lnTo>
                    <a:lnTo>
                      <a:pt x="3224755" y="1277590"/>
                    </a:lnTo>
                    <a:lnTo>
                      <a:pt x="3224121" y="1277590"/>
                    </a:lnTo>
                    <a:lnTo>
                      <a:pt x="3222217" y="1276321"/>
                    </a:lnTo>
                    <a:lnTo>
                      <a:pt x="3221582" y="1275686"/>
                    </a:lnTo>
                    <a:lnTo>
                      <a:pt x="3219044" y="1275686"/>
                    </a:lnTo>
                    <a:lnTo>
                      <a:pt x="3203811" y="1271878"/>
                    </a:lnTo>
                    <a:lnTo>
                      <a:pt x="3200638" y="1272512"/>
                    </a:lnTo>
                    <a:lnTo>
                      <a:pt x="3200003" y="1271878"/>
                    </a:lnTo>
                    <a:lnTo>
                      <a:pt x="3198734" y="1270608"/>
                    </a:lnTo>
                    <a:lnTo>
                      <a:pt x="3198099" y="1269974"/>
                    </a:lnTo>
                    <a:lnTo>
                      <a:pt x="3196830" y="1269974"/>
                    </a:lnTo>
                    <a:lnTo>
                      <a:pt x="3196195" y="1269339"/>
                    </a:lnTo>
                    <a:lnTo>
                      <a:pt x="3195561" y="1269339"/>
                    </a:lnTo>
                    <a:lnTo>
                      <a:pt x="3194926" y="1269339"/>
                    </a:lnTo>
                    <a:lnTo>
                      <a:pt x="3194291" y="1269974"/>
                    </a:lnTo>
                    <a:lnTo>
                      <a:pt x="3193657" y="1269974"/>
                    </a:lnTo>
                    <a:lnTo>
                      <a:pt x="3192388" y="1270608"/>
                    </a:lnTo>
                    <a:lnTo>
                      <a:pt x="3191753" y="1271243"/>
                    </a:lnTo>
                    <a:lnTo>
                      <a:pt x="3191118" y="1271878"/>
                    </a:lnTo>
                    <a:lnTo>
                      <a:pt x="3191753" y="1273147"/>
                    </a:lnTo>
                    <a:lnTo>
                      <a:pt x="3193022" y="1278859"/>
                    </a:lnTo>
                    <a:lnTo>
                      <a:pt x="3193657" y="1280128"/>
                    </a:lnTo>
                    <a:lnTo>
                      <a:pt x="3194291" y="1280128"/>
                    </a:lnTo>
                    <a:lnTo>
                      <a:pt x="3198099" y="1283302"/>
                    </a:lnTo>
                    <a:lnTo>
                      <a:pt x="3198734" y="1283302"/>
                    </a:lnTo>
                    <a:lnTo>
                      <a:pt x="3201908" y="1282667"/>
                    </a:lnTo>
                    <a:lnTo>
                      <a:pt x="3205715" y="1280763"/>
                    </a:lnTo>
                    <a:lnTo>
                      <a:pt x="3206350" y="1279494"/>
                    </a:lnTo>
                    <a:lnTo>
                      <a:pt x="3207620" y="1278224"/>
                    </a:lnTo>
                    <a:lnTo>
                      <a:pt x="3212062" y="1276955"/>
                    </a:lnTo>
                    <a:lnTo>
                      <a:pt x="3213332" y="1276955"/>
                    </a:lnTo>
                    <a:lnTo>
                      <a:pt x="3212062" y="1279494"/>
                    </a:lnTo>
                    <a:lnTo>
                      <a:pt x="3207620" y="1281398"/>
                    </a:lnTo>
                    <a:lnTo>
                      <a:pt x="3206350" y="1283937"/>
                    </a:lnTo>
                    <a:lnTo>
                      <a:pt x="3205715" y="1285841"/>
                    </a:lnTo>
                    <a:lnTo>
                      <a:pt x="3205715" y="1286475"/>
                    </a:lnTo>
                    <a:lnTo>
                      <a:pt x="3206350" y="1289648"/>
                    </a:lnTo>
                    <a:lnTo>
                      <a:pt x="3206985" y="1291552"/>
                    </a:lnTo>
                    <a:lnTo>
                      <a:pt x="3207620" y="1292822"/>
                    </a:lnTo>
                    <a:lnTo>
                      <a:pt x="3210158" y="1295361"/>
                    </a:lnTo>
                    <a:lnTo>
                      <a:pt x="3211428" y="1295995"/>
                    </a:lnTo>
                    <a:lnTo>
                      <a:pt x="3212697" y="1296630"/>
                    </a:lnTo>
                    <a:lnTo>
                      <a:pt x="3213332" y="1295995"/>
                    </a:lnTo>
                    <a:lnTo>
                      <a:pt x="3213966" y="1295361"/>
                    </a:lnTo>
                    <a:lnTo>
                      <a:pt x="3214601" y="1295361"/>
                    </a:lnTo>
                    <a:lnTo>
                      <a:pt x="3215870" y="1295361"/>
                    </a:lnTo>
                    <a:lnTo>
                      <a:pt x="3216505" y="1294726"/>
                    </a:lnTo>
                    <a:lnTo>
                      <a:pt x="3217140" y="1293457"/>
                    </a:lnTo>
                    <a:lnTo>
                      <a:pt x="3217774" y="1292822"/>
                    </a:lnTo>
                    <a:lnTo>
                      <a:pt x="3218409" y="1292822"/>
                    </a:lnTo>
                    <a:lnTo>
                      <a:pt x="3219044" y="1293457"/>
                    </a:lnTo>
                    <a:lnTo>
                      <a:pt x="3219044" y="1295361"/>
                    </a:lnTo>
                    <a:lnTo>
                      <a:pt x="3219044" y="1295995"/>
                    </a:lnTo>
                    <a:lnTo>
                      <a:pt x="3218409" y="1296630"/>
                    </a:lnTo>
                    <a:lnTo>
                      <a:pt x="3215870" y="1297899"/>
                    </a:lnTo>
                    <a:lnTo>
                      <a:pt x="3215235" y="1298534"/>
                    </a:lnTo>
                    <a:lnTo>
                      <a:pt x="3213966" y="1300438"/>
                    </a:lnTo>
                    <a:lnTo>
                      <a:pt x="3215235" y="1302342"/>
                    </a:lnTo>
                    <a:lnTo>
                      <a:pt x="3217140" y="1303611"/>
                    </a:lnTo>
                    <a:lnTo>
                      <a:pt x="3219044" y="1304246"/>
                    </a:lnTo>
                    <a:lnTo>
                      <a:pt x="3224755" y="1302977"/>
                    </a:lnTo>
                    <a:lnTo>
                      <a:pt x="3225390" y="1302977"/>
                    </a:lnTo>
                    <a:lnTo>
                      <a:pt x="3227294" y="1303611"/>
                    </a:lnTo>
                    <a:lnTo>
                      <a:pt x="3228564" y="1303611"/>
                    </a:lnTo>
                    <a:lnTo>
                      <a:pt x="3229198" y="1302977"/>
                    </a:lnTo>
                    <a:lnTo>
                      <a:pt x="3229833" y="1301707"/>
                    </a:lnTo>
                    <a:lnTo>
                      <a:pt x="3230468" y="1301072"/>
                    </a:lnTo>
                    <a:lnTo>
                      <a:pt x="3233641" y="1299803"/>
                    </a:lnTo>
                    <a:lnTo>
                      <a:pt x="3234276" y="1298534"/>
                    </a:lnTo>
                    <a:lnTo>
                      <a:pt x="3236180" y="1294726"/>
                    </a:lnTo>
                    <a:lnTo>
                      <a:pt x="3236814" y="1294726"/>
                    </a:lnTo>
                    <a:lnTo>
                      <a:pt x="3237449" y="1296630"/>
                    </a:lnTo>
                    <a:lnTo>
                      <a:pt x="3236814" y="1298534"/>
                    </a:lnTo>
                    <a:lnTo>
                      <a:pt x="3235545" y="1299803"/>
                    </a:lnTo>
                    <a:lnTo>
                      <a:pt x="3234276" y="1300438"/>
                    </a:lnTo>
                    <a:lnTo>
                      <a:pt x="3231102" y="1301072"/>
                    </a:lnTo>
                    <a:lnTo>
                      <a:pt x="3231102" y="1301707"/>
                    </a:lnTo>
                    <a:lnTo>
                      <a:pt x="3231102" y="1302342"/>
                    </a:lnTo>
                    <a:lnTo>
                      <a:pt x="3231102" y="1302977"/>
                    </a:lnTo>
                    <a:lnTo>
                      <a:pt x="3227929" y="1306785"/>
                    </a:lnTo>
                    <a:lnTo>
                      <a:pt x="3217774" y="1309958"/>
                    </a:lnTo>
                    <a:lnTo>
                      <a:pt x="3216505" y="1310592"/>
                    </a:lnTo>
                    <a:lnTo>
                      <a:pt x="3215870" y="1311227"/>
                    </a:lnTo>
                    <a:lnTo>
                      <a:pt x="3215870" y="1312497"/>
                    </a:lnTo>
                    <a:lnTo>
                      <a:pt x="3215870" y="1313766"/>
                    </a:lnTo>
                    <a:lnTo>
                      <a:pt x="3215235" y="1314401"/>
                    </a:lnTo>
                    <a:lnTo>
                      <a:pt x="3215235" y="1314401"/>
                    </a:lnTo>
                    <a:lnTo>
                      <a:pt x="3216505" y="1315670"/>
                    </a:lnTo>
                    <a:lnTo>
                      <a:pt x="3217140" y="1317574"/>
                    </a:lnTo>
                    <a:lnTo>
                      <a:pt x="3217140" y="1319478"/>
                    </a:lnTo>
                    <a:lnTo>
                      <a:pt x="3215870" y="1321382"/>
                    </a:lnTo>
                    <a:lnTo>
                      <a:pt x="3214601" y="1322017"/>
                    </a:lnTo>
                    <a:lnTo>
                      <a:pt x="3214601" y="1322651"/>
                    </a:lnTo>
                    <a:lnTo>
                      <a:pt x="3215235" y="1322651"/>
                    </a:lnTo>
                    <a:lnTo>
                      <a:pt x="3216505" y="1322651"/>
                    </a:lnTo>
                    <a:lnTo>
                      <a:pt x="3218409" y="1322651"/>
                    </a:lnTo>
                    <a:lnTo>
                      <a:pt x="3219044" y="1322651"/>
                    </a:lnTo>
                    <a:lnTo>
                      <a:pt x="3220948" y="1323921"/>
                    </a:lnTo>
                    <a:lnTo>
                      <a:pt x="3221582" y="1323921"/>
                    </a:lnTo>
                    <a:lnTo>
                      <a:pt x="3222852" y="1323921"/>
                    </a:lnTo>
                    <a:lnTo>
                      <a:pt x="3226660" y="1324555"/>
                    </a:lnTo>
                    <a:lnTo>
                      <a:pt x="3229833" y="1326459"/>
                    </a:lnTo>
                    <a:lnTo>
                      <a:pt x="3231102" y="1325825"/>
                    </a:lnTo>
                    <a:lnTo>
                      <a:pt x="3231737" y="1324555"/>
                    </a:lnTo>
                    <a:lnTo>
                      <a:pt x="3231737" y="1322017"/>
                    </a:lnTo>
                    <a:lnTo>
                      <a:pt x="3231102" y="1318209"/>
                    </a:lnTo>
                    <a:lnTo>
                      <a:pt x="3231102" y="1317574"/>
                    </a:lnTo>
                    <a:lnTo>
                      <a:pt x="3231737" y="1317574"/>
                    </a:lnTo>
                    <a:lnTo>
                      <a:pt x="3232372" y="1317574"/>
                    </a:lnTo>
                    <a:lnTo>
                      <a:pt x="3233006" y="1318209"/>
                    </a:lnTo>
                    <a:lnTo>
                      <a:pt x="3233006" y="1319478"/>
                    </a:lnTo>
                    <a:lnTo>
                      <a:pt x="3233641" y="1320112"/>
                    </a:lnTo>
                    <a:lnTo>
                      <a:pt x="3235545" y="1319478"/>
                    </a:lnTo>
                    <a:lnTo>
                      <a:pt x="3235545" y="1318843"/>
                    </a:lnTo>
                    <a:lnTo>
                      <a:pt x="3234910" y="1318843"/>
                    </a:lnTo>
                    <a:lnTo>
                      <a:pt x="3235545" y="1316305"/>
                    </a:lnTo>
                    <a:lnTo>
                      <a:pt x="3237449" y="1316939"/>
                    </a:lnTo>
                    <a:lnTo>
                      <a:pt x="3238718" y="1318209"/>
                    </a:lnTo>
                    <a:lnTo>
                      <a:pt x="3237449" y="1318843"/>
                    </a:lnTo>
                    <a:lnTo>
                      <a:pt x="3238084" y="1320112"/>
                    </a:lnTo>
                    <a:lnTo>
                      <a:pt x="3238084" y="1320747"/>
                    </a:lnTo>
                    <a:lnTo>
                      <a:pt x="3238084" y="1321382"/>
                    </a:lnTo>
                    <a:lnTo>
                      <a:pt x="3238084" y="1322651"/>
                    </a:lnTo>
                    <a:lnTo>
                      <a:pt x="3238084" y="1323286"/>
                    </a:lnTo>
                    <a:lnTo>
                      <a:pt x="3238084" y="1323921"/>
                    </a:lnTo>
                    <a:lnTo>
                      <a:pt x="3238084" y="1324555"/>
                    </a:lnTo>
                    <a:lnTo>
                      <a:pt x="3238084" y="1325190"/>
                    </a:lnTo>
                    <a:lnTo>
                      <a:pt x="3238718" y="1325190"/>
                    </a:lnTo>
                    <a:lnTo>
                      <a:pt x="3239353" y="1325190"/>
                    </a:lnTo>
                    <a:lnTo>
                      <a:pt x="3239353" y="1325190"/>
                    </a:lnTo>
                    <a:lnTo>
                      <a:pt x="3239988" y="1324555"/>
                    </a:lnTo>
                    <a:lnTo>
                      <a:pt x="3241257" y="1323921"/>
                    </a:lnTo>
                    <a:lnTo>
                      <a:pt x="3242526" y="1323921"/>
                    </a:lnTo>
                    <a:lnTo>
                      <a:pt x="3243161" y="1323921"/>
                    </a:lnTo>
                    <a:lnTo>
                      <a:pt x="3243796" y="1324555"/>
                    </a:lnTo>
                    <a:lnTo>
                      <a:pt x="3245065" y="1325190"/>
                    </a:lnTo>
                    <a:lnTo>
                      <a:pt x="3248238" y="1326459"/>
                    </a:lnTo>
                    <a:lnTo>
                      <a:pt x="3248873" y="1326459"/>
                    </a:lnTo>
                    <a:lnTo>
                      <a:pt x="3250777" y="1325825"/>
                    </a:lnTo>
                    <a:lnTo>
                      <a:pt x="3252046" y="1325825"/>
                    </a:lnTo>
                    <a:lnTo>
                      <a:pt x="3253951" y="1327094"/>
                    </a:lnTo>
                    <a:lnTo>
                      <a:pt x="3255220" y="1327094"/>
                    </a:lnTo>
                    <a:lnTo>
                      <a:pt x="3255854" y="1325190"/>
                    </a:lnTo>
                    <a:lnTo>
                      <a:pt x="3255854" y="1321382"/>
                    </a:lnTo>
                    <a:lnTo>
                      <a:pt x="3255854" y="1320747"/>
                    </a:lnTo>
                    <a:lnTo>
                      <a:pt x="3257124" y="1318843"/>
                    </a:lnTo>
                    <a:lnTo>
                      <a:pt x="3257758" y="1318209"/>
                    </a:lnTo>
                    <a:lnTo>
                      <a:pt x="3258393" y="1318843"/>
                    </a:lnTo>
                    <a:lnTo>
                      <a:pt x="3258393" y="1320112"/>
                    </a:lnTo>
                    <a:lnTo>
                      <a:pt x="3258393" y="1321382"/>
                    </a:lnTo>
                    <a:lnTo>
                      <a:pt x="3257758" y="1322017"/>
                    </a:lnTo>
                    <a:lnTo>
                      <a:pt x="3257758" y="1323286"/>
                    </a:lnTo>
                    <a:lnTo>
                      <a:pt x="3261566" y="1328363"/>
                    </a:lnTo>
                    <a:lnTo>
                      <a:pt x="3262836" y="1330902"/>
                    </a:lnTo>
                    <a:lnTo>
                      <a:pt x="3262201" y="1331537"/>
                    </a:lnTo>
                    <a:lnTo>
                      <a:pt x="3260297" y="1331537"/>
                    </a:lnTo>
                    <a:lnTo>
                      <a:pt x="3259662" y="1332171"/>
                    </a:lnTo>
                    <a:lnTo>
                      <a:pt x="3259028" y="1332806"/>
                    </a:lnTo>
                    <a:lnTo>
                      <a:pt x="3258393" y="1332171"/>
                    </a:lnTo>
                    <a:lnTo>
                      <a:pt x="3257124" y="1330902"/>
                    </a:lnTo>
                    <a:lnTo>
                      <a:pt x="3256489" y="1330902"/>
                    </a:lnTo>
                    <a:lnTo>
                      <a:pt x="3255854" y="1331537"/>
                    </a:lnTo>
                    <a:lnTo>
                      <a:pt x="3254585" y="1332806"/>
                    </a:lnTo>
                    <a:lnTo>
                      <a:pt x="3255220" y="1334075"/>
                    </a:lnTo>
                    <a:lnTo>
                      <a:pt x="3256489" y="1335345"/>
                    </a:lnTo>
                    <a:lnTo>
                      <a:pt x="3257758" y="1335979"/>
                    </a:lnTo>
                    <a:lnTo>
                      <a:pt x="3258393" y="1335979"/>
                    </a:lnTo>
                    <a:lnTo>
                      <a:pt x="3259028" y="1336614"/>
                    </a:lnTo>
                    <a:lnTo>
                      <a:pt x="3259662" y="1338518"/>
                    </a:lnTo>
                    <a:lnTo>
                      <a:pt x="3260297" y="1339153"/>
                    </a:lnTo>
                    <a:lnTo>
                      <a:pt x="3260932" y="1339153"/>
                    </a:lnTo>
                    <a:lnTo>
                      <a:pt x="3264740" y="1341057"/>
                    </a:lnTo>
                    <a:lnTo>
                      <a:pt x="3265374" y="1341691"/>
                    </a:lnTo>
                    <a:lnTo>
                      <a:pt x="3265374" y="1342326"/>
                    </a:lnTo>
                    <a:lnTo>
                      <a:pt x="3266009" y="1343595"/>
                    </a:lnTo>
                    <a:lnTo>
                      <a:pt x="3266644" y="1344230"/>
                    </a:lnTo>
                    <a:lnTo>
                      <a:pt x="3267913" y="1344865"/>
                    </a:lnTo>
                    <a:lnTo>
                      <a:pt x="3274260" y="1347404"/>
                    </a:lnTo>
                    <a:lnTo>
                      <a:pt x="3283145" y="1349307"/>
                    </a:lnTo>
                    <a:lnTo>
                      <a:pt x="3284415" y="1349307"/>
                    </a:lnTo>
                    <a:lnTo>
                      <a:pt x="3285049" y="1348673"/>
                    </a:lnTo>
                    <a:lnTo>
                      <a:pt x="3285049" y="1346769"/>
                    </a:lnTo>
                    <a:lnTo>
                      <a:pt x="3285684" y="1346134"/>
                    </a:lnTo>
                    <a:lnTo>
                      <a:pt x="3286953" y="1345499"/>
                    </a:lnTo>
                    <a:lnTo>
                      <a:pt x="3287588" y="1344865"/>
                    </a:lnTo>
                    <a:lnTo>
                      <a:pt x="3286953" y="1343595"/>
                    </a:lnTo>
                    <a:lnTo>
                      <a:pt x="3287588" y="1342326"/>
                    </a:lnTo>
                    <a:lnTo>
                      <a:pt x="3288222" y="1341057"/>
                    </a:lnTo>
                    <a:lnTo>
                      <a:pt x="3289492" y="1340422"/>
                    </a:lnTo>
                    <a:lnTo>
                      <a:pt x="3290761" y="1341057"/>
                    </a:lnTo>
                    <a:lnTo>
                      <a:pt x="3290126" y="1341691"/>
                    </a:lnTo>
                    <a:lnTo>
                      <a:pt x="3289492" y="1342326"/>
                    </a:lnTo>
                    <a:lnTo>
                      <a:pt x="3288222" y="1342961"/>
                    </a:lnTo>
                    <a:lnTo>
                      <a:pt x="3287588" y="1343595"/>
                    </a:lnTo>
                    <a:lnTo>
                      <a:pt x="3287588" y="1344230"/>
                    </a:lnTo>
                    <a:lnTo>
                      <a:pt x="3288222" y="1344865"/>
                    </a:lnTo>
                    <a:lnTo>
                      <a:pt x="3288222" y="1345499"/>
                    </a:lnTo>
                    <a:lnTo>
                      <a:pt x="3286319" y="1348673"/>
                    </a:lnTo>
                    <a:lnTo>
                      <a:pt x="3286319" y="1349307"/>
                    </a:lnTo>
                    <a:lnTo>
                      <a:pt x="3285684" y="1351211"/>
                    </a:lnTo>
                    <a:lnTo>
                      <a:pt x="3283780" y="1355654"/>
                    </a:lnTo>
                    <a:lnTo>
                      <a:pt x="3285049" y="1355654"/>
                    </a:lnTo>
                    <a:lnTo>
                      <a:pt x="3286319" y="1355654"/>
                    </a:lnTo>
                    <a:lnTo>
                      <a:pt x="3287588" y="1355654"/>
                    </a:lnTo>
                    <a:lnTo>
                      <a:pt x="3288857" y="1356924"/>
                    </a:lnTo>
                    <a:lnTo>
                      <a:pt x="3286319" y="1357558"/>
                    </a:lnTo>
                    <a:lnTo>
                      <a:pt x="3285684" y="1358193"/>
                    </a:lnTo>
                    <a:lnTo>
                      <a:pt x="3285049" y="1360097"/>
                    </a:lnTo>
                    <a:lnTo>
                      <a:pt x="3285049" y="1362635"/>
                    </a:lnTo>
                    <a:lnTo>
                      <a:pt x="3285684" y="1363270"/>
                    </a:lnTo>
                    <a:lnTo>
                      <a:pt x="3286953" y="1363270"/>
                    </a:lnTo>
                    <a:lnTo>
                      <a:pt x="3290126" y="1364539"/>
                    </a:lnTo>
                    <a:lnTo>
                      <a:pt x="3291396" y="1363905"/>
                    </a:lnTo>
                    <a:lnTo>
                      <a:pt x="3295204" y="1360731"/>
                    </a:lnTo>
                    <a:lnTo>
                      <a:pt x="3297108" y="1358193"/>
                    </a:lnTo>
                    <a:lnTo>
                      <a:pt x="3298377" y="1357558"/>
                    </a:lnTo>
                    <a:lnTo>
                      <a:pt x="3297742" y="1362001"/>
                    </a:lnTo>
                    <a:lnTo>
                      <a:pt x="3297742" y="1364539"/>
                    </a:lnTo>
                    <a:lnTo>
                      <a:pt x="3298377" y="1367078"/>
                    </a:lnTo>
                    <a:lnTo>
                      <a:pt x="3299012" y="1368348"/>
                    </a:lnTo>
                    <a:lnTo>
                      <a:pt x="3299646" y="1368982"/>
                    </a:lnTo>
                    <a:lnTo>
                      <a:pt x="3300281" y="1369617"/>
                    </a:lnTo>
                    <a:lnTo>
                      <a:pt x="3303455" y="1371521"/>
                    </a:lnTo>
                    <a:lnTo>
                      <a:pt x="3304089" y="1372155"/>
                    </a:lnTo>
                    <a:lnTo>
                      <a:pt x="3307263" y="1372155"/>
                    </a:lnTo>
                    <a:lnTo>
                      <a:pt x="3309801" y="1372790"/>
                    </a:lnTo>
                    <a:lnTo>
                      <a:pt x="3311071" y="1374694"/>
                    </a:lnTo>
                    <a:lnTo>
                      <a:pt x="3312340" y="1377233"/>
                    </a:lnTo>
                    <a:lnTo>
                      <a:pt x="3315513" y="1381675"/>
                    </a:lnTo>
                    <a:lnTo>
                      <a:pt x="3316148" y="1381675"/>
                    </a:lnTo>
                    <a:lnTo>
                      <a:pt x="3316148" y="1380406"/>
                    </a:lnTo>
                    <a:lnTo>
                      <a:pt x="3318686" y="1381041"/>
                    </a:lnTo>
                    <a:lnTo>
                      <a:pt x="3319321" y="1380406"/>
                    </a:lnTo>
                    <a:lnTo>
                      <a:pt x="3319956" y="1379772"/>
                    </a:lnTo>
                    <a:lnTo>
                      <a:pt x="3320591" y="1379772"/>
                    </a:lnTo>
                    <a:lnTo>
                      <a:pt x="3324399" y="1380406"/>
                    </a:lnTo>
                    <a:lnTo>
                      <a:pt x="3325668" y="1379772"/>
                    </a:lnTo>
                    <a:lnTo>
                      <a:pt x="3326303" y="1380406"/>
                    </a:lnTo>
                    <a:lnTo>
                      <a:pt x="3328207" y="1384849"/>
                    </a:lnTo>
                    <a:lnTo>
                      <a:pt x="3328841" y="1386118"/>
                    </a:lnTo>
                    <a:lnTo>
                      <a:pt x="3333919" y="1391196"/>
                    </a:lnTo>
                    <a:lnTo>
                      <a:pt x="3335823" y="1391830"/>
                    </a:lnTo>
                    <a:lnTo>
                      <a:pt x="3346612" y="1388657"/>
                    </a:lnTo>
                    <a:lnTo>
                      <a:pt x="3349785" y="1388657"/>
                    </a:lnTo>
                    <a:lnTo>
                      <a:pt x="3351055" y="1388022"/>
                    </a:lnTo>
                    <a:lnTo>
                      <a:pt x="3352324" y="1387388"/>
                    </a:lnTo>
                    <a:lnTo>
                      <a:pt x="3354228" y="1384849"/>
                    </a:lnTo>
                    <a:lnTo>
                      <a:pt x="3355498" y="1384214"/>
                    </a:lnTo>
                    <a:lnTo>
                      <a:pt x="3356767" y="1384214"/>
                    </a:lnTo>
                    <a:lnTo>
                      <a:pt x="3355498" y="1384849"/>
                    </a:lnTo>
                    <a:lnTo>
                      <a:pt x="3354863" y="1386118"/>
                    </a:lnTo>
                    <a:lnTo>
                      <a:pt x="3354228" y="1389292"/>
                    </a:lnTo>
                    <a:lnTo>
                      <a:pt x="3353593" y="1390561"/>
                    </a:lnTo>
                    <a:lnTo>
                      <a:pt x="3352324" y="1391196"/>
                    </a:lnTo>
                    <a:lnTo>
                      <a:pt x="3345978" y="1391196"/>
                    </a:lnTo>
                    <a:lnTo>
                      <a:pt x="3339631" y="1393734"/>
                    </a:lnTo>
                    <a:lnTo>
                      <a:pt x="3335823" y="1396273"/>
                    </a:lnTo>
                    <a:lnTo>
                      <a:pt x="3332649" y="1399446"/>
                    </a:lnTo>
                    <a:lnTo>
                      <a:pt x="3332015" y="1400716"/>
                    </a:lnTo>
                    <a:lnTo>
                      <a:pt x="3335188" y="1409601"/>
                    </a:lnTo>
                    <a:lnTo>
                      <a:pt x="3338361" y="1415948"/>
                    </a:lnTo>
                    <a:lnTo>
                      <a:pt x="3338361" y="1417217"/>
                    </a:lnTo>
                    <a:lnTo>
                      <a:pt x="3337727" y="1417852"/>
                    </a:lnTo>
                    <a:lnTo>
                      <a:pt x="3338361" y="1419756"/>
                    </a:lnTo>
                    <a:lnTo>
                      <a:pt x="3338361" y="1421025"/>
                    </a:lnTo>
                    <a:lnTo>
                      <a:pt x="3337727" y="1421660"/>
                    </a:lnTo>
                    <a:lnTo>
                      <a:pt x="3335188" y="1422294"/>
                    </a:lnTo>
                    <a:lnTo>
                      <a:pt x="3333919" y="1423564"/>
                    </a:lnTo>
                    <a:lnTo>
                      <a:pt x="3333284" y="1424833"/>
                    </a:lnTo>
                    <a:lnTo>
                      <a:pt x="3333919" y="1426102"/>
                    </a:lnTo>
                    <a:lnTo>
                      <a:pt x="3335188" y="1428006"/>
                    </a:lnTo>
                    <a:lnTo>
                      <a:pt x="3335823" y="1429911"/>
                    </a:lnTo>
                    <a:lnTo>
                      <a:pt x="3335823" y="1431815"/>
                    </a:lnTo>
                    <a:lnTo>
                      <a:pt x="3335188" y="1433718"/>
                    </a:lnTo>
                    <a:lnTo>
                      <a:pt x="3335188" y="1435622"/>
                    </a:lnTo>
                    <a:lnTo>
                      <a:pt x="3337727" y="1436892"/>
                    </a:lnTo>
                    <a:lnTo>
                      <a:pt x="3338361" y="1438161"/>
                    </a:lnTo>
                    <a:lnTo>
                      <a:pt x="3338361" y="1439431"/>
                    </a:lnTo>
                    <a:lnTo>
                      <a:pt x="3337727" y="1440065"/>
                    </a:lnTo>
                    <a:lnTo>
                      <a:pt x="3333919" y="1441335"/>
                    </a:lnTo>
                    <a:lnTo>
                      <a:pt x="3332649" y="1441969"/>
                    </a:lnTo>
                    <a:lnTo>
                      <a:pt x="3332649" y="1442604"/>
                    </a:lnTo>
                    <a:lnTo>
                      <a:pt x="3332649" y="1444508"/>
                    </a:lnTo>
                    <a:lnTo>
                      <a:pt x="3333919" y="1447046"/>
                    </a:lnTo>
                    <a:lnTo>
                      <a:pt x="3335188" y="1449585"/>
                    </a:lnTo>
                    <a:lnTo>
                      <a:pt x="3333919" y="1448951"/>
                    </a:lnTo>
                    <a:lnTo>
                      <a:pt x="3330745" y="1447046"/>
                    </a:lnTo>
                    <a:lnTo>
                      <a:pt x="3329476" y="1447046"/>
                    </a:lnTo>
                    <a:lnTo>
                      <a:pt x="3328841" y="1448316"/>
                    </a:lnTo>
                    <a:lnTo>
                      <a:pt x="3329476" y="1450220"/>
                    </a:lnTo>
                    <a:lnTo>
                      <a:pt x="3330745" y="1451489"/>
                    </a:lnTo>
                    <a:lnTo>
                      <a:pt x="3332015" y="1452124"/>
                    </a:lnTo>
                    <a:lnTo>
                      <a:pt x="3333284" y="1453393"/>
                    </a:lnTo>
                    <a:lnTo>
                      <a:pt x="3337727" y="1461009"/>
                    </a:lnTo>
                    <a:lnTo>
                      <a:pt x="3339631" y="1463548"/>
                    </a:lnTo>
                    <a:lnTo>
                      <a:pt x="3342804" y="1465452"/>
                    </a:lnTo>
                    <a:lnTo>
                      <a:pt x="3352324" y="1467356"/>
                    </a:lnTo>
                    <a:lnTo>
                      <a:pt x="3354228" y="1467991"/>
                    </a:lnTo>
                    <a:lnTo>
                      <a:pt x="3354863" y="1467991"/>
                    </a:lnTo>
                    <a:lnTo>
                      <a:pt x="3354863" y="1467356"/>
                    </a:lnTo>
                    <a:lnTo>
                      <a:pt x="3354863" y="1466086"/>
                    </a:lnTo>
                    <a:lnTo>
                      <a:pt x="3354863" y="1465452"/>
                    </a:lnTo>
                    <a:lnTo>
                      <a:pt x="3355498" y="1464817"/>
                    </a:lnTo>
                    <a:lnTo>
                      <a:pt x="3355498" y="1464183"/>
                    </a:lnTo>
                    <a:lnTo>
                      <a:pt x="3354863" y="1462279"/>
                    </a:lnTo>
                    <a:lnTo>
                      <a:pt x="3354228" y="1460375"/>
                    </a:lnTo>
                    <a:lnTo>
                      <a:pt x="3353593" y="1459105"/>
                    </a:lnTo>
                    <a:lnTo>
                      <a:pt x="3352324" y="1458471"/>
                    </a:lnTo>
                    <a:lnTo>
                      <a:pt x="3352324" y="1457836"/>
                    </a:lnTo>
                    <a:lnTo>
                      <a:pt x="3353593" y="1457836"/>
                    </a:lnTo>
                    <a:lnTo>
                      <a:pt x="3352959" y="1457201"/>
                    </a:lnTo>
                    <a:lnTo>
                      <a:pt x="3351689" y="1455932"/>
                    </a:lnTo>
                    <a:lnTo>
                      <a:pt x="3351055" y="1454662"/>
                    </a:lnTo>
                    <a:lnTo>
                      <a:pt x="3350420" y="1453393"/>
                    </a:lnTo>
                    <a:lnTo>
                      <a:pt x="3347882" y="1451489"/>
                    </a:lnTo>
                    <a:lnTo>
                      <a:pt x="3347247" y="1450855"/>
                    </a:lnTo>
                    <a:lnTo>
                      <a:pt x="3356767" y="1455297"/>
                    </a:lnTo>
                    <a:lnTo>
                      <a:pt x="3356767" y="1454662"/>
                    </a:lnTo>
                    <a:lnTo>
                      <a:pt x="3356132" y="1454028"/>
                    </a:lnTo>
                    <a:lnTo>
                      <a:pt x="3355498" y="1453393"/>
                    </a:lnTo>
                    <a:lnTo>
                      <a:pt x="3356767" y="1450220"/>
                    </a:lnTo>
                    <a:lnTo>
                      <a:pt x="3356767" y="1447046"/>
                    </a:lnTo>
                    <a:lnTo>
                      <a:pt x="3355498" y="1444508"/>
                    </a:lnTo>
                    <a:lnTo>
                      <a:pt x="3352324" y="1441969"/>
                    </a:lnTo>
                    <a:lnTo>
                      <a:pt x="3354863" y="1441335"/>
                    </a:lnTo>
                    <a:lnTo>
                      <a:pt x="3355498" y="1440700"/>
                    </a:lnTo>
                    <a:lnTo>
                      <a:pt x="3356132" y="1438796"/>
                    </a:lnTo>
                    <a:lnTo>
                      <a:pt x="3356132" y="1437526"/>
                    </a:lnTo>
                    <a:lnTo>
                      <a:pt x="3356132" y="1435622"/>
                    </a:lnTo>
                    <a:lnTo>
                      <a:pt x="3355498" y="1432449"/>
                    </a:lnTo>
                    <a:lnTo>
                      <a:pt x="3354863" y="1430545"/>
                    </a:lnTo>
                    <a:lnTo>
                      <a:pt x="3353593" y="1429911"/>
                    </a:lnTo>
                    <a:lnTo>
                      <a:pt x="3350420" y="1429911"/>
                    </a:lnTo>
                    <a:lnTo>
                      <a:pt x="3345978" y="1428641"/>
                    </a:lnTo>
                    <a:lnTo>
                      <a:pt x="3344708" y="1428641"/>
                    </a:lnTo>
                    <a:lnTo>
                      <a:pt x="3345343" y="1428006"/>
                    </a:lnTo>
                    <a:lnTo>
                      <a:pt x="3345978" y="1427372"/>
                    </a:lnTo>
                    <a:lnTo>
                      <a:pt x="3346612" y="1427372"/>
                    </a:lnTo>
                    <a:lnTo>
                      <a:pt x="3347247" y="1426737"/>
                    </a:lnTo>
                    <a:lnTo>
                      <a:pt x="3347882" y="1426102"/>
                    </a:lnTo>
                    <a:lnTo>
                      <a:pt x="3348516" y="1424198"/>
                    </a:lnTo>
                    <a:lnTo>
                      <a:pt x="3349151" y="1423564"/>
                    </a:lnTo>
                    <a:lnTo>
                      <a:pt x="3350420" y="1422929"/>
                    </a:lnTo>
                    <a:lnTo>
                      <a:pt x="3352324" y="1422294"/>
                    </a:lnTo>
                    <a:lnTo>
                      <a:pt x="3352959" y="1421660"/>
                    </a:lnTo>
                    <a:lnTo>
                      <a:pt x="3353593" y="1421025"/>
                    </a:lnTo>
                    <a:lnTo>
                      <a:pt x="3354228" y="1419121"/>
                    </a:lnTo>
                    <a:lnTo>
                      <a:pt x="3355498" y="1417852"/>
                    </a:lnTo>
                    <a:lnTo>
                      <a:pt x="3356132" y="1415948"/>
                    </a:lnTo>
                    <a:lnTo>
                      <a:pt x="3356767" y="1415313"/>
                    </a:lnTo>
                    <a:lnTo>
                      <a:pt x="3356767" y="1414678"/>
                    </a:lnTo>
                    <a:lnTo>
                      <a:pt x="3356767" y="1414044"/>
                    </a:lnTo>
                    <a:lnTo>
                      <a:pt x="3356767" y="1413409"/>
                    </a:lnTo>
                    <a:lnTo>
                      <a:pt x="3357402" y="1413409"/>
                    </a:lnTo>
                    <a:lnTo>
                      <a:pt x="3359305" y="1412774"/>
                    </a:lnTo>
                    <a:lnTo>
                      <a:pt x="3360575" y="1411505"/>
                    </a:lnTo>
                    <a:lnTo>
                      <a:pt x="3363113" y="1405793"/>
                    </a:lnTo>
                    <a:lnTo>
                      <a:pt x="3364383" y="1406428"/>
                    </a:lnTo>
                    <a:lnTo>
                      <a:pt x="3365652" y="1405158"/>
                    </a:lnTo>
                    <a:lnTo>
                      <a:pt x="3366922" y="1403254"/>
                    </a:lnTo>
                    <a:lnTo>
                      <a:pt x="3367556" y="1401350"/>
                    </a:lnTo>
                    <a:lnTo>
                      <a:pt x="3369460" y="1403254"/>
                    </a:lnTo>
                    <a:lnTo>
                      <a:pt x="3371364" y="1404524"/>
                    </a:lnTo>
                    <a:lnTo>
                      <a:pt x="3373268" y="1404524"/>
                    </a:lnTo>
                    <a:lnTo>
                      <a:pt x="3374538" y="1402619"/>
                    </a:lnTo>
                    <a:lnTo>
                      <a:pt x="3374538" y="1401350"/>
                    </a:lnTo>
                    <a:lnTo>
                      <a:pt x="3375172" y="1400716"/>
                    </a:lnTo>
                    <a:lnTo>
                      <a:pt x="3379615" y="1396273"/>
                    </a:lnTo>
                    <a:lnTo>
                      <a:pt x="3380250" y="1393734"/>
                    </a:lnTo>
                    <a:lnTo>
                      <a:pt x="3381519" y="1392465"/>
                    </a:lnTo>
                    <a:lnTo>
                      <a:pt x="3381519" y="1391196"/>
                    </a:lnTo>
                    <a:lnTo>
                      <a:pt x="3381519" y="1388657"/>
                    </a:lnTo>
                    <a:lnTo>
                      <a:pt x="3382153" y="1386753"/>
                    </a:lnTo>
                    <a:lnTo>
                      <a:pt x="3382788" y="1385484"/>
                    </a:lnTo>
                    <a:lnTo>
                      <a:pt x="3385327" y="1382945"/>
                    </a:lnTo>
                    <a:lnTo>
                      <a:pt x="3383423" y="1388022"/>
                    </a:lnTo>
                    <a:lnTo>
                      <a:pt x="3383423" y="1389926"/>
                    </a:lnTo>
                    <a:lnTo>
                      <a:pt x="3384692" y="1389292"/>
                    </a:lnTo>
                    <a:lnTo>
                      <a:pt x="3385327" y="1389292"/>
                    </a:lnTo>
                    <a:lnTo>
                      <a:pt x="3381519" y="1395004"/>
                    </a:lnTo>
                    <a:lnTo>
                      <a:pt x="3380250" y="1398812"/>
                    </a:lnTo>
                    <a:lnTo>
                      <a:pt x="3380250" y="1400716"/>
                    </a:lnTo>
                    <a:lnTo>
                      <a:pt x="3381519" y="1400716"/>
                    </a:lnTo>
                    <a:lnTo>
                      <a:pt x="3382153" y="1402619"/>
                    </a:lnTo>
                    <a:lnTo>
                      <a:pt x="3383423" y="1403254"/>
                    </a:lnTo>
                    <a:lnTo>
                      <a:pt x="3384692" y="1403254"/>
                    </a:lnTo>
                    <a:lnTo>
                      <a:pt x="3385962" y="1402619"/>
                    </a:lnTo>
                    <a:lnTo>
                      <a:pt x="3385962" y="1403889"/>
                    </a:lnTo>
                    <a:lnTo>
                      <a:pt x="3385962" y="1404524"/>
                    </a:lnTo>
                    <a:lnTo>
                      <a:pt x="3390404" y="1406428"/>
                    </a:lnTo>
                    <a:lnTo>
                      <a:pt x="3391673" y="1407062"/>
                    </a:lnTo>
                    <a:lnTo>
                      <a:pt x="3395482" y="1411505"/>
                    </a:lnTo>
                    <a:lnTo>
                      <a:pt x="3396116" y="1412140"/>
                    </a:lnTo>
                    <a:lnTo>
                      <a:pt x="3396751" y="1412140"/>
                    </a:lnTo>
                    <a:lnTo>
                      <a:pt x="3397386" y="1412774"/>
                    </a:lnTo>
                    <a:lnTo>
                      <a:pt x="3398020" y="1412774"/>
                    </a:lnTo>
                    <a:lnTo>
                      <a:pt x="3398655" y="1412774"/>
                    </a:lnTo>
                    <a:lnTo>
                      <a:pt x="3399924" y="1410871"/>
                    </a:lnTo>
                    <a:lnTo>
                      <a:pt x="3399924" y="1410236"/>
                    </a:lnTo>
                    <a:lnTo>
                      <a:pt x="3401194" y="1410871"/>
                    </a:lnTo>
                    <a:lnTo>
                      <a:pt x="3401194" y="1412140"/>
                    </a:lnTo>
                    <a:lnTo>
                      <a:pt x="3399924" y="1414678"/>
                    </a:lnTo>
                    <a:lnTo>
                      <a:pt x="3401194" y="1415948"/>
                    </a:lnTo>
                    <a:lnTo>
                      <a:pt x="3404367" y="1417852"/>
                    </a:lnTo>
                    <a:lnTo>
                      <a:pt x="3405636" y="1419756"/>
                    </a:lnTo>
                    <a:lnTo>
                      <a:pt x="3406906" y="1420391"/>
                    </a:lnTo>
                    <a:lnTo>
                      <a:pt x="3407540" y="1421025"/>
                    </a:lnTo>
                    <a:lnTo>
                      <a:pt x="3407540" y="1421660"/>
                    </a:lnTo>
                    <a:lnTo>
                      <a:pt x="3406906" y="1422929"/>
                    </a:lnTo>
                    <a:lnTo>
                      <a:pt x="3406906" y="1423564"/>
                    </a:lnTo>
                    <a:lnTo>
                      <a:pt x="3407540" y="1424833"/>
                    </a:lnTo>
                    <a:lnTo>
                      <a:pt x="3410079" y="1427372"/>
                    </a:lnTo>
                    <a:lnTo>
                      <a:pt x="3410714" y="1428641"/>
                    </a:lnTo>
                    <a:lnTo>
                      <a:pt x="3413887" y="1435622"/>
                    </a:lnTo>
                    <a:lnTo>
                      <a:pt x="3413887" y="1437526"/>
                    </a:lnTo>
                    <a:lnTo>
                      <a:pt x="3415791" y="1445777"/>
                    </a:lnTo>
                    <a:lnTo>
                      <a:pt x="3420234" y="1456566"/>
                    </a:lnTo>
                    <a:lnTo>
                      <a:pt x="3422138" y="1459105"/>
                    </a:lnTo>
                    <a:lnTo>
                      <a:pt x="3424042" y="1459105"/>
                    </a:lnTo>
                    <a:lnTo>
                      <a:pt x="3429754" y="1455932"/>
                    </a:lnTo>
                    <a:lnTo>
                      <a:pt x="3430389" y="1455297"/>
                    </a:lnTo>
                    <a:lnTo>
                      <a:pt x="3431658" y="1451489"/>
                    </a:lnTo>
                    <a:lnTo>
                      <a:pt x="3432292" y="1450855"/>
                    </a:lnTo>
                    <a:lnTo>
                      <a:pt x="3433562" y="1452124"/>
                    </a:lnTo>
                    <a:lnTo>
                      <a:pt x="3432927" y="1453393"/>
                    </a:lnTo>
                    <a:lnTo>
                      <a:pt x="3434196" y="1454662"/>
                    </a:lnTo>
                    <a:lnTo>
                      <a:pt x="3437370" y="1455297"/>
                    </a:lnTo>
                    <a:lnTo>
                      <a:pt x="3436735" y="1455932"/>
                    </a:lnTo>
                    <a:lnTo>
                      <a:pt x="3436100" y="1456566"/>
                    </a:lnTo>
                    <a:lnTo>
                      <a:pt x="3422138" y="1461644"/>
                    </a:lnTo>
                    <a:lnTo>
                      <a:pt x="3420234" y="1461644"/>
                    </a:lnTo>
                    <a:lnTo>
                      <a:pt x="3419599" y="1462279"/>
                    </a:lnTo>
                    <a:lnTo>
                      <a:pt x="3418965" y="1462913"/>
                    </a:lnTo>
                    <a:lnTo>
                      <a:pt x="3418965" y="1466086"/>
                    </a:lnTo>
                    <a:lnTo>
                      <a:pt x="3418965" y="1466721"/>
                    </a:lnTo>
                    <a:lnTo>
                      <a:pt x="3417695" y="1467356"/>
                    </a:lnTo>
                    <a:lnTo>
                      <a:pt x="3417060" y="1468625"/>
                    </a:lnTo>
                    <a:lnTo>
                      <a:pt x="3415156" y="1473703"/>
                    </a:lnTo>
                    <a:lnTo>
                      <a:pt x="3415156" y="1474972"/>
                    </a:lnTo>
                    <a:lnTo>
                      <a:pt x="3416426" y="1479415"/>
                    </a:lnTo>
                    <a:lnTo>
                      <a:pt x="3417695" y="1480684"/>
                    </a:lnTo>
                    <a:lnTo>
                      <a:pt x="3419599" y="1481953"/>
                    </a:lnTo>
                    <a:lnTo>
                      <a:pt x="3421503" y="1483223"/>
                    </a:lnTo>
                    <a:lnTo>
                      <a:pt x="3422772" y="1483857"/>
                    </a:lnTo>
                    <a:lnTo>
                      <a:pt x="3424042" y="1483223"/>
                    </a:lnTo>
                    <a:lnTo>
                      <a:pt x="3427850" y="1479415"/>
                    </a:lnTo>
                    <a:lnTo>
                      <a:pt x="3427850" y="1478780"/>
                    </a:lnTo>
                    <a:lnTo>
                      <a:pt x="3428485" y="1475606"/>
                    </a:lnTo>
                    <a:lnTo>
                      <a:pt x="3429119" y="1474972"/>
                    </a:lnTo>
                    <a:lnTo>
                      <a:pt x="3430389" y="1473068"/>
                    </a:lnTo>
                    <a:lnTo>
                      <a:pt x="3431023" y="1473703"/>
                    </a:lnTo>
                    <a:lnTo>
                      <a:pt x="3432292" y="1476241"/>
                    </a:lnTo>
                    <a:lnTo>
                      <a:pt x="3432927" y="1476876"/>
                    </a:lnTo>
                    <a:lnTo>
                      <a:pt x="3434196" y="1477511"/>
                    </a:lnTo>
                    <a:lnTo>
                      <a:pt x="3434831" y="1476876"/>
                    </a:lnTo>
                    <a:lnTo>
                      <a:pt x="3436100" y="1469260"/>
                    </a:lnTo>
                    <a:lnTo>
                      <a:pt x="3436735" y="1466721"/>
                    </a:lnTo>
                    <a:lnTo>
                      <a:pt x="3439274" y="1463548"/>
                    </a:lnTo>
                    <a:lnTo>
                      <a:pt x="3439274" y="1460375"/>
                    </a:lnTo>
                    <a:lnTo>
                      <a:pt x="3439274" y="1454028"/>
                    </a:lnTo>
                    <a:lnTo>
                      <a:pt x="3439274" y="1453393"/>
                    </a:lnTo>
                    <a:lnTo>
                      <a:pt x="3439909" y="1450855"/>
                    </a:lnTo>
                    <a:lnTo>
                      <a:pt x="3440543" y="1449585"/>
                    </a:lnTo>
                    <a:lnTo>
                      <a:pt x="3440543" y="1448316"/>
                    </a:lnTo>
                    <a:lnTo>
                      <a:pt x="3441178" y="1447046"/>
                    </a:lnTo>
                    <a:lnTo>
                      <a:pt x="3442447" y="1446412"/>
                    </a:lnTo>
                    <a:lnTo>
                      <a:pt x="3442447" y="1448951"/>
                    </a:lnTo>
                    <a:lnTo>
                      <a:pt x="3440543" y="1459740"/>
                    </a:lnTo>
                    <a:lnTo>
                      <a:pt x="3438005" y="1466721"/>
                    </a:lnTo>
                    <a:lnTo>
                      <a:pt x="3436735" y="1470529"/>
                    </a:lnTo>
                    <a:lnTo>
                      <a:pt x="3436735" y="1473068"/>
                    </a:lnTo>
                    <a:lnTo>
                      <a:pt x="3436735" y="1474337"/>
                    </a:lnTo>
                    <a:lnTo>
                      <a:pt x="3437370" y="1476876"/>
                    </a:lnTo>
                    <a:lnTo>
                      <a:pt x="3436735" y="1477511"/>
                    </a:lnTo>
                    <a:lnTo>
                      <a:pt x="3436100" y="1477511"/>
                    </a:lnTo>
                    <a:lnTo>
                      <a:pt x="3435466" y="1477511"/>
                    </a:lnTo>
                    <a:lnTo>
                      <a:pt x="3434831" y="1478145"/>
                    </a:lnTo>
                    <a:lnTo>
                      <a:pt x="3432927" y="1478780"/>
                    </a:lnTo>
                    <a:lnTo>
                      <a:pt x="3432292" y="1478780"/>
                    </a:lnTo>
                    <a:lnTo>
                      <a:pt x="3431658" y="1478145"/>
                    </a:lnTo>
                    <a:lnTo>
                      <a:pt x="3431023" y="1477511"/>
                    </a:lnTo>
                    <a:lnTo>
                      <a:pt x="3430389" y="1476876"/>
                    </a:lnTo>
                    <a:lnTo>
                      <a:pt x="3429754" y="1476876"/>
                    </a:lnTo>
                    <a:lnTo>
                      <a:pt x="3428485" y="1477511"/>
                    </a:lnTo>
                    <a:lnTo>
                      <a:pt x="3426580" y="1480684"/>
                    </a:lnTo>
                    <a:lnTo>
                      <a:pt x="3424042" y="1482588"/>
                    </a:lnTo>
                    <a:lnTo>
                      <a:pt x="3423407" y="1484492"/>
                    </a:lnTo>
                    <a:lnTo>
                      <a:pt x="3423407" y="1486396"/>
                    </a:lnTo>
                    <a:lnTo>
                      <a:pt x="3423407" y="1488300"/>
                    </a:lnTo>
                    <a:lnTo>
                      <a:pt x="3423407" y="1490204"/>
                    </a:lnTo>
                    <a:lnTo>
                      <a:pt x="3423407" y="1490839"/>
                    </a:lnTo>
                    <a:lnTo>
                      <a:pt x="3424676" y="1490839"/>
                    </a:lnTo>
                    <a:lnTo>
                      <a:pt x="3425311" y="1490839"/>
                    </a:lnTo>
                    <a:lnTo>
                      <a:pt x="3425946" y="1491473"/>
                    </a:lnTo>
                    <a:lnTo>
                      <a:pt x="3427215" y="1492743"/>
                    </a:lnTo>
                    <a:lnTo>
                      <a:pt x="3429119" y="1493378"/>
                    </a:lnTo>
                    <a:lnTo>
                      <a:pt x="3430389" y="1495281"/>
                    </a:lnTo>
                    <a:lnTo>
                      <a:pt x="3430389" y="1497185"/>
                    </a:lnTo>
                    <a:lnTo>
                      <a:pt x="3429119" y="1497185"/>
                    </a:lnTo>
                    <a:lnTo>
                      <a:pt x="3430389" y="1499089"/>
                    </a:lnTo>
                    <a:lnTo>
                      <a:pt x="3431658" y="1500359"/>
                    </a:lnTo>
                    <a:lnTo>
                      <a:pt x="3432927" y="1501628"/>
                    </a:lnTo>
                    <a:lnTo>
                      <a:pt x="3432927" y="1504167"/>
                    </a:lnTo>
                    <a:lnTo>
                      <a:pt x="3433562" y="1504802"/>
                    </a:lnTo>
                    <a:lnTo>
                      <a:pt x="3434196" y="1504802"/>
                    </a:lnTo>
                    <a:lnTo>
                      <a:pt x="3434831" y="1507975"/>
                    </a:lnTo>
                    <a:lnTo>
                      <a:pt x="3436735" y="1509879"/>
                    </a:lnTo>
                    <a:lnTo>
                      <a:pt x="3440543" y="1511783"/>
                    </a:lnTo>
                    <a:lnTo>
                      <a:pt x="3443082" y="1511783"/>
                    </a:lnTo>
                    <a:lnTo>
                      <a:pt x="3443716" y="1509879"/>
                    </a:lnTo>
                    <a:lnTo>
                      <a:pt x="3443716" y="1506705"/>
                    </a:lnTo>
                    <a:lnTo>
                      <a:pt x="3443716" y="1503532"/>
                    </a:lnTo>
                    <a:lnTo>
                      <a:pt x="3444351" y="1504167"/>
                    </a:lnTo>
                    <a:lnTo>
                      <a:pt x="3444986" y="1504167"/>
                    </a:lnTo>
                    <a:lnTo>
                      <a:pt x="3445620" y="1503532"/>
                    </a:lnTo>
                    <a:lnTo>
                      <a:pt x="3445620" y="1502263"/>
                    </a:lnTo>
                    <a:lnTo>
                      <a:pt x="3445620" y="1500993"/>
                    </a:lnTo>
                    <a:lnTo>
                      <a:pt x="3444986" y="1499724"/>
                    </a:lnTo>
                    <a:lnTo>
                      <a:pt x="3443716" y="1497820"/>
                    </a:lnTo>
                    <a:lnTo>
                      <a:pt x="3442447" y="1495916"/>
                    </a:lnTo>
                    <a:lnTo>
                      <a:pt x="3439909" y="1489569"/>
                    </a:lnTo>
                    <a:lnTo>
                      <a:pt x="3439909" y="1488300"/>
                    </a:lnTo>
                    <a:lnTo>
                      <a:pt x="3440543" y="1488300"/>
                    </a:lnTo>
                    <a:lnTo>
                      <a:pt x="3441178" y="1488935"/>
                    </a:lnTo>
                    <a:lnTo>
                      <a:pt x="3441813" y="1489569"/>
                    </a:lnTo>
                    <a:lnTo>
                      <a:pt x="3442447" y="1490204"/>
                    </a:lnTo>
                    <a:lnTo>
                      <a:pt x="3443082" y="1492108"/>
                    </a:lnTo>
                    <a:lnTo>
                      <a:pt x="3443716" y="1493378"/>
                    </a:lnTo>
                    <a:lnTo>
                      <a:pt x="3444986" y="1495281"/>
                    </a:lnTo>
                    <a:lnTo>
                      <a:pt x="3446255" y="1497185"/>
                    </a:lnTo>
                    <a:lnTo>
                      <a:pt x="3447525" y="1498455"/>
                    </a:lnTo>
                    <a:lnTo>
                      <a:pt x="3448794" y="1499724"/>
                    </a:lnTo>
                    <a:lnTo>
                      <a:pt x="3450063" y="1501628"/>
                    </a:lnTo>
                    <a:lnTo>
                      <a:pt x="3449429" y="1502898"/>
                    </a:lnTo>
                    <a:lnTo>
                      <a:pt x="3448159" y="1503532"/>
                    </a:lnTo>
                    <a:lnTo>
                      <a:pt x="3447525" y="1504802"/>
                    </a:lnTo>
                    <a:lnTo>
                      <a:pt x="3448159" y="1506071"/>
                    </a:lnTo>
                    <a:lnTo>
                      <a:pt x="3449429" y="1506705"/>
                    </a:lnTo>
                    <a:lnTo>
                      <a:pt x="3450698" y="1507340"/>
                    </a:lnTo>
                    <a:lnTo>
                      <a:pt x="3451333" y="1507340"/>
                    </a:lnTo>
                    <a:lnTo>
                      <a:pt x="3451967" y="1506705"/>
                    </a:lnTo>
                    <a:lnTo>
                      <a:pt x="3451967" y="1506071"/>
                    </a:lnTo>
                    <a:lnTo>
                      <a:pt x="3453236" y="1497820"/>
                    </a:lnTo>
                    <a:lnTo>
                      <a:pt x="3453871" y="1495916"/>
                    </a:lnTo>
                    <a:lnTo>
                      <a:pt x="3454506" y="1495916"/>
                    </a:lnTo>
                    <a:lnTo>
                      <a:pt x="3455140" y="1495281"/>
                    </a:lnTo>
                    <a:lnTo>
                      <a:pt x="3455775" y="1495281"/>
                    </a:lnTo>
                    <a:lnTo>
                      <a:pt x="3455775" y="1496551"/>
                    </a:lnTo>
                    <a:lnTo>
                      <a:pt x="3454506" y="1499724"/>
                    </a:lnTo>
                    <a:lnTo>
                      <a:pt x="3454506" y="1500993"/>
                    </a:lnTo>
                    <a:lnTo>
                      <a:pt x="3455775" y="1500359"/>
                    </a:lnTo>
                    <a:lnTo>
                      <a:pt x="3459583" y="1494647"/>
                    </a:lnTo>
                    <a:lnTo>
                      <a:pt x="3461487" y="1489569"/>
                    </a:lnTo>
                    <a:lnTo>
                      <a:pt x="3463391" y="1487031"/>
                    </a:lnTo>
                    <a:lnTo>
                      <a:pt x="3464026" y="1485761"/>
                    </a:lnTo>
                    <a:lnTo>
                      <a:pt x="3464660" y="1481953"/>
                    </a:lnTo>
                    <a:lnTo>
                      <a:pt x="3464660" y="1480684"/>
                    </a:lnTo>
                    <a:lnTo>
                      <a:pt x="3465930" y="1478145"/>
                    </a:lnTo>
                    <a:lnTo>
                      <a:pt x="3465930" y="1476876"/>
                    </a:lnTo>
                    <a:lnTo>
                      <a:pt x="3465930" y="1474337"/>
                    </a:lnTo>
                    <a:lnTo>
                      <a:pt x="3465930" y="1473068"/>
                    </a:lnTo>
                    <a:lnTo>
                      <a:pt x="3465930" y="1472433"/>
                    </a:lnTo>
                    <a:lnTo>
                      <a:pt x="3466565" y="1470529"/>
                    </a:lnTo>
                    <a:lnTo>
                      <a:pt x="3466565" y="1469260"/>
                    </a:lnTo>
                    <a:lnTo>
                      <a:pt x="3465930" y="1464817"/>
                    </a:lnTo>
                    <a:lnTo>
                      <a:pt x="3465930" y="1462279"/>
                    </a:lnTo>
                    <a:lnTo>
                      <a:pt x="3467199" y="1460375"/>
                    </a:lnTo>
                    <a:lnTo>
                      <a:pt x="3467199" y="1459105"/>
                    </a:lnTo>
                    <a:lnTo>
                      <a:pt x="3466565" y="1456566"/>
                    </a:lnTo>
                    <a:lnTo>
                      <a:pt x="3466565" y="1455297"/>
                    </a:lnTo>
                    <a:lnTo>
                      <a:pt x="3467199" y="1452759"/>
                    </a:lnTo>
                    <a:lnTo>
                      <a:pt x="3467199" y="1451489"/>
                    </a:lnTo>
                    <a:lnTo>
                      <a:pt x="3467199" y="1450220"/>
                    </a:lnTo>
                    <a:lnTo>
                      <a:pt x="3467199" y="1448951"/>
                    </a:lnTo>
                    <a:lnTo>
                      <a:pt x="3466565" y="1447681"/>
                    </a:lnTo>
                    <a:lnTo>
                      <a:pt x="3466565" y="1447046"/>
                    </a:lnTo>
                    <a:lnTo>
                      <a:pt x="3467834" y="1446412"/>
                    </a:lnTo>
                    <a:lnTo>
                      <a:pt x="3468469" y="1445777"/>
                    </a:lnTo>
                    <a:lnTo>
                      <a:pt x="3469103" y="1443873"/>
                    </a:lnTo>
                    <a:lnTo>
                      <a:pt x="3469738" y="1442604"/>
                    </a:lnTo>
                    <a:lnTo>
                      <a:pt x="3471642" y="1440065"/>
                    </a:lnTo>
                    <a:lnTo>
                      <a:pt x="3474181" y="1443873"/>
                    </a:lnTo>
                    <a:close/>
                    <a:moveTo>
                      <a:pt x="3422138" y="1508609"/>
                    </a:moveTo>
                    <a:lnTo>
                      <a:pt x="3420234" y="1508609"/>
                    </a:lnTo>
                    <a:lnTo>
                      <a:pt x="3420234" y="1507975"/>
                    </a:lnTo>
                    <a:lnTo>
                      <a:pt x="3420234" y="1506705"/>
                    </a:lnTo>
                    <a:lnTo>
                      <a:pt x="3419599" y="1505436"/>
                    </a:lnTo>
                    <a:lnTo>
                      <a:pt x="3418965" y="1504167"/>
                    </a:lnTo>
                    <a:lnTo>
                      <a:pt x="3418330" y="1502898"/>
                    </a:lnTo>
                    <a:lnTo>
                      <a:pt x="3418330" y="1502263"/>
                    </a:lnTo>
                    <a:lnTo>
                      <a:pt x="3416426" y="1502898"/>
                    </a:lnTo>
                    <a:lnTo>
                      <a:pt x="3413887" y="1507975"/>
                    </a:lnTo>
                    <a:lnTo>
                      <a:pt x="3411983" y="1506705"/>
                    </a:lnTo>
                    <a:lnTo>
                      <a:pt x="3411348" y="1507975"/>
                    </a:lnTo>
                    <a:lnTo>
                      <a:pt x="3408175" y="1510513"/>
                    </a:lnTo>
                    <a:lnTo>
                      <a:pt x="3406906" y="1511148"/>
                    </a:lnTo>
                    <a:lnTo>
                      <a:pt x="3405636" y="1512418"/>
                    </a:lnTo>
                    <a:lnTo>
                      <a:pt x="3406271" y="1514322"/>
                    </a:lnTo>
                    <a:lnTo>
                      <a:pt x="3407540" y="1515591"/>
                    </a:lnTo>
                    <a:lnTo>
                      <a:pt x="3408810" y="1514322"/>
                    </a:lnTo>
                    <a:lnTo>
                      <a:pt x="3410079" y="1515591"/>
                    </a:lnTo>
                    <a:lnTo>
                      <a:pt x="3413252" y="1516860"/>
                    </a:lnTo>
                    <a:lnTo>
                      <a:pt x="3413887" y="1518129"/>
                    </a:lnTo>
                    <a:lnTo>
                      <a:pt x="3415156" y="1518764"/>
                    </a:lnTo>
                    <a:lnTo>
                      <a:pt x="3416426" y="1518764"/>
                    </a:lnTo>
                    <a:lnTo>
                      <a:pt x="3417695" y="1518129"/>
                    </a:lnTo>
                    <a:lnTo>
                      <a:pt x="3418330" y="1516860"/>
                    </a:lnTo>
                    <a:lnTo>
                      <a:pt x="3418965" y="1515591"/>
                    </a:lnTo>
                    <a:lnTo>
                      <a:pt x="3419599" y="1514956"/>
                    </a:lnTo>
                    <a:lnTo>
                      <a:pt x="3421503" y="1514322"/>
                    </a:lnTo>
                    <a:lnTo>
                      <a:pt x="3422138" y="1513687"/>
                    </a:lnTo>
                    <a:lnTo>
                      <a:pt x="3423407" y="1511148"/>
                    </a:lnTo>
                    <a:lnTo>
                      <a:pt x="3423407" y="1510513"/>
                    </a:lnTo>
                    <a:lnTo>
                      <a:pt x="3422772" y="1509244"/>
                    </a:lnTo>
                    <a:lnTo>
                      <a:pt x="3422138" y="1508609"/>
                    </a:lnTo>
                    <a:close/>
                    <a:moveTo>
                      <a:pt x="3409445" y="1502898"/>
                    </a:moveTo>
                    <a:lnTo>
                      <a:pt x="3410079" y="1500993"/>
                    </a:lnTo>
                    <a:lnTo>
                      <a:pt x="3410079" y="1498455"/>
                    </a:lnTo>
                    <a:lnTo>
                      <a:pt x="3409445" y="1497185"/>
                    </a:lnTo>
                    <a:lnTo>
                      <a:pt x="3408810" y="1496551"/>
                    </a:lnTo>
                    <a:lnTo>
                      <a:pt x="3407540" y="1495916"/>
                    </a:lnTo>
                    <a:lnTo>
                      <a:pt x="3406906" y="1495281"/>
                    </a:lnTo>
                    <a:lnTo>
                      <a:pt x="3406906" y="1494012"/>
                    </a:lnTo>
                    <a:lnTo>
                      <a:pt x="3406906" y="1492743"/>
                    </a:lnTo>
                    <a:lnTo>
                      <a:pt x="3406906" y="1492108"/>
                    </a:lnTo>
                    <a:lnTo>
                      <a:pt x="3405636" y="1490204"/>
                    </a:lnTo>
                    <a:lnTo>
                      <a:pt x="3404367" y="1488300"/>
                    </a:lnTo>
                    <a:lnTo>
                      <a:pt x="3403098" y="1486396"/>
                    </a:lnTo>
                    <a:lnTo>
                      <a:pt x="3402463" y="1484492"/>
                    </a:lnTo>
                    <a:lnTo>
                      <a:pt x="3400559" y="1483857"/>
                    </a:lnTo>
                    <a:lnTo>
                      <a:pt x="3397386" y="1483857"/>
                    </a:lnTo>
                    <a:lnTo>
                      <a:pt x="3394847" y="1481319"/>
                    </a:lnTo>
                    <a:lnTo>
                      <a:pt x="3392943" y="1480684"/>
                    </a:lnTo>
                    <a:lnTo>
                      <a:pt x="3391039" y="1480049"/>
                    </a:lnTo>
                    <a:lnTo>
                      <a:pt x="3389770" y="1480049"/>
                    </a:lnTo>
                    <a:lnTo>
                      <a:pt x="3390404" y="1480684"/>
                    </a:lnTo>
                    <a:lnTo>
                      <a:pt x="3389770" y="1481953"/>
                    </a:lnTo>
                    <a:lnTo>
                      <a:pt x="3389135" y="1482588"/>
                    </a:lnTo>
                    <a:lnTo>
                      <a:pt x="3389135" y="1483223"/>
                    </a:lnTo>
                    <a:lnTo>
                      <a:pt x="3389770" y="1485127"/>
                    </a:lnTo>
                    <a:lnTo>
                      <a:pt x="3390404" y="1487031"/>
                    </a:lnTo>
                    <a:lnTo>
                      <a:pt x="3391039" y="1488300"/>
                    </a:lnTo>
                    <a:lnTo>
                      <a:pt x="3391673" y="1488935"/>
                    </a:lnTo>
                    <a:lnTo>
                      <a:pt x="3392943" y="1489569"/>
                    </a:lnTo>
                    <a:lnTo>
                      <a:pt x="3392943" y="1490204"/>
                    </a:lnTo>
                    <a:lnTo>
                      <a:pt x="3392943" y="1490839"/>
                    </a:lnTo>
                    <a:lnTo>
                      <a:pt x="3392943" y="1491473"/>
                    </a:lnTo>
                    <a:lnTo>
                      <a:pt x="3394212" y="1492108"/>
                    </a:lnTo>
                    <a:lnTo>
                      <a:pt x="3396116" y="1493378"/>
                    </a:lnTo>
                    <a:lnTo>
                      <a:pt x="3397386" y="1494647"/>
                    </a:lnTo>
                    <a:lnTo>
                      <a:pt x="3397386" y="1496551"/>
                    </a:lnTo>
                    <a:lnTo>
                      <a:pt x="3396116" y="1497185"/>
                    </a:lnTo>
                    <a:lnTo>
                      <a:pt x="3394847" y="1496551"/>
                    </a:lnTo>
                    <a:lnTo>
                      <a:pt x="3393578" y="1497185"/>
                    </a:lnTo>
                    <a:lnTo>
                      <a:pt x="3393578" y="1500359"/>
                    </a:lnTo>
                    <a:lnTo>
                      <a:pt x="3394847" y="1500359"/>
                    </a:lnTo>
                    <a:lnTo>
                      <a:pt x="3395482" y="1500993"/>
                    </a:lnTo>
                    <a:lnTo>
                      <a:pt x="3395482" y="1507340"/>
                    </a:lnTo>
                    <a:lnTo>
                      <a:pt x="3395482" y="1509244"/>
                    </a:lnTo>
                    <a:lnTo>
                      <a:pt x="3396751" y="1509879"/>
                    </a:lnTo>
                    <a:lnTo>
                      <a:pt x="3396751" y="1509879"/>
                    </a:lnTo>
                    <a:lnTo>
                      <a:pt x="3397386" y="1510513"/>
                    </a:lnTo>
                    <a:lnTo>
                      <a:pt x="3398020" y="1511148"/>
                    </a:lnTo>
                    <a:lnTo>
                      <a:pt x="3398655" y="1511148"/>
                    </a:lnTo>
                    <a:lnTo>
                      <a:pt x="3399290" y="1511148"/>
                    </a:lnTo>
                    <a:lnTo>
                      <a:pt x="3399290" y="1510513"/>
                    </a:lnTo>
                    <a:lnTo>
                      <a:pt x="3399290" y="1509879"/>
                    </a:lnTo>
                    <a:lnTo>
                      <a:pt x="3399290" y="1509244"/>
                    </a:lnTo>
                    <a:lnTo>
                      <a:pt x="3399924" y="1507340"/>
                    </a:lnTo>
                    <a:lnTo>
                      <a:pt x="3400559" y="1506071"/>
                    </a:lnTo>
                    <a:lnTo>
                      <a:pt x="3400559" y="1505436"/>
                    </a:lnTo>
                    <a:lnTo>
                      <a:pt x="3399924" y="1503532"/>
                    </a:lnTo>
                    <a:lnTo>
                      <a:pt x="3398655" y="1502263"/>
                    </a:lnTo>
                    <a:lnTo>
                      <a:pt x="3397386" y="1501628"/>
                    </a:lnTo>
                    <a:lnTo>
                      <a:pt x="3396751" y="1500359"/>
                    </a:lnTo>
                    <a:lnTo>
                      <a:pt x="3397386" y="1500359"/>
                    </a:lnTo>
                    <a:lnTo>
                      <a:pt x="3399290" y="1500993"/>
                    </a:lnTo>
                    <a:lnTo>
                      <a:pt x="3401194" y="1502263"/>
                    </a:lnTo>
                    <a:lnTo>
                      <a:pt x="3402463" y="1503532"/>
                    </a:lnTo>
                    <a:lnTo>
                      <a:pt x="3403098" y="1504167"/>
                    </a:lnTo>
                    <a:lnTo>
                      <a:pt x="3403098" y="1504802"/>
                    </a:lnTo>
                    <a:lnTo>
                      <a:pt x="3403098" y="1505436"/>
                    </a:lnTo>
                    <a:lnTo>
                      <a:pt x="3403732" y="1506705"/>
                    </a:lnTo>
                    <a:lnTo>
                      <a:pt x="3404367" y="1506705"/>
                    </a:lnTo>
                    <a:lnTo>
                      <a:pt x="3408175" y="1504802"/>
                    </a:lnTo>
                    <a:lnTo>
                      <a:pt x="3409445" y="1502898"/>
                    </a:lnTo>
                    <a:close/>
                    <a:moveTo>
                      <a:pt x="2198495" y="1245222"/>
                    </a:moveTo>
                    <a:lnTo>
                      <a:pt x="2197226" y="1244587"/>
                    </a:lnTo>
                    <a:lnTo>
                      <a:pt x="2197226" y="1244587"/>
                    </a:lnTo>
                    <a:lnTo>
                      <a:pt x="2198495" y="1245222"/>
                    </a:lnTo>
                    <a:close/>
                    <a:moveTo>
                      <a:pt x="1511148" y="1657122"/>
                    </a:moveTo>
                    <a:lnTo>
                      <a:pt x="1511783" y="1656487"/>
                    </a:lnTo>
                    <a:lnTo>
                      <a:pt x="1512417" y="1655218"/>
                    </a:lnTo>
                    <a:lnTo>
                      <a:pt x="1512417" y="1653949"/>
                    </a:lnTo>
                    <a:lnTo>
                      <a:pt x="1512417" y="1652679"/>
                    </a:lnTo>
                    <a:lnTo>
                      <a:pt x="1511783" y="1651410"/>
                    </a:lnTo>
                    <a:lnTo>
                      <a:pt x="1510513" y="1651410"/>
                    </a:lnTo>
                    <a:lnTo>
                      <a:pt x="1509244" y="1652679"/>
                    </a:lnTo>
                    <a:lnTo>
                      <a:pt x="1508609" y="1653949"/>
                    </a:lnTo>
                    <a:lnTo>
                      <a:pt x="1509879" y="1655218"/>
                    </a:lnTo>
                    <a:lnTo>
                      <a:pt x="1511148" y="1657122"/>
                    </a:lnTo>
                    <a:lnTo>
                      <a:pt x="1511148" y="1657122"/>
                    </a:lnTo>
                    <a:close/>
                    <a:moveTo>
                      <a:pt x="1650141" y="1607618"/>
                    </a:moveTo>
                    <a:lnTo>
                      <a:pt x="1650141" y="1607618"/>
                    </a:lnTo>
                    <a:lnTo>
                      <a:pt x="1651410" y="1607618"/>
                    </a:lnTo>
                    <a:lnTo>
                      <a:pt x="1652679" y="1607618"/>
                    </a:lnTo>
                    <a:lnTo>
                      <a:pt x="1652679" y="1606983"/>
                    </a:lnTo>
                    <a:lnTo>
                      <a:pt x="1651410" y="1606983"/>
                    </a:lnTo>
                    <a:lnTo>
                      <a:pt x="1650141" y="1607618"/>
                    </a:lnTo>
                    <a:lnTo>
                      <a:pt x="1648871" y="1608253"/>
                    </a:lnTo>
                    <a:lnTo>
                      <a:pt x="1648871" y="1608253"/>
                    </a:lnTo>
                    <a:lnTo>
                      <a:pt x="1650141" y="1607618"/>
                    </a:lnTo>
                    <a:lnTo>
                      <a:pt x="1650141" y="1607618"/>
                    </a:lnTo>
                    <a:close/>
                    <a:moveTo>
                      <a:pt x="1657122" y="1608253"/>
                    </a:moveTo>
                    <a:lnTo>
                      <a:pt x="1657757" y="1608887"/>
                    </a:lnTo>
                    <a:lnTo>
                      <a:pt x="1657757" y="1608253"/>
                    </a:lnTo>
                    <a:lnTo>
                      <a:pt x="1656487" y="1607618"/>
                    </a:lnTo>
                    <a:lnTo>
                      <a:pt x="1654583" y="1607618"/>
                    </a:lnTo>
                    <a:lnTo>
                      <a:pt x="1654583" y="1608253"/>
                    </a:lnTo>
                    <a:lnTo>
                      <a:pt x="1655218" y="1608253"/>
                    </a:lnTo>
                    <a:lnTo>
                      <a:pt x="1656487" y="1608887"/>
                    </a:lnTo>
                    <a:lnTo>
                      <a:pt x="1657122" y="1608253"/>
                    </a:lnTo>
                    <a:close/>
                    <a:moveTo>
                      <a:pt x="1669815" y="1337884"/>
                    </a:moveTo>
                    <a:lnTo>
                      <a:pt x="1671085" y="1338518"/>
                    </a:lnTo>
                    <a:lnTo>
                      <a:pt x="1676162" y="1339153"/>
                    </a:lnTo>
                    <a:lnTo>
                      <a:pt x="1678066" y="1338518"/>
                    </a:lnTo>
                    <a:lnTo>
                      <a:pt x="1679335" y="1337249"/>
                    </a:lnTo>
                    <a:lnTo>
                      <a:pt x="1680605" y="1335345"/>
                    </a:lnTo>
                    <a:lnTo>
                      <a:pt x="1682509" y="1331537"/>
                    </a:lnTo>
                    <a:lnTo>
                      <a:pt x="1685048" y="1328363"/>
                    </a:lnTo>
                    <a:lnTo>
                      <a:pt x="1685682" y="1327729"/>
                    </a:lnTo>
                    <a:lnTo>
                      <a:pt x="1686317" y="1327094"/>
                    </a:lnTo>
                    <a:lnTo>
                      <a:pt x="1688221" y="1322651"/>
                    </a:lnTo>
                    <a:lnTo>
                      <a:pt x="1692029" y="1316939"/>
                    </a:lnTo>
                    <a:lnTo>
                      <a:pt x="1693298" y="1314401"/>
                    </a:lnTo>
                    <a:lnTo>
                      <a:pt x="1693933" y="1314401"/>
                    </a:lnTo>
                    <a:lnTo>
                      <a:pt x="1694568" y="1313766"/>
                    </a:lnTo>
                    <a:lnTo>
                      <a:pt x="1694568" y="1313131"/>
                    </a:lnTo>
                    <a:lnTo>
                      <a:pt x="1694568" y="1312497"/>
                    </a:lnTo>
                    <a:lnTo>
                      <a:pt x="1682509" y="1318843"/>
                    </a:lnTo>
                    <a:lnTo>
                      <a:pt x="1678066" y="1319478"/>
                    </a:lnTo>
                    <a:lnTo>
                      <a:pt x="1677431" y="1319478"/>
                    </a:lnTo>
                    <a:lnTo>
                      <a:pt x="1674258" y="1321382"/>
                    </a:lnTo>
                    <a:lnTo>
                      <a:pt x="1673623" y="1322017"/>
                    </a:lnTo>
                    <a:lnTo>
                      <a:pt x="1672989" y="1322651"/>
                    </a:lnTo>
                    <a:lnTo>
                      <a:pt x="1671085" y="1326459"/>
                    </a:lnTo>
                    <a:lnTo>
                      <a:pt x="1670450" y="1327094"/>
                    </a:lnTo>
                    <a:lnTo>
                      <a:pt x="1669815" y="1327094"/>
                    </a:lnTo>
                    <a:lnTo>
                      <a:pt x="1667911" y="1325190"/>
                    </a:lnTo>
                    <a:lnTo>
                      <a:pt x="1669181" y="1327729"/>
                    </a:lnTo>
                    <a:lnTo>
                      <a:pt x="1670450" y="1330267"/>
                    </a:lnTo>
                    <a:lnTo>
                      <a:pt x="1670450" y="1332171"/>
                    </a:lnTo>
                    <a:lnTo>
                      <a:pt x="1669181" y="1333441"/>
                    </a:lnTo>
                    <a:lnTo>
                      <a:pt x="1669815" y="1334075"/>
                    </a:lnTo>
                    <a:lnTo>
                      <a:pt x="1669815" y="1334710"/>
                    </a:lnTo>
                    <a:lnTo>
                      <a:pt x="1669815" y="1335979"/>
                    </a:lnTo>
                    <a:lnTo>
                      <a:pt x="1669815" y="1337884"/>
                    </a:lnTo>
                    <a:close/>
                    <a:moveTo>
                      <a:pt x="1707895" y="1329633"/>
                    </a:moveTo>
                    <a:lnTo>
                      <a:pt x="1708530" y="1328998"/>
                    </a:lnTo>
                    <a:lnTo>
                      <a:pt x="1709165" y="1327729"/>
                    </a:lnTo>
                    <a:lnTo>
                      <a:pt x="1709800" y="1326459"/>
                    </a:lnTo>
                    <a:lnTo>
                      <a:pt x="1709800" y="1325190"/>
                    </a:lnTo>
                    <a:lnTo>
                      <a:pt x="1709800" y="1324555"/>
                    </a:lnTo>
                    <a:lnTo>
                      <a:pt x="1709800" y="1323921"/>
                    </a:lnTo>
                    <a:lnTo>
                      <a:pt x="1709165" y="1323286"/>
                    </a:lnTo>
                    <a:lnTo>
                      <a:pt x="1708530" y="1322651"/>
                    </a:lnTo>
                    <a:lnTo>
                      <a:pt x="1707895" y="1322651"/>
                    </a:lnTo>
                    <a:lnTo>
                      <a:pt x="1707261" y="1323921"/>
                    </a:lnTo>
                    <a:lnTo>
                      <a:pt x="1705992" y="1327094"/>
                    </a:lnTo>
                    <a:lnTo>
                      <a:pt x="1705992" y="1327729"/>
                    </a:lnTo>
                    <a:lnTo>
                      <a:pt x="1707895" y="1329633"/>
                    </a:lnTo>
                    <a:lnTo>
                      <a:pt x="1707895" y="1329633"/>
                    </a:lnTo>
                    <a:close/>
                    <a:moveTo>
                      <a:pt x="1715512" y="1332806"/>
                    </a:moveTo>
                    <a:lnTo>
                      <a:pt x="1716146" y="1334075"/>
                    </a:lnTo>
                    <a:lnTo>
                      <a:pt x="1716781" y="1333441"/>
                    </a:lnTo>
                    <a:lnTo>
                      <a:pt x="1717415" y="1332171"/>
                    </a:lnTo>
                    <a:lnTo>
                      <a:pt x="1717415" y="1331537"/>
                    </a:lnTo>
                    <a:lnTo>
                      <a:pt x="1717415" y="1330267"/>
                    </a:lnTo>
                    <a:lnTo>
                      <a:pt x="1716781" y="1329633"/>
                    </a:lnTo>
                    <a:lnTo>
                      <a:pt x="1716781" y="1329633"/>
                    </a:lnTo>
                    <a:lnTo>
                      <a:pt x="1716781" y="1328998"/>
                    </a:lnTo>
                    <a:lnTo>
                      <a:pt x="1716781" y="1327094"/>
                    </a:lnTo>
                    <a:lnTo>
                      <a:pt x="1716781" y="1325825"/>
                    </a:lnTo>
                    <a:lnTo>
                      <a:pt x="1716146" y="1325190"/>
                    </a:lnTo>
                    <a:lnTo>
                      <a:pt x="1715512" y="1325190"/>
                    </a:lnTo>
                    <a:lnTo>
                      <a:pt x="1714877" y="1327094"/>
                    </a:lnTo>
                    <a:lnTo>
                      <a:pt x="1714877" y="1327729"/>
                    </a:lnTo>
                    <a:lnTo>
                      <a:pt x="1714877" y="1328363"/>
                    </a:lnTo>
                    <a:lnTo>
                      <a:pt x="1714877" y="1328998"/>
                    </a:lnTo>
                    <a:lnTo>
                      <a:pt x="1715512" y="1330267"/>
                    </a:lnTo>
                    <a:lnTo>
                      <a:pt x="1715512" y="1332806"/>
                    </a:lnTo>
                    <a:close/>
                    <a:moveTo>
                      <a:pt x="1519399" y="1672989"/>
                    </a:moveTo>
                    <a:lnTo>
                      <a:pt x="1519399" y="1672989"/>
                    </a:lnTo>
                    <a:lnTo>
                      <a:pt x="1521937" y="1670450"/>
                    </a:lnTo>
                    <a:lnTo>
                      <a:pt x="1522572" y="1669181"/>
                    </a:lnTo>
                    <a:lnTo>
                      <a:pt x="1523207" y="1668546"/>
                    </a:lnTo>
                    <a:lnTo>
                      <a:pt x="1523841" y="1667912"/>
                    </a:lnTo>
                    <a:lnTo>
                      <a:pt x="1523841" y="1667277"/>
                    </a:lnTo>
                    <a:lnTo>
                      <a:pt x="1523207" y="1666642"/>
                    </a:lnTo>
                    <a:lnTo>
                      <a:pt x="1522572" y="1667277"/>
                    </a:lnTo>
                    <a:lnTo>
                      <a:pt x="1519399" y="1672989"/>
                    </a:lnTo>
                    <a:lnTo>
                      <a:pt x="1518764" y="1672989"/>
                    </a:lnTo>
                    <a:lnTo>
                      <a:pt x="1518764" y="1673623"/>
                    </a:lnTo>
                    <a:lnTo>
                      <a:pt x="1519399" y="1672989"/>
                    </a:lnTo>
                    <a:lnTo>
                      <a:pt x="1519399" y="1672989"/>
                    </a:lnTo>
                    <a:close/>
                    <a:moveTo>
                      <a:pt x="1653314" y="1619677"/>
                    </a:moveTo>
                    <a:lnTo>
                      <a:pt x="1651410" y="1620311"/>
                    </a:lnTo>
                    <a:lnTo>
                      <a:pt x="1650775" y="1620311"/>
                    </a:lnTo>
                    <a:lnTo>
                      <a:pt x="1650141" y="1620311"/>
                    </a:lnTo>
                    <a:lnTo>
                      <a:pt x="1648871" y="1620946"/>
                    </a:lnTo>
                    <a:lnTo>
                      <a:pt x="1653314" y="1619677"/>
                    </a:lnTo>
                    <a:lnTo>
                      <a:pt x="1656487" y="1620946"/>
                    </a:lnTo>
                    <a:lnTo>
                      <a:pt x="1656487" y="1620311"/>
                    </a:lnTo>
                    <a:lnTo>
                      <a:pt x="1656487" y="1619042"/>
                    </a:lnTo>
                    <a:lnTo>
                      <a:pt x="1656487" y="1617773"/>
                    </a:lnTo>
                    <a:lnTo>
                      <a:pt x="1656487" y="1616503"/>
                    </a:lnTo>
                    <a:lnTo>
                      <a:pt x="1655853" y="1616503"/>
                    </a:lnTo>
                    <a:lnTo>
                      <a:pt x="1654583" y="1619042"/>
                    </a:lnTo>
                    <a:lnTo>
                      <a:pt x="1653314" y="1619677"/>
                    </a:lnTo>
                    <a:close/>
                    <a:moveTo>
                      <a:pt x="3391039" y="1478145"/>
                    </a:moveTo>
                    <a:lnTo>
                      <a:pt x="3391673" y="1476876"/>
                    </a:lnTo>
                    <a:lnTo>
                      <a:pt x="3392308" y="1472433"/>
                    </a:lnTo>
                    <a:lnTo>
                      <a:pt x="3392308" y="1469895"/>
                    </a:lnTo>
                    <a:lnTo>
                      <a:pt x="3391673" y="1467991"/>
                    </a:lnTo>
                    <a:lnTo>
                      <a:pt x="3389135" y="1465452"/>
                    </a:lnTo>
                    <a:lnTo>
                      <a:pt x="3387866" y="1463548"/>
                    </a:lnTo>
                    <a:lnTo>
                      <a:pt x="3386596" y="1461644"/>
                    </a:lnTo>
                    <a:lnTo>
                      <a:pt x="3385962" y="1459740"/>
                    </a:lnTo>
                    <a:lnTo>
                      <a:pt x="3385962" y="1457836"/>
                    </a:lnTo>
                    <a:lnTo>
                      <a:pt x="3386596" y="1456566"/>
                    </a:lnTo>
                    <a:lnTo>
                      <a:pt x="3387866" y="1454662"/>
                    </a:lnTo>
                    <a:lnTo>
                      <a:pt x="3389135" y="1453393"/>
                    </a:lnTo>
                    <a:lnTo>
                      <a:pt x="3389770" y="1452759"/>
                    </a:lnTo>
                    <a:lnTo>
                      <a:pt x="3389135" y="1458471"/>
                    </a:lnTo>
                    <a:lnTo>
                      <a:pt x="3389135" y="1461009"/>
                    </a:lnTo>
                    <a:lnTo>
                      <a:pt x="3390404" y="1464183"/>
                    </a:lnTo>
                    <a:lnTo>
                      <a:pt x="3391039" y="1464817"/>
                    </a:lnTo>
                    <a:lnTo>
                      <a:pt x="3392308" y="1465452"/>
                    </a:lnTo>
                    <a:lnTo>
                      <a:pt x="3393578" y="1466721"/>
                    </a:lnTo>
                    <a:lnTo>
                      <a:pt x="3394212" y="1467991"/>
                    </a:lnTo>
                    <a:lnTo>
                      <a:pt x="3394212" y="1469260"/>
                    </a:lnTo>
                    <a:lnTo>
                      <a:pt x="3393578" y="1471799"/>
                    </a:lnTo>
                    <a:lnTo>
                      <a:pt x="3393578" y="1473068"/>
                    </a:lnTo>
                    <a:lnTo>
                      <a:pt x="3395482" y="1471164"/>
                    </a:lnTo>
                    <a:lnTo>
                      <a:pt x="3396116" y="1469895"/>
                    </a:lnTo>
                    <a:lnTo>
                      <a:pt x="3396751" y="1467991"/>
                    </a:lnTo>
                    <a:lnTo>
                      <a:pt x="3396751" y="1465452"/>
                    </a:lnTo>
                    <a:lnTo>
                      <a:pt x="3396751" y="1464817"/>
                    </a:lnTo>
                    <a:lnTo>
                      <a:pt x="3397386" y="1462913"/>
                    </a:lnTo>
                    <a:lnTo>
                      <a:pt x="3397386" y="1462279"/>
                    </a:lnTo>
                    <a:lnTo>
                      <a:pt x="3397386" y="1459105"/>
                    </a:lnTo>
                    <a:lnTo>
                      <a:pt x="3396751" y="1455932"/>
                    </a:lnTo>
                    <a:lnTo>
                      <a:pt x="3395482" y="1453393"/>
                    </a:lnTo>
                    <a:lnTo>
                      <a:pt x="3390404" y="1445777"/>
                    </a:lnTo>
                    <a:lnTo>
                      <a:pt x="3389135" y="1442604"/>
                    </a:lnTo>
                    <a:lnTo>
                      <a:pt x="3388500" y="1440065"/>
                    </a:lnTo>
                    <a:lnTo>
                      <a:pt x="3389135" y="1439431"/>
                    </a:lnTo>
                    <a:lnTo>
                      <a:pt x="3389770" y="1440700"/>
                    </a:lnTo>
                    <a:lnTo>
                      <a:pt x="3391673" y="1445777"/>
                    </a:lnTo>
                    <a:lnTo>
                      <a:pt x="3392308" y="1447046"/>
                    </a:lnTo>
                    <a:lnTo>
                      <a:pt x="3395482" y="1450855"/>
                    </a:lnTo>
                    <a:lnTo>
                      <a:pt x="3396116" y="1451489"/>
                    </a:lnTo>
                    <a:lnTo>
                      <a:pt x="3398020" y="1455297"/>
                    </a:lnTo>
                    <a:lnTo>
                      <a:pt x="3398655" y="1455932"/>
                    </a:lnTo>
                    <a:lnTo>
                      <a:pt x="3399924" y="1457201"/>
                    </a:lnTo>
                    <a:lnTo>
                      <a:pt x="3399924" y="1459105"/>
                    </a:lnTo>
                    <a:lnTo>
                      <a:pt x="3399290" y="1462913"/>
                    </a:lnTo>
                    <a:lnTo>
                      <a:pt x="3399290" y="1464817"/>
                    </a:lnTo>
                    <a:lnTo>
                      <a:pt x="3399290" y="1465452"/>
                    </a:lnTo>
                    <a:lnTo>
                      <a:pt x="3398655" y="1466086"/>
                    </a:lnTo>
                    <a:lnTo>
                      <a:pt x="3398020" y="1466721"/>
                    </a:lnTo>
                    <a:lnTo>
                      <a:pt x="3398020" y="1467356"/>
                    </a:lnTo>
                    <a:lnTo>
                      <a:pt x="3398020" y="1468625"/>
                    </a:lnTo>
                    <a:lnTo>
                      <a:pt x="3398655" y="1469895"/>
                    </a:lnTo>
                    <a:lnTo>
                      <a:pt x="3398655" y="1471799"/>
                    </a:lnTo>
                    <a:lnTo>
                      <a:pt x="3397386" y="1473068"/>
                    </a:lnTo>
                    <a:lnTo>
                      <a:pt x="3396116" y="1473703"/>
                    </a:lnTo>
                    <a:lnTo>
                      <a:pt x="3394847" y="1474972"/>
                    </a:lnTo>
                    <a:lnTo>
                      <a:pt x="3394847" y="1476876"/>
                    </a:lnTo>
                    <a:lnTo>
                      <a:pt x="3396116" y="1478145"/>
                    </a:lnTo>
                    <a:lnTo>
                      <a:pt x="3398020" y="1478780"/>
                    </a:lnTo>
                    <a:lnTo>
                      <a:pt x="3399290" y="1478780"/>
                    </a:lnTo>
                    <a:lnTo>
                      <a:pt x="3402463" y="1477511"/>
                    </a:lnTo>
                    <a:lnTo>
                      <a:pt x="3403732" y="1476241"/>
                    </a:lnTo>
                    <a:lnTo>
                      <a:pt x="3405002" y="1474972"/>
                    </a:lnTo>
                    <a:lnTo>
                      <a:pt x="3405636" y="1473068"/>
                    </a:lnTo>
                    <a:lnTo>
                      <a:pt x="3405636" y="1471164"/>
                    </a:lnTo>
                    <a:lnTo>
                      <a:pt x="3405002" y="1469260"/>
                    </a:lnTo>
                    <a:lnTo>
                      <a:pt x="3403732" y="1467356"/>
                    </a:lnTo>
                    <a:lnTo>
                      <a:pt x="3402463" y="1465452"/>
                    </a:lnTo>
                    <a:lnTo>
                      <a:pt x="3402463" y="1463548"/>
                    </a:lnTo>
                    <a:lnTo>
                      <a:pt x="3403732" y="1462279"/>
                    </a:lnTo>
                    <a:lnTo>
                      <a:pt x="3405002" y="1461644"/>
                    </a:lnTo>
                    <a:lnTo>
                      <a:pt x="3404367" y="1460375"/>
                    </a:lnTo>
                    <a:lnTo>
                      <a:pt x="3405636" y="1460375"/>
                    </a:lnTo>
                    <a:lnTo>
                      <a:pt x="3406271" y="1461009"/>
                    </a:lnTo>
                    <a:lnTo>
                      <a:pt x="3406906" y="1462279"/>
                    </a:lnTo>
                    <a:lnTo>
                      <a:pt x="3407540" y="1464183"/>
                    </a:lnTo>
                    <a:lnTo>
                      <a:pt x="3407540" y="1465452"/>
                    </a:lnTo>
                    <a:lnTo>
                      <a:pt x="3407540" y="1466086"/>
                    </a:lnTo>
                    <a:lnTo>
                      <a:pt x="3407540" y="1466721"/>
                    </a:lnTo>
                    <a:lnTo>
                      <a:pt x="3407540" y="1467356"/>
                    </a:lnTo>
                    <a:lnTo>
                      <a:pt x="3408175" y="1469895"/>
                    </a:lnTo>
                    <a:lnTo>
                      <a:pt x="3408175" y="1470529"/>
                    </a:lnTo>
                    <a:lnTo>
                      <a:pt x="3408175" y="1473703"/>
                    </a:lnTo>
                    <a:lnTo>
                      <a:pt x="3407540" y="1476241"/>
                    </a:lnTo>
                    <a:lnTo>
                      <a:pt x="3405636" y="1480684"/>
                    </a:lnTo>
                    <a:lnTo>
                      <a:pt x="3408175" y="1480684"/>
                    </a:lnTo>
                    <a:lnTo>
                      <a:pt x="3411348" y="1482588"/>
                    </a:lnTo>
                    <a:lnTo>
                      <a:pt x="3414522" y="1483223"/>
                    </a:lnTo>
                    <a:lnTo>
                      <a:pt x="3416426" y="1480684"/>
                    </a:lnTo>
                    <a:lnTo>
                      <a:pt x="3416426" y="1479415"/>
                    </a:lnTo>
                    <a:lnTo>
                      <a:pt x="3416426" y="1478145"/>
                    </a:lnTo>
                    <a:lnTo>
                      <a:pt x="3416426" y="1476876"/>
                    </a:lnTo>
                    <a:lnTo>
                      <a:pt x="3416426" y="1476241"/>
                    </a:lnTo>
                    <a:lnTo>
                      <a:pt x="3417060" y="1475606"/>
                    </a:lnTo>
                    <a:lnTo>
                      <a:pt x="3417695" y="1474972"/>
                    </a:lnTo>
                    <a:lnTo>
                      <a:pt x="3418330" y="1473703"/>
                    </a:lnTo>
                    <a:lnTo>
                      <a:pt x="3418965" y="1471799"/>
                    </a:lnTo>
                    <a:lnTo>
                      <a:pt x="3418965" y="1470529"/>
                    </a:lnTo>
                    <a:lnTo>
                      <a:pt x="3418330" y="1466721"/>
                    </a:lnTo>
                    <a:lnTo>
                      <a:pt x="3418330" y="1464817"/>
                    </a:lnTo>
                    <a:lnTo>
                      <a:pt x="3418330" y="1463548"/>
                    </a:lnTo>
                    <a:lnTo>
                      <a:pt x="3418330" y="1462279"/>
                    </a:lnTo>
                    <a:lnTo>
                      <a:pt x="3417695" y="1460375"/>
                    </a:lnTo>
                    <a:lnTo>
                      <a:pt x="3417060" y="1459740"/>
                    </a:lnTo>
                    <a:lnTo>
                      <a:pt x="3416426" y="1459105"/>
                    </a:lnTo>
                    <a:lnTo>
                      <a:pt x="3415791" y="1458471"/>
                    </a:lnTo>
                    <a:lnTo>
                      <a:pt x="3415791" y="1457201"/>
                    </a:lnTo>
                    <a:lnTo>
                      <a:pt x="3416426" y="1456566"/>
                    </a:lnTo>
                    <a:lnTo>
                      <a:pt x="3417060" y="1456566"/>
                    </a:lnTo>
                    <a:lnTo>
                      <a:pt x="3418330" y="1457836"/>
                    </a:lnTo>
                    <a:lnTo>
                      <a:pt x="3419599" y="1459105"/>
                    </a:lnTo>
                    <a:lnTo>
                      <a:pt x="3420234" y="1459105"/>
                    </a:lnTo>
                    <a:lnTo>
                      <a:pt x="3420234" y="1457836"/>
                    </a:lnTo>
                    <a:lnTo>
                      <a:pt x="3419599" y="1455297"/>
                    </a:lnTo>
                    <a:lnTo>
                      <a:pt x="3418965" y="1454028"/>
                    </a:lnTo>
                    <a:lnTo>
                      <a:pt x="3418330" y="1453393"/>
                    </a:lnTo>
                    <a:lnTo>
                      <a:pt x="3417060" y="1451489"/>
                    </a:lnTo>
                    <a:lnTo>
                      <a:pt x="3416426" y="1450220"/>
                    </a:lnTo>
                    <a:lnTo>
                      <a:pt x="3416426" y="1449585"/>
                    </a:lnTo>
                    <a:lnTo>
                      <a:pt x="3416426" y="1448951"/>
                    </a:lnTo>
                    <a:lnTo>
                      <a:pt x="3415791" y="1448316"/>
                    </a:lnTo>
                    <a:lnTo>
                      <a:pt x="3415791" y="1447046"/>
                    </a:lnTo>
                    <a:lnTo>
                      <a:pt x="3415156" y="1445142"/>
                    </a:lnTo>
                    <a:lnTo>
                      <a:pt x="3413887" y="1441335"/>
                    </a:lnTo>
                    <a:lnTo>
                      <a:pt x="3415156" y="1441335"/>
                    </a:lnTo>
                    <a:lnTo>
                      <a:pt x="3415156" y="1440700"/>
                    </a:lnTo>
                    <a:lnTo>
                      <a:pt x="3414522" y="1439431"/>
                    </a:lnTo>
                    <a:lnTo>
                      <a:pt x="3413252" y="1439431"/>
                    </a:lnTo>
                    <a:lnTo>
                      <a:pt x="3413252" y="1437526"/>
                    </a:lnTo>
                    <a:lnTo>
                      <a:pt x="3413252" y="1434988"/>
                    </a:lnTo>
                    <a:lnTo>
                      <a:pt x="3412618" y="1433084"/>
                    </a:lnTo>
                    <a:lnTo>
                      <a:pt x="3411983" y="1432449"/>
                    </a:lnTo>
                    <a:lnTo>
                      <a:pt x="3410079" y="1431180"/>
                    </a:lnTo>
                    <a:lnTo>
                      <a:pt x="3409445" y="1430545"/>
                    </a:lnTo>
                    <a:lnTo>
                      <a:pt x="3408810" y="1428641"/>
                    </a:lnTo>
                    <a:lnTo>
                      <a:pt x="3408175" y="1428006"/>
                    </a:lnTo>
                    <a:lnTo>
                      <a:pt x="3403732" y="1424833"/>
                    </a:lnTo>
                    <a:lnTo>
                      <a:pt x="3401828" y="1422929"/>
                    </a:lnTo>
                    <a:lnTo>
                      <a:pt x="3401194" y="1420391"/>
                    </a:lnTo>
                    <a:lnTo>
                      <a:pt x="3389135" y="1409601"/>
                    </a:lnTo>
                    <a:lnTo>
                      <a:pt x="3386596" y="1408332"/>
                    </a:lnTo>
                    <a:lnTo>
                      <a:pt x="3384692" y="1407697"/>
                    </a:lnTo>
                    <a:lnTo>
                      <a:pt x="3382153" y="1407697"/>
                    </a:lnTo>
                    <a:lnTo>
                      <a:pt x="3380250" y="1409601"/>
                    </a:lnTo>
                    <a:lnTo>
                      <a:pt x="3378346" y="1412140"/>
                    </a:lnTo>
                    <a:lnTo>
                      <a:pt x="3376442" y="1414044"/>
                    </a:lnTo>
                    <a:lnTo>
                      <a:pt x="3373903" y="1414044"/>
                    </a:lnTo>
                    <a:lnTo>
                      <a:pt x="3373268" y="1414678"/>
                    </a:lnTo>
                    <a:lnTo>
                      <a:pt x="3372633" y="1415313"/>
                    </a:lnTo>
                    <a:lnTo>
                      <a:pt x="3371999" y="1416582"/>
                    </a:lnTo>
                    <a:lnTo>
                      <a:pt x="3371364" y="1417217"/>
                    </a:lnTo>
                    <a:lnTo>
                      <a:pt x="3370729" y="1417852"/>
                    </a:lnTo>
                    <a:lnTo>
                      <a:pt x="3367556" y="1419121"/>
                    </a:lnTo>
                    <a:lnTo>
                      <a:pt x="3368191" y="1420391"/>
                    </a:lnTo>
                    <a:lnTo>
                      <a:pt x="3369460" y="1422294"/>
                    </a:lnTo>
                    <a:lnTo>
                      <a:pt x="3370729" y="1423564"/>
                    </a:lnTo>
                    <a:lnTo>
                      <a:pt x="3371364" y="1424198"/>
                    </a:lnTo>
                    <a:lnTo>
                      <a:pt x="3375807" y="1422929"/>
                    </a:lnTo>
                    <a:lnTo>
                      <a:pt x="3377076" y="1422929"/>
                    </a:lnTo>
                    <a:lnTo>
                      <a:pt x="3375807" y="1424833"/>
                    </a:lnTo>
                    <a:lnTo>
                      <a:pt x="3364383" y="1428006"/>
                    </a:lnTo>
                    <a:lnTo>
                      <a:pt x="3363748" y="1429276"/>
                    </a:lnTo>
                    <a:lnTo>
                      <a:pt x="3364383" y="1431180"/>
                    </a:lnTo>
                    <a:lnTo>
                      <a:pt x="3365652" y="1432449"/>
                    </a:lnTo>
                    <a:lnTo>
                      <a:pt x="3367556" y="1432449"/>
                    </a:lnTo>
                    <a:lnTo>
                      <a:pt x="3368826" y="1433084"/>
                    </a:lnTo>
                    <a:lnTo>
                      <a:pt x="3369460" y="1431815"/>
                    </a:lnTo>
                    <a:lnTo>
                      <a:pt x="3370729" y="1431180"/>
                    </a:lnTo>
                    <a:lnTo>
                      <a:pt x="3371999" y="1429911"/>
                    </a:lnTo>
                    <a:lnTo>
                      <a:pt x="3371999" y="1428006"/>
                    </a:lnTo>
                    <a:lnTo>
                      <a:pt x="3371999" y="1426737"/>
                    </a:lnTo>
                    <a:lnTo>
                      <a:pt x="3372633" y="1426737"/>
                    </a:lnTo>
                    <a:lnTo>
                      <a:pt x="3373268" y="1427372"/>
                    </a:lnTo>
                    <a:lnTo>
                      <a:pt x="3373903" y="1428641"/>
                    </a:lnTo>
                    <a:lnTo>
                      <a:pt x="3374538" y="1429276"/>
                    </a:lnTo>
                    <a:lnTo>
                      <a:pt x="3375807" y="1429276"/>
                    </a:lnTo>
                    <a:lnTo>
                      <a:pt x="3376442" y="1429911"/>
                    </a:lnTo>
                    <a:lnTo>
                      <a:pt x="3375172" y="1431180"/>
                    </a:lnTo>
                    <a:lnTo>
                      <a:pt x="3368826" y="1434353"/>
                    </a:lnTo>
                    <a:lnTo>
                      <a:pt x="3366922" y="1435622"/>
                    </a:lnTo>
                    <a:lnTo>
                      <a:pt x="3365652" y="1436892"/>
                    </a:lnTo>
                    <a:lnTo>
                      <a:pt x="3365018" y="1438161"/>
                    </a:lnTo>
                    <a:lnTo>
                      <a:pt x="3366287" y="1441335"/>
                    </a:lnTo>
                    <a:lnTo>
                      <a:pt x="3366922" y="1441335"/>
                    </a:lnTo>
                    <a:lnTo>
                      <a:pt x="3368826" y="1438161"/>
                    </a:lnTo>
                    <a:lnTo>
                      <a:pt x="3369460" y="1437526"/>
                    </a:lnTo>
                    <a:lnTo>
                      <a:pt x="3372633" y="1436892"/>
                    </a:lnTo>
                    <a:lnTo>
                      <a:pt x="3375172" y="1434988"/>
                    </a:lnTo>
                    <a:lnTo>
                      <a:pt x="3375807" y="1434988"/>
                    </a:lnTo>
                    <a:lnTo>
                      <a:pt x="3375807" y="1435622"/>
                    </a:lnTo>
                    <a:lnTo>
                      <a:pt x="3375172" y="1436257"/>
                    </a:lnTo>
                    <a:lnTo>
                      <a:pt x="3371999" y="1438161"/>
                    </a:lnTo>
                    <a:lnTo>
                      <a:pt x="3371364" y="1438161"/>
                    </a:lnTo>
                    <a:lnTo>
                      <a:pt x="3370729" y="1438161"/>
                    </a:lnTo>
                    <a:lnTo>
                      <a:pt x="3370095" y="1438161"/>
                    </a:lnTo>
                    <a:lnTo>
                      <a:pt x="3369460" y="1438796"/>
                    </a:lnTo>
                    <a:lnTo>
                      <a:pt x="3369460" y="1439431"/>
                    </a:lnTo>
                    <a:lnTo>
                      <a:pt x="3370095" y="1441335"/>
                    </a:lnTo>
                    <a:lnTo>
                      <a:pt x="3370095" y="1441969"/>
                    </a:lnTo>
                    <a:lnTo>
                      <a:pt x="3369460" y="1441969"/>
                    </a:lnTo>
                    <a:lnTo>
                      <a:pt x="3367556" y="1442604"/>
                    </a:lnTo>
                    <a:lnTo>
                      <a:pt x="3366922" y="1442604"/>
                    </a:lnTo>
                    <a:lnTo>
                      <a:pt x="3366922" y="1443238"/>
                    </a:lnTo>
                    <a:lnTo>
                      <a:pt x="3366922" y="1443873"/>
                    </a:lnTo>
                    <a:lnTo>
                      <a:pt x="3366922" y="1444508"/>
                    </a:lnTo>
                    <a:lnTo>
                      <a:pt x="3366922" y="1445777"/>
                    </a:lnTo>
                    <a:lnTo>
                      <a:pt x="3366922" y="1447681"/>
                    </a:lnTo>
                    <a:lnTo>
                      <a:pt x="3367556" y="1448951"/>
                    </a:lnTo>
                    <a:lnTo>
                      <a:pt x="3368191" y="1450220"/>
                    </a:lnTo>
                    <a:lnTo>
                      <a:pt x="3369460" y="1450220"/>
                    </a:lnTo>
                    <a:lnTo>
                      <a:pt x="3372633" y="1449585"/>
                    </a:lnTo>
                    <a:lnTo>
                      <a:pt x="3373268" y="1450220"/>
                    </a:lnTo>
                    <a:lnTo>
                      <a:pt x="3373268" y="1454662"/>
                    </a:lnTo>
                    <a:lnTo>
                      <a:pt x="3373268" y="1455297"/>
                    </a:lnTo>
                    <a:lnTo>
                      <a:pt x="3371999" y="1455297"/>
                    </a:lnTo>
                    <a:lnTo>
                      <a:pt x="3371364" y="1455932"/>
                    </a:lnTo>
                    <a:lnTo>
                      <a:pt x="3370729" y="1456566"/>
                    </a:lnTo>
                    <a:lnTo>
                      <a:pt x="3370095" y="1458471"/>
                    </a:lnTo>
                    <a:lnTo>
                      <a:pt x="3369460" y="1459740"/>
                    </a:lnTo>
                    <a:lnTo>
                      <a:pt x="3365652" y="1465452"/>
                    </a:lnTo>
                    <a:lnTo>
                      <a:pt x="3365652" y="1466721"/>
                    </a:lnTo>
                    <a:lnTo>
                      <a:pt x="3366922" y="1468625"/>
                    </a:lnTo>
                    <a:lnTo>
                      <a:pt x="3368826" y="1469895"/>
                    </a:lnTo>
                    <a:lnTo>
                      <a:pt x="3372633" y="1471799"/>
                    </a:lnTo>
                    <a:lnTo>
                      <a:pt x="3373268" y="1472433"/>
                    </a:lnTo>
                    <a:lnTo>
                      <a:pt x="3373903" y="1473703"/>
                    </a:lnTo>
                    <a:lnTo>
                      <a:pt x="3373903" y="1473703"/>
                    </a:lnTo>
                    <a:lnTo>
                      <a:pt x="3377076" y="1475606"/>
                    </a:lnTo>
                    <a:lnTo>
                      <a:pt x="3378980" y="1476241"/>
                    </a:lnTo>
                    <a:lnTo>
                      <a:pt x="3382153" y="1476241"/>
                    </a:lnTo>
                    <a:lnTo>
                      <a:pt x="3385327" y="1478145"/>
                    </a:lnTo>
                    <a:lnTo>
                      <a:pt x="3386596" y="1478780"/>
                    </a:lnTo>
                    <a:lnTo>
                      <a:pt x="3391039" y="1478145"/>
                    </a:lnTo>
                    <a:close/>
                    <a:moveTo>
                      <a:pt x="1538439" y="1659661"/>
                    </a:moveTo>
                    <a:lnTo>
                      <a:pt x="1538439" y="1659661"/>
                    </a:lnTo>
                    <a:lnTo>
                      <a:pt x="1536535" y="1659026"/>
                    </a:lnTo>
                    <a:lnTo>
                      <a:pt x="1532092" y="1660930"/>
                    </a:lnTo>
                    <a:lnTo>
                      <a:pt x="1527649" y="1663469"/>
                    </a:lnTo>
                    <a:lnTo>
                      <a:pt x="1526380" y="1664738"/>
                    </a:lnTo>
                    <a:lnTo>
                      <a:pt x="1526380" y="1665373"/>
                    </a:lnTo>
                    <a:lnTo>
                      <a:pt x="1527015" y="1664103"/>
                    </a:lnTo>
                    <a:lnTo>
                      <a:pt x="1538439" y="1659661"/>
                    </a:lnTo>
                    <a:lnTo>
                      <a:pt x="1538439" y="1659661"/>
                    </a:lnTo>
                    <a:close/>
                    <a:moveTo>
                      <a:pt x="3260297" y="1476241"/>
                    </a:moveTo>
                    <a:lnTo>
                      <a:pt x="3262836" y="1476876"/>
                    </a:lnTo>
                    <a:lnTo>
                      <a:pt x="3265374" y="1474972"/>
                    </a:lnTo>
                    <a:lnTo>
                      <a:pt x="3264105" y="1472433"/>
                    </a:lnTo>
                    <a:lnTo>
                      <a:pt x="3262201" y="1469260"/>
                    </a:lnTo>
                    <a:lnTo>
                      <a:pt x="3262201" y="1466721"/>
                    </a:lnTo>
                    <a:lnTo>
                      <a:pt x="3263471" y="1468625"/>
                    </a:lnTo>
                    <a:lnTo>
                      <a:pt x="3265374" y="1470529"/>
                    </a:lnTo>
                    <a:lnTo>
                      <a:pt x="3267278" y="1471164"/>
                    </a:lnTo>
                    <a:lnTo>
                      <a:pt x="3268548" y="1469895"/>
                    </a:lnTo>
                    <a:lnTo>
                      <a:pt x="3269182" y="1467991"/>
                    </a:lnTo>
                    <a:lnTo>
                      <a:pt x="3271721" y="1464817"/>
                    </a:lnTo>
                    <a:lnTo>
                      <a:pt x="3271721" y="1462913"/>
                    </a:lnTo>
                    <a:lnTo>
                      <a:pt x="3270452" y="1461644"/>
                    </a:lnTo>
                    <a:lnTo>
                      <a:pt x="3269817" y="1462279"/>
                    </a:lnTo>
                    <a:lnTo>
                      <a:pt x="3269817" y="1463548"/>
                    </a:lnTo>
                    <a:lnTo>
                      <a:pt x="3269817" y="1464817"/>
                    </a:lnTo>
                    <a:lnTo>
                      <a:pt x="3269182" y="1465452"/>
                    </a:lnTo>
                    <a:lnTo>
                      <a:pt x="3262836" y="1467356"/>
                    </a:lnTo>
                    <a:lnTo>
                      <a:pt x="3262201" y="1467356"/>
                    </a:lnTo>
                    <a:lnTo>
                      <a:pt x="3261566" y="1466721"/>
                    </a:lnTo>
                    <a:lnTo>
                      <a:pt x="3260932" y="1466086"/>
                    </a:lnTo>
                    <a:lnTo>
                      <a:pt x="3260297" y="1465452"/>
                    </a:lnTo>
                    <a:lnTo>
                      <a:pt x="3259662" y="1464817"/>
                    </a:lnTo>
                    <a:lnTo>
                      <a:pt x="3259028" y="1464817"/>
                    </a:lnTo>
                    <a:lnTo>
                      <a:pt x="3255220" y="1465452"/>
                    </a:lnTo>
                    <a:lnTo>
                      <a:pt x="3254585" y="1466086"/>
                    </a:lnTo>
                    <a:lnTo>
                      <a:pt x="3255854" y="1467991"/>
                    </a:lnTo>
                    <a:lnTo>
                      <a:pt x="3254585" y="1467356"/>
                    </a:lnTo>
                    <a:lnTo>
                      <a:pt x="3253316" y="1466086"/>
                    </a:lnTo>
                    <a:lnTo>
                      <a:pt x="3252046" y="1465452"/>
                    </a:lnTo>
                    <a:lnTo>
                      <a:pt x="3251412" y="1466721"/>
                    </a:lnTo>
                    <a:lnTo>
                      <a:pt x="3251412" y="1467356"/>
                    </a:lnTo>
                    <a:lnTo>
                      <a:pt x="3252046" y="1469260"/>
                    </a:lnTo>
                    <a:lnTo>
                      <a:pt x="3252046" y="1469895"/>
                    </a:lnTo>
                    <a:lnTo>
                      <a:pt x="3251412" y="1470529"/>
                    </a:lnTo>
                    <a:lnTo>
                      <a:pt x="3249508" y="1471164"/>
                    </a:lnTo>
                    <a:lnTo>
                      <a:pt x="3251412" y="1473703"/>
                    </a:lnTo>
                    <a:lnTo>
                      <a:pt x="3254585" y="1476241"/>
                    </a:lnTo>
                    <a:lnTo>
                      <a:pt x="3260297" y="1476241"/>
                    </a:lnTo>
                    <a:close/>
                    <a:moveTo>
                      <a:pt x="3269182" y="1457836"/>
                    </a:moveTo>
                    <a:lnTo>
                      <a:pt x="3269182" y="1458471"/>
                    </a:lnTo>
                    <a:lnTo>
                      <a:pt x="3269817" y="1459105"/>
                    </a:lnTo>
                    <a:lnTo>
                      <a:pt x="3270452" y="1459105"/>
                    </a:lnTo>
                    <a:lnTo>
                      <a:pt x="3271086" y="1459105"/>
                    </a:lnTo>
                    <a:lnTo>
                      <a:pt x="3271721" y="1459740"/>
                    </a:lnTo>
                    <a:lnTo>
                      <a:pt x="3273625" y="1461644"/>
                    </a:lnTo>
                    <a:lnTo>
                      <a:pt x="3274260" y="1462279"/>
                    </a:lnTo>
                    <a:lnTo>
                      <a:pt x="3274895" y="1462279"/>
                    </a:lnTo>
                    <a:lnTo>
                      <a:pt x="3275529" y="1462913"/>
                    </a:lnTo>
                    <a:lnTo>
                      <a:pt x="3276164" y="1462913"/>
                    </a:lnTo>
                    <a:lnTo>
                      <a:pt x="3276798" y="1462279"/>
                    </a:lnTo>
                    <a:lnTo>
                      <a:pt x="3276798" y="1461644"/>
                    </a:lnTo>
                    <a:lnTo>
                      <a:pt x="3276798" y="1459105"/>
                    </a:lnTo>
                    <a:lnTo>
                      <a:pt x="3276798" y="1457836"/>
                    </a:lnTo>
                    <a:lnTo>
                      <a:pt x="3275529" y="1453393"/>
                    </a:lnTo>
                    <a:lnTo>
                      <a:pt x="3274895" y="1453393"/>
                    </a:lnTo>
                    <a:lnTo>
                      <a:pt x="3273625" y="1454662"/>
                    </a:lnTo>
                    <a:lnTo>
                      <a:pt x="3272991" y="1454662"/>
                    </a:lnTo>
                    <a:lnTo>
                      <a:pt x="3272356" y="1453393"/>
                    </a:lnTo>
                    <a:lnTo>
                      <a:pt x="3272356" y="1452124"/>
                    </a:lnTo>
                    <a:lnTo>
                      <a:pt x="3271721" y="1450855"/>
                    </a:lnTo>
                    <a:lnTo>
                      <a:pt x="3270452" y="1450855"/>
                    </a:lnTo>
                    <a:lnTo>
                      <a:pt x="3270452" y="1451489"/>
                    </a:lnTo>
                    <a:lnTo>
                      <a:pt x="3269182" y="1454028"/>
                    </a:lnTo>
                    <a:lnTo>
                      <a:pt x="3268548" y="1454028"/>
                    </a:lnTo>
                    <a:lnTo>
                      <a:pt x="3269182" y="1455297"/>
                    </a:lnTo>
                    <a:lnTo>
                      <a:pt x="3269817" y="1455932"/>
                    </a:lnTo>
                    <a:lnTo>
                      <a:pt x="3271721" y="1456566"/>
                    </a:lnTo>
                    <a:lnTo>
                      <a:pt x="3269182" y="1457836"/>
                    </a:lnTo>
                    <a:lnTo>
                      <a:pt x="3269182" y="1457836"/>
                    </a:lnTo>
                    <a:close/>
                    <a:moveTo>
                      <a:pt x="3269182" y="1499089"/>
                    </a:moveTo>
                    <a:lnTo>
                      <a:pt x="3268548" y="1499724"/>
                    </a:lnTo>
                    <a:lnTo>
                      <a:pt x="3267913" y="1500359"/>
                    </a:lnTo>
                    <a:lnTo>
                      <a:pt x="3267913" y="1502263"/>
                    </a:lnTo>
                    <a:lnTo>
                      <a:pt x="3272356" y="1502898"/>
                    </a:lnTo>
                    <a:lnTo>
                      <a:pt x="3273625" y="1502898"/>
                    </a:lnTo>
                    <a:lnTo>
                      <a:pt x="3274260" y="1502263"/>
                    </a:lnTo>
                    <a:lnTo>
                      <a:pt x="3276164" y="1500359"/>
                    </a:lnTo>
                    <a:lnTo>
                      <a:pt x="3277433" y="1499724"/>
                    </a:lnTo>
                    <a:lnTo>
                      <a:pt x="3278068" y="1499089"/>
                    </a:lnTo>
                    <a:lnTo>
                      <a:pt x="3278068" y="1497820"/>
                    </a:lnTo>
                    <a:lnTo>
                      <a:pt x="3277433" y="1495916"/>
                    </a:lnTo>
                    <a:lnTo>
                      <a:pt x="3276798" y="1494647"/>
                    </a:lnTo>
                    <a:lnTo>
                      <a:pt x="3276164" y="1494012"/>
                    </a:lnTo>
                    <a:lnTo>
                      <a:pt x="3272991" y="1492743"/>
                    </a:lnTo>
                    <a:lnTo>
                      <a:pt x="3271086" y="1492743"/>
                    </a:lnTo>
                    <a:lnTo>
                      <a:pt x="3270452" y="1494012"/>
                    </a:lnTo>
                    <a:lnTo>
                      <a:pt x="3270452" y="1495916"/>
                    </a:lnTo>
                    <a:lnTo>
                      <a:pt x="3270452" y="1497820"/>
                    </a:lnTo>
                    <a:lnTo>
                      <a:pt x="3269182" y="1499089"/>
                    </a:lnTo>
                    <a:close/>
                    <a:moveTo>
                      <a:pt x="3251412" y="1451489"/>
                    </a:moveTo>
                    <a:lnTo>
                      <a:pt x="3252681" y="1449585"/>
                    </a:lnTo>
                    <a:lnTo>
                      <a:pt x="3254585" y="1447681"/>
                    </a:lnTo>
                    <a:lnTo>
                      <a:pt x="3254585" y="1447046"/>
                    </a:lnTo>
                    <a:lnTo>
                      <a:pt x="3255220" y="1444508"/>
                    </a:lnTo>
                    <a:lnTo>
                      <a:pt x="3255854" y="1443238"/>
                    </a:lnTo>
                    <a:lnTo>
                      <a:pt x="3257758" y="1443873"/>
                    </a:lnTo>
                    <a:lnTo>
                      <a:pt x="3259662" y="1440700"/>
                    </a:lnTo>
                    <a:lnTo>
                      <a:pt x="3260932" y="1440700"/>
                    </a:lnTo>
                    <a:lnTo>
                      <a:pt x="3262201" y="1441969"/>
                    </a:lnTo>
                    <a:lnTo>
                      <a:pt x="3263471" y="1442604"/>
                    </a:lnTo>
                    <a:lnTo>
                      <a:pt x="3264740" y="1441969"/>
                    </a:lnTo>
                    <a:lnTo>
                      <a:pt x="3264740" y="1440065"/>
                    </a:lnTo>
                    <a:lnTo>
                      <a:pt x="3264105" y="1438161"/>
                    </a:lnTo>
                    <a:lnTo>
                      <a:pt x="3263471" y="1436257"/>
                    </a:lnTo>
                    <a:lnTo>
                      <a:pt x="3262836" y="1435622"/>
                    </a:lnTo>
                    <a:lnTo>
                      <a:pt x="3261566" y="1434353"/>
                    </a:lnTo>
                    <a:lnTo>
                      <a:pt x="3260932" y="1433084"/>
                    </a:lnTo>
                    <a:lnTo>
                      <a:pt x="3260932" y="1431815"/>
                    </a:lnTo>
                    <a:lnTo>
                      <a:pt x="3261566" y="1428641"/>
                    </a:lnTo>
                    <a:lnTo>
                      <a:pt x="3260932" y="1427372"/>
                    </a:lnTo>
                    <a:lnTo>
                      <a:pt x="3259662" y="1427372"/>
                    </a:lnTo>
                    <a:lnTo>
                      <a:pt x="3257758" y="1428641"/>
                    </a:lnTo>
                    <a:lnTo>
                      <a:pt x="3254585" y="1428006"/>
                    </a:lnTo>
                    <a:lnTo>
                      <a:pt x="3253951" y="1428641"/>
                    </a:lnTo>
                    <a:lnTo>
                      <a:pt x="3253316" y="1429276"/>
                    </a:lnTo>
                    <a:lnTo>
                      <a:pt x="3252046" y="1430545"/>
                    </a:lnTo>
                    <a:lnTo>
                      <a:pt x="3251412" y="1432449"/>
                    </a:lnTo>
                    <a:lnTo>
                      <a:pt x="3250777" y="1433084"/>
                    </a:lnTo>
                    <a:lnTo>
                      <a:pt x="3250142" y="1433718"/>
                    </a:lnTo>
                    <a:lnTo>
                      <a:pt x="3249508" y="1434353"/>
                    </a:lnTo>
                    <a:lnTo>
                      <a:pt x="3245065" y="1434353"/>
                    </a:lnTo>
                    <a:lnTo>
                      <a:pt x="3243161" y="1434988"/>
                    </a:lnTo>
                    <a:lnTo>
                      <a:pt x="3243796" y="1436892"/>
                    </a:lnTo>
                    <a:lnTo>
                      <a:pt x="3245700" y="1437526"/>
                    </a:lnTo>
                    <a:lnTo>
                      <a:pt x="3250777" y="1436257"/>
                    </a:lnTo>
                    <a:lnTo>
                      <a:pt x="3252681" y="1436257"/>
                    </a:lnTo>
                    <a:lnTo>
                      <a:pt x="3251412" y="1438161"/>
                    </a:lnTo>
                    <a:lnTo>
                      <a:pt x="3249508" y="1438796"/>
                    </a:lnTo>
                    <a:lnTo>
                      <a:pt x="3245700" y="1439431"/>
                    </a:lnTo>
                    <a:lnTo>
                      <a:pt x="3241892" y="1441969"/>
                    </a:lnTo>
                    <a:lnTo>
                      <a:pt x="3241892" y="1442604"/>
                    </a:lnTo>
                    <a:lnTo>
                      <a:pt x="3241892" y="1443238"/>
                    </a:lnTo>
                    <a:lnTo>
                      <a:pt x="3241892" y="1444508"/>
                    </a:lnTo>
                    <a:lnTo>
                      <a:pt x="3239353" y="1452124"/>
                    </a:lnTo>
                    <a:lnTo>
                      <a:pt x="3239353" y="1456566"/>
                    </a:lnTo>
                    <a:lnTo>
                      <a:pt x="3241892" y="1458471"/>
                    </a:lnTo>
                    <a:lnTo>
                      <a:pt x="3243161" y="1457836"/>
                    </a:lnTo>
                    <a:lnTo>
                      <a:pt x="3243796" y="1457836"/>
                    </a:lnTo>
                    <a:lnTo>
                      <a:pt x="3245700" y="1459105"/>
                    </a:lnTo>
                    <a:lnTo>
                      <a:pt x="3245700" y="1458471"/>
                    </a:lnTo>
                    <a:lnTo>
                      <a:pt x="3245700" y="1457836"/>
                    </a:lnTo>
                    <a:lnTo>
                      <a:pt x="3246334" y="1457201"/>
                    </a:lnTo>
                    <a:lnTo>
                      <a:pt x="3248873" y="1455932"/>
                    </a:lnTo>
                    <a:lnTo>
                      <a:pt x="3249508" y="1455297"/>
                    </a:lnTo>
                    <a:lnTo>
                      <a:pt x="3249508" y="1454662"/>
                    </a:lnTo>
                    <a:lnTo>
                      <a:pt x="3248238" y="1454028"/>
                    </a:lnTo>
                    <a:lnTo>
                      <a:pt x="3247604" y="1452759"/>
                    </a:lnTo>
                    <a:lnTo>
                      <a:pt x="3247604" y="1451489"/>
                    </a:lnTo>
                    <a:lnTo>
                      <a:pt x="3251412" y="1451489"/>
                    </a:lnTo>
                    <a:close/>
                    <a:moveTo>
                      <a:pt x="3266644" y="1497820"/>
                    </a:moveTo>
                    <a:lnTo>
                      <a:pt x="3266644" y="1496551"/>
                    </a:lnTo>
                    <a:lnTo>
                      <a:pt x="3266009" y="1494647"/>
                    </a:lnTo>
                    <a:lnTo>
                      <a:pt x="3265374" y="1492743"/>
                    </a:lnTo>
                    <a:lnTo>
                      <a:pt x="3264105" y="1493378"/>
                    </a:lnTo>
                    <a:lnTo>
                      <a:pt x="3262201" y="1494012"/>
                    </a:lnTo>
                    <a:lnTo>
                      <a:pt x="3260297" y="1494012"/>
                    </a:lnTo>
                    <a:lnTo>
                      <a:pt x="3258393" y="1493378"/>
                    </a:lnTo>
                    <a:lnTo>
                      <a:pt x="3257758" y="1494012"/>
                    </a:lnTo>
                    <a:lnTo>
                      <a:pt x="3257758" y="1494647"/>
                    </a:lnTo>
                    <a:lnTo>
                      <a:pt x="3257758" y="1495281"/>
                    </a:lnTo>
                    <a:lnTo>
                      <a:pt x="3258393" y="1495916"/>
                    </a:lnTo>
                    <a:lnTo>
                      <a:pt x="3258393" y="1495916"/>
                    </a:lnTo>
                    <a:lnTo>
                      <a:pt x="3258393" y="1495916"/>
                    </a:lnTo>
                    <a:lnTo>
                      <a:pt x="3259028" y="1496551"/>
                    </a:lnTo>
                    <a:lnTo>
                      <a:pt x="3259662" y="1497185"/>
                    </a:lnTo>
                    <a:lnTo>
                      <a:pt x="3260297" y="1497820"/>
                    </a:lnTo>
                    <a:lnTo>
                      <a:pt x="3257758" y="1499724"/>
                    </a:lnTo>
                    <a:lnTo>
                      <a:pt x="3257124" y="1503532"/>
                    </a:lnTo>
                    <a:lnTo>
                      <a:pt x="3255854" y="1504802"/>
                    </a:lnTo>
                    <a:lnTo>
                      <a:pt x="3255854" y="1505436"/>
                    </a:lnTo>
                    <a:lnTo>
                      <a:pt x="3257124" y="1504802"/>
                    </a:lnTo>
                    <a:lnTo>
                      <a:pt x="3258393" y="1502898"/>
                    </a:lnTo>
                    <a:lnTo>
                      <a:pt x="3259662" y="1502263"/>
                    </a:lnTo>
                    <a:lnTo>
                      <a:pt x="3260932" y="1502263"/>
                    </a:lnTo>
                    <a:lnTo>
                      <a:pt x="3263471" y="1502898"/>
                    </a:lnTo>
                    <a:lnTo>
                      <a:pt x="3264740" y="1502898"/>
                    </a:lnTo>
                    <a:lnTo>
                      <a:pt x="3265374" y="1501628"/>
                    </a:lnTo>
                    <a:lnTo>
                      <a:pt x="3265374" y="1498455"/>
                    </a:lnTo>
                    <a:lnTo>
                      <a:pt x="3266009" y="1497820"/>
                    </a:lnTo>
                    <a:lnTo>
                      <a:pt x="3266644" y="1497820"/>
                    </a:lnTo>
                    <a:close/>
                    <a:moveTo>
                      <a:pt x="3289492" y="1367078"/>
                    </a:moveTo>
                    <a:lnTo>
                      <a:pt x="3289492" y="1367078"/>
                    </a:lnTo>
                    <a:lnTo>
                      <a:pt x="3288857" y="1367078"/>
                    </a:lnTo>
                    <a:lnTo>
                      <a:pt x="3288222" y="1367078"/>
                    </a:lnTo>
                    <a:lnTo>
                      <a:pt x="3286953" y="1366444"/>
                    </a:lnTo>
                    <a:lnTo>
                      <a:pt x="3286319" y="1366444"/>
                    </a:lnTo>
                    <a:lnTo>
                      <a:pt x="3285684" y="1365809"/>
                    </a:lnTo>
                    <a:lnTo>
                      <a:pt x="3285049" y="1365174"/>
                    </a:lnTo>
                    <a:lnTo>
                      <a:pt x="3283780" y="1363905"/>
                    </a:lnTo>
                    <a:lnTo>
                      <a:pt x="3282511" y="1362635"/>
                    </a:lnTo>
                    <a:lnTo>
                      <a:pt x="3281876" y="1362635"/>
                    </a:lnTo>
                    <a:lnTo>
                      <a:pt x="3281241" y="1362001"/>
                    </a:lnTo>
                    <a:lnTo>
                      <a:pt x="3279972" y="1362001"/>
                    </a:lnTo>
                    <a:lnTo>
                      <a:pt x="3279337" y="1362001"/>
                    </a:lnTo>
                    <a:lnTo>
                      <a:pt x="3278702" y="1361366"/>
                    </a:lnTo>
                    <a:lnTo>
                      <a:pt x="3278068" y="1360731"/>
                    </a:lnTo>
                    <a:lnTo>
                      <a:pt x="3276164" y="1360097"/>
                    </a:lnTo>
                    <a:lnTo>
                      <a:pt x="3274260" y="1358828"/>
                    </a:lnTo>
                    <a:lnTo>
                      <a:pt x="3272991" y="1356924"/>
                    </a:lnTo>
                    <a:lnTo>
                      <a:pt x="3272356" y="1355654"/>
                    </a:lnTo>
                    <a:lnTo>
                      <a:pt x="3267278" y="1353115"/>
                    </a:lnTo>
                    <a:lnTo>
                      <a:pt x="3266009" y="1353115"/>
                    </a:lnTo>
                    <a:lnTo>
                      <a:pt x="3264105" y="1353750"/>
                    </a:lnTo>
                    <a:lnTo>
                      <a:pt x="3263471" y="1353750"/>
                    </a:lnTo>
                    <a:lnTo>
                      <a:pt x="3260297" y="1351846"/>
                    </a:lnTo>
                    <a:lnTo>
                      <a:pt x="3259028" y="1353750"/>
                    </a:lnTo>
                    <a:lnTo>
                      <a:pt x="3259028" y="1355019"/>
                    </a:lnTo>
                    <a:lnTo>
                      <a:pt x="3259662" y="1356289"/>
                    </a:lnTo>
                    <a:lnTo>
                      <a:pt x="3262836" y="1358828"/>
                    </a:lnTo>
                    <a:lnTo>
                      <a:pt x="3264105" y="1360097"/>
                    </a:lnTo>
                    <a:lnTo>
                      <a:pt x="3264105" y="1361366"/>
                    </a:lnTo>
                    <a:lnTo>
                      <a:pt x="3264740" y="1362635"/>
                    </a:lnTo>
                    <a:lnTo>
                      <a:pt x="3265374" y="1364539"/>
                    </a:lnTo>
                    <a:lnTo>
                      <a:pt x="3266009" y="1365809"/>
                    </a:lnTo>
                    <a:lnTo>
                      <a:pt x="3269182" y="1368982"/>
                    </a:lnTo>
                    <a:lnTo>
                      <a:pt x="3269817" y="1369617"/>
                    </a:lnTo>
                    <a:lnTo>
                      <a:pt x="3269817" y="1370886"/>
                    </a:lnTo>
                    <a:lnTo>
                      <a:pt x="3267913" y="1372790"/>
                    </a:lnTo>
                    <a:lnTo>
                      <a:pt x="3267278" y="1373425"/>
                    </a:lnTo>
                    <a:lnTo>
                      <a:pt x="3267278" y="1374694"/>
                    </a:lnTo>
                    <a:lnTo>
                      <a:pt x="3267278" y="1375964"/>
                    </a:lnTo>
                    <a:lnTo>
                      <a:pt x="3269817" y="1381675"/>
                    </a:lnTo>
                    <a:lnTo>
                      <a:pt x="3271086" y="1383579"/>
                    </a:lnTo>
                    <a:lnTo>
                      <a:pt x="3272356" y="1384214"/>
                    </a:lnTo>
                    <a:lnTo>
                      <a:pt x="3279972" y="1382945"/>
                    </a:lnTo>
                    <a:lnTo>
                      <a:pt x="3280606" y="1382310"/>
                    </a:lnTo>
                    <a:lnTo>
                      <a:pt x="3281876" y="1381041"/>
                    </a:lnTo>
                    <a:lnTo>
                      <a:pt x="3282511" y="1380406"/>
                    </a:lnTo>
                    <a:lnTo>
                      <a:pt x="3281876" y="1379772"/>
                    </a:lnTo>
                    <a:lnTo>
                      <a:pt x="3279337" y="1377868"/>
                    </a:lnTo>
                    <a:lnTo>
                      <a:pt x="3279972" y="1375964"/>
                    </a:lnTo>
                    <a:lnTo>
                      <a:pt x="3281241" y="1375964"/>
                    </a:lnTo>
                    <a:lnTo>
                      <a:pt x="3282511" y="1377233"/>
                    </a:lnTo>
                    <a:lnTo>
                      <a:pt x="3283780" y="1377868"/>
                    </a:lnTo>
                    <a:lnTo>
                      <a:pt x="3285049" y="1377868"/>
                    </a:lnTo>
                    <a:lnTo>
                      <a:pt x="3285684" y="1377233"/>
                    </a:lnTo>
                    <a:lnTo>
                      <a:pt x="3286319" y="1375964"/>
                    </a:lnTo>
                    <a:lnTo>
                      <a:pt x="3286319" y="1374694"/>
                    </a:lnTo>
                    <a:lnTo>
                      <a:pt x="3286953" y="1373425"/>
                    </a:lnTo>
                    <a:lnTo>
                      <a:pt x="3289492" y="1372155"/>
                    </a:lnTo>
                    <a:lnTo>
                      <a:pt x="3290126" y="1370886"/>
                    </a:lnTo>
                    <a:lnTo>
                      <a:pt x="3290126" y="1370252"/>
                    </a:lnTo>
                    <a:lnTo>
                      <a:pt x="3290761" y="1369617"/>
                    </a:lnTo>
                    <a:lnTo>
                      <a:pt x="3290761" y="1368982"/>
                    </a:lnTo>
                    <a:lnTo>
                      <a:pt x="3290761" y="1367713"/>
                    </a:lnTo>
                    <a:lnTo>
                      <a:pt x="3289492" y="1367078"/>
                    </a:lnTo>
                    <a:close/>
                    <a:moveTo>
                      <a:pt x="3236814" y="1457201"/>
                    </a:moveTo>
                    <a:lnTo>
                      <a:pt x="3235545" y="1457836"/>
                    </a:lnTo>
                    <a:lnTo>
                      <a:pt x="3233641" y="1460375"/>
                    </a:lnTo>
                    <a:lnTo>
                      <a:pt x="3233006" y="1461644"/>
                    </a:lnTo>
                    <a:lnTo>
                      <a:pt x="3233641" y="1463548"/>
                    </a:lnTo>
                    <a:lnTo>
                      <a:pt x="3234910" y="1465452"/>
                    </a:lnTo>
                    <a:lnTo>
                      <a:pt x="3235545" y="1466721"/>
                    </a:lnTo>
                    <a:lnTo>
                      <a:pt x="3238084" y="1467356"/>
                    </a:lnTo>
                    <a:lnTo>
                      <a:pt x="3239353" y="1464817"/>
                    </a:lnTo>
                    <a:lnTo>
                      <a:pt x="3238718" y="1461009"/>
                    </a:lnTo>
                    <a:lnTo>
                      <a:pt x="3236814" y="1457201"/>
                    </a:lnTo>
                    <a:close/>
                    <a:moveTo>
                      <a:pt x="3379615" y="1476876"/>
                    </a:moveTo>
                    <a:lnTo>
                      <a:pt x="3370095" y="1472433"/>
                    </a:lnTo>
                    <a:lnTo>
                      <a:pt x="3368826" y="1471799"/>
                    </a:lnTo>
                    <a:lnTo>
                      <a:pt x="3368826" y="1473068"/>
                    </a:lnTo>
                    <a:lnTo>
                      <a:pt x="3369460" y="1474972"/>
                    </a:lnTo>
                    <a:lnTo>
                      <a:pt x="3370729" y="1476876"/>
                    </a:lnTo>
                    <a:lnTo>
                      <a:pt x="3370095" y="1476876"/>
                    </a:lnTo>
                    <a:lnTo>
                      <a:pt x="3369460" y="1477511"/>
                    </a:lnTo>
                    <a:lnTo>
                      <a:pt x="3370729" y="1478780"/>
                    </a:lnTo>
                    <a:lnTo>
                      <a:pt x="3371364" y="1480684"/>
                    </a:lnTo>
                    <a:lnTo>
                      <a:pt x="3372633" y="1484492"/>
                    </a:lnTo>
                    <a:lnTo>
                      <a:pt x="3378346" y="1494012"/>
                    </a:lnTo>
                    <a:lnTo>
                      <a:pt x="3379615" y="1495281"/>
                    </a:lnTo>
                    <a:lnTo>
                      <a:pt x="3382153" y="1495916"/>
                    </a:lnTo>
                    <a:lnTo>
                      <a:pt x="3384692" y="1497820"/>
                    </a:lnTo>
                    <a:lnTo>
                      <a:pt x="3385962" y="1497820"/>
                    </a:lnTo>
                    <a:lnTo>
                      <a:pt x="3384692" y="1496551"/>
                    </a:lnTo>
                    <a:lnTo>
                      <a:pt x="3384692" y="1495281"/>
                    </a:lnTo>
                    <a:lnTo>
                      <a:pt x="3385327" y="1494012"/>
                    </a:lnTo>
                    <a:lnTo>
                      <a:pt x="3385327" y="1492108"/>
                    </a:lnTo>
                    <a:lnTo>
                      <a:pt x="3384058" y="1491473"/>
                    </a:lnTo>
                    <a:lnTo>
                      <a:pt x="3382788" y="1490204"/>
                    </a:lnTo>
                    <a:lnTo>
                      <a:pt x="3380250" y="1487665"/>
                    </a:lnTo>
                    <a:lnTo>
                      <a:pt x="3381519" y="1487031"/>
                    </a:lnTo>
                    <a:lnTo>
                      <a:pt x="3383423" y="1487665"/>
                    </a:lnTo>
                    <a:lnTo>
                      <a:pt x="3385327" y="1487665"/>
                    </a:lnTo>
                    <a:lnTo>
                      <a:pt x="3385327" y="1484492"/>
                    </a:lnTo>
                    <a:lnTo>
                      <a:pt x="3383423" y="1481319"/>
                    </a:lnTo>
                    <a:lnTo>
                      <a:pt x="3383423" y="1480684"/>
                    </a:lnTo>
                    <a:lnTo>
                      <a:pt x="3384058" y="1480684"/>
                    </a:lnTo>
                    <a:lnTo>
                      <a:pt x="3384692" y="1481319"/>
                    </a:lnTo>
                    <a:lnTo>
                      <a:pt x="3385327" y="1481953"/>
                    </a:lnTo>
                    <a:lnTo>
                      <a:pt x="3385962" y="1483223"/>
                    </a:lnTo>
                    <a:lnTo>
                      <a:pt x="3384692" y="1479415"/>
                    </a:lnTo>
                    <a:lnTo>
                      <a:pt x="3379615" y="1476876"/>
                    </a:lnTo>
                    <a:close/>
                    <a:moveTo>
                      <a:pt x="3278068" y="1505436"/>
                    </a:moveTo>
                    <a:lnTo>
                      <a:pt x="3277433" y="1504167"/>
                    </a:lnTo>
                    <a:lnTo>
                      <a:pt x="3276164" y="1503532"/>
                    </a:lnTo>
                    <a:lnTo>
                      <a:pt x="3272356" y="1504802"/>
                    </a:lnTo>
                    <a:lnTo>
                      <a:pt x="3270452" y="1504167"/>
                    </a:lnTo>
                    <a:lnTo>
                      <a:pt x="3269817" y="1504167"/>
                    </a:lnTo>
                    <a:lnTo>
                      <a:pt x="3269817" y="1505436"/>
                    </a:lnTo>
                    <a:lnTo>
                      <a:pt x="3269817" y="1507975"/>
                    </a:lnTo>
                    <a:lnTo>
                      <a:pt x="3269182" y="1508609"/>
                    </a:lnTo>
                    <a:lnTo>
                      <a:pt x="3267913" y="1509879"/>
                    </a:lnTo>
                    <a:lnTo>
                      <a:pt x="3267278" y="1511148"/>
                    </a:lnTo>
                    <a:lnTo>
                      <a:pt x="3269182" y="1511783"/>
                    </a:lnTo>
                    <a:lnTo>
                      <a:pt x="3269817" y="1512418"/>
                    </a:lnTo>
                    <a:lnTo>
                      <a:pt x="3269182" y="1514956"/>
                    </a:lnTo>
                    <a:lnTo>
                      <a:pt x="3269182" y="1515591"/>
                    </a:lnTo>
                    <a:lnTo>
                      <a:pt x="3269182" y="1516225"/>
                    </a:lnTo>
                    <a:lnTo>
                      <a:pt x="3268548" y="1516860"/>
                    </a:lnTo>
                    <a:lnTo>
                      <a:pt x="3267913" y="1516860"/>
                    </a:lnTo>
                    <a:lnTo>
                      <a:pt x="3266644" y="1518764"/>
                    </a:lnTo>
                    <a:lnTo>
                      <a:pt x="3267278" y="1518764"/>
                    </a:lnTo>
                    <a:lnTo>
                      <a:pt x="3267913" y="1518129"/>
                    </a:lnTo>
                    <a:lnTo>
                      <a:pt x="3268548" y="1518129"/>
                    </a:lnTo>
                    <a:lnTo>
                      <a:pt x="3269182" y="1518764"/>
                    </a:lnTo>
                    <a:lnTo>
                      <a:pt x="3269817" y="1520668"/>
                    </a:lnTo>
                    <a:lnTo>
                      <a:pt x="3270452" y="1521303"/>
                    </a:lnTo>
                    <a:lnTo>
                      <a:pt x="3272356" y="1523207"/>
                    </a:lnTo>
                    <a:lnTo>
                      <a:pt x="3273625" y="1524476"/>
                    </a:lnTo>
                    <a:lnTo>
                      <a:pt x="3274895" y="1524476"/>
                    </a:lnTo>
                    <a:lnTo>
                      <a:pt x="3275529" y="1523207"/>
                    </a:lnTo>
                    <a:lnTo>
                      <a:pt x="3275529" y="1521303"/>
                    </a:lnTo>
                    <a:lnTo>
                      <a:pt x="3274895" y="1518129"/>
                    </a:lnTo>
                    <a:lnTo>
                      <a:pt x="3274895" y="1514956"/>
                    </a:lnTo>
                    <a:lnTo>
                      <a:pt x="3274260" y="1513687"/>
                    </a:lnTo>
                    <a:lnTo>
                      <a:pt x="3272991" y="1512418"/>
                    </a:lnTo>
                    <a:lnTo>
                      <a:pt x="3273625" y="1512418"/>
                    </a:lnTo>
                    <a:lnTo>
                      <a:pt x="3274895" y="1512418"/>
                    </a:lnTo>
                    <a:lnTo>
                      <a:pt x="3275529" y="1512418"/>
                    </a:lnTo>
                    <a:lnTo>
                      <a:pt x="3276164" y="1512418"/>
                    </a:lnTo>
                    <a:lnTo>
                      <a:pt x="3276164" y="1512418"/>
                    </a:lnTo>
                    <a:lnTo>
                      <a:pt x="3276164" y="1511783"/>
                    </a:lnTo>
                    <a:lnTo>
                      <a:pt x="3276798" y="1511148"/>
                    </a:lnTo>
                    <a:lnTo>
                      <a:pt x="3276798" y="1509879"/>
                    </a:lnTo>
                    <a:lnTo>
                      <a:pt x="3276798" y="1509244"/>
                    </a:lnTo>
                    <a:lnTo>
                      <a:pt x="3276798" y="1508609"/>
                    </a:lnTo>
                    <a:lnTo>
                      <a:pt x="3277433" y="1508609"/>
                    </a:lnTo>
                    <a:lnTo>
                      <a:pt x="3279337" y="1507975"/>
                    </a:lnTo>
                    <a:lnTo>
                      <a:pt x="3279972" y="1507340"/>
                    </a:lnTo>
                    <a:lnTo>
                      <a:pt x="3280606" y="1506705"/>
                    </a:lnTo>
                    <a:lnTo>
                      <a:pt x="3280606" y="1506071"/>
                    </a:lnTo>
                    <a:lnTo>
                      <a:pt x="3278068" y="1505436"/>
                    </a:lnTo>
                    <a:lnTo>
                      <a:pt x="3278068" y="1505436"/>
                    </a:lnTo>
                    <a:close/>
                    <a:moveTo>
                      <a:pt x="3345343" y="1549863"/>
                    </a:moveTo>
                    <a:lnTo>
                      <a:pt x="3344708" y="1548593"/>
                    </a:lnTo>
                    <a:lnTo>
                      <a:pt x="3344073" y="1547959"/>
                    </a:lnTo>
                    <a:lnTo>
                      <a:pt x="3343439" y="1547959"/>
                    </a:lnTo>
                    <a:lnTo>
                      <a:pt x="3342169" y="1547959"/>
                    </a:lnTo>
                    <a:lnTo>
                      <a:pt x="3341535" y="1547324"/>
                    </a:lnTo>
                    <a:lnTo>
                      <a:pt x="3340900" y="1546690"/>
                    </a:lnTo>
                    <a:lnTo>
                      <a:pt x="3339631" y="1546055"/>
                    </a:lnTo>
                    <a:lnTo>
                      <a:pt x="3340265" y="1545420"/>
                    </a:lnTo>
                    <a:lnTo>
                      <a:pt x="3340900" y="1545420"/>
                    </a:lnTo>
                    <a:lnTo>
                      <a:pt x="3341535" y="1545420"/>
                    </a:lnTo>
                    <a:lnTo>
                      <a:pt x="3342169" y="1545420"/>
                    </a:lnTo>
                    <a:lnTo>
                      <a:pt x="3342804" y="1544786"/>
                    </a:lnTo>
                    <a:lnTo>
                      <a:pt x="3342169" y="1544151"/>
                    </a:lnTo>
                    <a:lnTo>
                      <a:pt x="3341535" y="1542882"/>
                    </a:lnTo>
                    <a:lnTo>
                      <a:pt x="3340900" y="1541612"/>
                    </a:lnTo>
                    <a:lnTo>
                      <a:pt x="3341535" y="1541612"/>
                    </a:lnTo>
                    <a:lnTo>
                      <a:pt x="3342169" y="1541612"/>
                    </a:lnTo>
                    <a:lnTo>
                      <a:pt x="3342169" y="1540978"/>
                    </a:lnTo>
                    <a:lnTo>
                      <a:pt x="3341535" y="1539708"/>
                    </a:lnTo>
                    <a:lnTo>
                      <a:pt x="3340900" y="1539073"/>
                    </a:lnTo>
                    <a:lnTo>
                      <a:pt x="3340265" y="1539073"/>
                    </a:lnTo>
                    <a:lnTo>
                      <a:pt x="3339631" y="1539708"/>
                    </a:lnTo>
                    <a:lnTo>
                      <a:pt x="3338996" y="1539708"/>
                    </a:lnTo>
                    <a:lnTo>
                      <a:pt x="3338361" y="1539073"/>
                    </a:lnTo>
                    <a:lnTo>
                      <a:pt x="3337727" y="1539073"/>
                    </a:lnTo>
                    <a:lnTo>
                      <a:pt x="3337092" y="1539073"/>
                    </a:lnTo>
                    <a:lnTo>
                      <a:pt x="3336458" y="1538439"/>
                    </a:lnTo>
                    <a:lnTo>
                      <a:pt x="3336458" y="1539708"/>
                    </a:lnTo>
                    <a:lnTo>
                      <a:pt x="3335823" y="1540343"/>
                    </a:lnTo>
                    <a:lnTo>
                      <a:pt x="3335188" y="1540343"/>
                    </a:lnTo>
                    <a:lnTo>
                      <a:pt x="3334553" y="1539708"/>
                    </a:lnTo>
                    <a:lnTo>
                      <a:pt x="3335188" y="1539073"/>
                    </a:lnTo>
                    <a:lnTo>
                      <a:pt x="3335188" y="1538439"/>
                    </a:lnTo>
                    <a:lnTo>
                      <a:pt x="3335188" y="1537804"/>
                    </a:lnTo>
                    <a:lnTo>
                      <a:pt x="3335188" y="1537169"/>
                    </a:lnTo>
                    <a:lnTo>
                      <a:pt x="3334553" y="1537804"/>
                    </a:lnTo>
                    <a:lnTo>
                      <a:pt x="3333919" y="1538439"/>
                    </a:lnTo>
                    <a:lnTo>
                      <a:pt x="3333284" y="1539073"/>
                    </a:lnTo>
                    <a:lnTo>
                      <a:pt x="3333284" y="1540343"/>
                    </a:lnTo>
                    <a:lnTo>
                      <a:pt x="3332015" y="1539708"/>
                    </a:lnTo>
                    <a:lnTo>
                      <a:pt x="3331380" y="1539073"/>
                    </a:lnTo>
                    <a:lnTo>
                      <a:pt x="3331380" y="1539708"/>
                    </a:lnTo>
                    <a:lnTo>
                      <a:pt x="3332015" y="1540343"/>
                    </a:lnTo>
                    <a:lnTo>
                      <a:pt x="3332015" y="1540978"/>
                    </a:lnTo>
                    <a:lnTo>
                      <a:pt x="3332015" y="1542247"/>
                    </a:lnTo>
                    <a:lnTo>
                      <a:pt x="3332649" y="1543516"/>
                    </a:lnTo>
                    <a:lnTo>
                      <a:pt x="3333284" y="1544786"/>
                    </a:lnTo>
                    <a:lnTo>
                      <a:pt x="3333919" y="1545420"/>
                    </a:lnTo>
                    <a:lnTo>
                      <a:pt x="3334553" y="1546055"/>
                    </a:lnTo>
                    <a:lnTo>
                      <a:pt x="3335823" y="1546690"/>
                    </a:lnTo>
                    <a:lnTo>
                      <a:pt x="3336458" y="1546690"/>
                    </a:lnTo>
                    <a:lnTo>
                      <a:pt x="3337092" y="1546690"/>
                    </a:lnTo>
                    <a:lnTo>
                      <a:pt x="3337727" y="1546690"/>
                    </a:lnTo>
                    <a:lnTo>
                      <a:pt x="3338361" y="1547324"/>
                    </a:lnTo>
                    <a:lnTo>
                      <a:pt x="3338996" y="1548593"/>
                    </a:lnTo>
                    <a:lnTo>
                      <a:pt x="3339631" y="1549228"/>
                    </a:lnTo>
                    <a:lnTo>
                      <a:pt x="3340265" y="1549863"/>
                    </a:lnTo>
                    <a:lnTo>
                      <a:pt x="3341535" y="1549863"/>
                    </a:lnTo>
                    <a:lnTo>
                      <a:pt x="3342169" y="1549863"/>
                    </a:lnTo>
                    <a:lnTo>
                      <a:pt x="3342804" y="1550498"/>
                    </a:lnTo>
                    <a:lnTo>
                      <a:pt x="3343439" y="1551767"/>
                    </a:lnTo>
                    <a:lnTo>
                      <a:pt x="3343439" y="1552402"/>
                    </a:lnTo>
                    <a:lnTo>
                      <a:pt x="3345343" y="1553671"/>
                    </a:lnTo>
                    <a:lnTo>
                      <a:pt x="3347247" y="1554306"/>
                    </a:lnTo>
                    <a:lnTo>
                      <a:pt x="3348516" y="1553671"/>
                    </a:lnTo>
                    <a:lnTo>
                      <a:pt x="3347882" y="1551132"/>
                    </a:lnTo>
                    <a:lnTo>
                      <a:pt x="3345343" y="1549863"/>
                    </a:lnTo>
                    <a:close/>
                    <a:moveTo>
                      <a:pt x="3383423" y="1546055"/>
                    </a:moveTo>
                    <a:lnTo>
                      <a:pt x="3383423" y="1544786"/>
                    </a:lnTo>
                    <a:lnTo>
                      <a:pt x="3383423" y="1543516"/>
                    </a:lnTo>
                    <a:lnTo>
                      <a:pt x="3382788" y="1542247"/>
                    </a:lnTo>
                    <a:lnTo>
                      <a:pt x="3382153" y="1541612"/>
                    </a:lnTo>
                    <a:lnTo>
                      <a:pt x="3381519" y="1540343"/>
                    </a:lnTo>
                    <a:lnTo>
                      <a:pt x="3381519" y="1539073"/>
                    </a:lnTo>
                    <a:lnTo>
                      <a:pt x="3380250" y="1538439"/>
                    </a:lnTo>
                    <a:lnTo>
                      <a:pt x="3382153" y="1537804"/>
                    </a:lnTo>
                    <a:lnTo>
                      <a:pt x="3382788" y="1537169"/>
                    </a:lnTo>
                    <a:lnTo>
                      <a:pt x="3383423" y="1536535"/>
                    </a:lnTo>
                    <a:lnTo>
                      <a:pt x="3382153" y="1535266"/>
                    </a:lnTo>
                    <a:lnTo>
                      <a:pt x="3381519" y="1533996"/>
                    </a:lnTo>
                    <a:lnTo>
                      <a:pt x="3380884" y="1532727"/>
                    </a:lnTo>
                    <a:lnTo>
                      <a:pt x="3379615" y="1532727"/>
                    </a:lnTo>
                    <a:lnTo>
                      <a:pt x="3380250" y="1532727"/>
                    </a:lnTo>
                    <a:lnTo>
                      <a:pt x="3380884" y="1532727"/>
                    </a:lnTo>
                    <a:lnTo>
                      <a:pt x="3380884" y="1532727"/>
                    </a:lnTo>
                    <a:lnTo>
                      <a:pt x="3380884" y="1532092"/>
                    </a:lnTo>
                    <a:lnTo>
                      <a:pt x="3379615" y="1530823"/>
                    </a:lnTo>
                    <a:lnTo>
                      <a:pt x="3378346" y="1530188"/>
                    </a:lnTo>
                    <a:lnTo>
                      <a:pt x="3375807" y="1529553"/>
                    </a:lnTo>
                    <a:lnTo>
                      <a:pt x="3373903" y="1528284"/>
                    </a:lnTo>
                    <a:lnTo>
                      <a:pt x="3373268" y="1527015"/>
                    </a:lnTo>
                    <a:lnTo>
                      <a:pt x="3373903" y="1525746"/>
                    </a:lnTo>
                    <a:lnTo>
                      <a:pt x="3375172" y="1525111"/>
                    </a:lnTo>
                    <a:lnTo>
                      <a:pt x="3376442" y="1524476"/>
                    </a:lnTo>
                    <a:lnTo>
                      <a:pt x="3377076" y="1523842"/>
                    </a:lnTo>
                    <a:lnTo>
                      <a:pt x="3375807" y="1520668"/>
                    </a:lnTo>
                    <a:lnTo>
                      <a:pt x="3375807" y="1520033"/>
                    </a:lnTo>
                    <a:lnTo>
                      <a:pt x="3375807" y="1519399"/>
                    </a:lnTo>
                    <a:lnTo>
                      <a:pt x="3375807" y="1518764"/>
                    </a:lnTo>
                    <a:lnTo>
                      <a:pt x="3375172" y="1518129"/>
                    </a:lnTo>
                    <a:lnTo>
                      <a:pt x="3374538" y="1518129"/>
                    </a:lnTo>
                    <a:lnTo>
                      <a:pt x="3372633" y="1518764"/>
                    </a:lnTo>
                    <a:lnTo>
                      <a:pt x="3372633" y="1517495"/>
                    </a:lnTo>
                    <a:lnTo>
                      <a:pt x="3372633" y="1516860"/>
                    </a:lnTo>
                    <a:lnTo>
                      <a:pt x="3373268" y="1515591"/>
                    </a:lnTo>
                    <a:lnTo>
                      <a:pt x="3372633" y="1514322"/>
                    </a:lnTo>
                    <a:lnTo>
                      <a:pt x="3372633" y="1513052"/>
                    </a:lnTo>
                    <a:lnTo>
                      <a:pt x="3372633" y="1512418"/>
                    </a:lnTo>
                    <a:lnTo>
                      <a:pt x="3373268" y="1511783"/>
                    </a:lnTo>
                    <a:lnTo>
                      <a:pt x="3371364" y="1511783"/>
                    </a:lnTo>
                    <a:lnTo>
                      <a:pt x="3369460" y="1513687"/>
                    </a:lnTo>
                    <a:lnTo>
                      <a:pt x="3368191" y="1516225"/>
                    </a:lnTo>
                    <a:lnTo>
                      <a:pt x="3367556" y="1519399"/>
                    </a:lnTo>
                    <a:lnTo>
                      <a:pt x="3366922" y="1518764"/>
                    </a:lnTo>
                    <a:lnTo>
                      <a:pt x="3366287" y="1518764"/>
                    </a:lnTo>
                    <a:lnTo>
                      <a:pt x="3366287" y="1519399"/>
                    </a:lnTo>
                    <a:lnTo>
                      <a:pt x="3365652" y="1521303"/>
                    </a:lnTo>
                    <a:lnTo>
                      <a:pt x="3365018" y="1521303"/>
                    </a:lnTo>
                    <a:lnTo>
                      <a:pt x="3363748" y="1520668"/>
                    </a:lnTo>
                    <a:lnTo>
                      <a:pt x="3363113" y="1520033"/>
                    </a:lnTo>
                    <a:lnTo>
                      <a:pt x="3362479" y="1520033"/>
                    </a:lnTo>
                    <a:lnTo>
                      <a:pt x="3361844" y="1520033"/>
                    </a:lnTo>
                    <a:lnTo>
                      <a:pt x="3359305" y="1520668"/>
                    </a:lnTo>
                    <a:lnTo>
                      <a:pt x="3359940" y="1518764"/>
                    </a:lnTo>
                    <a:lnTo>
                      <a:pt x="3362479" y="1516225"/>
                    </a:lnTo>
                    <a:lnTo>
                      <a:pt x="3363748" y="1513687"/>
                    </a:lnTo>
                    <a:lnTo>
                      <a:pt x="3365652" y="1513052"/>
                    </a:lnTo>
                    <a:lnTo>
                      <a:pt x="3366287" y="1512418"/>
                    </a:lnTo>
                    <a:lnTo>
                      <a:pt x="3365652" y="1511783"/>
                    </a:lnTo>
                    <a:lnTo>
                      <a:pt x="3364383" y="1511148"/>
                    </a:lnTo>
                    <a:lnTo>
                      <a:pt x="3362479" y="1511148"/>
                    </a:lnTo>
                    <a:lnTo>
                      <a:pt x="3362479" y="1510513"/>
                    </a:lnTo>
                    <a:lnTo>
                      <a:pt x="3363113" y="1510513"/>
                    </a:lnTo>
                    <a:lnTo>
                      <a:pt x="3363748" y="1510513"/>
                    </a:lnTo>
                    <a:lnTo>
                      <a:pt x="3364383" y="1509879"/>
                    </a:lnTo>
                    <a:lnTo>
                      <a:pt x="3364383" y="1509244"/>
                    </a:lnTo>
                    <a:lnTo>
                      <a:pt x="3363748" y="1509244"/>
                    </a:lnTo>
                    <a:lnTo>
                      <a:pt x="3363113" y="1508609"/>
                    </a:lnTo>
                    <a:lnTo>
                      <a:pt x="3362479" y="1507975"/>
                    </a:lnTo>
                    <a:lnTo>
                      <a:pt x="3362479" y="1507340"/>
                    </a:lnTo>
                    <a:lnTo>
                      <a:pt x="3363113" y="1507340"/>
                    </a:lnTo>
                    <a:lnTo>
                      <a:pt x="3364383" y="1508609"/>
                    </a:lnTo>
                    <a:lnTo>
                      <a:pt x="3365018" y="1508609"/>
                    </a:lnTo>
                    <a:lnTo>
                      <a:pt x="3366287" y="1507975"/>
                    </a:lnTo>
                    <a:lnTo>
                      <a:pt x="3366922" y="1506705"/>
                    </a:lnTo>
                    <a:lnTo>
                      <a:pt x="3367556" y="1504802"/>
                    </a:lnTo>
                    <a:lnTo>
                      <a:pt x="3367556" y="1502898"/>
                    </a:lnTo>
                    <a:lnTo>
                      <a:pt x="3365652" y="1503532"/>
                    </a:lnTo>
                    <a:lnTo>
                      <a:pt x="3365652" y="1500993"/>
                    </a:lnTo>
                    <a:lnTo>
                      <a:pt x="3366287" y="1499089"/>
                    </a:lnTo>
                    <a:lnTo>
                      <a:pt x="3366287" y="1497185"/>
                    </a:lnTo>
                    <a:lnTo>
                      <a:pt x="3365652" y="1494012"/>
                    </a:lnTo>
                    <a:lnTo>
                      <a:pt x="3365018" y="1492743"/>
                    </a:lnTo>
                    <a:lnTo>
                      <a:pt x="3364383" y="1491473"/>
                    </a:lnTo>
                    <a:lnTo>
                      <a:pt x="3363748" y="1490204"/>
                    </a:lnTo>
                    <a:lnTo>
                      <a:pt x="3363113" y="1488935"/>
                    </a:lnTo>
                    <a:lnTo>
                      <a:pt x="3361844" y="1487665"/>
                    </a:lnTo>
                    <a:lnTo>
                      <a:pt x="3361209" y="1487665"/>
                    </a:lnTo>
                    <a:lnTo>
                      <a:pt x="3359940" y="1488300"/>
                    </a:lnTo>
                    <a:lnTo>
                      <a:pt x="3359305" y="1490204"/>
                    </a:lnTo>
                    <a:lnTo>
                      <a:pt x="3359305" y="1495916"/>
                    </a:lnTo>
                    <a:lnTo>
                      <a:pt x="3358036" y="1497185"/>
                    </a:lnTo>
                    <a:lnTo>
                      <a:pt x="3353593" y="1495916"/>
                    </a:lnTo>
                    <a:lnTo>
                      <a:pt x="3351689" y="1495916"/>
                    </a:lnTo>
                    <a:lnTo>
                      <a:pt x="3351055" y="1498455"/>
                    </a:lnTo>
                    <a:lnTo>
                      <a:pt x="3351689" y="1499089"/>
                    </a:lnTo>
                    <a:lnTo>
                      <a:pt x="3351055" y="1499724"/>
                    </a:lnTo>
                    <a:lnTo>
                      <a:pt x="3350420" y="1499724"/>
                    </a:lnTo>
                    <a:lnTo>
                      <a:pt x="3349151" y="1499089"/>
                    </a:lnTo>
                    <a:lnTo>
                      <a:pt x="3348516" y="1497820"/>
                    </a:lnTo>
                    <a:lnTo>
                      <a:pt x="3348516" y="1496551"/>
                    </a:lnTo>
                    <a:lnTo>
                      <a:pt x="3348516" y="1495281"/>
                    </a:lnTo>
                    <a:lnTo>
                      <a:pt x="3347882" y="1494012"/>
                    </a:lnTo>
                    <a:lnTo>
                      <a:pt x="3349785" y="1494012"/>
                    </a:lnTo>
                    <a:lnTo>
                      <a:pt x="3351689" y="1493378"/>
                    </a:lnTo>
                    <a:lnTo>
                      <a:pt x="3353593" y="1492743"/>
                    </a:lnTo>
                    <a:lnTo>
                      <a:pt x="3354863" y="1491473"/>
                    </a:lnTo>
                    <a:lnTo>
                      <a:pt x="3356132" y="1489569"/>
                    </a:lnTo>
                    <a:lnTo>
                      <a:pt x="3356132" y="1488300"/>
                    </a:lnTo>
                    <a:lnTo>
                      <a:pt x="3354863" y="1487665"/>
                    </a:lnTo>
                    <a:lnTo>
                      <a:pt x="3352959" y="1486396"/>
                    </a:lnTo>
                    <a:lnTo>
                      <a:pt x="3352959" y="1485761"/>
                    </a:lnTo>
                    <a:lnTo>
                      <a:pt x="3352324" y="1485127"/>
                    </a:lnTo>
                    <a:lnTo>
                      <a:pt x="3351689" y="1484492"/>
                    </a:lnTo>
                    <a:lnTo>
                      <a:pt x="3351055" y="1484492"/>
                    </a:lnTo>
                    <a:lnTo>
                      <a:pt x="3350420" y="1483223"/>
                    </a:lnTo>
                    <a:lnTo>
                      <a:pt x="3349785" y="1482588"/>
                    </a:lnTo>
                    <a:lnTo>
                      <a:pt x="3349151" y="1481953"/>
                    </a:lnTo>
                    <a:lnTo>
                      <a:pt x="3349151" y="1481319"/>
                    </a:lnTo>
                    <a:lnTo>
                      <a:pt x="3349151" y="1480049"/>
                    </a:lnTo>
                    <a:lnTo>
                      <a:pt x="3348516" y="1480049"/>
                    </a:lnTo>
                    <a:lnTo>
                      <a:pt x="3347882" y="1480049"/>
                    </a:lnTo>
                    <a:lnTo>
                      <a:pt x="3347247" y="1480049"/>
                    </a:lnTo>
                    <a:lnTo>
                      <a:pt x="3346612" y="1480049"/>
                    </a:lnTo>
                    <a:lnTo>
                      <a:pt x="3345978" y="1479415"/>
                    </a:lnTo>
                    <a:lnTo>
                      <a:pt x="3343439" y="1476876"/>
                    </a:lnTo>
                    <a:lnTo>
                      <a:pt x="3342804" y="1476876"/>
                    </a:lnTo>
                    <a:lnTo>
                      <a:pt x="3338996" y="1478780"/>
                    </a:lnTo>
                    <a:lnTo>
                      <a:pt x="3338996" y="1478780"/>
                    </a:lnTo>
                    <a:lnTo>
                      <a:pt x="3338996" y="1479415"/>
                    </a:lnTo>
                    <a:lnTo>
                      <a:pt x="3338996" y="1480049"/>
                    </a:lnTo>
                    <a:lnTo>
                      <a:pt x="3338996" y="1480684"/>
                    </a:lnTo>
                    <a:lnTo>
                      <a:pt x="3338361" y="1481953"/>
                    </a:lnTo>
                    <a:lnTo>
                      <a:pt x="3337727" y="1482588"/>
                    </a:lnTo>
                    <a:lnTo>
                      <a:pt x="3336458" y="1481319"/>
                    </a:lnTo>
                    <a:lnTo>
                      <a:pt x="3335823" y="1480684"/>
                    </a:lnTo>
                    <a:lnTo>
                      <a:pt x="3335188" y="1480049"/>
                    </a:lnTo>
                    <a:lnTo>
                      <a:pt x="3334553" y="1480049"/>
                    </a:lnTo>
                    <a:lnTo>
                      <a:pt x="3332649" y="1482588"/>
                    </a:lnTo>
                    <a:lnTo>
                      <a:pt x="3331380" y="1483223"/>
                    </a:lnTo>
                    <a:lnTo>
                      <a:pt x="3330745" y="1481953"/>
                    </a:lnTo>
                    <a:lnTo>
                      <a:pt x="3331380" y="1480049"/>
                    </a:lnTo>
                    <a:lnTo>
                      <a:pt x="3332649" y="1478780"/>
                    </a:lnTo>
                    <a:lnTo>
                      <a:pt x="3335823" y="1477511"/>
                    </a:lnTo>
                    <a:lnTo>
                      <a:pt x="3336458" y="1476876"/>
                    </a:lnTo>
                    <a:lnTo>
                      <a:pt x="3336458" y="1476241"/>
                    </a:lnTo>
                    <a:lnTo>
                      <a:pt x="3336458" y="1475606"/>
                    </a:lnTo>
                    <a:lnTo>
                      <a:pt x="3337092" y="1474972"/>
                    </a:lnTo>
                    <a:lnTo>
                      <a:pt x="3337727" y="1474972"/>
                    </a:lnTo>
                    <a:lnTo>
                      <a:pt x="3338996" y="1475606"/>
                    </a:lnTo>
                    <a:lnTo>
                      <a:pt x="3339631" y="1475606"/>
                    </a:lnTo>
                    <a:lnTo>
                      <a:pt x="3340900" y="1474337"/>
                    </a:lnTo>
                    <a:lnTo>
                      <a:pt x="3340265" y="1473068"/>
                    </a:lnTo>
                    <a:lnTo>
                      <a:pt x="3338361" y="1472433"/>
                    </a:lnTo>
                    <a:lnTo>
                      <a:pt x="3334553" y="1472433"/>
                    </a:lnTo>
                    <a:lnTo>
                      <a:pt x="3333284" y="1471799"/>
                    </a:lnTo>
                    <a:lnTo>
                      <a:pt x="3332015" y="1470529"/>
                    </a:lnTo>
                    <a:lnTo>
                      <a:pt x="3330745" y="1469260"/>
                    </a:lnTo>
                    <a:lnTo>
                      <a:pt x="3330111" y="1470529"/>
                    </a:lnTo>
                    <a:lnTo>
                      <a:pt x="3328841" y="1471164"/>
                    </a:lnTo>
                    <a:lnTo>
                      <a:pt x="3327572" y="1471799"/>
                    </a:lnTo>
                    <a:lnTo>
                      <a:pt x="3326303" y="1471799"/>
                    </a:lnTo>
                    <a:lnTo>
                      <a:pt x="3325668" y="1471799"/>
                    </a:lnTo>
                    <a:lnTo>
                      <a:pt x="3325033" y="1471799"/>
                    </a:lnTo>
                    <a:lnTo>
                      <a:pt x="3324399" y="1471799"/>
                    </a:lnTo>
                    <a:lnTo>
                      <a:pt x="3323764" y="1471799"/>
                    </a:lnTo>
                    <a:lnTo>
                      <a:pt x="3323129" y="1472433"/>
                    </a:lnTo>
                    <a:lnTo>
                      <a:pt x="3322495" y="1473703"/>
                    </a:lnTo>
                    <a:lnTo>
                      <a:pt x="3321860" y="1473703"/>
                    </a:lnTo>
                    <a:lnTo>
                      <a:pt x="3321860" y="1474337"/>
                    </a:lnTo>
                    <a:lnTo>
                      <a:pt x="3322495" y="1475606"/>
                    </a:lnTo>
                    <a:lnTo>
                      <a:pt x="3322495" y="1476876"/>
                    </a:lnTo>
                    <a:lnTo>
                      <a:pt x="3322495" y="1477511"/>
                    </a:lnTo>
                    <a:lnTo>
                      <a:pt x="3319321" y="1480049"/>
                    </a:lnTo>
                    <a:lnTo>
                      <a:pt x="3318686" y="1481319"/>
                    </a:lnTo>
                    <a:lnTo>
                      <a:pt x="3318686" y="1483223"/>
                    </a:lnTo>
                    <a:lnTo>
                      <a:pt x="3318686" y="1484492"/>
                    </a:lnTo>
                    <a:lnTo>
                      <a:pt x="3318686" y="1483223"/>
                    </a:lnTo>
                    <a:lnTo>
                      <a:pt x="3318052" y="1482588"/>
                    </a:lnTo>
                    <a:lnTo>
                      <a:pt x="3317417" y="1481953"/>
                    </a:lnTo>
                    <a:lnTo>
                      <a:pt x="3316148" y="1481953"/>
                    </a:lnTo>
                    <a:lnTo>
                      <a:pt x="3316783" y="1479415"/>
                    </a:lnTo>
                    <a:lnTo>
                      <a:pt x="3319956" y="1476241"/>
                    </a:lnTo>
                    <a:lnTo>
                      <a:pt x="3321225" y="1474337"/>
                    </a:lnTo>
                    <a:lnTo>
                      <a:pt x="3322495" y="1469260"/>
                    </a:lnTo>
                    <a:lnTo>
                      <a:pt x="3322495" y="1467991"/>
                    </a:lnTo>
                    <a:lnTo>
                      <a:pt x="3321225" y="1467356"/>
                    </a:lnTo>
                    <a:lnTo>
                      <a:pt x="3319956" y="1467356"/>
                    </a:lnTo>
                    <a:lnTo>
                      <a:pt x="3319321" y="1467356"/>
                    </a:lnTo>
                    <a:lnTo>
                      <a:pt x="3319321" y="1466086"/>
                    </a:lnTo>
                    <a:lnTo>
                      <a:pt x="3319321" y="1464817"/>
                    </a:lnTo>
                    <a:lnTo>
                      <a:pt x="3319321" y="1464183"/>
                    </a:lnTo>
                    <a:lnTo>
                      <a:pt x="3319956" y="1463548"/>
                    </a:lnTo>
                    <a:lnTo>
                      <a:pt x="3319321" y="1462279"/>
                    </a:lnTo>
                    <a:lnTo>
                      <a:pt x="3318686" y="1461644"/>
                    </a:lnTo>
                    <a:lnTo>
                      <a:pt x="3318052" y="1461644"/>
                    </a:lnTo>
                    <a:lnTo>
                      <a:pt x="3319321" y="1460375"/>
                    </a:lnTo>
                    <a:lnTo>
                      <a:pt x="3321860" y="1461644"/>
                    </a:lnTo>
                    <a:lnTo>
                      <a:pt x="3326938" y="1466086"/>
                    </a:lnTo>
                    <a:lnTo>
                      <a:pt x="3328841" y="1466721"/>
                    </a:lnTo>
                    <a:lnTo>
                      <a:pt x="3333284" y="1466086"/>
                    </a:lnTo>
                    <a:lnTo>
                      <a:pt x="3335823" y="1467356"/>
                    </a:lnTo>
                    <a:lnTo>
                      <a:pt x="3338996" y="1467356"/>
                    </a:lnTo>
                    <a:lnTo>
                      <a:pt x="3342169" y="1469260"/>
                    </a:lnTo>
                    <a:lnTo>
                      <a:pt x="3345343" y="1470529"/>
                    </a:lnTo>
                    <a:lnTo>
                      <a:pt x="3346612" y="1470529"/>
                    </a:lnTo>
                    <a:lnTo>
                      <a:pt x="3346612" y="1468625"/>
                    </a:lnTo>
                    <a:lnTo>
                      <a:pt x="3345978" y="1466721"/>
                    </a:lnTo>
                    <a:lnTo>
                      <a:pt x="3344708" y="1465452"/>
                    </a:lnTo>
                    <a:lnTo>
                      <a:pt x="3340265" y="1462913"/>
                    </a:lnTo>
                    <a:lnTo>
                      <a:pt x="3338996" y="1462913"/>
                    </a:lnTo>
                    <a:lnTo>
                      <a:pt x="3335823" y="1464183"/>
                    </a:lnTo>
                    <a:lnTo>
                      <a:pt x="3335188" y="1463548"/>
                    </a:lnTo>
                    <a:lnTo>
                      <a:pt x="3330745" y="1458471"/>
                    </a:lnTo>
                    <a:lnTo>
                      <a:pt x="3330111" y="1457836"/>
                    </a:lnTo>
                    <a:lnTo>
                      <a:pt x="3329476" y="1457201"/>
                    </a:lnTo>
                    <a:lnTo>
                      <a:pt x="3328841" y="1454662"/>
                    </a:lnTo>
                    <a:lnTo>
                      <a:pt x="3328207" y="1454028"/>
                    </a:lnTo>
                    <a:lnTo>
                      <a:pt x="3326938" y="1452759"/>
                    </a:lnTo>
                    <a:lnTo>
                      <a:pt x="3326303" y="1452759"/>
                    </a:lnTo>
                    <a:lnTo>
                      <a:pt x="3325033" y="1453393"/>
                    </a:lnTo>
                    <a:lnTo>
                      <a:pt x="3324399" y="1457201"/>
                    </a:lnTo>
                    <a:lnTo>
                      <a:pt x="3324399" y="1457836"/>
                    </a:lnTo>
                    <a:lnTo>
                      <a:pt x="3323764" y="1456566"/>
                    </a:lnTo>
                    <a:lnTo>
                      <a:pt x="3323129" y="1455297"/>
                    </a:lnTo>
                    <a:lnTo>
                      <a:pt x="3322495" y="1454662"/>
                    </a:lnTo>
                    <a:lnTo>
                      <a:pt x="3321860" y="1454662"/>
                    </a:lnTo>
                    <a:lnTo>
                      <a:pt x="3321860" y="1451489"/>
                    </a:lnTo>
                    <a:lnTo>
                      <a:pt x="3321860" y="1450220"/>
                    </a:lnTo>
                    <a:lnTo>
                      <a:pt x="3321225" y="1448316"/>
                    </a:lnTo>
                    <a:lnTo>
                      <a:pt x="3319956" y="1447046"/>
                    </a:lnTo>
                    <a:lnTo>
                      <a:pt x="3318686" y="1445777"/>
                    </a:lnTo>
                    <a:lnTo>
                      <a:pt x="3318052" y="1444508"/>
                    </a:lnTo>
                    <a:lnTo>
                      <a:pt x="3318052" y="1443238"/>
                    </a:lnTo>
                    <a:lnTo>
                      <a:pt x="3313609" y="1438796"/>
                    </a:lnTo>
                    <a:lnTo>
                      <a:pt x="3311705" y="1436892"/>
                    </a:lnTo>
                    <a:lnTo>
                      <a:pt x="3309166" y="1435622"/>
                    </a:lnTo>
                    <a:lnTo>
                      <a:pt x="3309166" y="1434988"/>
                    </a:lnTo>
                    <a:lnTo>
                      <a:pt x="3307897" y="1434353"/>
                    </a:lnTo>
                    <a:lnTo>
                      <a:pt x="3305993" y="1433718"/>
                    </a:lnTo>
                    <a:lnTo>
                      <a:pt x="3305359" y="1433084"/>
                    </a:lnTo>
                    <a:lnTo>
                      <a:pt x="3304724" y="1431815"/>
                    </a:lnTo>
                    <a:lnTo>
                      <a:pt x="3304089" y="1431180"/>
                    </a:lnTo>
                    <a:lnTo>
                      <a:pt x="3303455" y="1430545"/>
                    </a:lnTo>
                    <a:lnTo>
                      <a:pt x="3300916" y="1429911"/>
                    </a:lnTo>
                    <a:lnTo>
                      <a:pt x="3299012" y="1428641"/>
                    </a:lnTo>
                    <a:lnTo>
                      <a:pt x="3297108" y="1426737"/>
                    </a:lnTo>
                    <a:lnTo>
                      <a:pt x="3295204" y="1425468"/>
                    </a:lnTo>
                    <a:lnTo>
                      <a:pt x="3291396" y="1424833"/>
                    </a:lnTo>
                    <a:lnTo>
                      <a:pt x="3290761" y="1424833"/>
                    </a:lnTo>
                    <a:lnTo>
                      <a:pt x="3290126" y="1424833"/>
                    </a:lnTo>
                    <a:lnTo>
                      <a:pt x="3288857" y="1424198"/>
                    </a:lnTo>
                    <a:lnTo>
                      <a:pt x="3287588" y="1423564"/>
                    </a:lnTo>
                    <a:lnTo>
                      <a:pt x="3286953" y="1424198"/>
                    </a:lnTo>
                    <a:lnTo>
                      <a:pt x="3286953" y="1424833"/>
                    </a:lnTo>
                    <a:lnTo>
                      <a:pt x="3286953" y="1425468"/>
                    </a:lnTo>
                    <a:lnTo>
                      <a:pt x="3286319" y="1425468"/>
                    </a:lnTo>
                    <a:lnTo>
                      <a:pt x="3285049" y="1425468"/>
                    </a:lnTo>
                    <a:lnTo>
                      <a:pt x="3285049" y="1425468"/>
                    </a:lnTo>
                    <a:lnTo>
                      <a:pt x="3285049" y="1424833"/>
                    </a:lnTo>
                    <a:lnTo>
                      <a:pt x="3283780" y="1423564"/>
                    </a:lnTo>
                    <a:lnTo>
                      <a:pt x="3283145" y="1422929"/>
                    </a:lnTo>
                    <a:lnTo>
                      <a:pt x="3282511" y="1422294"/>
                    </a:lnTo>
                    <a:lnTo>
                      <a:pt x="3281241" y="1422294"/>
                    </a:lnTo>
                    <a:lnTo>
                      <a:pt x="3280606" y="1422929"/>
                    </a:lnTo>
                    <a:lnTo>
                      <a:pt x="3280606" y="1423564"/>
                    </a:lnTo>
                    <a:lnTo>
                      <a:pt x="3280606" y="1424198"/>
                    </a:lnTo>
                    <a:lnTo>
                      <a:pt x="3280606" y="1425468"/>
                    </a:lnTo>
                    <a:lnTo>
                      <a:pt x="3277433" y="1424833"/>
                    </a:lnTo>
                    <a:lnTo>
                      <a:pt x="3276164" y="1424833"/>
                    </a:lnTo>
                    <a:lnTo>
                      <a:pt x="3274895" y="1426102"/>
                    </a:lnTo>
                    <a:lnTo>
                      <a:pt x="3274260" y="1426102"/>
                    </a:lnTo>
                    <a:lnTo>
                      <a:pt x="3272991" y="1426102"/>
                    </a:lnTo>
                    <a:lnTo>
                      <a:pt x="3271721" y="1425468"/>
                    </a:lnTo>
                    <a:lnTo>
                      <a:pt x="3267278" y="1421025"/>
                    </a:lnTo>
                    <a:lnTo>
                      <a:pt x="3267913" y="1420391"/>
                    </a:lnTo>
                    <a:lnTo>
                      <a:pt x="3270452" y="1421025"/>
                    </a:lnTo>
                    <a:lnTo>
                      <a:pt x="3271721" y="1420391"/>
                    </a:lnTo>
                    <a:lnTo>
                      <a:pt x="3271721" y="1419121"/>
                    </a:lnTo>
                    <a:lnTo>
                      <a:pt x="3271721" y="1415313"/>
                    </a:lnTo>
                    <a:lnTo>
                      <a:pt x="3272356" y="1414678"/>
                    </a:lnTo>
                    <a:lnTo>
                      <a:pt x="3272991" y="1414044"/>
                    </a:lnTo>
                    <a:lnTo>
                      <a:pt x="3272991" y="1413409"/>
                    </a:lnTo>
                    <a:lnTo>
                      <a:pt x="3272356" y="1412774"/>
                    </a:lnTo>
                    <a:lnTo>
                      <a:pt x="3271721" y="1412140"/>
                    </a:lnTo>
                    <a:lnTo>
                      <a:pt x="3271086" y="1412140"/>
                    </a:lnTo>
                    <a:lnTo>
                      <a:pt x="3270452" y="1412140"/>
                    </a:lnTo>
                    <a:lnTo>
                      <a:pt x="3269817" y="1412140"/>
                    </a:lnTo>
                    <a:lnTo>
                      <a:pt x="3269817" y="1411505"/>
                    </a:lnTo>
                    <a:lnTo>
                      <a:pt x="3269817" y="1410871"/>
                    </a:lnTo>
                    <a:lnTo>
                      <a:pt x="3269817" y="1410236"/>
                    </a:lnTo>
                    <a:lnTo>
                      <a:pt x="3269817" y="1410236"/>
                    </a:lnTo>
                    <a:lnTo>
                      <a:pt x="3269182" y="1409601"/>
                    </a:lnTo>
                    <a:lnTo>
                      <a:pt x="3269182" y="1408966"/>
                    </a:lnTo>
                    <a:lnTo>
                      <a:pt x="3269182" y="1408332"/>
                    </a:lnTo>
                    <a:lnTo>
                      <a:pt x="3268548" y="1407697"/>
                    </a:lnTo>
                    <a:lnTo>
                      <a:pt x="3267913" y="1407697"/>
                    </a:lnTo>
                    <a:lnTo>
                      <a:pt x="3266009" y="1407697"/>
                    </a:lnTo>
                    <a:lnTo>
                      <a:pt x="3265374" y="1407062"/>
                    </a:lnTo>
                    <a:lnTo>
                      <a:pt x="3264105" y="1407062"/>
                    </a:lnTo>
                    <a:lnTo>
                      <a:pt x="3263471" y="1407062"/>
                    </a:lnTo>
                    <a:lnTo>
                      <a:pt x="3262836" y="1407062"/>
                    </a:lnTo>
                    <a:lnTo>
                      <a:pt x="3262836" y="1406428"/>
                    </a:lnTo>
                    <a:lnTo>
                      <a:pt x="3262836" y="1405793"/>
                    </a:lnTo>
                    <a:lnTo>
                      <a:pt x="3262836" y="1405158"/>
                    </a:lnTo>
                    <a:lnTo>
                      <a:pt x="3262201" y="1403889"/>
                    </a:lnTo>
                    <a:lnTo>
                      <a:pt x="3260932" y="1402619"/>
                    </a:lnTo>
                    <a:lnTo>
                      <a:pt x="3259662" y="1401350"/>
                    </a:lnTo>
                    <a:lnTo>
                      <a:pt x="3258393" y="1400716"/>
                    </a:lnTo>
                    <a:lnTo>
                      <a:pt x="3256489" y="1401350"/>
                    </a:lnTo>
                    <a:lnTo>
                      <a:pt x="3253951" y="1402619"/>
                    </a:lnTo>
                    <a:lnTo>
                      <a:pt x="3252681" y="1404524"/>
                    </a:lnTo>
                    <a:lnTo>
                      <a:pt x="3253316" y="1407062"/>
                    </a:lnTo>
                    <a:lnTo>
                      <a:pt x="3253316" y="1407062"/>
                    </a:lnTo>
                    <a:lnTo>
                      <a:pt x="3253316" y="1407062"/>
                    </a:lnTo>
                    <a:lnTo>
                      <a:pt x="3253316" y="1407062"/>
                    </a:lnTo>
                    <a:lnTo>
                      <a:pt x="3253316" y="1407062"/>
                    </a:lnTo>
                    <a:lnTo>
                      <a:pt x="3252046" y="1408332"/>
                    </a:lnTo>
                    <a:lnTo>
                      <a:pt x="3250777" y="1407697"/>
                    </a:lnTo>
                    <a:lnTo>
                      <a:pt x="3250142" y="1405793"/>
                    </a:lnTo>
                    <a:lnTo>
                      <a:pt x="3250777" y="1404524"/>
                    </a:lnTo>
                    <a:lnTo>
                      <a:pt x="3250777" y="1403889"/>
                    </a:lnTo>
                    <a:lnTo>
                      <a:pt x="3248873" y="1403889"/>
                    </a:lnTo>
                    <a:lnTo>
                      <a:pt x="3243161" y="1405793"/>
                    </a:lnTo>
                    <a:lnTo>
                      <a:pt x="3234276" y="1406428"/>
                    </a:lnTo>
                    <a:lnTo>
                      <a:pt x="3233006" y="1407062"/>
                    </a:lnTo>
                    <a:lnTo>
                      <a:pt x="3233006" y="1407697"/>
                    </a:lnTo>
                    <a:lnTo>
                      <a:pt x="3234910" y="1408966"/>
                    </a:lnTo>
                    <a:lnTo>
                      <a:pt x="3236180" y="1410236"/>
                    </a:lnTo>
                    <a:lnTo>
                      <a:pt x="3236814" y="1410871"/>
                    </a:lnTo>
                    <a:lnTo>
                      <a:pt x="3236814" y="1412140"/>
                    </a:lnTo>
                    <a:lnTo>
                      <a:pt x="3234276" y="1413409"/>
                    </a:lnTo>
                    <a:lnTo>
                      <a:pt x="3233641" y="1414678"/>
                    </a:lnTo>
                    <a:lnTo>
                      <a:pt x="3233641" y="1415313"/>
                    </a:lnTo>
                    <a:lnTo>
                      <a:pt x="3234276" y="1415948"/>
                    </a:lnTo>
                    <a:lnTo>
                      <a:pt x="3234910" y="1415948"/>
                    </a:lnTo>
                    <a:lnTo>
                      <a:pt x="3235545" y="1415948"/>
                    </a:lnTo>
                    <a:lnTo>
                      <a:pt x="3236180" y="1417217"/>
                    </a:lnTo>
                    <a:lnTo>
                      <a:pt x="3236814" y="1419121"/>
                    </a:lnTo>
                    <a:lnTo>
                      <a:pt x="3236814" y="1419756"/>
                    </a:lnTo>
                    <a:lnTo>
                      <a:pt x="3237449" y="1421025"/>
                    </a:lnTo>
                    <a:lnTo>
                      <a:pt x="3237449" y="1421025"/>
                    </a:lnTo>
                    <a:lnTo>
                      <a:pt x="3237449" y="1421025"/>
                    </a:lnTo>
                    <a:lnTo>
                      <a:pt x="3238718" y="1421660"/>
                    </a:lnTo>
                    <a:lnTo>
                      <a:pt x="3239988" y="1422929"/>
                    </a:lnTo>
                    <a:lnTo>
                      <a:pt x="3239988" y="1422929"/>
                    </a:lnTo>
                    <a:lnTo>
                      <a:pt x="3240622" y="1422929"/>
                    </a:lnTo>
                    <a:lnTo>
                      <a:pt x="3243161" y="1421025"/>
                    </a:lnTo>
                    <a:lnTo>
                      <a:pt x="3244430" y="1421025"/>
                    </a:lnTo>
                    <a:lnTo>
                      <a:pt x="3246969" y="1422294"/>
                    </a:lnTo>
                    <a:lnTo>
                      <a:pt x="3248238" y="1422294"/>
                    </a:lnTo>
                    <a:lnTo>
                      <a:pt x="3249508" y="1422294"/>
                    </a:lnTo>
                    <a:lnTo>
                      <a:pt x="3254585" y="1420391"/>
                    </a:lnTo>
                    <a:lnTo>
                      <a:pt x="3257124" y="1420391"/>
                    </a:lnTo>
                    <a:lnTo>
                      <a:pt x="3259028" y="1422294"/>
                    </a:lnTo>
                    <a:lnTo>
                      <a:pt x="3259662" y="1427372"/>
                    </a:lnTo>
                    <a:lnTo>
                      <a:pt x="3260297" y="1429911"/>
                    </a:lnTo>
                    <a:lnTo>
                      <a:pt x="3262836" y="1431180"/>
                    </a:lnTo>
                    <a:lnTo>
                      <a:pt x="3263471" y="1433084"/>
                    </a:lnTo>
                    <a:lnTo>
                      <a:pt x="3264740" y="1436892"/>
                    </a:lnTo>
                    <a:lnTo>
                      <a:pt x="3266009" y="1439431"/>
                    </a:lnTo>
                    <a:lnTo>
                      <a:pt x="3266644" y="1440700"/>
                    </a:lnTo>
                    <a:lnTo>
                      <a:pt x="3266009" y="1440700"/>
                    </a:lnTo>
                    <a:lnTo>
                      <a:pt x="3265374" y="1441335"/>
                    </a:lnTo>
                    <a:lnTo>
                      <a:pt x="3265374" y="1442604"/>
                    </a:lnTo>
                    <a:lnTo>
                      <a:pt x="3266009" y="1443238"/>
                    </a:lnTo>
                    <a:lnTo>
                      <a:pt x="3266644" y="1443873"/>
                    </a:lnTo>
                    <a:lnTo>
                      <a:pt x="3267913" y="1446412"/>
                    </a:lnTo>
                    <a:lnTo>
                      <a:pt x="3268548" y="1447046"/>
                    </a:lnTo>
                    <a:lnTo>
                      <a:pt x="3269182" y="1447681"/>
                    </a:lnTo>
                    <a:lnTo>
                      <a:pt x="3269817" y="1448316"/>
                    </a:lnTo>
                    <a:lnTo>
                      <a:pt x="3272991" y="1449585"/>
                    </a:lnTo>
                    <a:lnTo>
                      <a:pt x="3273625" y="1449585"/>
                    </a:lnTo>
                    <a:lnTo>
                      <a:pt x="3273625" y="1448316"/>
                    </a:lnTo>
                    <a:lnTo>
                      <a:pt x="3273625" y="1447681"/>
                    </a:lnTo>
                    <a:lnTo>
                      <a:pt x="3272991" y="1447046"/>
                    </a:lnTo>
                    <a:lnTo>
                      <a:pt x="3272991" y="1446412"/>
                    </a:lnTo>
                    <a:lnTo>
                      <a:pt x="3273625" y="1447046"/>
                    </a:lnTo>
                    <a:lnTo>
                      <a:pt x="3274260" y="1448316"/>
                    </a:lnTo>
                    <a:lnTo>
                      <a:pt x="3274895" y="1450855"/>
                    </a:lnTo>
                    <a:lnTo>
                      <a:pt x="3275529" y="1453393"/>
                    </a:lnTo>
                    <a:lnTo>
                      <a:pt x="3275529" y="1454662"/>
                    </a:lnTo>
                    <a:lnTo>
                      <a:pt x="3274895" y="1455932"/>
                    </a:lnTo>
                    <a:lnTo>
                      <a:pt x="3273625" y="1457201"/>
                    </a:lnTo>
                    <a:lnTo>
                      <a:pt x="3272991" y="1459105"/>
                    </a:lnTo>
                    <a:lnTo>
                      <a:pt x="3272991" y="1461644"/>
                    </a:lnTo>
                    <a:lnTo>
                      <a:pt x="3272991" y="1463548"/>
                    </a:lnTo>
                    <a:lnTo>
                      <a:pt x="3271086" y="1463548"/>
                    </a:lnTo>
                    <a:lnTo>
                      <a:pt x="3269182" y="1462913"/>
                    </a:lnTo>
                    <a:lnTo>
                      <a:pt x="3268548" y="1462279"/>
                    </a:lnTo>
                    <a:lnTo>
                      <a:pt x="3268548" y="1464183"/>
                    </a:lnTo>
                    <a:lnTo>
                      <a:pt x="3269182" y="1466721"/>
                    </a:lnTo>
                    <a:lnTo>
                      <a:pt x="3269182" y="1468625"/>
                    </a:lnTo>
                    <a:lnTo>
                      <a:pt x="3268548" y="1468625"/>
                    </a:lnTo>
                    <a:lnTo>
                      <a:pt x="3267913" y="1467991"/>
                    </a:lnTo>
                    <a:lnTo>
                      <a:pt x="3266644" y="1467356"/>
                    </a:lnTo>
                    <a:lnTo>
                      <a:pt x="3266009" y="1467356"/>
                    </a:lnTo>
                    <a:lnTo>
                      <a:pt x="3266009" y="1468625"/>
                    </a:lnTo>
                    <a:lnTo>
                      <a:pt x="3266009" y="1469895"/>
                    </a:lnTo>
                    <a:lnTo>
                      <a:pt x="3266644" y="1470529"/>
                    </a:lnTo>
                    <a:lnTo>
                      <a:pt x="3267278" y="1470529"/>
                    </a:lnTo>
                    <a:lnTo>
                      <a:pt x="3267913" y="1470529"/>
                    </a:lnTo>
                    <a:lnTo>
                      <a:pt x="3269182" y="1471799"/>
                    </a:lnTo>
                    <a:lnTo>
                      <a:pt x="3269182" y="1472433"/>
                    </a:lnTo>
                    <a:lnTo>
                      <a:pt x="3267278" y="1473703"/>
                    </a:lnTo>
                    <a:lnTo>
                      <a:pt x="3266644" y="1474337"/>
                    </a:lnTo>
                    <a:lnTo>
                      <a:pt x="3266644" y="1474972"/>
                    </a:lnTo>
                    <a:lnTo>
                      <a:pt x="3266644" y="1476241"/>
                    </a:lnTo>
                    <a:lnTo>
                      <a:pt x="3267913" y="1478145"/>
                    </a:lnTo>
                    <a:lnTo>
                      <a:pt x="3269817" y="1479415"/>
                    </a:lnTo>
                    <a:lnTo>
                      <a:pt x="3276798" y="1480684"/>
                    </a:lnTo>
                    <a:lnTo>
                      <a:pt x="3279337" y="1479415"/>
                    </a:lnTo>
                    <a:lnTo>
                      <a:pt x="3286319" y="1473068"/>
                    </a:lnTo>
                    <a:lnTo>
                      <a:pt x="3288857" y="1471799"/>
                    </a:lnTo>
                    <a:lnTo>
                      <a:pt x="3290126" y="1469895"/>
                    </a:lnTo>
                    <a:lnTo>
                      <a:pt x="3290761" y="1469260"/>
                    </a:lnTo>
                    <a:lnTo>
                      <a:pt x="3292665" y="1468625"/>
                    </a:lnTo>
                    <a:lnTo>
                      <a:pt x="3293935" y="1468625"/>
                    </a:lnTo>
                    <a:lnTo>
                      <a:pt x="3295204" y="1468625"/>
                    </a:lnTo>
                    <a:lnTo>
                      <a:pt x="3294569" y="1469260"/>
                    </a:lnTo>
                    <a:lnTo>
                      <a:pt x="3292031" y="1469895"/>
                    </a:lnTo>
                    <a:lnTo>
                      <a:pt x="3291396" y="1470529"/>
                    </a:lnTo>
                    <a:lnTo>
                      <a:pt x="3290761" y="1471164"/>
                    </a:lnTo>
                    <a:lnTo>
                      <a:pt x="3290126" y="1473068"/>
                    </a:lnTo>
                    <a:lnTo>
                      <a:pt x="3288222" y="1475606"/>
                    </a:lnTo>
                    <a:lnTo>
                      <a:pt x="3287588" y="1476241"/>
                    </a:lnTo>
                    <a:lnTo>
                      <a:pt x="3287588" y="1476876"/>
                    </a:lnTo>
                    <a:lnTo>
                      <a:pt x="3287588" y="1479415"/>
                    </a:lnTo>
                    <a:lnTo>
                      <a:pt x="3287588" y="1480684"/>
                    </a:lnTo>
                    <a:lnTo>
                      <a:pt x="3286953" y="1482588"/>
                    </a:lnTo>
                    <a:lnTo>
                      <a:pt x="3286953" y="1484492"/>
                    </a:lnTo>
                    <a:lnTo>
                      <a:pt x="3287588" y="1486396"/>
                    </a:lnTo>
                    <a:lnTo>
                      <a:pt x="3289492" y="1488300"/>
                    </a:lnTo>
                    <a:lnTo>
                      <a:pt x="3291396" y="1488935"/>
                    </a:lnTo>
                    <a:lnTo>
                      <a:pt x="3295204" y="1487031"/>
                    </a:lnTo>
                    <a:lnTo>
                      <a:pt x="3297108" y="1487665"/>
                    </a:lnTo>
                    <a:lnTo>
                      <a:pt x="3295839" y="1488300"/>
                    </a:lnTo>
                    <a:lnTo>
                      <a:pt x="3294569" y="1488935"/>
                    </a:lnTo>
                    <a:lnTo>
                      <a:pt x="3293300" y="1490204"/>
                    </a:lnTo>
                    <a:lnTo>
                      <a:pt x="3292665" y="1491473"/>
                    </a:lnTo>
                    <a:lnTo>
                      <a:pt x="3293300" y="1490839"/>
                    </a:lnTo>
                    <a:lnTo>
                      <a:pt x="3293935" y="1490839"/>
                    </a:lnTo>
                    <a:lnTo>
                      <a:pt x="3294569" y="1490839"/>
                    </a:lnTo>
                    <a:lnTo>
                      <a:pt x="3295204" y="1491473"/>
                    </a:lnTo>
                    <a:lnTo>
                      <a:pt x="3295204" y="1492743"/>
                    </a:lnTo>
                    <a:lnTo>
                      <a:pt x="3297108" y="1493378"/>
                    </a:lnTo>
                    <a:lnTo>
                      <a:pt x="3300281" y="1494012"/>
                    </a:lnTo>
                    <a:lnTo>
                      <a:pt x="3305359" y="1493378"/>
                    </a:lnTo>
                    <a:lnTo>
                      <a:pt x="3307263" y="1494012"/>
                    </a:lnTo>
                    <a:lnTo>
                      <a:pt x="3305359" y="1494012"/>
                    </a:lnTo>
                    <a:lnTo>
                      <a:pt x="3297108" y="1497820"/>
                    </a:lnTo>
                    <a:lnTo>
                      <a:pt x="3296473" y="1497820"/>
                    </a:lnTo>
                    <a:lnTo>
                      <a:pt x="3296473" y="1497820"/>
                    </a:lnTo>
                    <a:lnTo>
                      <a:pt x="3295204" y="1497185"/>
                    </a:lnTo>
                    <a:lnTo>
                      <a:pt x="3294569" y="1497185"/>
                    </a:lnTo>
                    <a:lnTo>
                      <a:pt x="3289492" y="1497820"/>
                    </a:lnTo>
                    <a:lnTo>
                      <a:pt x="3289492" y="1497820"/>
                    </a:lnTo>
                    <a:lnTo>
                      <a:pt x="3289492" y="1498455"/>
                    </a:lnTo>
                    <a:lnTo>
                      <a:pt x="3289492" y="1498455"/>
                    </a:lnTo>
                    <a:lnTo>
                      <a:pt x="3288857" y="1497820"/>
                    </a:lnTo>
                    <a:lnTo>
                      <a:pt x="3288222" y="1497185"/>
                    </a:lnTo>
                    <a:lnTo>
                      <a:pt x="3288222" y="1497185"/>
                    </a:lnTo>
                    <a:lnTo>
                      <a:pt x="3287588" y="1497185"/>
                    </a:lnTo>
                    <a:lnTo>
                      <a:pt x="3286953" y="1497820"/>
                    </a:lnTo>
                    <a:lnTo>
                      <a:pt x="3286319" y="1498455"/>
                    </a:lnTo>
                    <a:lnTo>
                      <a:pt x="3285684" y="1499724"/>
                    </a:lnTo>
                    <a:lnTo>
                      <a:pt x="3285684" y="1500359"/>
                    </a:lnTo>
                    <a:lnTo>
                      <a:pt x="3285684" y="1501628"/>
                    </a:lnTo>
                    <a:lnTo>
                      <a:pt x="3285684" y="1502263"/>
                    </a:lnTo>
                    <a:lnTo>
                      <a:pt x="3285049" y="1502898"/>
                    </a:lnTo>
                    <a:lnTo>
                      <a:pt x="3285684" y="1504167"/>
                    </a:lnTo>
                    <a:lnTo>
                      <a:pt x="3286319" y="1504802"/>
                    </a:lnTo>
                    <a:lnTo>
                      <a:pt x="3286953" y="1504802"/>
                    </a:lnTo>
                    <a:lnTo>
                      <a:pt x="3288222" y="1505436"/>
                    </a:lnTo>
                    <a:lnTo>
                      <a:pt x="3288857" y="1506705"/>
                    </a:lnTo>
                    <a:lnTo>
                      <a:pt x="3288857" y="1507975"/>
                    </a:lnTo>
                    <a:lnTo>
                      <a:pt x="3289492" y="1508609"/>
                    </a:lnTo>
                    <a:lnTo>
                      <a:pt x="3290761" y="1508609"/>
                    </a:lnTo>
                    <a:lnTo>
                      <a:pt x="3291396" y="1507975"/>
                    </a:lnTo>
                    <a:lnTo>
                      <a:pt x="3292665" y="1506705"/>
                    </a:lnTo>
                    <a:lnTo>
                      <a:pt x="3293300" y="1506071"/>
                    </a:lnTo>
                    <a:lnTo>
                      <a:pt x="3293935" y="1506071"/>
                    </a:lnTo>
                    <a:lnTo>
                      <a:pt x="3295204" y="1506705"/>
                    </a:lnTo>
                    <a:lnTo>
                      <a:pt x="3296473" y="1507340"/>
                    </a:lnTo>
                    <a:lnTo>
                      <a:pt x="3297742" y="1507975"/>
                    </a:lnTo>
                    <a:lnTo>
                      <a:pt x="3297108" y="1507340"/>
                    </a:lnTo>
                    <a:lnTo>
                      <a:pt x="3297108" y="1506705"/>
                    </a:lnTo>
                    <a:lnTo>
                      <a:pt x="3304089" y="1504167"/>
                    </a:lnTo>
                    <a:lnTo>
                      <a:pt x="3305359" y="1502898"/>
                    </a:lnTo>
                    <a:lnTo>
                      <a:pt x="3306628" y="1502263"/>
                    </a:lnTo>
                    <a:lnTo>
                      <a:pt x="3307263" y="1502898"/>
                    </a:lnTo>
                    <a:lnTo>
                      <a:pt x="3307263" y="1504167"/>
                    </a:lnTo>
                    <a:lnTo>
                      <a:pt x="3307263" y="1504802"/>
                    </a:lnTo>
                    <a:lnTo>
                      <a:pt x="3304089" y="1509244"/>
                    </a:lnTo>
                    <a:lnTo>
                      <a:pt x="3301551" y="1510513"/>
                    </a:lnTo>
                    <a:lnTo>
                      <a:pt x="3300916" y="1511148"/>
                    </a:lnTo>
                    <a:lnTo>
                      <a:pt x="3301551" y="1512418"/>
                    </a:lnTo>
                    <a:lnTo>
                      <a:pt x="3306628" y="1511783"/>
                    </a:lnTo>
                    <a:lnTo>
                      <a:pt x="3307263" y="1510513"/>
                    </a:lnTo>
                    <a:lnTo>
                      <a:pt x="3309801" y="1508609"/>
                    </a:lnTo>
                    <a:lnTo>
                      <a:pt x="3310436" y="1507340"/>
                    </a:lnTo>
                    <a:lnTo>
                      <a:pt x="3310436" y="1506705"/>
                    </a:lnTo>
                    <a:lnTo>
                      <a:pt x="3310436" y="1506071"/>
                    </a:lnTo>
                    <a:lnTo>
                      <a:pt x="3310436" y="1504802"/>
                    </a:lnTo>
                    <a:lnTo>
                      <a:pt x="3310436" y="1504167"/>
                    </a:lnTo>
                    <a:lnTo>
                      <a:pt x="3310436" y="1503532"/>
                    </a:lnTo>
                    <a:lnTo>
                      <a:pt x="3311071" y="1503532"/>
                    </a:lnTo>
                    <a:lnTo>
                      <a:pt x="3312975" y="1503532"/>
                    </a:lnTo>
                    <a:lnTo>
                      <a:pt x="3312975" y="1505436"/>
                    </a:lnTo>
                    <a:lnTo>
                      <a:pt x="3313609" y="1507975"/>
                    </a:lnTo>
                    <a:lnTo>
                      <a:pt x="3314879" y="1509879"/>
                    </a:lnTo>
                    <a:lnTo>
                      <a:pt x="3316148" y="1511148"/>
                    </a:lnTo>
                    <a:lnTo>
                      <a:pt x="3316783" y="1511783"/>
                    </a:lnTo>
                    <a:lnTo>
                      <a:pt x="3319321" y="1512418"/>
                    </a:lnTo>
                    <a:lnTo>
                      <a:pt x="3321860" y="1513687"/>
                    </a:lnTo>
                    <a:lnTo>
                      <a:pt x="3322495" y="1513687"/>
                    </a:lnTo>
                    <a:lnTo>
                      <a:pt x="3326303" y="1512418"/>
                    </a:lnTo>
                    <a:lnTo>
                      <a:pt x="3326938" y="1511783"/>
                    </a:lnTo>
                    <a:lnTo>
                      <a:pt x="3326938" y="1510513"/>
                    </a:lnTo>
                    <a:lnTo>
                      <a:pt x="3326303" y="1509244"/>
                    </a:lnTo>
                    <a:lnTo>
                      <a:pt x="3325668" y="1508609"/>
                    </a:lnTo>
                    <a:lnTo>
                      <a:pt x="3324399" y="1507975"/>
                    </a:lnTo>
                    <a:lnTo>
                      <a:pt x="3323129" y="1506071"/>
                    </a:lnTo>
                    <a:lnTo>
                      <a:pt x="3322495" y="1503532"/>
                    </a:lnTo>
                    <a:lnTo>
                      <a:pt x="3323129" y="1501628"/>
                    </a:lnTo>
                    <a:lnTo>
                      <a:pt x="3323764" y="1502898"/>
                    </a:lnTo>
                    <a:lnTo>
                      <a:pt x="3324399" y="1503532"/>
                    </a:lnTo>
                    <a:lnTo>
                      <a:pt x="3326303" y="1504802"/>
                    </a:lnTo>
                    <a:lnTo>
                      <a:pt x="3328207" y="1506705"/>
                    </a:lnTo>
                    <a:lnTo>
                      <a:pt x="3329476" y="1507340"/>
                    </a:lnTo>
                    <a:lnTo>
                      <a:pt x="3330745" y="1507975"/>
                    </a:lnTo>
                    <a:lnTo>
                      <a:pt x="3330111" y="1509879"/>
                    </a:lnTo>
                    <a:lnTo>
                      <a:pt x="3329476" y="1513687"/>
                    </a:lnTo>
                    <a:lnTo>
                      <a:pt x="3329476" y="1517495"/>
                    </a:lnTo>
                    <a:lnTo>
                      <a:pt x="3330745" y="1519399"/>
                    </a:lnTo>
                    <a:lnTo>
                      <a:pt x="3331380" y="1518764"/>
                    </a:lnTo>
                    <a:lnTo>
                      <a:pt x="3331380" y="1513687"/>
                    </a:lnTo>
                    <a:lnTo>
                      <a:pt x="3332015" y="1512418"/>
                    </a:lnTo>
                    <a:lnTo>
                      <a:pt x="3333284" y="1512418"/>
                    </a:lnTo>
                    <a:lnTo>
                      <a:pt x="3334553" y="1512418"/>
                    </a:lnTo>
                    <a:lnTo>
                      <a:pt x="3335823" y="1512418"/>
                    </a:lnTo>
                    <a:lnTo>
                      <a:pt x="3335188" y="1515591"/>
                    </a:lnTo>
                    <a:lnTo>
                      <a:pt x="3335188" y="1516860"/>
                    </a:lnTo>
                    <a:lnTo>
                      <a:pt x="3336458" y="1518129"/>
                    </a:lnTo>
                    <a:lnTo>
                      <a:pt x="3340265" y="1517495"/>
                    </a:lnTo>
                    <a:lnTo>
                      <a:pt x="3339631" y="1518764"/>
                    </a:lnTo>
                    <a:lnTo>
                      <a:pt x="3338361" y="1519399"/>
                    </a:lnTo>
                    <a:lnTo>
                      <a:pt x="3336458" y="1519399"/>
                    </a:lnTo>
                    <a:lnTo>
                      <a:pt x="3335188" y="1519399"/>
                    </a:lnTo>
                    <a:lnTo>
                      <a:pt x="3334553" y="1520668"/>
                    </a:lnTo>
                    <a:lnTo>
                      <a:pt x="3334553" y="1522572"/>
                    </a:lnTo>
                    <a:lnTo>
                      <a:pt x="3335188" y="1523207"/>
                    </a:lnTo>
                    <a:lnTo>
                      <a:pt x="3336458" y="1523207"/>
                    </a:lnTo>
                    <a:lnTo>
                      <a:pt x="3337727" y="1523207"/>
                    </a:lnTo>
                    <a:lnTo>
                      <a:pt x="3337092" y="1523842"/>
                    </a:lnTo>
                    <a:lnTo>
                      <a:pt x="3337092" y="1525111"/>
                    </a:lnTo>
                    <a:lnTo>
                      <a:pt x="3337092" y="1526380"/>
                    </a:lnTo>
                    <a:lnTo>
                      <a:pt x="3337092" y="1527649"/>
                    </a:lnTo>
                    <a:lnTo>
                      <a:pt x="3336458" y="1527649"/>
                    </a:lnTo>
                    <a:lnTo>
                      <a:pt x="3334553" y="1527015"/>
                    </a:lnTo>
                    <a:lnTo>
                      <a:pt x="3334553" y="1527649"/>
                    </a:lnTo>
                    <a:lnTo>
                      <a:pt x="3335188" y="1528284"/>
                    </a:lnTo>
                    <a:lnTo>
                      <a:pt x="3335823" y="1528919"/>
                    </a:lnTo>
                    <a:lnTo>
                      <a:pt x="3337092" y="1530188"/>
                    </a:lnTo>
                    <a:lnTo>
                      <a:pt x="3338996" y="1530823"/>
                    </a:lnTo>
                    <a:lnTo>
                      <a:pt x="3340900" y="1529553"/>
                    </a:lnTo>
                    <a:lnTo>
                      <a:pt x="3341535" y="1527015"/>
                    </a:lnTo>
                    <a:lnTo>
                      <a:pt x="3340900" y="1523207"/>
                    </a:lnTo>
                    <a:lnTo>
                      <a:pt x="3342169" y="1523842"/>
                    </a:lnTo>
                    <a:lnTo>
                      <a:pt x="3343439" y="1524476"/>
                    </a:lnTo>
                    <a:lnTo>
                      <a:pt x="3344708" y="1526380"/>
                    </a:lnTo>
                    <a:lnTo>
                      <a:pt x="3344708" y="1528919"/>
                    </a:lnTo>
                    <a:lnTo>
                      <a:pt x="3344073" y="1529553"/>
                    </a:lnTo>
                    <a:lnTo>
                      <a:pt x="3343439" y="1530188"/>
                    </a:lnTo>
                    <a:lnTo>
                      <a:pt x="3342804" y="1530823"/>
                    </a:lnTo>
                    <a:lnTo>
                      <a:pt x="3342804" y="1532092"/>
                    </a:lnTo>
                    <a:lnTo>
                      <a:pt x="3343439" y="1533362"/>
                    </a:lnTo>
                    <a:lnTo>
                      <a:pt x="3344073" y="1533996"/>
                    </a:lnTo>
                    <a:lnTo>
                      <a:pt x="3344708" y="1533996"/>
                    </a:lnTo>
                    <a:lnTo>
                      <a:pt x="3345343" y="1533996"/>
                    </a:lnTo>
                    <a:lnTo>
                      <a:pt x="3347247" y="1532092"/>
                    </a:lnTo>
                    <a:lnTo>
                      <a:pt x="3347247" y="1531458"/>
                    </a:lnTo>
                    <a:lnTo>
                      <a:pt x="3347247" y="1530188"/>
                    </a:lnTo>
                    <a:lnTo>
                      <a:pt x="3347247" y="1528919"/>
                    </a:lnTo>
                    <a:lnTo>
                      <a:pt x="3347247" y="1527649"/>
                    </a:lnTo>
                    <a:lnTo>
                      <a:pt x="3346612" y="1527015"/>
                    </a:lnTo>
                    <a:lnTo>
                      <a:pt x="3346612" y="1525746"/>
                    </a:lnTo>
                    <a:lnTo>
                      <a:pt x="3345978" y="1523207"/>
                    </a:lnTo>
                    <a:lnTo>
                      <a:pt x="3345978" y="1520668"/>
                    </a:lnTo>
                    <a:lnTo>
                      <a:pt x="3347247" y="1519399"/>
                    </a:lnTo>
                    <a:lnTo>
                      <a:pt x="3347247" y="1521938"/>
                    </a:lnTo>
                    <a:lnTo>
                      <a:pt x="3347247" y="1523207"/>
                    </a:lnTo>
                    <a:lnTo>
                      <a:pt x="3347882" y="1524476"/>
                    </a:lnTo>
                    <a:lnTo>
                      <a:pt x="3348516" y="1525746"/>
                    </a:lnTo>
                    <a:lnTo>
                      <a:pt x="3349785" y="1527015"/>
                    </a:lnTo>
                    <a:lnTo>
                      <a:pt x="3350420" y="1527649"/>
                    </a:lnTo>
                    <a:lnTo>
                      <a:pt x="3349785" y="1527649"/>
                    </a:lnTo>
                    <a:lnTo>
                      <a:pt x="3349151" y="1527649"/>
                    </a:lnTo>
                    <a:lnTo>
                      <a:pt x="3348516" y="1528284"/>
                    </a:lnTo>
                    <a:lnTo>
                      <a:pt x="3349151" y="1528919"/>
                    </a:lnTo>
                    <a:lnTo>
                      <a:pt x="3349785" y="1528919"/>
                    </a:lnTo>
                    <a:lnTo>
                      <a:pt x="3350420" y="1528919"/>
                    </a:lnTo>
                    <a:lnTo>
                      <a:pt x="3351055" y="1528919"/>
                    </a:lnTo>
                    <a:lnTo>
                      <a:pt x="3351689" y="1528919"/>
                    </a:lnTo>
                    <a:lnTo>
                      <a:pt x="3351689" y="1529553"/>
                    </a:lnTo>
                    <a:lnTo>
                      <a:pt x="3351689" y="1530188"/>
                    </a:lnTo>
                    <a:lnTo>
                      <a:pt x="3352324" y="1530823"/>
                    </a:lnTo>
                    <a:lnTo>
                      <a:pt x="3353593" y="1531458"/>
                    </a:lnTo>
                    <a:lnTo>
                      <a:pt x="3354863" y="1531458"/>
                    </a:lnTo>
                    <a:lnTo>
                      <a:pt x="3357402" y="1530823"/>
                    </a:lnTo>
                    <a:lnTo>
                      <a:pt x="3357402" y="1531458"/>
                    </a:lnTo>
                    <a:lnTo>
                      <a:pt x="3356132" y="1532092"/>
                    </a:lnTo>
                    <a:lnTo>
                      <a:pt x="3355498" y="1532727"/>
                    </a:lnTo>
                    <a:lnTo>
                      <a:pt x="3354863" y="1533362"/>
                    </a:lnTo>
                    <a:lnTo>
                      <a:pt x="3356132" y="1533996"/>
                    </a:lnTo>
                    <a:lnTo>
                      <a:pt x="3358671" y="1533996"/>
                    </a:lnTo>
                    <a:lnTo>
                      <a:pt x="3359305" y="1534631"/>
                    </a:lnTo>
                    <a:lnTo>
                      <a:pt x="3358671" y="1536535"/>
                    </a:lnTo>
                    <a:lnTo>
                      <a:pt x="3356132" y="1539073"/>
                    </a:lnTo>
                    <a:lnTo>
                      <a:pt x="3354863" y="1540343"/>
                    </a:lnTo>
                    <a:lnTo>
                      <a:pt x="3356132" y="1539708"/>
                    </a:lnTo>
                    <a:lnTo>
                      <a:pt x="3358671" y="1539708"/>
                    </a:lnTo>
                    <a:lnTo>
                      <a:pt x="3359940" y="1539073"/>
                    </a:lnTo>
                    <a:lnTo>
                      <a:pt x="3359940" y="1538439"/>
                    </a:lnTo>
                    <a:lnTo>
                      <a:pt x="3359940" y="1537804"/>
                    </a:lnTo>
                    <a:lnTo>
                      <a:pt x="3359940" y="1537169"/>
                    </a:lnTo>
                    <a:lnTo>
                      <a:pt x="3360575" y="1536535"/>
                    </a:lnTo>
                    <a:lnTo>
                      <a:pt x="3361209" y="1536535"/>
                    </a:lnTo>
                    <a:lnTo>
                      <a:pt x="3361844" y="1536535"/>
                    </a:lnTo>
                    <a:lnTo>
                      <a:pt x="3362479" y="1536535"/>
                    </a:lnTo>
                    <a:lnTo>
                      <a:pt x="3363113" y="1537169"/>
                    </a:lnTo>
                    <a:lnTo>
                      <a:pt x="3363113" y="1538439"/>
                    </a:lnTo>
                    <a:lnTo>
                      <a:pt x="3361209" y="1539708"/>
                    </a:lnTo>
                    <a:lnTo>
                      <a:pt x="3360575" y="1540978"/>
                    </a:lnTo>
                    <a:lnTo>
                      <a:pt x="3360575" y="1542882"/>
                    </a:lnTo>
                    <a:lnTo>
                      <a:pt x="3361209" y="1544786"/>
                    </a:lnTo>
                    <a:lnTo>
                      <a:pt x="3361844" y="1546055"/>
                    </a:lnTo>
                    <a:lnTo>
                      <a:pt x="3363113" y="1547324"/>
                    </a:lnTo>
                    <a:lnTo>
                      <a:pt x="3363748" y="1544151"/>
                    </a:lnTo>
                    <a:lnTo>
                      <a:pt x="3366922" y="1544786"/>
                    </a:lnTo>
                    <a:lnTo>
                      <a:pt x="3370729" y="1546690"/>
                    </a:lnTo>
                    <a:lnTo>
                      <a:pt x="3373268" y="1545420"/>
                    </a:lnTo>
                    <a:lnTo>
                      <a:pt x="3371999" y="1544151"/>
                    </a:lnTo>
                    <a:lnTo>
                      <a:pt x="3371999" y="1543516"/>
                    </a:lnTo>
                    <a:lnTo>
                      <a:pt x="3373268" y="1543516"/>
                    </a:lnTo>
                    <a:lnTo>
                      <a:pt x="3374538" y="1544151"/>
                    </a:lnTo>
                    <a:lnTo>
                      <a:pt x="3375807" y="1544151"/>
                    </a:lnTo>
                    <a:lnTo>
                      <a:pt x="3379615" y="1543516"/>
                    </a:lnTo>
                    <a:lnTo>
                      <a:pt x="3378980" y="1542247"/>
                    </a:lnTo>
                    <a:lnTo>
                      <a:pt x="3383423" y="1546055"/>
                    </a:lnTo>
                    <a:close/>
                    <a:moveTo>
                      <a:pt x="3318686" y="1517495"/>
                    </a:moveTo>
                    <a:lnTo>
                      <a:pt x="3318686" y="1517495"/>
                    </a:lnTo>
                    <a:lnTo>
                      <a:pt x="3318686" y="1518129"/>
                    </a:lnTo>
                    <a:lnTo>
                      <a:pt x="3319321" y="1518764"/>
                    </a:lnTo>
                    <a:lnTo>
                      <a:pt x="3319956" y="1520033"/>
                    </a:lnTo>
                    <a:lnTo>
                      <a:pt x="3320591" y="1521303"/>
                    </a:lnTo>
                    <a:lnTo>
                      <a:pt x="3321225" y="1522572"/>
                    </a:lnTo>
                    <a:lnTo>
                      <a:pt x="3321860" y="1523207"/>
                    </a:lnTo>
                    <a:lnTo>
                      <a:pt x="3323764" y="1523207"/>
                    </a:lnTo>
                    <a:lnTo>
                      <a:pt x="3325033" y="1523207"/>
                    </a:lnTo>
                    <a:lnTo>
                      <a:pt x="3325668" y="1523207"/>
                    </a:lnTo>
                    <a:lnTo>
                      <a:pt x="3325668" y="1523842"/>
                    </a:lnTo>
                    <a:lnTo>
                      <a:pt x="3325668" y="1524476"/>
                    </a:lnTo>
                    <a:lnTo>
                      <a:pt x="3325668" y="1525746"/>
                    </a:lnTo>
                    <a:lnTo>
                      <a:pt x="3325668" y="1527015"/>
                    </a:lnTo>
                    <a:lnTo>
                      <a:pt x="3325668" y="1527649"/>
                    </a:lnTo>
                    <a:lnTo>
                      <a:pt x="3323764" y="1528284"/>
                    </a:lnTo>
                    <a:lnTo>
                      <a:pt x="3323129" y="1529553"/>
                    </a:lnTo>
                    <a:lnTo>
                      <a:pt x="3326938" y="1530823"/>
                    </a:lnTo>
                    <a:lnTo>
                      <a:pt x="3328207" y="1530823"/>
                    </a:lnTo>
                    <a:lnTo>
                      <a:pt x="3327572" y="1528284"/>
                    </a:lnTo>
                    <a:lnTo>
                      <a:pt x="3329476" y="1529553"/>
                    </a:lnTo>
                    <a:lnTo>
                      <a:pt x="3330111" y="1530188"/>
                    </a:lnTo>
                    <a:lnTo>
                      <a:pt x="3330745" y="1531458"/>
                    </a:lnTo>
                    <a:lnTo>
                      <a:pt x="3333284" y="1526380"/>
                    </a:lnTo>
                    <a:lnTo>
                      <a:pt x="3333284" y="1524476"/>
                    </a:lnTo>
                    <a:lnTo>
                      <a:pt x="3327572" y="1517495"/>
                    </a:lnTo>
                    <a:lnTo>
                      <a:pt x="3325668" y="1516225"/>
                    </a:lnTo>
                    <a:lnTo>
                      <a:pt x="3321860" y="1514956"/>
                    </a:lnTo>
                    <a:lnTo>
                      <a:pt x="3319956" y="1513687"/>
                    </a:lnTo>
                    <a:lnTo>
                      <a:pt x="3319321" y="1513687"/>
                    </a:lnTo>
                    <a:lnTo>
                      <a:pt x="3318686" y="1514322"/>
                    </a:lnTo>
                    <a:lnTo>
                      <a:pt x="3318686" y="1514956"/>
                    </a:lnTo>
                    <a:lnTo>
                      <a:pt x="3318686" y="1516860"/>
                    </a:lnTo>
                    <a:lnTo>
                      <a:pt x="3318686" y="1517495"/>
                    </a:lnTo>
                    <a:lnTo>
                      <a:pt x="3318686" y="1517495"/>
                    </a:lnTo>
                    <a:close/>
                    <a:moveTo>
                      <a:pt x="3344073" y="1558748"/>
                    </a:moveTo>
                    <a:lnTo>
                      <a:pt x="3342804" y="1558114"/>
                    </a:lnTo>
                    <a:lnTo>
                      <a:pt x="3339631" y="1557479"/>
                    </a:lnTo>
                    <a:lnTo>
                      <a:pt x="3339631" y="1556844"/>
                    </a:lnTo>
                    <a:lnTo>
                      <a:pt x="3339631" y="1556844"/>
                    </a:lnTo>
                    <a:lnTo>
                      <a:pt x="3340265" y="1556210"/>
                    </a:lnTo>
                    <a:lnTo>
                      <a:pt x="3339631" y="1555575"/>
                    </a:lnTo>
                    <a:lnTo>
                      <a:pt x="3340900" y="1553671"/>
                    </a:lnTo>
                    <a:lnTo>
                      <a:pt x="3340900" y="1553036"/>
                    </a:lnTo>
                    <a:lnTo>
                      <a:pt x="3338361" y="1551132"/>
                    </a:lnTo>
                    <a:lnTo>
                      <a:pt x="3337727" y="1550498"/>
                    </a:lnTo>
                    <a:lnTo>
                      <a:pt x="3337092" y="1549863"/>
                    </a:lnTo>
                    <a:lnTo>
                      <a:pt x="3336458" y="1549228"/>
                    </a:lnTo>
                    <a:lnTo>
                      <a:pt x="3335823" y="1548593"/>
                    </a:lnTo>
                    <a:lnTo>
                      <a:pt x="3334553" y="1548593"/>
                    </a:lnTo>
                    <a:lnTo>
                      <a:pt x="3332649" y="1548593"/>
                    </a:lnTo>
                    <a:lnTo>
                      <a:pt x="3331380" y="1548593"/>
                    </a:lnTo>
                    <a:lnTo>
                      <a:pt x="3332015" y="1547324"/>
                    </a:lnTo>
                    <a:lnTo>
                      <a:pt x="3331380" y="1546055"/>
                    </a:lnTo>
                    <a:lnTo>
                      <a:pt x="3330745" y="1545420"/>
                    </a:lnTo>
                    <a:lnTo>
                      <a:pt x="3330111" y="1546055"/>
                    </a:lnTo>
                    <a:lnTo>
                      <a:pt x="3329476" y="1544151"/>
                    </a:lnTo>
                    <a:lnTo>
                      <a:pt x="3328207" y="1543516"/>
                    </a:lnTo>
                    <a:lnTo>
                      <a:pt x="3325668" y="1542882"/>
                    </a:lnTo>
                    <a:lnTo>
                      <a:pt x="3325668" y="1541612"/>
                    </a:lnTo>
                    <a:lnTo>
                      <a:pt x="3325668" y="1540978"/>
                    </a:lnTo>
                    <a:lnTo>
                      <a:pt x="3325668" y="1540978"/>
                    </a:lnTo>
                    <a:lnTo>
                      <a:pt x="3325668" y="1540978"/>
                    </a:lnTo>
                    <a:lnTo>
                      <a:pt x="3325033" y="1540978"/>
                    </a:lnTo>
                    <a:lnTo>
                      <a:pt x="3325033" y="1540343"/>
                    </a:lnTo>
                    <a:lnTo>
                      <a:pt x="3324399" y="1540343"/>
                    </a:lnTo>
                    <a:lnTo>
                      <a:pt x="3323129" y="1541612"/>
                    </a:lnTo>
                    <a:lnTo>
                      <a:pt x="3322495" y="1541612"/>
                    </a:lnTo>
                    <a:lnTo>
                      <a:pt x="3322495" y="1540978"/>
                    </a:lnTo>
                    <a:lnTo>
                      <a:pt x="3321225" y="1537169"/>
                    </a:lnTo>
                    <a:lnTo>
                      <a:pt x="3319321" y="1534631"/>
                    </a:lnTo>
                    <a:lnTo>
                      <a:pt x="3317417" y="1533996"/>
                    </a:lnTo>
                    <a:lnTo>
                      <a:pt x="3315513" y="1533996"/>
                    </a:lnTo>
                    <a:lnTo>
                      <a:pt x="3313609" y="1533996"/>
                    </a:lnTo>
                    <a:lnTo>
                      <a:pt x="3313609" y="1533362"/>
                    </a:lnTo>
                    <a:lnTo>
                      <a:pt x="3314244" y="1533362"/>
                    </a:lnTo>
                    <a:lnTo>
                      <a:pt x="3316148" y="1532092"/>
                    </a:lnTo>
                    <a:lnTo>
                      <a:pt x="3316148" y="1531458"/>
                    </a:lnTo>
                    <a:lnTo>
                      <a:pt x="3309801" y="1530188"/>
                    </a:lnTo>
                    <a:lnTo>
                      <a:pt x="3311071" y="1527649"/>
                    </a:lnTo>
                    <a:lnTo>
                      <a:pt x="3313609" y="1528284"/>
                    </a:lnTo>
                    <a:lnTo>
                      <a:pt x="3316148" y="1529553"/>
                    </a:lnTo>
                    <a:lnTo>
                      <a:pt x="3318052" y="1530188"/>
                    </a:lnTo>
                    <a:lnTo>
                      <a:pt x="3314879" y="1528284"/>
                    </a:lnTo>
                    <a:lnTo>
                      <a:pt x="3314244" y="1527649"/>
                    </a:lnTo>
                    <a:lnTo>
                      <a:pt x="3313609" y="1525746"/>
                    </a:lnTo>
                    <a:lnTo>
                      <a:pt x="3312975" y="1525111"/>
                    </a:lnTo>
                    <a:lnTo>
                      <a:pt x="3311705" y="1524476"/>
                    </a:lnTo>
                    <a:lnTo>
                      <a:pt x="3308532" y="1523842"/>
                    </a:lnTo>
                    <a:lnTo>
                      <a:pt x="3307897" y="1523207"/>
                    </a:lnTo>
                    <a:lnTo>
                      <a:pt x="3307263" y="1520033"/>
                    </a:lnTo>
                    <a:lnTo>
                      <a:pt x="3306628" y="1518129"/>
                    </a:lnTo>
                    <a:lnTo>
                      <a:pt x="3305359" y="1517495"/>
                    </a:lnTo>
                    <a:lnTo>
                      <a:pt x="3304089" y="1517495"/>
                    </a:lnTo>
                    <a:lnTo>
                      <a:pt x="3304089" y="1516860"/>
                    </a:lnTo>
                    <a:lnTo>
                      <a:pt x="3304089" y="1515591"/>
                    </a:lnTo>
                    <a:lnTo>
                      <a:pt x="3302820" y="1514322"/>
                    </a:lnTo>
                    <a:lnTo>
                      <a:pt x="3302185" y="1514322"/>
                    </a:lnTo>
                    <a:lnTo>
                      <a:pt x="3300916" y="1514956"/>
                    </a:lnTo>
                    <a:lnTo>
                      <a:pt x="3299646" y="1516225"/>
                    </a:lnTo>
                    <a:lnTo>
                      <a:pt x="3299012" y="1517495"/>
                    </a:lnTo>
                    <a:lnTo>
                      <a:pt x="3299012" y="1518764"/>
                    </a:lnTo>
                    <a:lnTo>
                      <a:pt x="3299646" y="1519399"/>
                    </a:lnTo>
                    <a:lnTo>
                      <a:pt x="3302185" y="1520668"/>
                    </a:lnTo>
                    <a:lnTo>
                      <a:pt x="3299012" y="1523207"/>
                    </a:lnTo>
                    <a:lnTo>
                      <a:pt x="3299012" y="1523842"/>
                    </a:lnTo>
                    <a:lnTo>
                      <a:pt x="3300281" y="1523207"/>
                    </a:lnTo>
                    <a:lnTo>
                      <a:pt x="3300916" y="1523207"/>
                    </a:lnTo>
                    <a:lnTo>
                      <a:pt x="3301551" y="1523842"/>
                    </a:lnTo>
                    <a:lnTo>
                      <a:pt x="3302185" y="1524476"/>
                    </a:lnTo>
                    <a:lnTo>
                      <a:pt x="3301551" y="1524476"/>
                    </a:lnTo>
                    <a:lnTo>
                      <a:pt x="3300281" y="1524476"/>
                    </a:lnTo>
                    <a:lnTo>
                      <a:pt x="3299646" y="1525111"/>
                    </a:lnTo>
                    <a:lnTo>
                      <a:pt x="3302185" y="1526380"/>
                    </a:lnTo>
                    <a:lnTo>
                      <a:pt x="3300916" y="1527015"/>
                    </a:lnTo>
                    <a:lnTo>
                      <a:pt x="3302185" y="1527649"/>
                    </a:lnTo>
                    <a:lnTo>
                      <a:pt x="3305359" y="1527015"/>
                    </a:lnTo>
                    <a:lnTo>
                      <a:pt x="3307263" y="1528284"/>
                    </a:lnTo>
                    <a:lnTo>
                      <a:pt x="3304724" y="1529553"/>
                    </a:lnTo>
                    <a:lnTo>
                      <a:pt x="3301551" y="1530188"/>
                    </a:lnTo>
                    <a:lnTo>
                      <a:pt x="3302185" y="1531458"/>
                    </a:lnTo>
                    <a:lnTo>
                      <a:pt x="3302820" y="1532727"/>
                    </a:lnTo>
                    <a:lnTo>
                      <a:pt x="3303455" y="1533362"/>
                    </a:lnTo>
                    <a:lnTo>
                      <a:pt x="3303455" y="1533996"/>
                    </a:lnTo>
                    <a:lnTo>
                      <a:pt x="3307263" y="1536535"/>
                    </a:lnTo>
                    <a:lnTo>
                      <a:pt x="3309166" y="1538439"/>
                    </a:lnTo>
                    <a:lnTo>
                      <a:pt x="3308532" y="1540343"/>
                    </a:lnTo>
                    <a:lnTo>
                      <a:pt x="3309166" y="1540978"/>
                    </a:lnTo>
                    <a:lnTo>
                      <a:pt x="3309801" y="1542247"/>
                    </a:lnTo>
                    <a:lnTo>
                      <a:pt x="3309801" y="1542882"/>
                    </a:lnTo>
                    <a:lnTo>
                      <a:pt x="3309801" y="1542882"/>
                    </a:lnTo>
                    <a:lnTo>
                      <a:pt x="3310436" y="1543516"/>
                    </a:lnTo>
                    <a:lnTo>
                      <a:pt x="3311071" y="1543516"/>
                    </a:lnTo>
                    <a:lnTo>
                      <a:pt x="3312340" y="1542247"/>
                    </a:lnTo>
                    <a:lnTo>
                      <a:pt x="3314244" y="1541612"/>
                    </a:lnTo>
                    <a:lnTo>
                      <a:pt x="3314879" y="1541612"/>
                    </a:lnTo>
                    <a:lnTo>
                      <a:pt x="3315513" y="1542247"/>
                    </a:lnTo>
                    <a:lnTo>
                      <a:pt x="3315513" y="1542882"/>
                    </a:lnTo>
                    <a:lnTo>
                      <a:pt x="3314879" y="1543516"/>
                    </a:lnTo>
                    <a:lnTo>
                      <a:pt x="3313609" y="1544151"/>
                    </a:lnTo>
                    <a:lnTo>
                      <a:pt x="3313609" y="1544786"/>
                    </a:lnTo>
                    <a:lnTo>
                      <a:pt x="3315513" y="1544151"/>
                    </a:lnTo>
                    <a:lnTo>
                      <a:pt x="3316148" y="1544151"/>
                    </a:lnTo>
                    <a:lnTo>
                      <a:pt x="3317417" y="1544151"/>
                    </a:lnTo>
                    <a:lnTo>
                      <a:pt x="3316783" y="1545420"/>
                    </a:lnTo>
                    <a:lnTo>
                      <a:pt x="3317417" y="1546690"/>
                    </a:lnTo>
                    <a:lnTo>
                      <a:pt x="3318686" y="1547324"/>
                    </a:lnTo>
                    <a:lnTo>
                      <a:pt x="3319956" y="1547324"/>
                    </a:lnTo>
                    <a:lnTo>
                      <a:pt x="3321225" y="1547959"/>
                    </a:lnTo>
                    <a:lnTo>
                      <a:pt x="3322495" y="1550498"/>
                    </a:lnTo>
                    <a:lnTo>
                      <a:pt x="3323764" y="1550498"/>
                    </a:lnTo>
                    <a:lnTo>
                      <a:pt x="3325668" y="1548593"/>
                    </a:lnTo>
                    <a:lnTo>
                      <a:pt x="3326938" y="1547959"/>
                    </a:lnTo>
                    <a:lnTo>
                      <a:pt x="3328207" y="1548593"/>
                    </a:lnTo>
                    <a:lnTo>
                      <a:pt x="3328207" y="1549863"/>
                    </a:lnTo>
                    <a:lnTo>
                      <a:pt x="3327572" y="1551132"/>
                    </a:lnTo>
                    <a:lnTo>
                      <a:pt x="3326938" y="1552402"/>
                    </a:lnTo>
                    <a:lnTo>
                      <a:pt x="3326303" y="1553036"/>
                    </a:lnTo>
                    <a:lnTo>
                      <a:pt x="3328207" y="1554306"/>
                    </a:lnTo>
                    <a:lnTo>
                      <a:pt x="3335188" y="1556844"/>
                    </a:lnTo>
                    <a:lnTo>
                      <a:pt x="3333919" y="1556844"/>
                    </a:lnTo>
                    <a:lnTo>
                      <a:pt x="3333284" y="1557479"/>
                    </a:lnTo>
                    <a:lnTo>
                      <a:pt x="3333284" y="1558114"/>
                    </a:lnTo>
                    <a:lnTo>
                      <a:pt x="3334553" y="1559383"/>
                    </a:lnTo>
                    <a:lnTo>
                      <a:pt x="3335823" y="1561287"/>
                    </a:lnTo>
                    <a:lnTo>
                      <a:pt x="3335823" y="1561922"/>
                    </a:lnTo>
                    <a:lnTo>
                      <a:pt x="3338361" y="1560652"/>
                    </a:lnTo>
                    <a:lnTo>
                      <a:pt x="3340265" y="1560652"/>
                    </a:lnTo>
                    <a:lnTo>
                      <a:pt x="3341535" y="1562556"/>
                    </a:lnTo>
                    <a:lnTo>
                      <a:pt x="3343439" y="1561287"/>
                    </a:lnTo>
                    <a:lnTo>
                      <a:pt x="3345978" y="1560652"/>
                    </a:lnTo>
                    <a:lnTo>
                      <a:pt x="3346612" y="1560018"/>
                    </a:lnTo>
                    <a:lnTo>
                      <a:pt x="3344073" y="1558114"/>
                    </a:lnTo>
                    <a:lnTo>
                      <a:pt x="3344073" y="1558748"/>
                    </a:lnTo>
                    <a:close/>
                    <a:moveTo>
                      <a:pt x="3281876" y="1495916"/>
                    </a:moveTo>
                    <a:lnTo>
                      <a:pt x="3282511" y="1495281"/>
                    </a:lnTo>
                    <a:lnTo>
                      <a:pt x="3283145" y="1494647"/>
                    </a:lnTo>
                    <a:lnTo>
                      <a:pt x="3283780" y="1493378"/>
                    </a:lnTo>
                    <a:lnTo>
                      <a:pt x="3284415" y="1492108"/>
                    </a:lnTo>
                    <a:lnTo>
                      <a:pt x="3284415" y="1490839"/>
                    </a:lnTo>
                    <a:lnTo>
                      <a:pt x="3283780" y="1489569"/>
                    </a:lnTo>
                    <a:lnTo>
                      <a:pt x="3283145" y="1487665"/>
                    </a:lnTo>
                    <a:lnTo>
                      <a:pt x="3281876" y="1486396"/>
                    </a:lnTo>
                    <a:lnTo>
                      <a:pt x="3280606" y="1485761"/>
                    </a:lnTo>
                    <a:lnTo>
                      <a:pt x="3279337" y="1485761"/>
                    </a:lnTo>
                    <a:lnTo>
                      <a:pt x="3275529" y="1487031"/>
                    </a:lnTo>
                    <a:lnTo>
                      <a:pt x="3274260" y="1487665"/>
                    </a:lnTo>
                    <a:lnTo>
                      <a:pt x="3273625" y="1488935"/>
                    </a:lnTo>
                    <a:lnTo>
                      <a:pt x="3273625" y="1490839"/>
                    </a:lnTo>
                    <a:lnTo>
                      <a:pt x="3274260" y="1491473"/>
                    </a:lnTo>
                    <a:lnTo>
                      <a:pt x="3276164" y="1492743"/>
                    </a:lnTo>
                    <a:lnTo>
                      <a:pt x="3279337" y="1496551"/>
                    </a:lnTo>
                    <a:lnTo>
                      <a:pt x="3280606" y="1497820"/>
                    </a:lnTo>
                    <a:lnTo>
                      <a:pt x="3280606" y="1495916"/>
                    </a:lnTo>
                    <a:close/>
                    <a:moveTo>
                      <a:pt x="3295204" y="1513687"/>
                    </a:moveTo>
                    <a:lnTo>
                      <a:pt x="3293935" y="1513687"/>
                    </a:lnTo>
                    <a:lnTo>
                      <a:pt x="3292031" y="1513052"/>
                    </a:lnTo>
                    <a:lnTo>
                      <a:pt x="3290761" y="1513687"/>
                    </a:lnTo>
                    <a:lnTo>
                      <a:pt x="3290761" y="1515591"/>
                    </a:lnTo>
                    <a:lnTo>
                      <a:pt x="3288857" y="1515591"/>
                    </a:lnTo>
                    <a:lnTo>
                      <a:pt x="3289492" y="1511783"/>
                    </a:lnTo>
                    <a:lnTo>
                      <a:pt x="3289492" y="1509879"/>
                    </a:lnTo>
                    <a:lnTo>
                      <a:pt x="3288222" y="1508609"/>
                    </a:lnTo>
                    <a:lnTo>
                      <a:pt x="3286953" y="1507975"/>
                    </a:lnTo>
                    <a:lnTo>
                      <a:pt x="3285684" y="1508609"/>
                    </a:lnTo>
                    <a:lnTo>
                      <a:pt x="3284415" y="1509244"/>
                    </a:lnTo>
                    <a:lnTo>
                      <a:pt x="3283145" y="1509879"/>
                    </a:lnTo>
                    <a:lnTo>
                      <a:pt x="3283780" y="1511148"/>
                    </a:lnTo>
                    <a:lnTo>
                      <a:pt x="3283145" y="1511783"/>
                    </a:lnTo>
                    <a:lnTo>
                      <a:pt x="3281876" y="1511783"/>
                    </a:lnTo>
                    <a:lnTo>
                      <a:pt x="3281241" y="1512418"/>
                    </a:lnTo>
                    <a:lnTo>
                      <a:pt x="3281241" y="1514322"/>
                    </a:lnTo>
                    <a:lnTo>
                      <a:pt x="3281876" y="1515591"/>
                    </a:lnTo>
                    <a:lnTo>
                      <a:pt x="3284415" y="1516225"/>
                    </a:lnTo>
                    <a:lnTo>
                      <a:pt x="3283780" y="1516860"/>
                    </a:lnTo>
                    <a:lnTo>
                      <a:pt x="3283145" y="1516860"/>
                    </a:lnTo>
                    <a:lnTo>
                      <a:pt x="3282511" y="1516860"/>
                    </a:lnTo>
                    <a:lnTo>
                      <a:pt x="3281876" y="1516860"/>
                    </a:lnTo>
                    <a:lnTo>
                      <a:pt x="3282511" y="1518764"/>
                    </a:lnTo>
                    <a:lnTo>
                      <a:pt x="3283145" y="1520668"/>
                    </a:lnTo>
                    <a:lnTo>
                      <a:pt x="3284415" y="1522572"/>
                    </a:lnTo>
                    <a:lnTo>
                      <a:pt x="3285684" y="1523207"/>
                    </a:lnTo>
                    <a:lnTo>
                      <a:pt x="3286319" y="1523207"/>
                    </a:lnTo>
                    <a:lnTo>
                      <a:pt x="3286953" y="1522572"/>
                    </a:lnTo>
                    <a:lnTo>
                      <a:pt x="3286953" y="1521938"/>
                    </a:lnTo>
                    <a:lnTo>
                      <a:pt x="3286953" y="1520668"/>
                    </a:lnTo>
                    <a:lnTo>
                      <a:pt x="3286953" y="1520033"/>
                    </a:lnTo>
                    <a:lnTo>
                      <a:pt x="3287588" y="1520033"/>
                    </a:lnTo>
                    <a:lnTo>
                      <a:pt x="3288857" y="1520033"/>
                    </a:lnTo>
                    <a:lnTo>
                      <a:pt x="3289492" y="1520033"/>
                    </a:lnTo>
                    <a:lnTo>
                      <a:pt x="3290126" y="1520668"/>
                    </a:lnTo>
                    <a:lnTo>
                      <a:pt x="3290761" y="1520668"/>
                    </a:lnTo>
                    <a:lnTo>
                      <a:pt x="3291396" y="1520668"/>
                    </a:lnTo>
                    <a:lnTo>
                      <a:pt x="3292031" y="1520033"/>
                    </a:lnTo>
                    <a:lnTo>
                      <a:pt x="3293935" y="1518129"/>
                    </a:lnTo>
                    <a:lnTo>
                      <a:pt x="3295204" y="1517495"/>
                    </a:lnTo>
                    <a:lnTo>
                      <a:pt x="3295839" y="1516860"/>
                    </a:lnTo>
                    <a:lnTo>
                      <a:pt x="3295204" y="1514322"/>
                    </a:lnTo>
                    <a:lnTo>
                      <a:pt x="3295204" y="1513052"/>
                    </a:lnTo>
                    <a:lnTo>
                      <a:pt x="3295204" y="1513687"/>
                    </a:lnTo>
                    <a:close/>
                    <a:moveTo>
                      <a:pt x="2252442" y="1080842"/>
                    </a:moveTo>
                    <a:lnTo>
                      <a:pt x="2253711" y="1079573"/>
                    </a:lnTo>
                    <a:lnTo>
                      <a:pt x="2254346" y="1077669"/>
                    </a:lnTo>
                    <a:lnTo>
                      <a:pt x="2253711" y="1076400"/>
                    </a:lnTo>
                    <a:lnTo>
                      <a:pt x="2252442" y="1076400"/>
                    </a:lnTo>
                    <a:lnTo>
                      <a:pt x="2251807" y="1077034"/>
                    </a:lnTo>
                    <a:lnTo>
                      <a:pt x="2251173" y="1077669"/>
                    </a:lnTo>
                    <a:lnTo>
                      <a:pt x="2250538" y="1079573"/>
                    </a:lnTo>
                    <a:lnTo>
                      <a:pt x="2249903" y="1080842"/>
                    </a:lnTo>
                    <a:lnTo>
                      <a:pt x="2249269" y="1081477"/>
                    </a:lnTo>
                    <a:lnTo>
                      <a:pt x="2249903" y="1082111"/>
                    </a:lnTo>
                    <a:lnTo>
                      <a:pt x="2252442" y="1080842"/>
                    </a:lnTo>
                    <a:close/>
                    <a:moveTo>
                      <a:pt x="1586674" y="481080"/>
                    </a:moveTo>
                    <a:lnTo>
                      <a:pt x="1588578" y="479810"/>
                    </a:lnTo>
                    <a:lnTo>
                      <a:pt x="1589212" y="479810"/>
                    </a:lnTo>
                    <a:lnTo>
                      <a:pt x="1591751" y="479810"/>
                    </a:lnTo>
                    <a:lnTo>
                      <a:pt x="1597463" y="477906"/>
                    </a:lnTo>
                    <a:lnTo>
                      <a:pt x="1599367" y="477906"/>
                    </a:lnTo>
                    <a:lnTo>
                      <a:pt x="1600002" y="477906"/>
                    </a:lnTo>
                    <a:lnTo>
                      <a:pt x="1600002" y="477906"/>
                    </a:lnTo>
                    <a:lnTo>
                      <a:pt x="1600002" y="477906"/>
                    </a:lnTo>
                    <a:lnTo>
                      <a:pt x="1600636" y="477272"/>
                    </a:lnTo>
                    <a:lnTo>
                      <a:pt x="1601271" y="476637"/>
                    </a:lnTo>
                    <a:lnTo>
                      <a:pt x="1601906" y="476637"/>
                    </a:lnTo>
                    <a:lnTo>
                      <a:pt x="1603175" y="476637"/>
                    </a:lnTo>
                    <a:lnTo>
                      <a:pt x="1603810" y="476637"/>
                    </a:lnTo>
                    <a:lnTo>
                      <a:pt x="1603810" y="476637"/>
                    </a:lnTo>
                    <a:lnTo>
                      <a:pt x="1603810" y="476637"/>
                    </a:lnTo>
                    <a:lnTo>
                      <a:pt x="1604444" y="476637"/>
                    </a:lnTo>
                    <a:lnTo>
                      <a:pt x="1605079" y="476637"/>
                    </a:lnTo>
                    <a:lnTo>
                      <a:pt x="1605079" y="476002"/>
                    </a:lnTo>
                    <a:lnTo>
                      <a:pt x="1604444" y="476002"/>
                    </a:lnTo>
                    <a:lnTo>
                      <a:pt x="1579058" y="482984"/>
                    </a:lnTo>
                    <a:lnTo>
                      <a:pt x="1581596" y="482984"/>
                    </a:lnTo>
                    <a:lnTo>
                      <a:pt x="1586674" y="481080"/>
                    </a:lnTo>
                    <a:close/>
                    <a:moveTo>
                      <a:pt x="1580327" y="481714"/>
                    </a:moveTo>
                    <a:lnTo>
                      <a:pt x="1579692" y="481714"/>
                    </a:lnTo>
                    <a:lnTo>
                      <a:pt x="1580327" y="481714"/>
                    </a:lnTo>
                    <a:lnTo>
                      <a:pt x="1580327" y="481714"/>
                    </a:lnTo>
                    <a:close/>
                    <a:moveTo>
                      <a:pt x="1577788" y="482349"/>
                    </a:moveTo>
                    <a:lnTo>
                      <a:pt x="1579692" y="481714"/>
                    </a:lnTo>
                    <a:lnTo>
                      <a:pt x="1575884" y="482984"/>
                    </a:lnTo>
                    <a:lnTo>
                      <a:pt x="1577788" y="482349"/>
                    </a:lnTo>
                    <a:lnTo>
                      <a:pt x="1577788" y="482349"/>
                    </a:lnTo>
                    <a:close/>
                    <a:moveTo>
                      <a:pt x="1573346" y="483618"/>
                    </a:moveTo>
                    <a:lnTo>
                      <a:pt x="1573346" y="483618"/>
                    </a:lnTo>
                    <a:lnTo>
                      <a:pt x="1575884" y="482984"/>
                    </a:lnTo>
                    <a:lnTo>
                      <a:pt x="1574615" y="482984"/>
                    </a:lnTo>
                    <a:lnTo>
                      <a:pt x="1573346" y="483618"/>
                    </a:lnTo>
                    <a:close/>
                    <a:moveTo>
                      <a:pt x="1565730" y="486792"/>
                    </a:moveTo>
                    <a:lnTo>
                      <a:pt x="1565730" y="486792"/>
                    </a:lnTo>
                    <a:lnTo>
                      <a:pt x="1566999" y="486157"/>
                    </a:lnTo>
                    <a:lnTo>
                      <a:pt x="1568268" y="486157"/>
                    </a:lnTo>
                    <a:lnTo>
                      <a:pt x="1571442" y="484253"/>
                    </a:lnTo>
                    <a:lnTo>
                      <a:pt x="1573346" y="483618"/>
                    </a:lnTo>
                    <a:lnTo>
                      <a:pt x="1573346" y="483618"/>
                    </a:lnTo>
                    <a:lnTo>
                      <a:pt x="1564460" y="486157"/>
                    </a:lnTo>
                    <a:lnTo>
                      <a:pt x="1563826" y="486792"/>
                    </a:lnTo>
                    <a:lnTo>
                      <a:pt x="1563826" y="487426"/>
                    </a:lnTo>
                    <a:lnTo>
                      <a:pt x="1564460" y="487426"/>
                    </a:lnTo>
                    <a:lnTo>
                      <a:pt x="1565730" y="486792"/>
                    </a:lnTo>
                    <a:close/>
                    <a:moveTo>
                      <a:pt x="1542881" y="498216"/>
                    </a:moveTo>
                    <a:lnTo>
                      <a:pt x="1544151" y="496946"/>
                    </a:lnTo>
                    <a:lnTo>
                      <a:pt x="1546689" y="495677"/>
                    </a:lnTo>
                    <a:lnTo>
                      <a:pt x="1546689" y="495042"/>
                    </a:lnTo>
                    <a:lnTo>
                      <a:pt x="1546055" y="495042"/>
                    </a:lnTo>
                    <a:lnTo>
                      <a:pt x="1544151" y="495677"/>
                    </a:lnTo>
                    <a:lnTo>
                      <a:pt x="1542247" y="496946"/>
                    </a:lnTo>
                    <a:lnTo>
                      <a:pt x="1540977" y="497581"/>
                    </a:lnTo>
                    <a:lnTo>
                      <a:pt x="1540343" y="498216"/>
                    </a:lnTo>
                    <a:lnTo>
                      <a:pt x="1540343" y="498850"/>
                    </a:lnTo>
                    <a:lnTo>
                      <a:pt x="1542881" y="498216"/>
                    </a:lnTo>
                    <a:close/>
                    <a:moveTo>
                      <a:pt x="1551132" y="495042"/>
                    </a:moveTo>
                    <a:lnTo>
                      <a:pt x="1553671" y="493138"/>
                    </a:lnTo>
                    <a:lnTo>
                      <a:pt x="1554940" y="492504"/>
                    </a:lnTo>
                    <a:lnTo>
                      <a:pt x="1558114" y="490600"/>
                    </a:lnTo>
                    <a:lnTo>
                      <a:pt x="1558114" y="489965"/>
                    </a:lnTo>
                    <a:lnTo>
                      <a:pt x="1555575" y="490600"/>
                    </a:lnTo>
                    <a:lnTo>
                      <a:pt x="1550498" y="493138"/>
                    </a:lnTo>
                    <a:lnTo>
                      <a:pt x="1549863" y="493773"/>
                    </a:lnTo>
                    <a:lnTo>
                      <a:pt x="1548593" y="495042"/>
                    </a:lnTo>
                    <a:lnTo>
                      <a:pt x="1547959" y="495677"/>
                    </a:lnTo>
                    <a:lnTo>
                      <a:pt x="1549863" y="495042"/>
                    </a:lnTo>
                    <a:lnTo>
                      <a:pt x="1551132" y="495042"/>
                    </a:lnTo>
                    <a:close/>
                    <a:moveTo>
                      <a:pt x="1716781" y="168822"/>
                    </a:moveTo>
                    <a:lnTo>
                      <a:pt x="1716781" y="166283"/>
                    </a:lnTo>
                    <a:lnTo>
                      <a:pt x="1717415" y="162476"/>
                    </a:lnTo>
                    <a:lnTo>
                      <a:pt x="1718685" y="159302"/>
                    </a:lnTo>
                    <a:lnTo>
                      <a:pt x="1719954" y="158033"/>
                    </a:lnTo>
                    <a:lnTo>
                      <a:pt x="1719954" y="158033"/>
                    </a:lnTo>
                    <a:lnTo>
                      <a:pt x="1719320" y="158667"/>
                    </a:lnTo>
                    <a:lnTo>
                      <a:pt x="1718050" y="160572"/>
                    </a:lnTo>
                    <a:lnTo>
                      <a:pt x="1716781" y="165649"/>
                    </a:lnTo>
                    <a:lnTo>
                      <a:pt x="1715512" y="171996"/>
                    </a:lnTo>
                    <a:lnTo>
                      <a:pt x="1715512" y="172630"/>
                    </a:lnTo>
                    <a:lnTo>
                      <a:pt x="1715512" y="175804"/>
                    </a:lnTo>
                    <a:lnTo>
                      <a:pt x="1715512" y="178977"/>
                    </a:lnTo>
                    <a:lnTo>
                      <a:pt x="1716781" y="170726"/>
                    </a:lnTo>
                    <a:lnTo>
                      <a:pt x="1716781" y="168822"/>
                    </a:lnTo>
                    <a:close/>
                    <a:moveTo>
                      <a:pt x="1721224" y="1315035"/>
                    </a:moveTo>
                    <a:lnTo>
                      <a:pt x="1721858" y="1316305"/>
                    </a:lnTo>
                    <a:lnTo>
                      <a:pt x="1722493" y="1315670"/>
                    </a:lnTo>
                    <a:lnTo>
                      <a:pt x="1722493" y="1315035"/>
                    </a:lnTo>
                    <a:lnTo>
                      <a:pt x="1721858" y="1314401"/>
                    </a:lnTo>
                    <a:lnTo>
                      <a:pt x="1721224" y="1313766"/>
                    </a:lnTo>
                    <a:lnTo>
                      <a:pt x="1721224" y="1313766"/>
                    </a:lnTo>
                    <a:lnTo>
                      <a:pt x="1721224" y="1313131"/>
                    </a:lnTo>
                    <a:lnTo>
                      <a:pt x="1721224" y="1312497"/>
                    </a:lnTo>
                    <a:lnTo>
                      <a:pt x="1720589" y="1312497"/>
                    </a:lnTo>
                    <a:lnTo>
                      <a:pt x="1719954" y="1313131"/>
                    </a:lnTo>
                    <a:lnTo>
                      <a:pt x="1719954" y="1313766"/>
                    </a:lnTo>
                    <a:lnTo>
                      <a:pt x="1720589" y="1314401"/>
                    </a:lnTo>
                    <a:lnTo>
                      <a:pt x="1721224" y="1314401"/>
                    </a:lnTo>
                    <a:lnTo>
                      <a:pt x="1721224" y="1315035"/>
                    </a:lnTo>
                    <a:close/>
                    <a:moveTo>
                      <a:pt x="2511387" y="126934"/>
                    </a:moveTo>
                    <a:lnTo>
                      <a:pt x="2512656" y="127569"/>
                    </a:lnTo>
                    <a:lnTo>
                      <a:pt x="2514560" y="127569"/>
                    </a:lnTo>
                    <a:lnTo>
                      <a:pt x="2517099" y="128838"/>
                    </a:lnTo>
                    <a:lnTo>
                      <a:pt x="2519638" y="129473"/>
                    </a:lnTo>
                    <a:lnTo>
                      <a:pt x="2524715" y="133281"/>
                    </a:lnTo>
                    <a:lnTo>
                      <a:pt x="2527254" y="134550"/>
                    </a:lnTo>
                    <a:lnTo>
                      <a:pt x="2528523" y="135185"/>
                    </a:lnTo>
                    <a:lnTo>
                      <a:pt x="2527889" y="133915"/>
                    </a:lnTo>
                    <a:lnTo>
                      <a:pt x="2527254" y="133281"/>
                    </a:lnTo>
                    <a:lnTo>
                      <a:pt x="2526619" y="132646"/>
                    </a:lnTo>
                    <a:lnTo>
                      <a:pt x="2522177" y="129473"/>
                    </a:lnTo>
                    <a:lnTo>
                      <a:pt x="2510752" y="125030"/>
                    </a:lnTo>
                    <a:lnTo>
                      <a:pt x="2507579" y="125030"/>
                    </a:lnTo>
                    <a:lnTo>
                      <a:pt x="2509483" y="125665"/>
                    </a:lnTo>
                    <a:lnTo>
                      <a:pt x="2511387" y="126934"/>
                    </a:lnTo>
                    <a:close/>
                    <a:moveTo>
                      <a:pt x="1775805" y="96470"/>
                    </a:moveTo>
                    <a:lnTo>
                      <a:pt x="1785960" y="99643"/>
                    </a:lnTo>
                    <a:lnTo>
                      <a:pt x="1773901" y="95200"/>
                    </a:lnTo>
                    <a:lnTo>
                      <a:pt x="1771997" y="96470"/>
                    </a:lnTo>
                    <a:lnTo>
                      <a:pt x="1770728" y="98374"/>
                    </a:lnTo>
                    <a:lnTo>
                      <a:pt x="1770093" y="99009"/>
                    </a:lnTo>
                    <a:lnTo>
                      <a:pt x="1772632" y="96470"/>
                    </a:lnTo>
                    <a:lnTo>
                      <a:pt x="1775805" y="96470"/>
                    </a:lnTo>
                    <a:close/>
                    <a:moveTo>
                      <a:pt x="1739629" y="127569"/>
                    </a:moveTo>
                    <a:lnTo>
                      <a:pt x="1740898" y="124395"/>
                    </a:lnTo>
                    <a:lnTo>
                      <a:pt x="1744072" y="120587"/>
                    </a:lnTo>
                    <a:lnTo>
                      <a:pt x="1745976" y="118683"/>
                    </a:lnTo>
                    <a:lnTo>
                      <a:pt x="1745976" y="118683"/>
                    </a:lnTo>
                    <a:lnTo>
                      <a:pt x="1744072" y="119318"/>
                    </a:lnTo>
                    <a:lnTo>
                      <a:pt x="1742168" y="120587"/>
                    </a:lnTo>
                    <a:lnTo>
                      <a:pt x="1740264" y="122492"/>
                    </a:lnTo>
                    <a:lnTo>
                      <a:pt x="1738994" y="124395"/>
                    </a:lnTo>
                    <a:lnTo>
                      <a:pt x="1737725" y="126934"/>
                    </a:lnTo>
                    <a:lnTo>
                      <a:pt x="1733917" y="132012"/>
                    </a:lnTo>
                    <a:lnTo>
                      <a:pt x="1737090" y="129473"/>
                    </a:lnTo>
                    <a:lnTo>
                      <a:pt x="1739629" y="127569"/>
                    </a:lnTo>
                    <a:close/>
                    <a:moveTo>
                      <a:pt x="1748514" y="114241"/>
                    </a:moveTo>
                    <a:lnTo>
                      <a:pt x="1749149" y="112971"/>
                    </a:lnTo>
                    <a:lnTo>
                      <a:pt x="1755496" y="106625"/>
                    </a:lnTo>
                    <a:lnTo>
                      <a:pt x="1762477" y="102182"/>
                    </a:lnTo>
                    <a:lnTo>
                      <a:pt x="1756765" y="104720"/>
                    </a:lnTo>
                    <a:lnTo>
                      <a:pt x="1749149" y="111067"/>
                    </a:lnTo>
                    <a:lnTo>
                      <a:pt x="1748514" y="112337"/>
                    </a:lnTo>
                    <a:lnTo>
                      <a:pt x="1745976" y="118049"/>
                    </a:lnTo>
                    <a:lnTo>
                      <a:pt x="1746610" y="117414"/>
                    </a:lnTo>
                    <a:lnTo>
                      <a:pt x="1748514" y="114241"/>
                    </a:lnTo>
                    <a:close/>
                    <a:moveTo>
                      <a:pt x="1724397" y="146609"/>
                    </a:moveTo>
                    <a:lnTo>
                      <a:pt x="1725666" y="143436"/>
                    </a:lnTo>
                    <a:lnTo>
                      <a:pt x="1731378" y="137089"/>
                    </a:lnTo>
                    <a:lnTo>
                      <a:pt x="1733282" y="133915"/>
                    </a:lnTo>
                    <a:lnTo>
                      <a:pt x="1726301" y="141532"/>
                    </a:lnTo>
                    <a:lnTo>
                      <a:pt x="1725032" y="143436"/>
                    </a:lnTo>
                    <a:lnTo>
                      <a:pt x="1724397" y="146609"/>
                    </a:lnTo>
                    <a:lnTo>
                      <a:pt x="1719954" y="156763"/>
                    </a:lnTo>
                    <a:lnTo>
                      <a:pt x="1721858" y="154225"/>
                    </a:lnTo>
                    <a:lnTo>
                      <a:pt x="1724397" y="146609"/>
                    </a:lnTo>
                    <a:close/>
                    <a:moveTo>
                      <a:pt x="1516225" y="508370"/>
                    </a:moveTo>
                    <a:lnTo>
                      <a:pt x="1520668" y="507101"/>
                    </a:lnTo>
                    <a:lnTo>
                      <a:pt x="1523207" y="505832"/>
                    </a:lnTo>
                    <a:lnTo>
                      <a:pt x="1525111" y="505197"/>
                    </a:lnTo>
                    <a:lnTo>
                      <a:pt x="1525745" y="504562"/>
                    </a:lnTo>
                    <a:lnTo>
                      <a:pt x="1526380" y="503928"/>
                    </a:lnTo>
                    <a:lnTo>
                      <a:pt x="1530188" y="503293"/>
                    </a:lnTo>
                    <a:lnTo>
                      <a:pt x="1533996" y="501389"/>
                    </a:lnTo>
                    <a:lnTo>
                      <a:pt x="1535900" y="501389"/>
                    </a:lnTo>
                    <a:lnTo>
                      <a:pt x="1537169" y="500754"/>
                    </a:lnTo>
                    <a:lnTo>
                      <a:pt x="1538439" y="500120"/>
                    </a:lnTo>
                    <a:lnTo>
                      <a:pt x="1540343" y="499485"/>
                    </a:lnTo>
                    <a:lnTo>
                      <a:pt x="1535900" y="499485"/>
                    </a:lnTo>
                    <a:lnTo>
                      <a:pt x="1533996" y="500120"/>
                    </a:lnTo>
                    <a:lnTo>
                      <a:pt x="1513052" y="509005"/>
                    </a:lnTo>
                    <a:lnTo>
                      <a:pt x="1511148" y="510274"/>
                    </a:lnTo>
                    <a:lnTo>
                      <a:pt x="1510513" y="510909"/>
                    </a:lnTo>
                    <a:lnTo>
                      <a:pt x="1513687" y="509640"/>
                    </a:lnTo>
                    <a:lnTo>
                      <a:pt x="1516225" y="508370"/>
                    </a:lnTo>
                    <a:close/>
                    <a:moveTo>
                      <a:pt x="2233402" y="86315"/>
                    </a:moveTo>
                    <a:lnTo>
                      <a:pt x="2240383" y="91393"/>
                    </a:lnTo>
                    <a:lnTo>
                      <a:pt x="2241653" y="92027"/>
                    </a:lnTo>
                    <a:lnTo>
                      <a:pt x="2242922" y="91393"/>
                    </a:lnTo>
                    <a:lnTo>
                      <a:pt x="2244191" y="90758"/>
                    </a:lnTo>
                    <a:lnTo>
                      <a:pt x="2247365" y="92662"/>
                    </a:lnTo>
                    <a:lnTo>
                      <a:pt x="2247365" y="92662"/>
                    </a:lnTo>
                    <a:lnTo>
                      <a:pt x="2244191" y="90123"/>
                    </a:lnTo>
                    <a:lnTo>
                      <a:pt x="2242922" y="89489"/>
                    </a:lnTo>
                    <a:lnTo>
                      <a:pt x="2242287" y="89489"/>
                    </a:lnTo>
                    <a:lnTo>
                      <a:pt x="2241018" y="90123"/>
                    </a:lnTo>
                    <a:lnTo>
                      <a:pt x="2240383" y="90123"/>
                    </a:lnTo>
                    <a:lnTo>
                      <a:pt x="2231498" y="84411"/>
                    </a:lnTo>
                    <a:lnTo>
                      <a:pt x="2230229" y="84411"/>
                    </a:lnTo>
                    <a:lnTo>
                      <a:pt x="2229594" y="85046"/>
                    </a:lnTo>
                    <a:lnTo>
                      <a:pt x="2229594" y="85680"/>
                    </a:lnTo>
                    <a:lnTo>
                      <a:pt x="2231498" y="85680"/>
                    </a:lnTo>
                    <a:lnTo>
                      <a:pt x="2233402" y="86315"/>
                    </a:lnTo>
                    <a:close/>
                    <a:moveTo>
                      <a:pt x="1470529" y="932964"/>
                    </a:moveTo>
                    <a:lnTo>
                      <a:pt x="1470529" y="932964"/>
                    </a:lnTo>
                    <a:lnTo>
                      <a:pt x="1469895" y="932964"/>
                    </a:lnTo>
                    <a:lnTo>
                      <a:pt x="1469260" y="934234"/>
                    </a:lnTo>
                    <a:lnTo>
                      <a:pt x="1467990" y="936137"/>
                    </a:lnTo>
                    <a:lnTo>
                      <a:pt x="1467990" y="937407"/>
                    </a:lnTo>
                    <a:lnTo>
                      <a:pt x="1468625" y="938042"/>
                    </a:lnTo>
                    <a:lnTo>
                      <a:pt x="1469260" y="938042"/>
                    </a:lnTo>
                    <a:lnTo>
                      <a:pt x="1469260" y="938042"/>
                    </a:lnTo>
                    <a:lnTo>
                      <a:pt x="1469260" y="938042"/>
                    </a:lnTo>
                    <a:lnTo>
                      <a:pt x="1469895" y="938042"/>
                    </a:lnTo>
                    <a:lnTo>
                      <a:pt x="1469895" y="938042"/>
                    </a:lnTo>
                    <a:lnTo>
                      <a:pt x="1469895" y="938042"/>
                    </a:lnTo>
                    <a:lnTo>
                      <a:pt x="1470529" y="938042"/>
                    </a:lnTo>
                    <a:lnTo>
                      <a:pt x="1471164" y="938676"/>
                    </a:lnTo>
                    <a:lnTo>
                      <a:pt x="1471164" y="938676"/>
                    </a:lnTo>
                    <a:lnTo>
                      <a:pt x="1471164" y="938042"/>
                    </a:lnTo>
                    <a:lnTo>
                      <a:pt x="1471164" y="937407"/>
                    </a:lnTo>
                    <a:lnTo>
                      <a:pt x="1470529" y="936772"/>
                    </a:lnTo>
                    <a:lnTo>
                      <a:pt x="1469895" y="935503"/>
                    </a:lnTo>
                    <a:lnTo>
                      <a:pt x="1470529" y="934234"/>
                    </a:lnTo>
                    <a:lnTo>
                      <a:pt x="1470529" y="932964"/>
                    </a:lnTo>
                    <a:close/>
                    <a:moveTo>
                      <a:pt x="1465452" y="950735"/>
                    </a:moveTo>
                    <a:lnTo>
                      <a:pt x="1465452" y="952004"/>
                    </a:lnTo>
                    <a:lnTo>
                      <a:pt x="1465452" y="953274"/>
                    </a:lnTo>
                    <a:lnTo>
                      <a:pt x="1466086" y="953908"/>
                    </a:lnTo>
                    <a:lnTo>
                      <a:pt x="1466086" y="953274"/>
                    </a:lnTo>
                    <a:lnTo>
                      <a:pt x="1466086" y="950735"/>
                    </a:lnTo>
                    <a:lnTo>
                      <a:pt x="1466721" y="948196"/>
                    </a:lnTo>
                    <a:lnTo>
                      <a:pt x="1468625" y="944388"/>
                    </a:lnTo>
                    <a:lnTo>
                      <a:pt x="1468625" y="943754"/>
                    </a:lnTo>
                    <a:lnTo>
                      <a:pt x="1467990" y="944388"/>
                    </a:lnTo>
                    <a:lnTo>
                      <a:pt x="1467356" y="946292"/>
                    </a:lnTo>
                    <a:lnTo>
                      <a:pt x="1465452" y="950735"/>
                    </a:lnTo>
                    <a:close/>
                    <a:moveTo>
                      <a:pt x="1527015" y="883460"/>
                    </a:moveTo>
                    <a:lnTo>
                      <a:pt x="1525745" y="884095"/>
                    </a:lnTo>
                    <a:lnTo>
                      <a:pt x="1526380" y="884729"/>
                    </a:lnTo>
                    <a:lnTo>
                      <a:pt x="1527015" y="884095"/>
                    </a:lnTo>
                    <a:lnTo>
                      <a:pt x="1527015" y="883460"/>
                    </a:lnTo>
                    <a:close/>
                    <a:moveTo>
                      <a:pt x="1747880" y="1545420"/>
                    </a:moveTo>
                    <a:lnTo>
                      <a:pt x="1746610" y="1545420"/>
                    </a:lnTo>
                    <a:lnTo>
                      <a:pt x="1744706" y="1546690"/>
                    </a:lnTo>
                    <a:lnTo>
                      <a:pt x="1744072" y="1547324"/>
                    </a:lnTo>
                    <a:lnTo>
                      <a:pt x="1745341" y="1546690"/>
                    </a:lnTo>
                    <a:lnTo>
                      <a:pt x="1747880" y="1545420"/>
                    </a:lnTo>
                    <a:lnTo>
                      <a:pt x="1747880" y="1545420"/>
                    </a:lnTo>
                    <a:close/>
                    <a:moveTo>
                      <a:pt x="1732013" y="1340422"/>
                    </a:moveTo>
                    <a:lnTo>
                      <a:pt x="1732013" y="1340422"/>
                    </a:lnTo>
                    <a:lnTo>
                      <a:pt x="1732013" y="1340422"/>
                    </a:lnTo>
                    <a:lnTo>
                      <a:pt x="1731378" y="1338518"/>
                    </a:lnTo>
                    <a:lnTo>
                      <a:pt x="1730744" y="1338518"/>
                    </a:lnTo>
                    <a:lnTo>
                      <a:pt x="1730744" y="1337884"/>
                    </a:lnTo>
                    <a:lnTo>
                      <a:pt x="1730744" y="1338518"/>
                    </a:lnTo>
                    <a:lnTo>
                      <a:pt x="1730744" y="1339153"/>
                    </a:lnTo>
                    <a:lnTo>
                      <a:pt x="1731378" y="1341057"/>
                    </a:lnTo>
                    <a:lnTo>
                      <a:pt x="1732013" y="1340422"/>
                    </a:lnTo>
                    <a:close/>
                    <a:moveTo>
                      <a:pt x="1750418" y="1544786"/>
                    </a:moveTo>
                    <a:lnTo>
                      <a:pt x="1751688" y="1544151"/>
                    </a:lnTo>
                    <a:lnTo>
                      <a:pt x="1751688" y="1543516"/>
                    </a:lnTo>
                    <a:lnTo>
                      <a:pt x="1750418" y="1544786"/>
                    </a:lnTo>
                    <a:lnTo>
                      <a:pt x="1749149" y="1544786"/>
                    </a:lnTo>
                    <a:lnTo>
                      <a:pt x="1748514" y="1545420"/>
                    </a:lnTo>
                    <a:lnTo>
                      <a:pt x="1748514" y="1545420"/>
                    </a:lnTo>
                    <a:lnTo>
                      <a:pt x="1749149" y="1544786"/>
                    </a:lnTo>
                    <a:lnTo>
                      <a:pt x="1750418" y="1544786"/>
                    </a:lnTo>
                    <a:close/>
                    <a:moveTo>
                      <a:pt x="1532092" y="883460"/>
                    </a:moveTo>
                    <a:lnTo>
                      <a:pt x="1532092" y="883460"/>
                    </a:lnTo>
                    <a:lnTo>
                      <a:pt x="1531457" y="882825"/>
                    </a:lnTo>
                    <a:lnTo>
                      <a:pt x="1530823" y="882191"/>
                    </a:lnTo>
                    <a:lnTo>
                      <a:pt x="1530188" y="882825"/>
                    </a:lnTo>
                    <a:lnTo>
                      <a:pt x="1530188" y="882825"/>
                    </a:lnTo>
                    <a:lnTo>
                      <a:pt x="1530188" y="883460"/>
                    </a:lnTo>
                    <a:lnTo>
                      <a:pt x="1530823" y="884729"/>
                    </a:lnTo>
                    <a:lnTo>
                      <a:pt x="1532092" y="885999"/>
                    </a:lnTo>
                    <a:lnTo>
                      <a:pt x="1532727" y="885364"/>
                    </a:lnTo>
                    <a:lnTo>
                      <a:pt x="1532092" y="884729"/>
                    </a:lnTo>
                    <a:lnTo>
                      <a:pt x="1532092" y="884095"/>
                    </a:lnTo>
                    <a:lnTo>
                      <a:pt x="1532092" y="883460"/>
                    </a:lnTo>
                    <a:close/>
                    <a:moveTo>
                      <a:pt x="1534631" y="884729"/>
                    </a:moveTo>
                    <a:lnTo>
                      <a:pt x="1534631" y="882191"/>
                    </a:lnTo>
                    <a:lnTo>
                      <a:pt x="1533996" y="882191"/>
                    </a:lnTo>
                    <a:lnTo>
                      <a:pt x="1533996" y="882825"/>
                    </a:lnTo>
                    <a:lnTo>
                      <a:pt x="1533996" y="884095"/>
                    </a:lnTo>
                    <a:lnTo>
                      <a:pt x="1534631" y="884729"/>
                    </a:lnTo>
                    <a:lnTo>
                      <a:pt x="1534631" y="884729"/>
                    </a:lnTo>
                    <a:close/>
                    <a:moveTo>
                      <a:pt x="1531457" y="890442"/>
                    </a:moveTo>
                    <a:lnTo>
                      <a:pt x="1531457" y="890442"/>
                    </a:lnTo>
                    <a:lnTo>
                      <a:pt x="1530823" y="891711"/>
                    </a:lnTo>
                    <a:lnTo>
                      <a:pt x="1530823" y="892345"/>
                    </a:lnTo>
                    <a:lnTo>
                      <a:pt x="1531457" y="892980"/>
                    </a:lnTo>
                    <a:lnTo>
                      <a:pt x="1532092" y="892980"/>
                    </a:lnTo>
                    <a:lnTo>
                      <a:pt x="1532727" y="892980"/>
                    </a:lnTo>
                    <a:lnTo>
                      <a:pt x="1532727" y="891711"/>
                    </a:lnTo>
                    <a:lnTo>
                      <a:pt x="1532092" y="890442"/>
                    </a:lnTo>
                    <a:lnTo>
                      <a:pt x="1531457" y="890442"/>
                    </a:lnTo>
                    <a:lnTo>
                      <a:pt x="1531457" y="890442"/>
                    </a:lnTo>
                    <a:close/>
                    <a:moveTo>
                      <a:pt x="1884334" y="1567634"/>
                    </a:moveTo>
                    <a:lnTo>
                      <a:pt x="1882430" y="1566365"/>
                    </a:lnTo>
                    <a:lnTo>
                      <a:pt x="1881795" y="1565095"/>
                    </a:lnTo>
                    <a:lnTo>
                      <a:pt x="1879891" y="1563826"/>
                    </a:lnTo>
                    <a:lnTo>
                      <a:pt x="1873544" y="1565095"/>
                    </a:lnTo>
                    <a:lnTo>
                      <a:pt x="1871006" y="1564460"/>
                    </a:lnTo>
                    <a:lnTo>
                      <a:pt x="1869736" y="1564460"/>
                    </a:lnTo>
                    <a:lnTo>
                      <a:pt x="1867832" y="1565730"/>
                    </a:lnTo>
                    <a:lnTo>
                      <a:pt x="1867198" y="1566365"/>
                    </a:lnTo>
                    <a:lnTo>
                      <a:pt x="1866563" y="1566999"/>
                    </a:lnTo>
                    <a:lnTo>
                      <a:pt x="1865928" y="1568268"/>
                    </a:lnTo>
                    <a:lnTo>
                      <a:pt x="1865294" y="1569538"/>
                    </a:lnTo>
                    <a:lnTo>
                      <a:pt x="1865294" y="1570807"/>
                    </a:lnTo>
                    <a:lnTo>
                      <a:pt x="1866563" y="1570172"/>
                    </a:lnTo>
                    <a:lnTo>
                      <a:pt x="1872275" y="1570807"/>
                    </a:lnTo>
                    <a:lnTo>
                      <a:pt x="1873544" y="1570172"/>
                    </a:lnTo>
                    <a:lnTo>
                      <a:pt x="1874179" y="1570172"/>
                    </a:lnTo>
                    <a:lnTo>
                      <a:pt x="1874814" y="1570807"/>
                    </a:lnTo>
                    <a:lnTo>
                      <a:pt x="1875448" y="1570807"/>
                    </a:lnTo>
                    <a:lnTo>
                      <a:pt x="1875448" y="1570172"/>
                    </a:lnTo>
                    <a:lnTo>
                      <a:pt x="1876083" y="1568903"/>
                    </a:lnTo>
                    <a:lnTo>
                      <a:pt x="1876718" y="1568268"/>
                    </a:lnTo>
                    <a:lnTo>
                      <a:pt x="1881795" y="1568268"/>
                    </a:lnTo>
                    <a:lnTo>
                      <a:pt x="1883064" y="1568903"/>
                    </a:lnTo>
                    <a:lnTo>
                      <a:pt x="1884334" y="1570807"/>
                    </a:lnTo>
                    <a:lnTo>
                      <a:pt x="1885603" y="1571442"/>
                    </a:lnTo>
                    <a:lnTo>
                      <a:pt x="1886238" y="1570807"/>
                    </a:lnTo>
                    <a:lnTo>
                      <a:pt x="1885603" y="1568903"/>
                    </a:lnTo>
                    <a:lnTo>
                      <a:pt x="1884334" y="1567634"/>
                    </a:lnTo>
                    <a:close/>
                    <a:moveTo>
                      <a:pt x="1554940" y="840303"/>
                    </a:moveTo>
                    <a:lnTo>
                      <a:pt x="1554940" y="840303"/>
                    </a:lnTo>
                    <a:lnTo>
                      <a:pt x="1553671" y="840937"/>
                    </a:lnTo>
                    <a:lnTo>
                      <a:pt x="1553671" y="842206"/>
                    </a:lnTo>
                    <a:lnTo>
                      <a:pt x="1554306" y="842841"/>
                    </a:lnTo>
                    <a:lnTo>
                      <a:pt x="1554940" y="842841"/>
                    </a:lnTo>
                    <a:lnTo>
                      <a:pt x="1555575" y="842841"/>
                    </a:lnTo>
                    <a:lnTo>
                      <a:pt x="1556209" y="841572"/>
                    </a:lnTo>
                    <a:lnTo>
                      <a:pt x="1554940" y="840303"/>
                    </a:lnTo>
                    <a:lnTo>
                      <a:pt x="1554940" y="840303"/>
                    </a:lnTo>
                    <a:close/>
                    <a:moveTo>
                      <a:pt x="1656487" y="795876"/>
                    </a:moveTo>
                    <a:lnTo>
                      <a:pt x="1656487" y="795876"/>
                    </a:lnTo>
                    <a:lnTo>
                      <a:pt x="1655853" y="794606"/>
                    </a:lnTo>
                    <a:lnTo>
                      <a:pt x="1655218" y="794606"/>
                    </a:lnTo>
                    <a:lnTo>
                      <a:pt x="1653314" y="795241"/>
                    </a:lnTo>
                    <a:lnTo>
                      <a:pt x="1652679" y="795876"/>
                    </a:lnTo>
                    <a:lnTo>
                      <a:pt x="1650141" y="799684"/>
                    </a:lnTo>
                    <a:lnTo>
                      <a:pt x="1652045" y="800953"/>
                    </a:lnTo>
                    <a:lnTo>
                      <a:pt x="1653314" y="801588"/>
                    </a:lnTo>
                    <a:lnTo>
                      <a:pt x="1653949" y="802857"/>
                    </a:lnTo>
                    <a:lnTo>
                      <a:pt x="1654583" y="802857"/>
                    </a:lnTo>
                    <a:lnTo>
                      <a:pt x="1660295" y="803492"/>
                    </a:lnTo>
                    <a:lnTo>
                      <a:pt x="1665373" y="802857"/>
                    </a:lnTo>
                    <a:lnTo>
                      <a:pt x="1665373" y="803492"/>
                    </a:lnTo>
                    <a:lnTo>
                      <a:pt x="1666007" y="804126"/>
                    </a:lnTo>
                    <a:lnTo>
                      <a:pt x="1666642" y="804761"/>
                    </a:lnTo>
                    <a:lnTo>
                      <a:pt x="1667277" y="804126"/>
                    </a:lnTo>
                    <a:lnTo>
                      <a:pt x="1667277" y="803492"/>
                    </a:lnTo>
                    <a:lnTo>
                      <a:pt x="1666642" y="800953"/>
                    </a:lnTo>
                    <a:lnTo>
                      <a:pt x="1666642" y="800953"/>
                    </a:lnTo>
                    <a:lnTo>
                      <a:pt x="1666642" y="800953"/>
                    </a:lnTo>
                    <a:lnTo>
                      <a:pt x="1666642" y="800953"/>
                    </a:lnTo>
                    <a:lnTo>
                      <a:pt x="1666642" y="800953"/>
                    </a:lnTo>
                    <a:lnTo>
                      <a:pt x="1666642" y="800953"/>
                    </a:lnTo>
                    <a:lnTo>
                      <a:pt x="1666642" y="800953"/>
                    </a:lnTo>
                    <a:lnTo>
                      <a:pt x="1666642" y="800318"/>
                    </a:lnTo>
                    <a:lnTo>
                      <a:pt x="1666642" y="799684"/>
                    </a:lnTo>
                    <a:lnTo>
                      <a:pt x="1664738" y="797145"/>
                    </a:lnTo>
                    <a:lnTo>
                      <a:pt x="1665373" y="796510"/>
                    </a:lnTo>
                    <a:lnTo>
                      <a:pt x="1664103" y="795241"/>
                    </a:lnTo>
                    <a:lnTo>
                      <a:pt x="1663469" y="794606"/>
                    </a:lnTo>
                    <a:lnTo>
                      <a:pt x="1662834" y="794606"/>
                    </a:lnTo>
                    <a:lnTo>
                      <a:pt x="1662199" y="795876"/>
                    </a:lnTo>
                    <a:lnTo>
                      <a:pt x="1661565" y="796510"/>
                    </a:lnTo>
                    <a:lnTo>
                      <a:pt x="1660295" y="796510"/>
                    </a:lnTo>
                    <a:lnTo>
                      <a:pt x="1657122" y="795241"/>
                    </a:lnTo>
                    <a:lnTo>
                      <a:pt x="1655853" y="795241"/>
                    </a:lnTo>
                    <a:lnTo>
                      <a:pt x="1655853" y="796510"/>
                    </a:lnTo>
                    <a:lnTo>
                      <a:pt x="1656487" y="795876"/>
                    </a:lnTo>
                    <a:lnTo>
                      <a:pt x="1656487" y="795876"/>
                    </a:lnTo>
                    <a:close/>
                    <a:moveTo>
                      <a:pt x="1554306" y="835860"/>
                    </a:moveTo>
                    <a:lnTo>
                      <a:pt x="1553036" y="836495"/>
                    </a:lnTo>
                    <a:lnTo>
                      <a:pt x="1552402" y="837129"/>
                    </a:lnTo>
                    <a:lnTo>
                      <a:pt x="1551767" y="838399"/>
                    </a:lnTo>
                    <a:lnTo>
                      <a:pt x="1552402" y="839033"/>
                    </a:lnTo>
                    <a:lnTo>
                      <a:pt x="1554306" y="838399"/>
                    </a:lnTo>
                    <a:lnTo>
                      <a:pt x="1554306" y="838399"/>
                    </a:lnTo>
                    <a:lnTo>
                      <a:pt x="1554306" y="837764"/>
                    </a:lnTo>
                    <a:lnTo>
                      <a:pt x="1554306" y="837129"/>
                    </a:lnTo>
                    <a:lnTo>
                      <a:pt x="1554306" y="835860"/>
                    </a:lnTo>
                    <a:lnTo>
                      <a:pt x="1554306" y="835860"/>
                    </a:lnTo>
                    <a:close/>
                    <a:moveTo>
                      <a:pt x="1528284" y="890442"/>
                    </a:moveTo>
                    <a:lnTo>
                      <a:pt x="1528284" y="890442"/>
                    </a:lnTo>
                    <a:lnTo>
                      <a:pt x="1528919" y="891711"/>
                    </a:lnTo>
                    <a:lnTo>
                      <a:pt x="1529553" y="891711"/>
                    </a:lnTo>
                    <a:lnTo>
                      <a:pt x="1530188" y="891711"/>
                    </a:lnTo>
                    <a:lnTo>
                      <a:pt x="1530823" y="891076"/>
                    </a:lnTo>
                    <a:lnTo>
                      <a:pt x="1530823" y="890442"/>
                    </a:lnTo>
                    <a:lnTo>
                      <a:pt x="1530188" y="889807"/>
                    </a:lnTo>
                    <a:lnTo>
                      <a:pt x="1528284" y="890442"/>
                    </a:lnTo>
                    <a:close/>
                    <a:moveTo>
                      <a:pt x="1490839" y="521698"/>
                    </a:moveTo>
                    <a:lnTo>
                      <a:pt x="1493377" y="520429"/>
                    </a:lnTo>
                    <a:lnTo>
                      <a:pt x="1494647" y="520429"/>
                    </a:lnTo>
                    <a:lnTo>
                      <a:pt x="1495281" y="520429"/>
                    </a:lnTo>
                    <a:lnTo>
                      <a:pt x="1495281" y="520429"/>
                    </a:lnTo>
                    <a:lnTo>
                      <a:pt x="1495916" y="519794"/>
                    </a:lnTo>
                    <a:lnTo>
                      <a:pt x="1499724" y="517891"/>
                    </a:lnTo>
                    <a:lnTo>
                      <a:pt x="1501628" y="517256"/>
                    </a:lnTo>
                    <a:lnTo>
                      <a:pt x="1507975" y="513448"/>
                    </a:lnTo>
                    <a:lnTo>
                      <a:pt x="1509244" y="512178"/>
                    </a:lnTo>
                    <a:lnTo>
                      <a:pt x="1509244" y="512178"/>
                    </a:lnTo>
                    <a:lnTo>
                      <a:pt x="1508609" y="512178"/>
                    </a:lnTo>
                    <a:lnTo>
                      <a:pt x="1507975" y="512178"/>
                    </a:lnTo>
                    <a:lnTo>
                      <a:pt x="1490204" y="521698"/>
                    </a:lnTo>
                    <a:lnTo>
                      <a:pt x="1489569" y="522333"/>
                    </a:lnTo>
                    <a:lnTo>
                      <a:pt x="1490204" y="522333"/>
                    </a:lnTo>
                    <a:lnTo>
                      <a:pt x="1490839" y="521698"/>
                    </a:lnTo>
                    <a:close/>
                    <a:moveTo>
                      <a:pt x="1465452" y="535027"/>
                    </a:moveTo>
                    <a:lnTo>
                      <a:pt x="1466721" y="535027"/>
                    </a:lnTo>
                    <a:lnTo>
                      <a:pt x="1469895" y="532488"/>
                    </a:lnTo>
                    <a:lnTo>
                      <a:pt x="1469260" y="532488"/>
                    </a:lnTo>
                    <a:lnTo>
                      <a:pt x="1469260" y="531853"/>
                    </a:lnTo>
                    <a:lnTo>
                      <a:pt x="1469895" y="531218"/>
                    </a:lnTo>
                    <a:lnTo>
                      <a:pt x="1473702" y="529949"/>
                    </a:lnTo>
                    <a:lnTo>
                      <a:pt x="1474337" y="529314"/>
                    </a:lnTo>
                    <a:lnTo>
                      <a:pt x="1473702" y="529314"/>
                    </a:lnTo>
                    <a:lnTo>
                      <a:pt x="1468625" y="530584"/>
                    </a:lnTo>
                    <a:lnTo>
                      <a:pt x="1467356" y="531218"/>
                    </a:lnTo>
                    <a:lnTo>
                      <a:pt x="1466721" y="531853"/>
                    </a:lnTo>
                    <a:lnTo>
                      <a:pt x="1466721" y="532488"/>
                    </a:lnTo>
                    <a:lnTo>
                      <a:pt x="1466086" y="533757"/>
                    </a:lnTo>
                    <a:lnTo>
                      <a:pt x="1465452" y="535027"/>
                    </a:lnTo>
                    <a:lnTo>
                      <a:pt x="1465452" y="535027"/>
                    </a:lnTo>
                    <a:close/>
                    <a:moveTo>
                      <a:pt x="2147722" y="1350577"/>
                    </a:moveTo>
                    <a:lnTo>
                      <a:pt x="2146452" y="1351211"/>
                    </a:lnTo>
                    <a:lnTo>
                      <a:pt x="2145183" y="1351211"/>
                    </a:lnTo>
                    <a:lnTo>
                      <a:pt x="2143914" y="1351846"/>
                    </a:lnTo>
                    <a:lnTo>
                      <a:pt x="2142644" y="1353750"/>
                    </a:lnTo>
                    <a:lnTo>
                      <a:pt x="2142010" y="1354385"/>
                    </a:lnTo>
                    <a:lnTo>
                      <a:pt x="2139471" y="1355654"/>
                    </a:lnTo>
                    <a:lnTo>
                      <a:pt x="2138202" y="1356924"/>
                    </a:lnTo>
                    <a:lnTo>
                      <a:pt x="2137567" y="1358828"/>
                    </a:lnTo>
                    <a:lnTo>
                      <a:pt x="2136932" y="1359462"/>
                    </a:lnTo>
                    <a:lnTo>
                      <a:pt x="2133124" y="1360731"/>
                    </a:lnTo>
                    <a:lnTo>
                      <a:pt x="2133759" y="1361366"/>
                    </a:lnTo>
                    <a:lnTo>
                      <a:pt x="2134393" y="1362001"/>
                    </a:lnTo>
                    <a:lnTo>
                      <a:pt x="2134393" y="1362635"/>
                    </a:lnTo>
                    <a:lnTo>
                      <a:pt x="2134393" y="1363905"/>
                    </a:lnTo>
                    <a:lnTo>
                      <a:pt x="2135028" y="1365174"/>
                    </a:lnTo>
                    <a:lnTo>
                      <a:pt x="2140740" y="1368348"/>
                    </a:lnTo>
                    <a:lnTo>
                      <a:pt x="2142010" y="1368348"/>
                    </a:lnTo>
                    <a:lnTo>
                      <a:pt x="2143279" y="1367713"/>
                    </a:lnTo>
                    <a:lnTo>
                      <a:pt x="2144548" y="1365174"/>
                    </a:lnTo>
                    <a:lnTo>
                      <a:pt x="2149625" y="1360097"/>
                    </a:lnTo>
                    <a:lnTo>
                      <a:pt x="2148991" y="1358828"/>
                    </a:lnTo>
                    <a:lnTo>
                      <a:pt x="2148991" y="1357558"/>
                    </a:lnTo>
                    <a:lnTo>
                      <a:pt x="2150260" y="1355019"/>
                    </a:lnTo>
                    <a:lnTo>
                      <a:pt x="2150260" y="1354385"/>
                    </a:lnTo>
                    <a:lnTo>
                      <a:pt x="2150260" y="1353750"/>
                    </a:lnTo>
                    <a:lnTo>
                      <a:pt x="2150260" y="1353115"/>
                    </a:lnTo>
                    <a:lnTo>
                      <a:pt x="2150260" y="1352481"/>
                    </a:lnTo>
                    <a:lnTo>
                      <a:pt x="2148991" y="1351211"/>
                    </a:lnTo>
                    <a:lnTo>
                      <a:pt x="2147722" y="1351211"/>
                    </a:lnTo>
                    <a:lnTo>
                      <a:pt x="2147722" y="1350577"/>
                    </a:lnTo>
                    <a:close/>
                    <a:moveTo>
                      <a:pt x="3293935" y="1407062"/>
                    </a:moveTo>
                    <a:lnTo>
                      <a:pt x="3292665" y="1408332"/>
                    </a:lnTo>
                    <a:lnTo>
                      <a:pt x="3293935" y="1408966"/>
                    </a:lnTo>
                    <a:lnTo>
                      <a:pt x="3294569" y="1410871"/>
                    </a:lnTo>
                    <a:lnTo>
                      <a:pt x="3295204" y="1412774"/>
                    </a:lnTo>
                    <a:lnTo>
                      <a:pt x="3295839" y="1415313"/>
                    </a:lnTo>
                    <a:lnTo>
                      <a:pt x="3294569" y="1415313"/>
                    </a:lnTo>
                    <a:lnTo>
                      <a:pt x="3295204" y="1417217"/>
                    </a:lnTo>
                    <a:lnTo>
                      <a:pt x="3296473" y="1419121"/>
                    </a:lnTo>
                    <a:lnTo>
                      <a:pt x="3297742" y="1419756"/>
                    </a:lnTo>
                    <a:lnTo>
                      <a:pt x="3299012" y="1420391"/>
                    </a:lnTo>
                    <a:lnTo>
                      <a:pt x="3302185" y="1423564"/>
                    </a:lnTo>
                    <a:lnTo>
                      <a:pt x="3303455" y="1424198"/>
                    </a:lnTo>
                    <a:lnTo>
                      <a:pt x="3304089" y="1423564"/>
                    </a:lnTo>
                    <a:lnTo>
                      <a:pt x="3304089" y="1422294"/>
                    </a:lnTo>
                    <a:lnTo>
                      <a:pt x="3304089" y="1421025"/>
                    </a:lnTo>
                    <a:lnTo>
                      <a:pt x="3304089" y="1420391"/>
                    </a:lnTo>
                    <a:lnTo>
                      <a:pt x="3304724" y="1419756"/>
                    </a:lnTo>
                    <a:lnTo>
                      <a:pt x="3305359" y="1419756"/>
                    </a:lnTo>
                    <a:lnTo>
                      <a:pt x="3305993" y="1420391"/>
                    </a:lnTo>
                    <a:lnTo>
                      <a:pt x="3306628" y="1420391"/>
                    </a:lnTo>
                    <a:lnTo>
                      <a:pt x="3312975" y="1419121"/>
                    </a:lnTo>
                    <a:lnTo>
                      <a:pt x="3312975" y="1422294"/>
                    </a:lnTo>
                    <a:lnTo>
                      <a:pt x="3314244" y="1422294"/>
                    </a:lnTo>
                    <a:lnTo>
                      <a:pt x="3316148" y="1421660"/>
                    </a:lnTo>
                    <a:lnTo>
                      <a:pt x="3318052" y="1421660"/>
                    </a:lnTo>
                    <a:lnTo>
                      <a:pt x="3318686" y="1422294"/>
                    </a:lnTo>
                    <a:lnTo>
                      <a:pt x="3318686" y="1423564"/>
                    </a:lnTo>
                    <a:lnTo>
                      <a:pt x="3318686" y="1424198"/>
                    </a:lnTo>
                    <a:lnTo>
                      <a:pt x="3318052" y="1424833"/>
                    </a:lnTo>
                    <a:lnTo>
                      <a:pt x="3318052" y="1425468"/>
                    </a:lnTo>
                    <a:lnTo>
                      <a:pt x="3318052" y="1428641"/>
                    </a:lnTo>
                    <a:lnTo>
                      <a:pt x="3319321" y="1429276"/>
                    </a:lnTo>
                    <a:lnTo>
                      <a:pt x="3321860" y="1429276"/>
                    </a:lnTo>
                    <a:lnTo>
                      <a:pt x="3323129" y="1429911"/>
                    </a:lnTo>
                    <a:lnTo>
                      <a:pt x="3325033" y="1431815"/>
                    </a:lnTo>
                    <a:lnTo>
                      <a:pt x="3325668" y="1432449"/>
                    </a:lnTo>
                    <a:lnTo>
                      <a:pt x="3326938" y="1432449"/>
                    </a:lnTo>
                    <a:lnTo>
                      <a:pt x="3327572" y="1431815"/>
                    </a:lnTo>
                    <a:lnTo>
                      <a:pt x="3328207" y="1431180"/>
                    </a:lnTo>
                    <a:lnTo>
                      <a:pt x="3328841" y="1430545"/>
                    </a:lnTo>
                    <a:lnTo>
                      <a:pt x="3329476" y="1429276"/>
                    </a:lnTo>
                    <a:lnTo>
                      <a:pt x="3330111" y="1429276"/>
                    </a:lnTo>
                    <a:lnTo>
                      <a:pt x="3330745" y="1429276"/>
                    </a:lnTo>
                    <a:lnTo>
                      <a:pt x="3331380" y="1428641"/>
                    </a:lnTo>
                    <a:lnTo>
                      <a:pt x="3332015" y="1428006"/>
                    </a:lnTo>
                    <a:lnTo>
                      <a:pt x="3332649" y="1425468"/>
                    </a:lnTo>
                    <a:lnTo>
                      <a:pt x="3332649" y="1424833"/>
                    </a:lnTo>
                    <a:lnTo>
                      <a:pt x="3333284" y="1424833"/>
                    </a:lnTo>
                    <a:lnTo>
                      <a:pt x="3334553" y="1426737"/>
                    </a:lnTo>
                    <a:lnTo>
                      <a:pt x="3335188" y="1427372"/>
                    </a:lnTo>
                    <a:lnTo>
                      <a:pt x="3337092" y="1427372"/>
                    </a:lnTo>
                    <a:lnTo>
                      <a:pt x="3337092" y="1425468"/>
                    </a:lnTo>
                    <a:lnTo>
                      <a:pt x="3335823" y="1422929"/>
                    </a:lnTo>
                    <a:lnTo>
                      <a:pt x="3333919" y="1421660"/>
                    </a:lnTo>
                    <a:lnTo>
                      <a:pt x="3333919" y="1421025"/>
                    </a:lnTo>
                    <a:lnTo>
                      <a:pt x="3333919" y="1421025"/>
                    </a:lnTo>
                    <a:lnTo>
                      <a:pt x="3333919" y="1420391"/>
                    </a:lnTo>
                    <a:lnTo>
                      <a:pt x="3333284" y="1419121"/>
                    </a:lnTo>
                    <a:lnTo>
                      <a:pt x="3332649" y="1417852"/>
                    </a:lnTo>
                    <a:lnTo>
                      <a:pt x="3332015" y="1417217"/>
                    </a:lnTo>
                    <a:lnTo>
                      <a:pt x="3331380" y="1416582"/>
                    </a:lnTo>
                    <a:lnTo>
                      <a:pt x="3332015" y="1415948"/>
                    </a:lnTo>
                    <a:lnTo>
                      <a:pt x="3332015" y="1415948"/>
                    </a:lnTo>
                    <a:lnTo>
                      <a:pt x="3331380" y="1414678"/>
                    </a:lnTo>
                    <a:lnTo>
                      <a:pt x="3329476" y="1413409"/>
                    </a:lnTo>
                    <a:lnTo>
                      <a:pt x="3328841" y="1412140"/>
                    </a:lnTo>
                    <a:lnTo>
                      <a:pt x="3329476" y="1412140"/>
                    </a:lnTo>
                    <a:lnTo>
                      <a:pt x="3331380" y="1412774"/>
                    </a:lnTo>
                    <a:lnTo>
                      <a:pt x="3332015" y="1412774"/>
                    </a:lnTo>
                    <a:lnTo>
                      <a:pt x="3332649" y="1412140"/>
                    </a:lnTo>
                    <a:lnTo>
                      <a:pt x="3332649" y="1410871"/>
                    </a:lnTo>
                    <a:lnTo>
                      <a:pt x="3332649" y="1410236"/>
                    </a:lnTo>
                    <a:lnTo>
                      <a:pt x="3333919" y="1410871"/>
                    </a:lnTo>
                    <a:lnTo>
                      <a:pt x="3333919" y="1410236"/>
                    </a:lnTo>
                    <a:lnTo>
                      <a:pt x="3333919" y="1409601"/>
                    </a:lnTo>
                    <a:lnTo>
                      <a:pt x="3333919" y="1408966"/>
                    </a:lnTo>
                    <a:lnTo>
                      <a:pt x="3333919" y="1408332"/>
                    </a:lnTo>
                    <a:lnTo>
                      <a:pt x="3329476" y="1405793"/>
                    </a:lnTo>
                    <a:lnTo>
                      <a:pt x="3328207" y="1404524"/>
                    </a:lnTo>
                    <a:lnTo>
                      <a:pt x="3325668" y="1403254"/>
                    </a:lnTo>
                    <a:lnTo>
                      <a:pt x="3323764" y="1403254"/>
                    </a:lnTo>
                    <a:lnTo>
                      <a:pt x="3319956" y="1403889"/>
                    </a:lnTo>
                    <a:lnTo>
                      <a:pt x="3318052" y="1403254"/>
                    </a:lnTo>
                    <a:lnTo>
                      <a:pt x="3316148" y="1402619"/>
                    </a:lnTo>
                    <a:lnTo>
                      <a:pt x="3314879" y="1402619"/>
                    </a:lnTo>
                    <a:lnTo>
                      <a:pt x="3312975" y="1405793"/>
                    </a:lnTo>
                    <a:lnTo>
                      <a:pt x="3311705" y="1407062"/>
                    </a:lnTo>
                    <a:lnTo>
                      <a:pt x="3310436" y="1407697"/>
                    </a:lnTo>
                    <a:lnTo>
                      <a:pt x="3308532" y="1407062"/>
                    </a:lnTo>
                    <a:lnTo>
                      <a:pt x="3309166" y="1405793"/>
                    </a:lnTo>
                    <a:lnTo>
                      <a:pt x="3311705" y="1403254"/>
                    </a:lnTo>
                    <a:lnTo>
                      <a:pt x="3312340" y="1401985"/>
                    </a:lnTo>
                    <a:lnTo>
                      <a:pt x="3312340" y="1400716"/>
                    </a:lnTo>
                    <a:lnTo>
                      <a:pt x="3312340" y="1399446"/>
                    </a:lnTo>
                    <a:lnTo>
                      <a:pt x="3311071" y="1398812"/>
                    </a:lnTo>
                    <a:lnTo>
                      <a:pt x="3311705" y="1398177"/>
                    </a:lnTo>
                    <a:lnTo>
                      <a:pt x="3311705" y="1396908"/>
                    </a:lnTo>
                    <a:lnTo>
                      <a:pt x="3308532" y="1395638"/>
                    </a:lnTo>
                    <a:lnTo>
                      <a:pt x="3307263" y="1394369"/>
                    </a:lnTo>
                    <a:lnTo>
                      <a:pt x="3307263" y="1393099"/>
                    </a:lnTo>
                    <a:lnTo>
                      <a:pt x="3306628" y="1391830"/>
                    </a:lnTo>
                    <a:lnTo>
                      <a:pt x="3305993" y="1390561"/>
                    </a:lnTo>
                    <a:lnTo>
                      <a:pt x="3305359" y="1389926"/>
                    </a:lnTo>
                    <a:lnTo>
                      <a:pt x="3304724" y="1388657"/>
                    </a:lnTo>
                    <a:lnTo>
                      <a:pt x="3302820" y="1389292"/>
                    </a:lnTo>
                    <a:lnTo>
                      <a:pt x="3297742" y="1391830"/>
                    </a:lnTo>
                    <a:lnTo>
                      <a:pt x="3297108" y="1392465"/>
                    </a:lnTo>
                    <a:lnTo>
                      <a:pt x="3297108" y="1393734"/>
                    </a:lnTo>
                    <a:lnTo>
                      <a:pt x="3297108" y="1395004"/>
                    </a:lnTo>
                    <a:lnTo>
                      <a:pt x="3297108" y="1396273"/>
                    </a:lnTo>
                    <a:lnTo>
                      <a:pt x="3297108" y="1396908"/>
                    </a:lnTo>
                    <a:lnTo>
                      <a:pt x="3296473" y="1398177"/>
                    </a:lnTo>
                    <a:lnTo>
                      <a:pt x="3296473" y="1403254"/>
                    </a:lnTo>
                    <a:lnTo>
                      <a:pt x="3295839" y="1404524"/>
                    </a:lnTo>
                    <a:lnTo>
                      <a:pt x="3293935" y="1407062"/>
                    </a:lnTo>
                    <a:close/>
                    <a:moveTo>
                      <a:pt x="2127412" y="1388022"/>
                    </a:moveTo>
                    <a:lnTo>
                      <a:pt x="2127412" y="1388022"/>
                    </a:lnTo>
                    <a:lnTo>
                      <a:pt x="2127412" y="1386753"/>
                    </a:lnTo>
                    <a:lnTo>
                      <a:pt x="2126777" y="1385484"/>
                    </a:lnTo>
                    <a:lnTo>
                      <a:pt x="2126777" y="1384849"/>
                    </a:lnTo>
                    <a:lnTo>
                      <a:pt x="2126143" y="1384849"/>
                    </a:lnTo>
                    <a:lnTo>
                      <a:pt x="2125508" y="1384214"/>
                    </a:lnTo>
                    <a:lnTo>
                      <a:pt x="2125508" y="1383579"/>
                    </a:lnTo>
                    <a:lnTo>
                      <a:pt x="2125508" y="1382945"/>
                    </a:lnTo>
                    <a:lnTo>
                      <a:pt x="2124873" y="1382945"/>
                    </a:lnTo>
                    <a:lnTo>
                      <a:pt x="2124873" y="1382945"/>
                    </a:lnTo>
                    <a:lnTo>
                      <a:pt x="2124873" y="1382945"/>
                    </a:lnTo>
                    <a:lnTo>
                      <a:pt x="2124873" y="1382945"/>
                    </a:lnTo>
                    <a:lnTo>
                      <a:pt x="2124873" y="1382945"/>
                    </a:lnTo>
                    <a:lnTo>
                      <a:pt x="2124873" y="1382945"/>
                    </a:lnTo>
                    <a:lnTo>
                      <a:pt x="2124239" y="1382945"/>
                    </a:lnTo>
                    <a:lnTo>
                      <a:pt x="2123604" y="1382945"/>
                    </a:lnTo>
                    <a:lnTo>
                      <a:pt x="2122335" y="1382310"/>
                    </a:lnTo>
                    <a:lnTo>
                      <a:pt x="2121700" y="1382310"/>
                    </a:lnTo>
                    <a:lnTo>
                      <a:pt x="2120431" y="1382945"/>
                    </a:lnTo>
                    <a:lnTo>
                      <a:pt x="2119796" y="1384214"/>
                    </a:lnTo>
                    <a:lnTo>
                      <a:pt x="2120431" y="1385484"/>
                    </a:lnTo>
                    <a:lnTo>
                      <a:pt x="2121065" y="1386118"/>
                    </a:lnTo>
                    <a:lnTo>
                      <a:pt x="2124239" y="1386753"/>
                    </a:lnTo>
                    <a:lnTo>
                      <a:pt x="2126143" y="1388022"/>
                    </a:lnTo>
                    <a:lnTo>
                      <a:pt x="2127412" y="1388022"/>
                    </a:lnTo>
                    <a:lnTo>
                      <a:pt x="2127412" y="1388022"/>
                    </a:lnTo>
                    <a:lnTo>
                      <a:pt x="2127412" y="1388022"/>
                    </a:lnTo>
                    <a:close/>
                    <a:moveTo>
                      <a:pt x="2180724" y="1388657"/>
                    </a:moveTo>
                    <a:lnTo>
                      <a:pt x="2178820" y="1389292"/>
                    </a:lnTo>
                    <a:lnTo>
                      <a:pt x="2177551" y="1395004"/>
                    </a:lnTo>
                    <a:lnTo>
                      <a:pt x="2177551" y="1396273"/>
                    </a:lnTo>
                    <a:lnTo>
                      <a:pt x="2178186" y="1397542"/>
                    </a:lnTo>
                    <a:lnTo>
                      <a:pt x="2179455" y="1398177"/>
                    </a:lnTo>
                    <a:lnTo>
                      <a:pt x="2180724" y="1398177"/>
                    </a:lnTo>
                    <a:lnTo>
                      <a:pt x="2181359" y="1397542"/>
                    </a:lnTo>
                    <a:lnTo>
                      <a:pt x="2181994" y="1396273"/>
                    </a:lnTo>
                    <a:lnTo>
                      <a:pt x="2182628" y="1394369"/>
                    </a:lnTo>
                    <a:lnTo>
                      <a:pt x="2183263" y="1391196"/>
                    </a:lnTo>
                    <a:lnTo>
                      <a:pt x="2181994" y="1389292"/>
                    </a:lnTo>
                    <a:lnTo>
                      <a:pt x="2180724" y="1388657"/>
                    </a:lnTo>
                    <a:close/>
                    <a:moveTo>
                      <a:pt x="2162319" y="1165888"/>
                    </a:moveTo>
                    <a:lnTo>
                      <a:pt x="2159780" y="1166523"/>
                    </a:lnTo>
                    <a:lnTo>
                      <a:pt x="2159780" y="1166523"/>
                    </a:lnTo>
                    <a:lnTo>
                      <a:pt x="2159780" y="1167157"/>
                    </a:lnTo>
                    <a:lnTo>
                      <a:pt x="2160415" y="1167792"/>
                    </a:lnTo>
                    <a:lnTo>
                      <a:pt x="2161050" y="1167792"/>
                    </a:lnTo>
                    <a:lnTo>
                      <a:pt x="2162319" y="1167157"/>
                    </a:lnTo>
                    <a:lnTo>
                      <a:pt x="2166127" y="1164618"/>
                    </a:lnTo>
                    <a:lnTo>
                      <a:pt x="2165492" y="1163349"/>
                    </a:lnTo>
                    <a:lnTo>
                      <a:pt x="2165492" y="1161445"/>
                    </a:lnTo>
                    <a:lnTo>
                      <a:pt x="2166127" y="1159541"/>
                    </a:lnTo>
                    <a:lnTo>
                      <a:pt x="2166762" y="1158272"/>
                    </a:lnTo>
                    <a:lnTo>
                      <a:pt x="2167396" y="1157637"/>
                    </a:lnTo>
                    <a:lnTo>
                      <a:pt x="2168031" y="1157637"/>
                    </a:lnTo>
                    <a:lnTo>
                      <a:pt x="2168666" y="1157637"/>
                    </a:lnTo>
                    <a:lnTo>
                      <a:pt x="2169300" y="1157003"/>
                    </a:lnTo>
                    <a:lnTo>
                      <a:pt x="2169300" y="1156368"/>
                    </a:lnTo>
                    <a:lnTo>
                      <a:pt x="2169935" y="1154464"/>
                    </a:lnTo>
                    <a:lnTo>
                      <a:pt x="2170570" y="1153829"/>
                    </a:lnTo>
                    <a:lnTo>
                      <a:pt x="2171204" y="1153829"/>
                    </a:lnTo>
                    <a:lnTo>
                      <a:pt x="2170570" y="1152560"/>
                    </a:lnTo>
                    <a:lnTo>
                      <a:pt x="2169300" y="1151925"/>
                    </a:lnTo>
                    <a:lnTo>
                      <a:pt x="2168031" y="1151291"/>
                    </a:lnTo>
                    <a:lnTo>
                      <a:pt x="2167396" y="1151291"/>
                    </a:lnTo>
                    <a:lnTo>
                      <a:pt x="2166127" y="1151291"/>
                    </a:lnTo>
                    <a:lnTo>
                      <a:pt x="2165492" y="1151925"/>
                    </a:lnTo>
                    <a:lnTo>
                      <a:pt x="2164223" y="1154464"/>
                    </a:lnTo>
                    <a:lnTo>
                      <a:pt x="2164858" y="1156368"/>
                    </a:lnTo>
                    <a:lnTo>
                      <a:pt x="2164858" y="1157637"/>
                    </a:lnTo>
                    <a:lnTo>
                      <a:pt x="2164223" y="1158907"/>
                    </a:lnTo>
                    <a:lnTo>
                      <a:pt x="2164223" y="1160176"/>
                    </a:lnTo>
                    <a:lnTo>
                      <a:pt x="2164223" y="1160811"/>
                    </a:lnTo>
                    <a:lnTo>
                      <a:pt x="2162954" y="1162080"/>
                    </a:lnTo>
                    <a:lnTo>
                      <a:pt x="2162319" y="1162715"/>
                    </a:lnTo>
                    <a:lnTo>
                      <a:pt x="2162319" y="1163349"/>
                    </a:lnTo>
                    <a:lnTo>
                      <a:pt x="2162319" y="1164618"/>
                    </a:lnTo>
                    <a:lnTo>
                      <a:pt x="2162319" y="1165888"/>
                    </a:lnTo>
                    <a:lnTo>
                      <a:pt x="2162319" y="1165888"/>
                    </a:lnTo>
                    <a:lnTo>
                      <a:pt x="2162319" y="1165888"/>
                    </a:lnTo>
                    <a:close/>
                    <a:moveTo>
                      <a:pt x="2173108" y="1382945"/>
                    </a:moveTo>
                    <a:lnTo>
                      <a:pt x="2173108" y="1381675"/>
                    </a:lnTo>
                    <a:lnTo>
                      <a:pt x="2172474" y="1381041"/>
                    </a:lnTo>
                    <a:lnTo>
                      <a:pt x="2171839" y="1380406"/>
                    </a:lnTo>
                    <a:lnTo>
                      <a:pt x="2171204" y="1379772"/>
                    </a:lnTo>
                    <a:lnTo>
                      <a:pt x="2171204" y="1380406"/>
                    </a:lnTo>
                    <a:lnTo>
                      <a:pt x="2171204" y="1382310"/>
                    </a:lnTo>
                    <a:lnTo>
                      <a:pt x="2170570" y="1384214"/>
                    </a:lnTo>
                    <a:lnTo>
                      <a:pt x="2169300" y="1386118"/>
                    </a:lnTo>
                    <a:lnTo>
                      <a:pt x="2168666" y="1387388"/>
                    </a:lnTo>
                    <a:lnTo>
                      <a:pt x="2168666" y="1384214"/>
                    </a:lnTo>
                    <a:lnTo>
                      <a:pt x="2168031" y="1382945"/>
                    </a:lnTo>
                    <a:lnTo>
                      <a:pt x="2166762" y="1383579"/>
                    </a:lnTo>
                    <a:lnTo>
                      <a:pt x="2166127" y="1385484"/>
                    </a:lnTo>
                    <a:lnTo>
                      <a:pt x="2166127" y="1387388"/>
                    </a:lnTo>
                    <a:lnTo>
                      <a:pt x="2165492" y="1389926"/>
                    </a:lnTo>
                    <a:lnTo>
                      <a:pt x="2164858" y="1391830"/>
                    </a:lnTo>
                    <a:lnTo>
                      <a:pt x="2164223" y="1392465"/>
                    </a:lnTo>
                    <a:lnTo>
                      <a:pt x="2163588" y="1389292"/>
                    </a:lnTo>
                    <a:lnTo>
                      <a:pt x="2164223" y="1384849"/>
                    </a:lnTo>
                    <a:lnTo>
                      <a:pt x="2166127" y="1377868"/>
                    </a:lnTo>
                    <a:lnTo>
                      <a:pt x="2166762" y="1377233"/>
                    </a:lnTo>
                    <a:lnTo>
                      <a:pt x="2166127" y="1376598"/>
                    </a:lnTo>
                    <a:lnTo>
                      <a:pt x="2165492" y="1375964"/>
                    </a:lnTo>
                    <a:lnTo>
                      <a:pt x="2164858" y="1374694"/>
                    </a:lnTo>
                    <a:lnTo>
                      <a:pt x="2163588" y="1375964"/>
                    </a:lnTo>
                    <a:lnTo>
                      <a:pt x="2162954" y="1376598"/>
                    </a:lnTo>
                    <a:lnTo>
                      <a:pt x="2161050" y="1379772"/>
                    </a:lnTo>
                    <a:lnTo>
                      <a:pt x="2159780" y="1379772"/>
                    </a:lnTo>
                    <a:lnTo>
                      <a:pt x="2158511" y="1379137"/>
                    </a:lnTo>
                    <a:lnTo>
                      <a:pt x="2157242" y="1377868"/>
                    </a:lnTo>
                    <a:lnTo>
                      <a:pt x="2156607" y="1375964"/>
                    </a:lnTo>
                    <a:lnTo>
                      <a:pt x="2157242" y="1375964"/>
                    </a:lnTo>
                    <a:lnTo>
                      <a:pt x="2157876" y="1375329"/>
                    </a:lnTo>
                    <a:lnTo>
                      <a:pt x="2156607" y="1374694"/>
                    </a:lnTo>
                    <a:lnTo>
                      <a:pt x="2156607" y="1374059"/>
                    </a:lnTo>
                    <a:lnTo>
                      <a:pt x="2156607" y="1374059"/>
                    </a:lnTo>
                    <a:lnTo>
                      <a:pt x="2156607" y="1373425"/>
                    </a:lnTo>
                    <a:lnTo>
                      <a:pt x="2156607" y="1372790"/>
                    </a:lnTo>
                    <a:lnTo>
                      <a:pt x="2155337" y="1371521"/>
                    </a:lnTo>
                    <a:lnTo>
                      <a:pt x="2154703" y="1371521"/>
                    </a:lnTo>
                    <a:lnTo>
                      <a:pt x="2154068" y="1372155"/>
                    </a:lnTo>
                    <a:lnTo>
                      <a:pt x="2153434" y="1372790"/>
                    </a:lnTo>
                    <a:lnTo>
                      <a:pt x="2152164" y="1372155"/>
                    </a:lnTo>
                    <a:lnTo>
                      <a:pt x="2151530" y="1372790"/>
                    </a:lnTo>
                    <a:lnTo>
                      <a:pt x="2152164" y="1374694"/>
                    </a:lnTo>
                    <a:lnTo>
                      <a:pt x="2152164" y="1376598"/>
                    </a:lnTo>
                    <a:lnTo>
                      <a:pt x="2151530" y="1378502"/>
                    </a:lnTo>
                    <a:lnTo>
                      <a:pt x="2150895" y="1379137"/>
                    </a:lnTo>
                    <a:lnTo>
                      <a:pt x="2150895" y="1380406"/>
                    </a:lnTo>
                    <a:lnTo>
                      <a:pt x="2149625" y="1382310"/>
                    </a:lnTo>
                    <a:lnTo>
                      <a:pt x="2148356" y="1382945"/>
                    </a:lnTo>
                    <a:lnTo>
                      <a:pt x="2148991" y="1379772"/>
                    </a:lnTo>
                    <a:lnTo>
                      <a:pt x="2148991" y="1379137"/>
                    </a:lnTo>
                    <a:lnTo>
                      <a:pt x="2148356" y="1378502"/>
                    </a:lnTo>
                    <a:lnTo>
                      <a:pt x="2147722" y="1377868"/>
                    </a:lnTo>
                    <a:lnTo>
                      <a:pt x="2147087" y="1377868"/>
                    </a:lnTo>
                    <a:lnTo>
                      <a:pt x="2146452" y="1378502"/>
                    </a:lnTo>
                    <a:lnTo>
                      <a:pt x="2146452" y="1379137"/>
                    </a:lnTo>
                    <a:lnTo>
                      <a:pt x="2145817" y="1379772"/>
                    </a:lnTo>
                    <a:lnTo>
                      <a:pt x="2144548" y="1379772"/>
                    </a:lnTo>
                    <a:lnTo>
                      <a:pt x="2143914" y="1378502"/>
                    </a:lnTo>
                    <a:lnTo>
                      <a:pt x="2143914" y="1376598"/>
                    </a:lnTo>
                    <a:lnTo>
                      <a:pt x="2144548" y="1375329"/>
                    </a:lnTo>
                    <a:lnTo>
                      <a:pt x="2143914" y="1374694"/>
                    </a:lnTo>
                    <a:lnTo>
                      <a:pt x="2143279" y="1374059"/>
                    </a:lnTo>
                    <a:lnTo>
                      <a:pt x="2141375" y="1374059"/>
                    </a:lnTo>
                    <a:lnTo>
                      <a:pt x="2141375" y="1372790"/>
                    </a:lnTo>
                    <a:lnTo>
                      <a:pt x="2142010" y="1370252"/>
                    </a:lnTo>
                    <a:lnTo>
                      <a:pt x="2142644" y="1368982"/>
                    </a:lnTo>
                    <a:lnTo>
                      <a:pt x="2139471" y="1368348"/>
                    </a:lnTo>
                    <a:lnTo>
                      <a:pt x="2138202" y="1368348"/>
                    </a:lnTo>
                    <a:lnTo>
                      <a:pt x="2136932" y="1369617"/>
                    </a:lnTo>
                    <a:lnTo>
                      <a:pt x="2136932" y="1368348"/>
                    </a:lnTo>
                    <a:lnTo>
                      <a:pt x="2136297" y="1367078"/>
                    </a:lnTo>
                    <a:lnTo>
                      <a:pt x="2135663" y="1366444"/>
                    </a:lnTo>
                    <a:lnTo>
                      <a:pt x="2134393" y="1366444"/>
                    </a:lnTo>
                    <a:lnTo>
                      <a:pt x="2133759" y="1367078"/>
                    </a:lnTo>
                    <a:lnTo>
                      <a:pt x="2133759" y="1368348"/>
                    </a:lnTo>
                    <a:lnTo>
                      <a:pt x="2133759" y="1369617"/>
                    </a:lnTo>
                    <a:lnTo>
                      <a:pt x="2133124" y="1370886"/>
                    </a:lnTo>
                    <a:lnTo>
                      <a:pt x="2132490" y="1371521"/>
                    </a:lnTo>
                    <a:lnTo>
                      <a:pt x="2132490" y="1371521"/>
                    </a:lnTo>
                    <a:lnTo>
                      <a:pt x="2132490" y="1370886"/>
                    </a:lnTo>
                    <a:lnTo>
                      <a:pt x="2131855" y="1370252"/>
                    </a:lnTo>
                    <a:lnTo>
                      <a:pt x="2131220" y="1370252"/>
                    </a:lnTo>
                    <a:lnTo>
                      <a:pt x="2130585" y="1370252"/>
                    </a:lnTo>
                    <a:lnTo>
                      <a:pt x="2129951" y="1370252"/>
                    </a:lnTo>
                    <a:lnTo>
                      <a:pt x="2129951" y="1371521"/>
                    </a:lnTo>
                    <a:lnTo>
                      <a:pt x="2128681" y="1374059"/>
                    </a:lnTo>
                    <a:lnTo>
                      <a:pt x="2126143" y="1374694"/>
                    </a:lnTo>
                    <a:lnTo>
                      <a:pt x="2123604" y="1374694"/>
                    </a:lnTo>
                    <a:lnTo>
                      <a:pt x="2122335" y="1375329"/>
                    </a:lnTo>
                    <a:lnTo>
                      <a:pt x="2122969" y="1376598"/>
                    </a:lnTo>
                    <a:lnTo>
                      <a:pt x="2127412" y="1379137"/>
                    </a:lnTo>
                    <a:lnTo>
                      <a:pt x="2128681" y="1380406"/>
                    </a:lnTo>
                    <a:lnTo>
                      <a:pt x="2128047" y="1381041"/>
                    </a:lnTo>
                    <a:lnTo>
                      <a:pt x="2127412" y="1381041"/>
                    </a:lnTo>
                    <a:lnTo>
                      <a:pt x="2126777" y="1381041"/>
                    </a:lnTo>
                    <a:lnTo>
                      <a:pt x="2126143" y="1381041"/>
                    </a:lnTo>
                    <a:lnTo>
                      <a:pt x="2126777" y="1382310"/>
                    </a:lnTo>
                    <a:lnTo>
                      <a:pt x="2127412" y="1382945"/>
                    </a:lnTo>
                    <a:lnTo>
                      <a:pt x="2127412" y="1383579"/>
                    </a:lnTo>
                    <a:lnTo>
                      <a:pt x="2127412" y="1385484"/>
                    </a:lnTo>
                    <a:lnTo>
                      <a:pt x="2128047" y="1387388"/>
                    </a:lnTo>
                    <a:lnTo>
                      <a:pt x="2128681" y="1388657"/>
                    </a:lnTo>
                    <a:lnTo>
                      <a:pt x="2128681" y="1389926"/>
                    </a:lnTo>
                    <a:lnTo>
                      <a:pt x="2128047" y="1391196"/>
                    </a:lnTo>
                    <a:lnTo>
                      <a:pt x="2126777" y="1388022"/>
                    </a:lnTo>
                    <a:lnTo>
                      <a:pt x="2126777" y="1388022"/>
                    </a:lnTo>
                    <a:lnTo>
                      <a:pt x="2126143" y="1388022"/>
                    </a:lnTo>
                    <a:lnTo>
                      <a:pt x="2123604" y="1388022"/>
                    </a:lnTo>
                    <a:lnTo>
                      <a:pt x="2120431" y="1388657"/>
                    </a:lnTo>
                    <a:lnTo>
                      <a:pt x="2117892" y="1388022"/>
                    </a:lnTo>
                    <a:lnTo>
                      <a:pt x="2116623" y="1386753"/>
                    </a:lnTo>
                    <a:lnTo>
                      <a:pt x="2114719" y="1386118"/>
                    </a:lnTo>
                    <a:lnTo>
                      <a:pt x="2112815" y="1386118"/>
                    </a:lnTo>
                    <a:lnTo>
                      <a:pt x="2111545" y="1386118"/>
                    </a:lnTo>
                    <a:lnTo>
                      <a:pt x="2110276" y="1386753"/>
                    </a:lnTo>
                    <a:lnTo>
                      <a:pt x="2107737" y="1389926"/>
                    </a:lnTo>
                    <a:lnTo>
                      <a:pt x="2109007" y="1392465"/>
                    </a:lnTo>
                    <a:lnTo>
                      <a:pt x="2109641" y="1393099"/>
                    </a:lnTo>
                    <a:lnTo>
                      <a:pt x="2110911" y="1393734"/>
                    </a:lnTo>
                    <a:lnTo>
                      <a:pt x="2111545" y="1394369"/>
                    </a:lnTo>
                    <a:lnTo>
                      <a:pt x="2112180" y="1395004"/>
                    </a:lnTo>
                    <a:lnTo>
                      <a:pt x="2112815" y="1395638"/>
                    </a:lnTo>
                    <a:lnTo>
                      <a:pt x="2118527" y="1399446"/>
                    </a:lnTo>
                    <a:lnTo>
                      <a:pt x="2118527" y="1400081"/>
                    </a:lnTo>
                    <a:lnTo>
                      <a:pt x="2117257" y="1400081"/>
                    </a:lnTo>
                    <a:lnTo>
                      <a:pt x="2114719" y="1398812"/>
                    </a:lnTo>
                    <a:lnTo>
                      <a:pt x="2113449" y="1398177"/>
                    </a:lnTo>
                    <a:lnTo>
                      <a:pt x="2113449" y="1398177"/>
                    </a:lnTo>
                    <a:lnTo>
                      <a:pt x="2113449" y="1398812"/>
                    </a:lnTo>
                    <a:lnTo>
                      <a:pt x="2113449" y="1399446"/>
                    </a:lnTo>
                    <a:lnTo>
                      <a:pt x="2112815" y="1399446"/>
                    </a:lnTo>
                    <a:lnTo>
                      <a:pt x="2112815" y="1399446"/>
                    </a:lnTo>
                    <a:lnTo>
                      <a:pt x="2112180" y="1398177"/>
                    </a:lnTo>
                    <a:lnTo>
                      <a:pt x="2112180" y="1397542"/>
                    </a:lnTo>
                    <a:lnTo>
                      <a:pt x="2104564" y="1395004"/>
                    </a:lnTo>
                    <a:lnTo>
                      <a:pt x="2103295" y="1395004"/>
                    </a:lnTo>
                    <a:lnTo>
                      <a:pt x="2101391" y="1398812"/>
                    </a:lnTo>
                    <a:lnTo>
                      <a:pt x="2101391" y="1400081"/>
                    </a:lnTo>
                    <a:lnTo>
                      <a:pt x="2103929" y="1403889"/>
                    </a:lnTo>
                    <a:lnTo>
                      <a:pt x="2105199" y="1405793"/>
                    </a:lnTo>
                    <a:lnTo>
                      <a:pt x="2107737" y="1405793"/>
                    </a:lnTo>
                    <a:lnTo>
                      <a:pt x="2110276" y="1405793"/>
                    </a:lnTo>
                    <a:lnTo>
                      <a:pt x="2112180" y="1406428"/>
                    </a:lnTo>
                    <a:lnTo>
                      <a:pt x="2110911" y="1407697"/>
                    </a:lnTo>
                    <a:lnTo>
                      <a:pt x="2111545" y="1409601"/>
                    </a:lnTo>
                    <a:lnTo>
                      <a:pt x="2112815" y="1411505"/>
                    </a:lnTo>
                    <a:lnTo>
                      <a:pt x="2114084" y="1412774"/>
                    </a:lnTo>
                    <a:lnTo>
                      <a:pt x="2119161" y="1415948"/>
                    </a:lnTo>
                    <a:lnTo>
                      <a:pt x="2126143" y="1418486"/>
                    </a:lnTo>
                    <a:lnTo>
                      <a:pt x="2127412" y="1417217"/>
                    </a:lnTo>
                    <a:lnTo>
                      <a:pt x="2128047" y="1414678"/>
                    </a:lnTo>
                    <a:lnTo>
                      <a:pt x="2127412" y="1410236"/>
                    </a:lnTo>
                    <a:lnTo>
                      <a:pt x="2128047" y="1408332"/>
                    </a:lnTo>
                    <a:lnTo>
                      <a:pt x="2128681" y="1410236"/>
                    </a:lnTo>
                    <a:lnTo>
                      <a:pt x="2129951" y="1411505"/>
                    </a:lnTo>
                    <a:lnTo>
                      <a:pt x="2131220" y="1411505"/>
                    </a:lnTo>
                    <a:lnTo>
                      <a:pt x="2132490" y="1410236"/>
                    </a:lnTo>
                    <a:lnTo>
                      <a:pt x="2133759" y="1410236"/>
                    </a:lnTo>
                    <a:lnTo>
                      <a:pt x="2134393" y="1410236"/>
                    </a:lnTo>
                    <a:lnTo>
                      <a:pt x="2135028" y="1409601"/>
                    </a:lnTo>
                    <a:lnTo>
                      <a:pt x="2135028" y="1408966"/>
                    </a:lnTo>
                    <a:lnTo>
                      <a:pt x="2135028" y="1408332"/>
                    </a:lnTo>
                    <a:lnTo>
                      <a:pt x="2135028" y="1407697"/>
                    </a:lnTo>
                    <a:lnTo>
                      <a:pt x="2135663" y="1405793"/>
                    </a:lnTo>
                    <a:lnTo>
                      <a:pt x="2136297" y="1404524"/>
                    </a:lnTo>
                    <a:lnTo>
                      <a:pt x="2136297" y="1403254"/>
                    </a:lnTo>
                    <a:lnTo>
                      <a:pt x="2136297" y="1399446"/>
                    </a:lnTo>
                    <a:lnTo>
                      <a:pt x="2136297" y="1397542"/>
                    </a:lnTo>
                    <a:lnTo>
                      <a:pt x="2136932" y="1396273"/>
                    </a:lnTo>
                    <a:lnTo>
                      <a:pt x="2138202" y="1395638"/>
                    </a:lnTo>
                    <a:lnTo>
                      <a:pt x="2138202" y="1396908"/>
                    </a:lnTo>
                    <a:lnTo>
                      <a:pt x="2138202" y="1398812"/>
                    </a:lnTo>
                    <a:lnTo>
                      <a:pt x="2138202" y="1405793"/>
                    </a:lnTo>
                    <a:lnTo>
                      <a:pt x="2138202" y="1407062"/>
                    </a:lnTo>
                    <a:lnTo>
                      <a:pt x="2138836" y="1408332"/>
                    </a:lnTo>
                    <a:lnTo>
                      <a:pt x="2140105" y="1405793"/>
                    </a:lnTo>
                    <a:lnTo>
                      <a:pt x="2142010" y="1403889"/>
                    </a:lnTo>
                    <a:lnTo>
                      <a:pt x="2143914" y="1402619"/>
                    </a:lnTo>
                    <a:lnTo>
                      <a:pt x="2145817" y="1403254"/>
                    </a:lnTo>
                    <a:lnTo>
                      <a:pt x="2146452" y="1403889"/>
                    </a:lnTo>
                    <a:lnTo>
                      <a:pt x="2147087" y="1403889"/>
                    </a:lnTo>
                    <a:lnTo>
                      <a:pt x="2148991" y="1403889"/>
                    </a:lnTo>
                    <a:lnTo>
                      <a:pt x="2149625" y="1404524"/>
                    </a:lnTo>
                    <a:lnTo>
                      <a:pt x="2150260" y="1405793"/>
                    </a:lnTo>
                    <a:lnTo>
                      <a:pt x="2150895" y="1405793"/>
                    </a:lnTo>
                    <a:lnTo>
                      <a:pt x="2150895" y="1405158"/>
                    </a:lnTo>
                    <a:lnTo>
                      <a:pt x="2152164" y="1403254"/>
                    </a:lnTo>
                    <a:lnTo>
                      <a:pt x="2152799" y="1402619"/>
                    </a:lnTo>
                    <a:lnTo>
                      <a:pt x="2154068" y="1403254"/>
                    </a:lnTo>
                    <a:lnTo>
                      <a:pt x="2154703" y="1402619"/>
                    </a:lnTo>
                    <a:lnTo>
                      <a:pt x="2154068" y="1401985"/>
                    </a:lnTo>
                    <a:lnTo>
                      <a:pt x="2152799" y="1400081"/>
                    </a:lnTo>
                    <a:lnTo>
                      <a:pt x="2151530" y="1398812"/>
                    </a:lnTo>
                    <a:lnTo>
                      <a:pt x="2151530" y="1398177"/>
                    </a:lnTo>
                    <a:lnTo>
                      <a:pt x="2151530" y="1396273"/>
                    </a:lnTo>
                    <a:lnTo>
                      <a:pt x="2150895" y="1396273"/>
                    </a:lnTo>
                    <a:lnTo>
                      <a:pt x="2150260" y="1396273"/>
                    </a:lnTo>
                    <a:lnTo>
                      <a:pt x="2149625" y="1395638"/>
                    </a:lnTo>
                    <a:lnTo>
                      <a:pt x="2148991" y="1394369"/>
                    </a:lnTo>
                    <a:lnTo>
                      <a:pt x="2149625" y="1394369"/>
                    </a:lnTo>
                    <a:lnTo>
                      <a:pt x="2151530" y="1395638"/>
                    </a:lnTo>
                    <a:lnTo>
                      <a:pt x="2152164" y="1395638"/>
                    </a:lnTo>
                    <a:lnTo>
                      <a:pt x="2152799" y="1395004"/>
                    </a:lnTo>
                    <a:lnTo>
                      <a:pt x="2152799" y="1393734"/>
                    </a:lnTo>
                    <a:lnTo>
                      <a:pt x="2152164" y="1393099"/>
                    </a:lnTo>
                    <a:lnTo>
                      <a:pt x="2150895" y="1393099"/>
                    </a:lnTo>
                    <a:lnTo>
                      <a:pt x="2150895" y="1391196"/>
                    </a:lnTo>
                    <a:lnTo>
                      <a:pt x="2151530" y="1389292"/>
                    </a:lnTo>
                    <a:lnTo>
                      <a:pt x="2152164" y="1388657"/>
                    </a:lnTo>
                    <a:lnTo>
                      <a:pt x="2152799" y="1389292"/>
                    </a:lnTo>
                    <a:lnTo>
                      <a:pt x="2152799" y="1388657"/>
                    </a:lnTo>
                    <a:lnTo>
                      <a:pt x="2153434" y="1388022"/>
                    </a:lnTo>
                    <a:lnTo>
                      <a:pt x="2154068" y="1388022"/>
                    </a:lnTo>
                    <a:lnTo>
                      <a:pt x="2154703" y="1388657"/>
                    </a:lnTo>
                    <a:lnTo>
                      <a:pt x="2155337" y="1387388"/>
                    </a:lnTo>
                    <a:lnTo>
                      <a:pt x="2155972" y="1389926"/>
                    </a:lnTo>
                    <a:lnTo>
                      <a:pt x="2156607" y="1394369"/>
                    </a:lnTo>
                    <a:lnTo>
                      <a:pt x="2157876" y="1396273"/>
                    </a:lnTo>
                    <a:lnTo>
                      <a:pt x="2161684" y="1398177"/>
                    </a:lnTo>
                    <a:lnTo>
                      <a:pt x="2162319" y="1400081"/>
                    </a:lnTo>
                    <a:lnTo>
                      <a:pt x="2165492" y="1397542"/>
                    </a:lnTo>
                    <a:lnTo>
                      <a:pt x="2165492" y="1397542"/>
                    </a:lnTo>
                    <a:lnTo>
                      <a:pt x="2165492" y="1396908"/>
                    </a:lnTo>
                    <a:lnTo>
                      <a:pt x="2165492" y="1396273"/>
                    </a:lnTo>
                    <a:lnTo>
                      <a:pt x="2165492" y="1395638"/>
                    </a:lnTo>
                    <a:lnTo>
                      <a:pt x="2165492" y="1395638"/>
                    </a:lnTo>
                    <a:lnTo>
                      <a:pt x="2166127" y="1394369"/>
                    </a:lnTo>
                    <a:lnTo>
                      <a:pt x="2168031" y="1392465"/>
                    </a:lnTo>
                    <a:lnTo>
                      <a:pt x="2169300" y="1391196"/>
                    </a:lnTo>
                    <a:lnTo>
                      <a:pt x="2168666" y="1389292"/>
                    </a:lnTo>
                    <a:lnTo>
                      <a:pt x="2169300" y="1386118"/>
                    </a:lnTo>
                    <a:lnTo>
                      <a:pt x="2168031" y="1385484"/>
                    </a:lnTo>
                    <a:lnTo>
                      <a:pt x="2168666" y="1383579"/>
                    </a:lnTo>
                    <a:lnTo>
                      <a:pt x="2173108" y="1382945"/>
                    </a:lnTo>
                    <a:close/>
                    <a:moveTo>
                      <a:pt x="2150895" y="1319478"/>
                    </a:moveTo>
                    <a:lnTo>
                      <a:pt x="2149625" y="1319478"/>
                    </a:lnTo>
                    <a:lnTo>
                      <a:pt x="2149625" y="1320112"/>
                    </a:lnTo>
                    <a:lnTo>
                      <a:pt x="2151530" y="1320747"/>
                    </a:lnTo>
                    <a:lnTo>
                      <a:pt x="2155972" y="1319478"/>
                    </a:lnTo>
                    <a:lnTo>
                      <a:pt x="2156607" y="1319478"/>
                    </a:lnTo>
                    <a:lnTo>
                      <a:pt x="2157876" y="1318209"/>
                    </a:lnTo>
                    <a:lnTo>
                      <a:pt x="2158511" y="1317574"/>
                    </a:lnTo>
                    <a:lnTo>
                      <a:pt x="2159146" y="1317574"/>
                    </a:lnTo>
                    <a:lnTo>
                      <a:pt x="2160415" y="1318209"/>
                    </a:lnTo>
                    <a:lnTo>
                      <a:pt x="2161050" y="1317574"/>
                    </a:lnTo>
                    <a:lnTo>
                      <a:pt x="2161050" y="1316939"/>
                    </a:lnTo>
                    <a:lnTo>
                      <a:pt x="2161050" y="1316305"/>
                    </a:lnTo>
                    <a:lnTo>
                      <a:pt x="2161050" y="1315670"/>
                    </a:lnTo>
                    <a:lnTo>
                      <a:pt x="2155972" y="1315670"/>
                    </a:lnTo>
                    <a:lnTo>
                      <a:pt x="2154703" y="1315670"/>
                    </a:lnTo>
                    <a:lnTo>
                      <a:pt x="2152799" y="1314401"/>
                    </a:lnTo>
                    <a:lnTo>
                      <a:pt x="2151530" y="1314401"/>
                    </a:lnTo>
                    <a:lnTo>
                      <a:pt x="2152164" y="1316305"/>
                    </a:lnTo>
                    <a:lnTo>
                      <a:pt x="2152164" y="1318209"/>
                    </a:lnTo>
                    <a:lnTo>
                      <a:pt x="2150895" y="1319478"/>
                    </a:lnTo>
                    <a:close/>
                    <a:moveTo>
                      <a:pt x="2165492" y="1318843"/>
                    </a:moveTo>
                    <a:lnTo>
                      <a:pt x="2165492" y="1319478"/>
                    </a:lnTo>
                    <a:lnTo>
                      <a:pt x="2165492" y="1320112"/>
                    </a:lnTo>
                    <a:lnTo>
                      <a:pt x="2166127" y="1320112"/>
                    </a:lnTo>
                    <a:lnTo>
                      <a:pt x="2166762" y="1319478"/>
                    </a:lnTo>
                    <a:lnTo>
                      <a:pt x="2166762" y="1318843"/>
                    </a:lnTo>
                    <a:lnTo>
                      <a:pt x="2167396" y="1318209"/>
                    </a:lnTo>
                    <a:lnTo>
                      <a:pt x="2169300" y="1316939"/>
                    </a:lnTo>
                    <a:lnTo>
                      <a:pt x="2169300" y="1316305"/>
                    </a:lnTo>
                    <a:lnTo>
                      <a:pt x="2168031" y="1315670"/>
                    </a:lnTo>
                    <a:lnTo>
                      <a:pt x="2167396" y="1315670"/>
                    </a:lnTo>
                    <a:lnTo>
                      <a:pt x="2167396" y="1316305"/>
                    </a:lnTo>
                    <a:lnTo>
                      <a:pt x="2167396" y="1316305"/>
                    </a:lnTo>
                    <a:lnTo>
                      <a:pt x="2166127" y="1316305"/>
                    </a:lnTo>
                    <a:lnTo>
                      <a:pt x="2166127" y="1316305"/>
                    </a:lnTo>
                    <a:lnTo>
                      <a:pt x="2166127" y="1316939"/>
                    </a:lnTo>
                    <a:lnTo>
                      <a:pt x="2165492" y="1318843"/>
                    </a:lnTo>
                    <a:lnTo>
                      <a:pt x="2165492" y="1318843"/>
                    </a:lnTo>
                    <a:close/>
                    <a:moveTo>
                      <a:pt x="2258789" y="1257915"/>
                    </a:moveTo>
                    <a:lnTo>
                      <a:pt x="2258154" y="1257915"/>
                    </a:lnTo>
                    <a:lnTo>
                      <a:pt x="2256885" y="1258550"/>
                    </a:lnTo>
                    <a:lnTo>
                      <a:pt x="2253077" y="1259819"/>
                    </a:lnTo>
                    <a:lnTo>
                      <a:pt x="2252442" y="1261088"/>
                    </a:lnTo>
                    <a:lnTo>
                      <a:pt x="2251807" y="1264897"/>
                    </a:lnTo>
                    <a:lnTo>
                      <a:pt x="2252442" y="1264897"/>
                    </a:lnTo>
                    <a:lnTo>
                      <a:pt x="2253077" y="1264262"/>
                    </a:lnTo>
                    <a:lnTo>
                      <a:pt x="2253711" y="1262358"/>
                    </a:lnTo>
                    <a:lnTo>
                      <a:pt x="2254346" y="1261723"/>
                    </a:lnTo>
                    <a:lnTo>
                      <a:pt x="2254981" y="1261723"/>
                    </a:lnTo>
                    <a:lnTo>
                      <a:pt x="2256250" y="1261723"/>
                    </a:lnTo>
                    <a:lnTo>
                      <a:pt x="2256250" y="1261723"/>
                    </a:lnTo>
                    <a:lnTo>
                      <a:pt x="2256885" y="1261088"/>
                    </a:lnTo>
                    <a:lnTo>
                      <a:pt x="2257519" y="1261088"/>
                    </a:lnTo>
                    <a:lnTo>
                      <a:pt x="2257519" y="1261088"/>
                    </a:lnTo>
                    <a:lnTo>
                      <a:pt x="2257519" y="1261723"/>
                    </a:lnTo>
                    <a:lnTo>
                      <a:pt x="2257519" y="1262358"/>
                    </a:lnTo>
                    <a:lnTo>
                      <a:pt x="2258154" y="1262358"/>
                    </a:lnTo>
                    <a:lnTo>
                      <a:pt x="2258789" y="1261723"/>
                    </a:lnTo>
                    <a:lnTo>
                      <a:pt x="2258789" y="1259819"/>
                    </a:lnTo>
                    <a:lnTo>
                      <a:pt x="2259423" y="1259184"/>
                    </a:lnTo>
                    <a:lnTo>
                      <a:pt x="2258789" y="1257915"/>
                    </a:lnTo>
                    <a:close/>
                    <a:moveTo>
                      <a:pt x="2373664" y="1121461"/>
                    </a:moveTo>
                    <a:lnTo>
                      <a:pt x="2373664" y="1121461"/>
                    </a:lnTo>
                    <a:lnTo>
                      <a:pt x="2374298" y="1121461"/>
                    </a:lnTo>
                    <a:lnTo>
                      <a:pt x="2374298" y="1120827"/>
                    </a:lnTo>
                    <a:lnTo>
                      <a:pt x="2374298" y="1120192"/>
                    </a:lnTo>
                    <a:lnTo>
                      <a:pt x="2374298" y="1119557"/>
                    </a:lnTo>
                    <a:lnTo>
                      <a:pt x="2377472" y="1118923"/>
                    </a:lnTo>
                    <a:lnTo>
                      <a:pt x="2378106" y="1118288"/>
                    </a:lnTo>
                    <a:lnTo>
                      <a:pt x="2377472" y="1117018"/>
                    </a:lnTo>
                    <a:lnTo>
                      <a:pt x="2376837" y="1115749"/>
                    </a:lnTo>
                    <a:lnTo>
                      <a:pt x="2376203" y="1114480"/>
                    </a:lnTo>
                    <a:lnTo>
                      <a:pt x="2374298" y="1113210"/>
                    </a:lnTo>
                    <a:lnTo>
                      <a:pt x="2373664" y="1113845"/>
                    </a:lnTo>
                    <a:lnTo>
                      <a:pt x="2373664" y="1115114"/>
                    </a:lnTo>
                    <a:lnTo>
                      <a:pt x="2373664" y="1116384"/>
                    </a:lnTo>
                    <a:lnTo>
                      <a:pt x="2373029" y="1115114"/>
                    </a:lnTo>
                    <a:lnTo>
                      <a:pt x="2372395" y="1113845"/>
                    </a:lnTo>
                    <a:lnTo>
                      <a:pt x="2371760" y="1113210"/>
                    </a:lnTo>
                    <a:lnTo>
                      <a:pt x="2371125" y="1112576"/>
                    </a:lnTo>
                    <a:lnTo>
                      <a:pt x="2370491" y="1113210"/>
                    </a:lnTo>
                    <a:lnTo>
                      <a:pt x="2370491" y="1114480"/>
                    </a:lnTo>
                    <a:lnTo>
                      <a:pt x="2371760" y="1117018"/>
                    </a:lnTo>
                    <a:lnTo>
                      <a:pt x="2371125" y="1116384"/>
                    </a:lnTo>
                    <a:lnTo>
                      <a:pt x="2370491" y="1115749"/>
                    </a:lnTo>
                    <a:lnTo>
                      <a:pt x="2369856" y="1115114"/>
                    </a:lnTo>
                    <a:lnTo>
                      <a:pt x="2369221" y="1115749"/>
                    </a:lnTo>
                    <a:lnTo>
                      <a:pt x="2371760" y="1120192"/>
                    </a:lnTo>
                    <a:lnTo>
                      <a:pt x="2373664" y="1121461"/>
                    </a:lnTo>
                    <a:close/>
                    <a:moveTo>
                      <a:pt x="2383184" y="1159541"/>
                    </a:moveTo>
                    <a:lnTo>
                      <a:pt x="2380645" y="1160176"/>
                    </a:lnTo>
                    <a:lnTo>
                      <a:pt x="2378741" y="1160176"/>
                    </a:lnTo>
                    <a:lnTo>
                      <a:pt x="2379376" y="1160811"/>
                    </a:lnTo>
                    <a:lnTo>
                      <a:pt x="2380645" y="1161445"/>
                    </a:lnTo>
                    <a:lnTo>
                      <a:pt x="2381280" y="1162080"/>
                    </a:lnTo>
                    <a:lnTo>
                      <a:pt x="2380011" y="1163349"/>
                    </a:lnTo>
                    <a:lnTo>
                      <a:pt x="2380011" y="1163984"/>
                    </a:lnTo>
                    <a:lnTo>
                      <a:pt x="2380011" y="1165253"/>
                    </a:lnTo>
                    <a:lnTo>
                      <a:pt x="2381280" y="1165888"/>
                    </a:lnTo>
                    <a:lnTo>
                      <a:pt x="2383184" y="1165888"/>
                    </a:lnTo>
                    <a:lnTo>
                      <a:pt x="2384453" y="1165253"/>
                    </a:lnTo>
                    <a:lnTo>
                      <a:pt x="2385723" y="1163984"/>
                    </a:lnTo>
                    <a:lnTo>
                      <a:pt x="2386357" y="1164618"/>
                    </a:lnTo>
                    <a:lnTo>
                      <a:pt x="2384453" y="1169696"/>
                    </a:lnTo>
                    <a:lnTo>
                      <a:pt x="2385088" y="1170331"/>
                    </a:lnTo>
                    <a:lnTo>
                      <a:pt x="2386357" y="1169696"/>
                    </a:lnTo>
                    <a:lnTo>
                      <a:pt x="2386992" y="1169696"/>
                    </a:lnTo>
                    <a:lnTo>
                      <a:pt x="2386992" y="1171600"/>
                    </a:lnTo>
                    <a:lnTo>
                      <a:pt x="2388896" y="1170965"/>
                    </a:lnTo>
                    <a:lnTo>
                      <a:pt x="2390165" y="1169061"/>
                    </a:lnTo>
                    <a:lnTo>
                      <a:pt x="2390800" y="1165888"/>
                    </a:lnTo>
                    <a:lnTo>
                      <a:pt x="2391435" y="1162715"/>
                    </a:lnTo>
                    <a:lnTo>
                      <a:pt x="2390165" y="1162715"/>
                    </a:lnTo>
                    <a:lnTo>
                      <a:pt x="2390165" y="1161445"/>
                    </a:lnTo>
                    <a:lnTo>
                      <a:pt x="2392069" y="1156368"/>
                    </a:lnTo>
                    <a:lnTo>
                      <a:pt x="2393339" y="1151291"/>
                    </a:lnTo>
                    <a:lnTo>
                      <a:pt x="2394608" y="1148117"/>
                    </a:lnTo>
                    <a:lnTo>
                      <a:pt x="2394608" y="1146213"/>
                    </a:lnTo>
                    <a:lnTo>
                      <a:pt x="2393339" y="1145578"/>
                    </a:lnTo>
                    <a:lnTo>
                      <a:pt x="2392069" y="1146213"/>
                    </a:lnTo>
                    <a:lnTo>
                      <a:pt x="2390800" y="1146848"/>
                    </a:lnTo>
                    <a:lnTo>
                      <a:pt x="2389531" y="1146848"/>
                    </a:lnTo>
                    <a:lnTo>
                      <a:pt x="2388261" y="1145578"/>
                    </a:lnTo>
                    <a:lnTo>
                      <a:pt x="2389531" y="1144944"/>
                    </a:lnTo>
                    <a:lnTo>
                      <a:pt x="2392069" y="1142405"/>
                    </a:lnTo>
                    <a:lnTo>
                      <a:pt x="2393339" y="1141771"/>
                    </a:lnTo>
                    <a:lnTo>
                      <a:pt x="2393339" y="1141771"/>
                    </a:lnTo>
                    <a:lnTo>
                      <a:pt x="2393973" y="1140501"/>
                    </a:lnTo>
                    <a:lnTo>
                      <a:pt x="2392704" y="1139232"/>
                    </a:lnTo>
                    <a:lnTo>
                      <a:pt x="2392069" y="1139232"/>
                    </a:lnTo>
                    <a:lnTo>
                      <a:pt x="2392069" y="1138597"/>
                    </a:lnTo>
                    <a:lnTo>
                      <a:pt x="2392704" y="1137963"/>
                    </a:lnTo>
                    <a:lnTo>
                      <a:pt x="2392704" y="1137328"/>
                    </a:lnTo>
                    <a:lnTo>
                      <a:pt x="2392704" y="1136693"/>
                    </a:lnTo>
                    <a:lnTo>
                      <a:pt x="2392069" y="1136058"/>
                    </a:lnTo>
                    <a:lnTo>
                      <a:pt x="2391435" y="1136058"/>
                    </a:lnTo>
                    <a:lnTo>
                      <a:pt x="2390800" y="1136693"/>
                    </a:lnTo>
                    <a:lnTo>
                      <a:pt x="2389531" y="1137963"/>
                    </a:lnTo>
                    <a:lnTo>
                      <a:pt x="2388896" y="1134789"/>
                    </a:lnTo>
                    <a:lnTo>
                      <a:pt x="2387627" y="1134789"/>
                    </a:lnTo>
                    <a:lnTo>
                      <a:pt x="2386992" y="1136058"/>
                    </a:lnTo>
                    <a:lnTo>
                      <a:pt x="2387627" y="1137963"/>
                    </a:lnTo>
                    <a:lnTo>
                      <a:pt x="2388261" y="1140501"/>
                    </a:lnTo>
                    <a:lnTo>
                      <a:pt x="2387627" y="1141771"/>
                    </a:lnTo>
                    <a:lnTo>
                      <a:pt x="2385088" y="1143040"/>
                    </a:lnTo>
                    <a:lnTo>
                      <a:pt x="2385723" y="1141771"/>
                    </a:lnTo>
                    <a:lnTo>
                      <a:pt x="2385723" y="1140501"/>
                    </a:lnTo>
                    <a:lnTo>
                      <a:pt x="2385723" y="1137328"/>
                    </a:lnTo>
                    <a:lnTo>
                      <a:pt x="2384453" y="1138597"/>
                    </a:lnTo>
                    <a:lnTo>
                      <a:pt x="2383818" y="1141136"/>
                    </a:lnTo>
                    <a:lnTo>
                      <a:pt x="2382549" y="1146848"/>
                    </a:lnTo>
                    <a:lnTo>
                      <a:pt x="2383818" y="1146213"/>
                    </a:lnTo>
                    <a:lnTo>
                      <a:pt x="2385723" y="1144944"/>
                    </a:lnTo>
                    <a:lnTo>
                      <a:pt x="2386357" y="1144944"/>
                    </a:lnTo>
                    <a:lnTo>
                      <a:pt x="2385723" y="1146848"/>
                    </a:lnTo>
                    <a:lnTo>
                      <a:pt x="2385088" y="1147483"/>
                    </a:lnTo>
                    <a:lnTo>
                      <a:pt x="2384453" y="1148117"/>
                    </a:lnTo>
                    <a:lnTo>
                      <a:pt x="2383184" y="1148117"/>
                    </a:lnTo>
                    <a:lnTo>
                      <a:pt x="2382549" y="1148752"/>
                    </a:lnTo>
                    <a:lnTo>
                      <a:pt x="2383184" y="1150021"/>
                    </a:lnTo>
                    <a:lnTo>
                      <a:pt x="2385723" y="1151925"/>
                    </a:lnTo>
                    <a:lnTo>
                      <a:pt x="2385088" y="1152560"/>
                    </a:lnTo>
                    <a:lnTo>
                      <a:pt x="2383818" y="1152560"/>
                    </a:lnTo>
                    <a:lnTo>
                      <a:pt x="2383184" y="1152560"/>
                    </a:lnTo>
                    <a:lnTo>
                      <a:pt x="2382549" y="1153194"/>
                    </a:lnTo>
                    <a:lnTo>
                      <a:pt x="2382549" y="1153829"/>
                    </a:lnTo>
                    <a:lnTo>
                      <a:pt x="2382549" y="1154464"/>
                    </a:lnTo>
                    <a:lnTo>
                      <a:pt x="2383184" y="1154464"/>
                    </a:lnTo>
                    <a:lnTo>
                      <a:pt x="2384453" y="1153829"/>
                    </a:lnTo>
                    <a:lnTo>
                      <a:pt x="2386992" y="1152560"/>
                    </a:lnTo>
                    <a:lnTo>
                      <a:pt x="2388261" y="1151925"/>
                    </a:lnTo>
                    <a:lnTo>
                      <a:pt x="2387627" y="1155098"/>
                    </a:lnTo>
                    <a:lnTo>
                      <a:pt x="2383184" y="1159541"/>
                    </a:lnTo>
                    <a:close/>
                    <a:moveTo>
                      <a:pt x="2375568" y="1179851"/>
                    </a:moveTo>
                    <a:lnTo>
                      <a:pt x="2374933" y="1180485"/>
                    </a:lnTo>
                    <a:lnTo>
                      <a:pt x="2373664" y="1182390"/>
                    </a:lnTo>
                    <a:lnTo>
                      <a:pt x="2371760" y="1184293"/>
                    </a:lnTo>
                    <a:lnTo>
                      <a:pt x="2370491" y="1186832"/>
                    </a:lnTo>
                    <a:lnTo>
                      <a:pt x="2369221" y="1189371"/>
                    </a:lnTo>
                    <a:lnTo>
                      <a:pt x="2369221" y="1191275"/>
                    </a:lnTo>
                    <a:lnTo>
                      <a:pt x="2369856" y="1191910"/>
                    </a:lnTo>
                    <a:lnTo>
                      <a:pt x="2371125" y="1190640"/>
                    </a:lnTo>
                    <a:lnTo>
                      <a:pt x="2374298" y="1186832"/>
                    </a:lnTo>
                    <a:lnTo>
                      <a:pt x="2373029" y="1186832"/>
                    </a:lnTo>
                    <a:lnTo>
                      <a:pt x="2372395" y="1186832"/>
                    </a:lnTo>
                    <a:lnTo>
                      <a:pt x="2373029" y="1184928"/>
                    </a:lnTo>
                    <a:lnTo>
                      <a:pt x="2374298" y="1184293"/>
                    </a:lnTo>
                    <a:lnTo>
                      <a:pt x="2377472" y="1184293"/>
                    </a:lnTo>
                    <a:lnTo>
                      <a:pt x="2380011" y="1183024"/>
                    </a:lnTo>
                    <a:lnTo>
                      <a:pt x="2381280" y="1181755"/>
                    </a:lnTo>
                    <a:lnTo>
                      <a:pt x="2381915" y="1180485"/>
                    </a:lnTo>
                    <a:lnTo>
                      <a:pt x="2380645" y="1179216"/>
                    </a:lnTo>
                    <a:lnTo>
                      <a:pt x="2380011" y="1179216"/>
                    </a:lnTo>
                    <a:lnTo>
                      <a:pt x="2378106" y="1179851"/>
                    </a:lnTo>
                    <a:lnTo>
                      <a:pt x="2378106" y="1179216"/>
                    </a:lnTo>
                    <a:lnTo>
                      <a:pt x="2377472" y="1177312"/>
                    </a:lnTo>
                    <a:lnTo>
                      <a:pt x="2376837" y="1176043"/>
                    </a:lnTo>
                    <a:lnTo>
                      <a:pt x="2376837" y="1176677"/>
                    </a:lnTo>
                    <a:lnTo>
                      <a:pt x="2376837" y="1177312"/>
                    </a:lnTo>
                    <a:lnTo>
                      <a:pt x="2376203" y="1180485"/>
                    </a:lnTo>
                    <a:lnTo>
                      <a:pt x="2375568" y="1179851"/>
                    </a:lnTo>
                    <a:close/>
                    <a:moveTo>
                      <a:pt x="2367952" y="1188101"/>
                    </a:moveTo>
                    <a:lnTo>
                      <a:pt x="2369221" y="1185563"/>
                    </a:lnTo>
                    <a:lnTo>
                      <a:pt x="2369221" y="1184928"/>
                    </a:lnTo>
                    <a:lnTo>
                      <a:pt x="2369856" y="1184293"/>
                    </a:lnTo>
                    <a:lnTo>
                      <a:pt x="2370491" y="1183024"/>
                    </a:lnTo>
                    <a:lnTo>
                      <a:pt x="2370491" y="1181120"/>
                    </a:lnTo>
                    <a:lnTo>
                      <a:pt x="2370491" y="1179851"/>
                    </a:lnTo>
                    <a:lnTo>
                      <a:pt x="2370491" y="1177947"/>
                    </a:lnTo>
                    <a:lnTo>
                      <a:pt x="2371760" y="1174139"/>
                    </a:lnTo>
                    <a:lnTo>
                      <a:pt x="2372395" y="1172235"/>
                    </a:lnTo>
                    <a:lnTo>
                      <a:pt x="2371760" y="1171600"/>
                    </a:lnTo>
                    <a:lnTo>
                      <a:pt x="2371125" y="1171600"/>
                    </a:lnTo>
                    <a:lnTo>
                      <a:pt x="2370491" y="1172235"/>
                    </a:lnTo>
                    <a:lnTo>
                      <a:pt x="2370491" y="1175408"/>
                    </a:lnTo>
                    <a:lnTo>
                      <a:pt x="2369856" y="1176677"/>
                    </a:lnTo>
                    <a:lnTo>
                      <a:pt x="2369221" y="1177947"/>
                    </a:lnTo>
                    <a:lnTo>
                      <a:pt x="2368586" y="1178581"/>
                    </a:lnTo>
                    <a:lnTo>
                      <a:pt x="2367952" y="1176677"/>
                    </a:lnTo>
                    <a:lnTo>
                      <a:pt x="2366683" y="1177312"/>
                    </a:lnTo>
                    <a:lnTo>
                      <a:pt x="2360336" y="1182390"/>
                    </a:lnTo>
                    <a:lnTo>
                      <a:pt x="2359701" y="1183659"/>
                    </a:lnTo>
                    <a:lnTo>
                      <a:pt x="2360971" y="1184293"/>
                    </a:lnTo>
                    <a:lnTo>
                      <a:pt x="2364778" y="1184293"/>
                    </a:lnTo>
                    <a:lnTo>
                      <a:pt x="2363509" y="1185563"/>
                    </a:lnTo>
                    <a:lnTo>
                      <a:pt x="2360336" y="1186197"/>
                    </a:lnTo>
                    <a:lnTo>
                      <a:pt x="2359066" y="1186832"/>
                    </a:lnTo>
                    <a:lnTo>
                      <a:pt x="2359066" y="1187467"/>
                    </a:lnTo>
                    <a:lnTo>
                      <a:pt x="2363509" y="1186832"/>
                    </a:lnTo>
                    <a:lnTo>
                      <a:pt x="2364778" y="1187467"/>
                    </a:lnTo>
                    <a:lnTo>
                      <a:pt x="2363509" y="1188101"/>
                    </a:lnTo>
                    <a:lnTo>
                      <a:pt x="2359701" y="1188101"/>
                    </a:lnTo>
                    <a:lnTo>
                      <a:pt x="2358432" y="1189371"/>
                    </a:lnTo>
                    <a:lnTo>
                      <a:pt x="2359701" y="1190005"/>
                    </a:lnTo>
                    <a:lnTo>
                      <a:pt x="2360971" y="1190005"/>
                    </a:lnTo>
                    <a:lnTo>
                      <a:pt x="2367952" y="1188101"/>
                    </a:lnTo>
                    <a:lnTo>
                      <a:pt x="2367952" y="1188101"/>
                    </a:lnTo>
                    <a:close/>
                    <a:moveTo>
                      <a:pt x="2368586" y="1107498"/>
                    </a:moveTo>
                    <a:lnTo>
                      <a:pt x="2370491" y="1104325"/>
                    </a:lnTo>
                    <a:lnTo>
                      <a:pt x="2371125" y="1104960"/>
                    </a:lnTo>
                    <a:lnTo>
                      <a:pt x="2371760" y="1106229"/>
                    </a:lnTo>
                    <a:lnTo>
                      <a:pt x="2372395" y="1106864"/>
                    </a:lnTo>
                    <a:lnTo>
                      <a:pt x="2373029" y="1106229"/>
                    </a:lnTo>
                    <a:lnTo>
                      <a:pt x="2373029" y="1104960"/>
                    </a:lnTo>
                    <a:lnTo>
                      <a:pt x="2372395" y="1103690"/>
                    </a:lnTo>
                    <a:lnTo>
                      <a:pt x="2371125" y="1101152"/>
                    </a:lnTo>
                    <a:lnTo>
                      <a:pt x="2371125" y="1098613"/>
                    </a:lnTo>
                    <a:lnTo>
                      <a:pt x="2369221" y="1096709"/>
                    </a:lnTo>
                    <a:lnTo>
                      <a:pt x="2365413" y="1094170"/>
                    </a:lnTo>
                    <a:lnTo>
                      <a:pt x="2362240" y="1095440"/>
                    </a:lnTo>
                    <a:lnTo>
                      <a:pt x="2360971" y="1095440"/>
                    </a:lnTo>
                    <a:lnTo>
                      <a:pt x="2360971" y="1096074"/>
                    </a:lnTo>
                    <a:lnTo>
                      <a:pt x="2362874" y="1097344"/>
                    </a:lnTo>
                    <a:lnTo>
                      <a:pt x="2362240" y="1098613"/>
                    </a:lnTo>
                    <a:lnTo>
                      <a:pt x="2360971" y="1100517"/>
                    </a:lnTo>
                    <a:lnTo>
                      <a:pt x="2360336" y="1102421"/>
                    </a:lnTo>
                    <a:lnTo>
                      <a:pt x="2360336" y="1103690"/>
                    </a:lnTo>
                    <a:lnTo>
                      <a:pt x="2360336" y="1104960"/>
                    </a:lnTo>
                    <a:lnTo>
                      <a:pt x="2360336" y="1106229"/>
                    </a:lnTo>
                    <a:lnTo>
                      <a:pt x="2360336" y="1107498"/>
                    </a:lnTo>
                    <a:lnTo>
                      <a:pt x="2360971" y="1108768"/>
                    </a:lnTo>
                    <a:lnTo>
                      <a:pt x="2361605" y="1108768"/>
                    </a:lnTo>
                    <a:lnTo>
                      <a:pt x="2362874" y="1108133"/>
                    </a:lnTo>
                    <a:lnTo>
                      <a:pt x="2366048" y="1108768"/>
                    </a:lnTo>
                    <a:lnTo>
                      <a:pt x="2368586" y="1107498"/>
                    </a:lnTo>
                    <a:close/>
                    <a:moveTo>
                      <a:pt x="2358432" y="1118288"/>
                    </a:moveTo>
                    <a:lnTo>
                      <a:pt x="2360336" y="1120827"/>
                    </a:lnTo>
                    <a:lnTo>
                      <a:pt x="2361605" y="1122730"/>
                    </a:lnTo>
                    <a:lnTo>
                      <a:pt x="2362240" y="1123365"/>
                    </a:lnTo>
                    <a:lnTo>
                      <a:pt x="2362874" y="1124000"/>
                    </a:lnTo>
                    <a:lnTo>
                      <a:pt x="2363509" y="1124000"/>
                    </a:lnTo>
                    <a:lnTo>
                      <a:pt x="2364144" y="1122730"/>
                    </a:lnTo>
                    <a:lnTo>
                      <a:pt x="2364144" y="1120827"/>
                    </a:lnTo>
                    <a:lnTo>
                      <a:pt x="2364144" y="1118923"/>
                    </a:lnTo>
                    <a:lnTo>
                      <a:pt x="2363509" y="1117653"/>
                    </a:lnTo>
                    <a:lnTo>
                      <a:pt x="2362240" y="1117653"/>
                    </a:lnTo>
                    <a:lnTo>
                      <a:pt x="2362240" y="1117018"/>
                    </a:lnTo>
                    <a:lnTo>
                      <a:pt x="2362874" y="1116384"/>
                    </a:lnTo>
                    <a:lnTo>
                      <a:pt x="2362874" y="1115114"/>
                    </a:lnTo>
                    <a:lnTo>
                      <a:pt x="2362240" y="1113845"/>
                    </a:lnTo>
                    <a:lnTo>
                      <a:pt x="2360971" y="1113210"/>
                    </a:lnTo>
                    <a:lnTo>
                      <a:pt x="2359701" y="1112576"/>
                    </a:lnTo>
                    <a:lnTo>
                      <a:pt x="2356528" y="1113210"/>
                    </a:lnTo>
                    <a:lnTo>
                      <a:pt x="2357162" y="1113210"/>
                    </a:lnTo>
                    <a:lnTo>
                      <a:pt x="2357797" y="1114480"/>
                    </a:lnTo>
                    <a:lnTo>
                      <a:pt x="2356528" y="1116384"/>
                    </a:lnTo>
                    <a:lnTo>
                      <a:pt x="2358432" y="1118288"/>
                    </a:lnTo>
                    <a:close/>
                    <a:moveTo>
                      <a:pt x="2057598" y="1572711"/>
                    </a:moveTo>
                    <a:lnTo>
                      <a:pt x="2056964" y="1574615"/>
                    </a:lnTo>
                    <a:lnTo>
                      <a:pt x="2056329" y="1573346"/>
                    </a:lnTo>
                    <a:lnTo>
                      <a:pt x="2055060" y="1573980"/>
                    </a:lnTo>
                    <a:lnTo>
                      <a:pt x="2053790" y="1575250"/>
                    </a:lnTo>
                    <a:lnTo>
                      <a:pt x="2052521" y="1576519"/>
                    </a:lnTo>
                    <a:lnTo>
                      <a:pt x="2053790" y="1577154"/>
                    </a:lnTo>
                    <a:lnTo>
                      <a:pt x="2055060" y="1577154"/>
                    </a:lnTo>
                    <a:lnTo>
                      <a:pt x="2057598" y="1577154"/>
                    </a:lnTo>
                    <a:lnTo>
                      <a:pt x="2059502" y="1576519"/>
                    </a:lnTo>
                    <a:lnTo>
                      <a:pt x="2060772" y="1576519"/>
                    </a:lnTo>
                    <a:lnTo>
                      <a:pt x="2061406" y="1577154"/>
                    </a:lnTo>
                    <a:lnTo>
                      <a:pt x="2062676" y="1577154"/>
                    </a:lnTo>
                    <a:lnTo>
                      <a:pt x="2064580" y="1575885"/>
                    </a:lnTo>
                    <a:lnTo>
                      <a:pt x="2066484" y="1573980"/>
                    </a:lnTo>
                    <a:lnTo>
                      <a:pt x="2067118" y="1572076"/>
                    </a:lnTo>
                    <a:lnTo>
                      <a:pt x="2067118" y="1570807"/>
                    </a:lnTo>
                    <a:lnTo>
                      <a:pt x="2058868" y="1572076"/>
                    </a:lnTo>
                    <a:lnTo>
                      <a:pt x="2057598" y="1572711"/>
                    </a:lnTo>
                    <a:close/>
                    <a:moveTo>
                      <a:pt x="2143914" y="1426102"/>
                    </a:moveTo>
                    <a:lnTo>
                      <a:pt x="2145183" y="1427372"/>
                    </a:lnTo>
                    <a:lnTo>
                      <a:pt x="2150260" y="1429276"/>
                    </a:lnTo>
                    <a:lnTo>
                      <a:pt x="2150895" y="1429911"/>
                    </a:lnTo>
                    <a:lnTo>
                      <a:pt x="2151530" y="1429911"/>
                    </a:lnTo>
                    <a:lnTo>
                      <a:pt x="2152164" y="1429911"/>
                    </a:lnTo>
                    <a:lnTo>
                      <a:pt x="2152164" y="1429276"/>
                    </a:lnTo>
                    <a:lnTo>
                      <a:pt x="2153434" y="1428006"/>
                    </a:lnTo>
                    <a:lnTo>
                      <a:pt x="2153434" y="1427372"/>
                    </a:lnTo>
                    <a:lnTo>
                      <a:pt x="2152799" y="1426737"/>
                    </a:lnTo>
                    <a:lnTo>
                      <a:pt x="2152164" y="1426737"/>
                    </a:lnTo>
                    <a:lnTo>
                      <a:pt x="2151530" y="1426737"/>
                    </a:lnTo>
                    <a:lnTo>
                      <a:pt x="2151530" y="1426737"/>
                    </a:lnTo>
                    <a:lnTo>
                      <a:pt x="2150260" y="1426737"/>
                    </a:lnTo>
                    <a:lnTo>
                      <a:pt x="2148356" y="1426102"/>
                    </a:lnTo>
                    <a:lnTo>
                      <a:pt x="2147722" y="1425468"/>
                    </a:lnTo>
                    <a:lnTo>
                      <a:pt x="2148356" y="1424833"/>
                    </a:lnTo>
                    <a:lnTo>
                      <a:pt x="2148356" y="1424198"/>
                    </a:lnTo>
                    <a:lnTo>
                      <a:pt x="2147722" y="1423564"/>
                    </a:lnTo>
                    <a:lnTo>
                      <a:pt x="2147722" y="1422294"/>
                    </a:lnTo>
                    <a:lnTo>
                      <a:pt x="2147087" y="1421660"/>
                    </a:lnTo>
                    <a:lnTo>
                      <a:pt x="2145183" y="1422929"/>
                    </a:lnTo>
                    <a:lnTo>
                      <a:pt x="2144548" y="1422929"/>
                    </a:lnTo>
                    <a:lnTo>
                      <a:pt x="2143914" y="1422929"/>
                    </a:lnTo>
                    <a:lnTo>
                      <a:pt x="2143279" y="1422929"/>
                    </a:lnTo>
                    <a:lnTo>
                      <a:pt x="2143279" y="1423564"/>
                    </a:lnTo>
                    <a:lnTo>
                      <a:pt x="2143279" y="1423564"/>
                    </a:lnTo>
                    <a:lnTo>
                      <a:pt x="2143279" y="1423564"/>
                    </a:lnTo>
                    <a:lnTo>
                      <a:pt x="2143279" y="1423564"/>
                    </a:lnTo>
                    <a:lnTo>
                      <a:pt x="2143279" y="1424198"/>
                    </a:lnTo>
                    <a:lnTo>
                      <a:pt x="2143279" y="1424198"/>
                    </a:lnTo>
                    <a:lnTo>
                      <a:pt x="2142644" y="1424833"/>
                    </a:lnTo>
                    <a:lnTo>
                      <a:pt x="2143914" y="1426102"/>
                    </a:lnTo>
                    <a:close/>
                    <a:moveTo>
                      <a:pt x="2036020" y="1569538"/>
                    </a:moveTo>
                    <a:lnTo>
                      <a:pt x="2035385" y="1568903"/>
                    </a:lnTo>
                    <a:lnTo>
                      <a:pt x="2034750" y="1568268"/>
                    </a:lnTo>
                    <a:lnTo>
                      <a:pt x="2032846" y="1566999"/>
                    </a:lnTo>
                    <a:lnTo>
                      <a:pt x="2030942" y="1566999"/>
                    </a:lnTo>
                    <a:lnTo>
                      <a:pt x="2029038" y="1567634"/>
                    </a:lnTo>
                    <a:lnTo>
                      <a:pt x="2019518" y="1574615"/>
                    </a:lnTo>
                    <a:lnTo>
                      <a:pt x="2017614" y="1577154"/>
                    </a:lnTo>
                    <a:lnTo>
                      <a:pt x="2015076" y="1580962"/>
                    </a:lnTo>
                    <a:lnTo>
                      <a:pt x="2013806" y="1585405"/>
                    </a:lnTo>
                    <a:lnTo>
                      <a:pt x="2015076" y="1588578"/>
                    </a:lnTo>
                    <a:lnTo>
                      <a:pt x="2016980" y="1588578"/>
                    </a:lnTo>
                    <a:lnTo>
                      <a:pt x="2018249" y="1587309"/>
                    </a:lnTo>
                    <a:lnTo>
                      <a:pt x="2019518" y="1585405"/>
                    </a:lnTo>
                    <a:lnTo>
                      <a:pt x="2021422" y="1584135"/>
                    </a:lnTo>
                    <a:lnTo>
                      <a:pt x="2025230" y="1579692"/>
                    </a:lnTo>
                    <a:lnTo>
                      <a:pt x="2028404" y="1577788"/>
                    </a:lnTo>
                    <a:lnTo>
                      <a:pt x="2030308" y="1577154"/>
                    </a:lnTo>
                    <a:lnTo>
                      <a:pt x="2031577" y="1577154"/>
                    </a:lnTo>
                    <a:lnTo>
                      <a:pt x="2032846" y="1576519"/>
                    </a:lnTo>
                    <a:lnTo>
                      <a:pt x="2032212" y="1575250"/>
                    </a:lnTo>
                    <a:lnTo>
                      <a:pt x="2030308" y="1572711"/>
                    </a:lnTo>
                    <a:lnTo>
                      <a:pt x="2030942" y="1568903"/>
                    </a:lnTo>
                    <a:lnTo>
                      <a:pt x="2033481" y="1568268"/>
                    </a:lnTo>
                    <a:lnTo>
                      <a:pt x="2035385" y="1570172"/>
                    </a:lnTo>
                    <a:lnTo>
                      <a:pt x="2034116" y="1573980"/>
                    </a:lnTo>
                    <a:lnTo>
                      <a:pt x="2034750" y="1573346"/>
                    </a:lnTo>
                    <a:lnTo>
                      <a:pt x="2035385" y="1572711"/>
                    </a:lnTo>
                    <a:lnTo>
                      <a:pt x="2036020" y="1572711"/>
                    </a:lnTo>
                    <a:lnTo>
                      <a:pt x="2036654" y="1572711"/>
                    </a:lnTo>
                    <a:lnTo>
                      <a:pt x="2036020" y="1573980"/>
                    </a:lnTo>
                    <a:lnTo>
                      <a:pt x="2035385" y="1574615"/>
                    </a:lnTo>
                    <a:lnTo>
                      <a:pt x="2034750" y="1575250"/>
                    </a:lnTo>
                    <a:lnTo>
                      <a:pt x="2035385" y="1575250"/>
                    </a:lnTo>
                    <a:lnTo>
                      <a:pt x="2036654" y="1575250"/>
                    </a:lnTo>
                    <a:lnTo>
                      <a:pt x="2037289" y="1574615"/>
                    </a:lnTo>
                    <a:lnTo>
                      <a:pt x="2037924" y="1573346"/>
                    </a:lnTo>
                    <a:lnTo>
                      <a:pt x="2037924" y="1572076"/>
                    </a:lnTo>
                    <a:lnTo>
                      <a:pt x="2036020" y="1569538"/>
                    </a:lnTo>
                    <a:close/>
                    <a:moveTo>
                      <a:pt x="2055060" y="1572711"/>
                    </a:moveTo>
                    <a:lnTo>
                      <a:pt x="2055060" y="1572711"/>
                    </a:lnTo>
                    <a:lnTo>
                      <a:pt x="2053790" y="1571442"/>
                    </a:lnTo>
                    <a:lnTo>
                      <a:pt x="2053790" y="1570807"/>
                    </a:lnTo>
                    <a:lnTo>
                      <a:pt x="2054425" y="1570172"/>
                    </a:lnTo>
                    <a:lnTo>
                      <a:pt x="2055060" y="1570172"/>
                    </a:lnTo>
                    <a:lnTo>
                      <a:pt x="2056964" y="1572076"/>
                    </a:lnTo>
                    <a:lnTo>
                      <a:pt x="2056329" y="1570807"/>
                    </a:lnTo>
                    <a:lnTo>
                      <a:pt x="2055694" y="1569538"/>
                    </a:lnTo>
                    <a:lnTo>
                      <a:pt x="2055060" y="1568268"/>
                    </a:lnTo>
                    <a:lnTo>
                      <a:pt x="2054425" y="1566999"/>
                    </a:lnTo>
                    <a:lnTo>
                      <a:pt x="2053156" y="1566365"/>
                    </a:lnTo>
                    <a:lnTo>
                      <a:pt x="2051886" y="1566365"/>
                    </a:lnTo>
                    <a:lnTo>
                      <a:pt x="2049348" y="1566999"/>
                    </a:lnTo>
                    <a:lnTo>
                      <a:pt x="2045540" y="1566999"/>
                    </a:lnTo>
                    <a:lnTo>
                      <a:pt x="2044270" y="1566999"/>
                    </a:lnTo>
                    <a:lnTo>
                      <a:pt x="2042366" y="1567634"/>
                    </a:lnTo>
                    <a:lnTo>
                      <a:pt x="2040462" y="1568903"/>
                    </a:lnTo>
                    <a:lnTo>
                      <a:pt x="2038558" y="1570807"/>
                    </a:lnTo>
                    <a:lnTo>
                      <a:pt x="2037924" y="1572711"/>
                    </a:lnTo>
                    <a:lnTo>
                      <a:pt x="2038558" y="1574615"/>
                    </a:lnTo>
                    <a:lnTo>
                      <a:pt x="2039193" y="1575250"/>
                    </a:lnTo>
                    <a:lnTo>
                      <a:pt x="2039828" y="1575885"/>
                    </a:lnTo>
                    <a:lnTo>
                      <a:pt x="2042366" y="1576519"/>
                    </a:lnTo>
                    <a:lnTo>
                      <a:pt x="2046174" y="1577154"/>
                    </a:lnTo>
                    <a:lnTo>
                      <a:pt x="2047444" y="1576519"/>
                    </a:lnTo>
                    <a:lnTo>
                      <a:pt x="2049348" y="1574615"/>
                    </a:lnTo>
                    <a:lnTo>
                      <a:pt x="2050617" y="1573980"/>
                    </a:lnTo>
                    <a:lnTo>
                      <a:pt x="2050617" y="1573980"/>
                    </a:lnTo>
                    <a:lnTo>
                      <a:pt x="2055060" y="1572711"/>
                    </a:lnTo>
                    <a:lnTo>
                      <a:pt x="2055060" y="1572711"/>
                    </a:lnTo>
                    <a:close/>
                    <a:moveTo>
                      <a:pt x="2053156" y="1557479"/>
                    </a:moveTo>
                    <a:lnTo>
                      <a:pt x="2053156" y="1557479"/>
                    </a:lnTo>
                    <a:lnTo>
                      <a:pt x="2057598" y="1558748"/>
                    </a:lnTo>
                    <a:lnTo>
                      <a:pt x="2058233" y="1557479"/>
                    </a:lnTo>
                    <a:lnTo>
                      <a:pt x="2058868" y="1555575"/>
                    </a:lnTo>
                    <a:lnTo>
                      <a:pt x="2058233" y="1554940"/>
                    </a:lnTo>
                    <a:lnTo>
                      <a:pt x="2056964" y="1553671"/>
                    </a:lnTo>
                    <a:lnTo>
                      <a:pt x="2056964" y="1553671"/>
                    </a:lnTo>
                    <a:lnTo>
                      <a:pt x="2056964" y="1554306"/>
                    </a:lnTo>
                    <a:lnTo>
                      <a:pt x="2055060" y="1555575"/>
                    </a:lnTo>
                    <a:lnTo>
                      <a:pt x="2054425" y="1555575"/>
                    </a:lnTo>
                    <a:lnTo>
                      <a:pt x="2053156" y="1555575"/>
                    </a:lnTo>
                    <a:lnTo>
                      <a:pt x="2052521" y="1555575"/>
                    </a:lnTo>
                    <a:lnTo>
                      <a:pt x="2052521" y="1556210"/>
                    </a:lnTo>
                    <a:lnTo>
                      <a:pt x="2052521" y="1556844"/>
                    </a:lnTo>
                    <a:lnTo>
                      <a:pt x="2053156" y="1557479"/>
                    </a:lnTo>
                    <a:lnTo>
                      <a:pt x="2053156" y="1556844"/>
                    </a:lnTo>
                    <a:lnTo>
                      <a:pt x="2053156" y="1557479"/>
                    </a:lnTo>
                    <a:lnTo>
                      <a:pt x="2053156" y="1557479"/>
                    </a:lnTo>
                    <a:close/>
                    <a:moveTo>
                      <a:pt x="1895758" y="1606349"/>
                    </a:moveTo>
                    <a:lnTo>
                      <a:pt x="1895758" y="1605079"/>
                    </a:lnTo>
                    <a:lnTo>
                      <a:pt x="1895758" y="1604445"/>
                    </a:lnTo>
                    <a:lnTo>
                      <a:pt x="1896392" y="1603810"/>
                    </a:lnTo>
                    <a:lnTo>
                      <a:pt x="1896392" y="1603810"/>
                    </a:lnTo>
                    <a:lnTo>
                      <a:pt x="1895758" y="1604445"/>
                    </a:lnTo>
                    <a:lnTo>
                      <a:pt x="1895123" y="1605079"/>
                    </a:lnTo>
                    <a:lnTo>
                      <a:pt x="1895123" y="1605714"/>
                    </a:lnTo>
                    <a:lnTo>
                      <a:pt x="1895123" y="1606349"/>
                    </a:lnTo>
                    <a:lnTo>
                      <a:pt x="1895123" y="1606983"/>
                    </a:lnTo>
                    <a:lnTo>
                      <a:pt x="1895123" y="1607618"/>
                    </a:lnTo>
                    <a:lnTo>
                      <a:pt x="1895123" y="1608887"/>
                    </a:lnTo>
                    <a:lnTo>
                      <a:pt x="1895123" y="1610156"/>
                    </a:lnTo>
                    <a:lnTo>
                      <a:pt x="1895758" y="1611426"/>
                    </a:lnTo>
                    <a:lnTo>
                      <a:pt x="1897027" y="1611426"/>
                    </a:lnTo>
                    <a:lnTo>
                      <a:pt x="1897662" y="1610156"/>
                    </a:lnTo>
                    <a:lnTo>
                      <a:pt x="1897662" y="1608887"/>
                    </a:lnTo>
                    <a:lnTo>
                      <a:pt x="1897027" y="1607618"/>
                    </a:lnTo>
                    <a:lnTo>
                      <a:pt x="1895758" y="1606349"/>
                    </a:lnTo>
                    <a:close/>
                    <a:moveTo>
                      <a:pt x="1901470" y="1623485"/>
                    </a:moveTo>
                    <a:lnTo>
                      <a:pt x="1901470" y="1623485"/>
                    </a:lnTo>
                    <a:lnTo>
                      <a:pt x="1900835" y="1621580"/>
                    </a:lnTo>
                    <a:lnTo>
                      <a:pt x="1900200" y="1620946"/>
                    </a:lnTo>
                    <a:lnTo>
                      <a:pt x="1899566" y="1621580"/>
                    </a:lnTo>
                    <a:lnTo>
                      <a:pt x="1899566" y="1622850"/>
                    </a:lnTo>
                    <a:lnTo>
                      <a:pt x="1898931" y="1623485"/>
                    </a:lnTo>
                    <a:lnTo>
                      <a:pt x="1898296" y="1623485"/>
                    </a:lnTo>
                    <a:lnTo>
                      <a:pt x="1897662" y="1623485"/>
                    </a:lnTo>
                    <a:lnTo>
                      <a:pt x="1897027" y="1623485"/>
                    </a:lnTo>
                    <a:lnTo>
                      <a:pt x="1897027" y="1624119"/>
                    </a:lnTo>
                    <a:lnTo>
                      <a:pt x="1897662" y="1625389"/>
                    </a:lnTo>
                    <a:lnTo>
                      <a:pt x="1898296" y="1626023"/>
                    </a:lnTo>
                    <a:lnTo>
                      <a:pt x="1898931" y="1626658"/>
                    </a:lnTo>
                    <a:lnTo>
                      <a:pt x="1899566" y="1627293"/>
                    </a:lnTo>
                    <a:lnTo>
                      <a:pt x="1900200" y="1626658"/>
                    </a:lnTo>
                    <a:lnTo>
                      <a:pt x="1900200" y="1626023"/>
                    </a:lnTo>
                    <a:lnTo>
                      <a:pt x="1900200" y="1626023"/>
                    </a:lnTo>
                    <a:lnTo>
                      <a:pt x="1900200" y="1626023"/>
                    </a:lnTo>
                    <a:lnTo>
                      <a:pt x="1900200" y="1625389"/>
                    </a:lnTo>
                    <a:lnTo>
                      <a:pt x="1900200" y="1624754"/>
                    </a:lnTo>
                    <a:lnTo>
                      <a:pt x="1900200" y="1624754"/>
                    </a:lnTo>
                    <a:lnTo>
                      <a:pt x="1900200" y="1623485"/>
                    </a:lnTo>
                    <a:lnTo>
                      <a:pt x="1901470" y="1623485"/>
                    </a:lnTo>
                    <a:lnTo>
                      <a:pt x="1901470" y="1623485"/>
                    </a:lnTo>
                    <a:close/>
                    <a:moveTo>
                      <a:pt x="1930030" y="1484492"/>
                    </a:moveTo>
                    <a:lnTo>
                      <a:pt x="1930030" y="1484492"/>
                    </a:lnTo>
                    <a:lnTo>
                      <a:pt x="1930030" y="1483857"/>
                    </a:lnTo>
                    <a:lnTo>
                      <a:pt x="1929395" y="1483857"/>
                    </a:lnTo>
                    <a:lnTo>
                      <a:pt x="1928761" y="1485127"/>
                    </a:lnTo>
                    <a:lnTo>
                      <a:pt x="1928761" y="1485761"/>
                    </a:lnTo>
                    <a:lnTo>
                      <a:pt x="1929395" y="1486396"/>
                    </a:lnTo>
                    <a:lnTo>
                      <a:pt x="1930030" y="1484492"/>
                    </a:lnTo>
                    <a:lnTo>
                      <a:pt x="1930030" y="1484492"/>
                    </a:lnTo>
                    <a:lnTo>
                      <a:pt x="1930030" y="1484492"/>
                    </a:lnTo>
                    <a:close/>
                    <a:moveTo>
                      <a:pt x="1964302" y="1638082"/>
                    </a:moveTo>
                    <a:lnTo>
                      <a:pt x="1963033" y="1639986"/>
                    </a:lnTo>
                    <a:lnTo>
                      <a:pt x="1961763" y="1641890"/>
                    </a:lnTo>
                    <a:lnTo>
                      <a:pt x="1960494" y="1643794"/>
                    </a:lnTo>
                    <a:lnTo>
                      <a:pt x="1959225" y="1645063"/>
                    </a:lnTo>
                    <a:lnTo>
                      <a:pt x="1956051" y="1647602"/>
                    </a:lnTo>
                    <a:lnTo>
                      <a:pt x="1956686" y="1648237"/>
                    </a:lnTo>
                    <a:lnTo>
                      <a:pt x="1957321" y="1648872"/>
                    </a:lnTo>
                    <a:lnTo>
                      <a:pt x="1957321" y="1649506"/>
                    </a:lnTo>
                    <a:lnTo>
                      <a:pt x="1957321" y="1650141"/>
                    </a:lnTo>
                    <a:lnTo>
                      <a:pt x="1957955" y="1652045"/>
                    </a:lnTo>
                    <a:lnTo>
                      <a:pt x="1959225" y="1652045"/>
                    </a:lnTo>
                    <a:lnTo>
                      <a:pt x="1961763" y="1651410"/>
                    </a:lnTo>
                    <a:lnTo>
                      <a:pt x="1964302" y="1652679"/>
                    </a:lnTo>
                    <a:lnTo>
                      <a:pt x="1965571" y="1653314"/>
                    </a:lnTo>
                    <a:lnTo>
                      <a:pt x="1966841" y="1652679"/>
                    </a:lnTo>
                    <a:lnTo>
                      <a:pt x="1967475" y="1650775"/>
                    </a:lnTo>
                    <a:lnTo>
                      <a:pt x="1967475" y="1649506"/>
                    </a:lnTo>
                    <a:lnTo>
                      <a:pt x="1966841" y="1645698"/>
                    </a:lnTo>
                    <a:lnTo>
                      <a:pt x="1966841" y="1643794"/>
                    </a:lnTo>
                    <a:lnTo>
                      <a:pt x="1967475" y="1641255"/>
                    </a:lnTo>
                    <a:lnTo>
                      <a:pt x="1967475" y="1639352"/>
                    </a:lnTo>
                    <a:lnTo>
                      <a:pt x="1965571" y="1637447"/>
                    </a:lnTo>
                    <a:lnTo>
                      <a:pt x="1964302" y="1638082"/>
                    </a:lnTo>
                    <a:close/>
                    <a:moveTo>
                      <a:pt x="2095044" y="1413409"/>
                    </a:moveTo>
                    <a:lnTo>
                      <a:pt x="2096948" y="1413409"/>
                    </a:lnTo>
                    <a:lnTo>
                      <a:pt x="2102025" y="1412774"/>
                    </a:lnTo>
                    <a:lnTo>
                      <a:pt x="2101391" y="1412140"/>
                    </a:lnTo>
                    <a:lnTo>
                      <a:pt x="2100121" y="1408966"/>
                    </a:lnTo>
                    <a:lnTo>
                      <a:pt x="2101391" y="1408966"/>
                    </a:lnTo>
                    <a:lnTo>
                      <a:pt x="2102660" y="1410236"/>
                    </a:lnTo>
                    <a:lnTo>
                      <a:pt x="2104564" y="1414044"/>
                    </a:lnTo>
                    <a:lnTo>
                      <a:pt x="2105199" y="1414678"/>
                    </a:lnTo>
                    <a:lnTo>
                      <a:pt x="2107103" y="1414044"/>
                    </a:lnTo>
                    <a:lnTo>
                      <a:pt x="2110276" y="1415948"/>
                    </a:lnTo>
                    <a:lnTo>
                      <a:pt x="2112180" y="1416582"/>
                    </a:lnTo>
                    <a:lnTo>
                      <a:pt x="2115353" y="1418486"/>
                    </a:lnTo>
                    <a:lnTo>
                      <a:pt x="2116623" y="1419121"/>
                    </a:lnTo>
                    <a:lnTo>
                      <a:pt x="2117257" y="1419121"/>
                    </a:lnTo>
                    <a:lnTo>
                      <a:pt x="2119161" y="1417852"/>
                    </a:lnTo>
                    <a:lnTo>
                      <a:pt x="2119796" y="1417852"/>
                    </a:lnTo>
                    <a:lnTo>
                      <a:pt x="2120431" y="1418486"/>
                    </a:lnTo>
                    <a:lnTo>
                      <a:pt x="2121065" y="1418486"/>
                    </a:lnTo>
                    <a:lnTo>
                      <a:pt x="2121700" y="1417852"/>
                    </a:lnTo>
                    <a:lnTo>
                      <a:pt x="2115353" y="1414678"/>
                    </a:lnTo>
                    <a:lnTo>
                      <a:pt x="2112815" y="1414044"/>
                    </a:lnTo>
                    <a:lnTo>
                      <a:pt x="2112180" y="1413409"/>
                    </a:lnTo>
                    <a:lnTo>
                      <a:pt x="2111545" y="1410871"/>
                    </a:lnTo>
                    <a:lnTo>
                      <a:pt x="2111545" y="1410236"/>
                    </a:lnTo>
                    <a:lnTo>
                      <a:pt x="2110911" y="1409601"/>
                    </a:lnTo>
                    <a:lnTo>
                      <a:pt x="2109641" y="1407697"/>
                    </a:lnTo>
                    <a:lnTo>
                      <a:pt x="2109007" y="1407062"/>
                    </a:lnTo>
                    <a:lnTo>
                      <a:pt x="2108372" y="1407062"/>
                    </a:lnTo>
                    <a:lnTo>
                      <a:pt x="2105833" y="1407697"/>
                    </a:lnTo>
                    <a:lnTo>
                      <a:pt x="2104564" y="1407062"/>
                    </a:lnTo>
                    <a:lnTo>
                      <a:pt x="2103295" y="1405793"/>
                    </a:lnTo>
                    <a:lnTo>
                      <a:pt x="2101391" y="1402619"/>
                    </a:lnTo>
                    <a:lnTo>
                      <a:pt x="2100121" y="1401985"/>
                    </a:lnTo>
                    <a:lnTo>
                      <a:pt x="2098852" y="1401985"/>
                    </a:lnTo>
                    <a:lnTo>
                      <a:pt x="2097583" y="1402619"/>
                    </a:lnTo>
                    <a:lnTo>
                      <a:pt x="2096948" y="1403254"/>
                    </a:lnTo>
                    <a:lnTo>
                      <a:pt x="2097583" y="1403889"/>
                    </a:lnTo>
                    <a:lnTo>
                      <a:pt x="2092505" y="1410236"/>
                    </a:lnTo>
                    <a:lnTo>
                      <a:pt x="2095044" y="1413409"/>
                    </a:lnTo>
                    <a:close/>
                    <a:moveTo>
                      <a:pt x="2090601" y="1422294"/>
                    </a:moveTo>
                    <a:lnTo>
                      <a:pt x="2089332" y="1421660"/>
                    </a:lnTo>
                    <a:lnTo>
                      <a:pt x="2088063" y="1422294"/>
                    </a:lnTo>
                    <a:lnTo>
                      <a:pt x="2086793" y="1424198"/>
                    </a:lnTo>
                    <a:lnTo>
                      <a:pt x="2086158" y="1426102"/>
                    </a:lnTo>
                    <a:lnTo>
                      <a:pt x="2087428" y="1427372"/>
                    </a:lnTo>
                    <a:lnTo>
                      <a:pt x="2094409" y="1433084"/>
                    </a:lnTo>
                    <a:lnTo>
                      <a:pt x="2095044" y="1433718"/>
                    </a:lnTo>
                    <a:lnTo>
                      <a:pt x="2096948" y="1433718"/>
                    </a:lnTo>
                    <a:lnTo>
                      <a:pt x="2097583" y="1434353"/>
                    </a:lnTo>
                    <a:lnTo>
                      <a:pt x="2098217" y="1435622"/>
                    </a:lnTo>
                    <a:lnTo>
                      <a:pt x="2097583" y="1435622"/>
                    </a:lnTo>
                    <a:lnTo>
                      <a:pt x="2097583" y="1435622"/>
                    </a:lnTo>
                    <a:lnTo>
                      <a:pt x="2097583" y="1435622"/>
                    </a:lnTo>
                    <a:lnTo>
                      <a:pt x="2097583" y="1435622"/>
                    </a:lnTo>
                    <a:lnTo>
                      <a:pt x="2098217" y="1435622"/>
                    </a:lnTo>
                    <a:lnTo>
                      <a:pt x="2098852" y="1435622"/>
                    </a:lnTo>
                    <a:lnTo>
                      <a:pt x="2100121" y="1435622"/>
                    </a:lnTo>
                    <a:lnTo>
                      <a:pt x="2100756" y="1435622"/>
                    </a:lnTo>
                    <a:lnTo>
                      <a:pt x="2100756" y="1436257"/>
                    </a:lnTo>
                    <a:lnTo>
                      <a:pt x="2100756" y="1436892"/>
                    </a:lnTo>
                    <a:lnTo>
                      <a:pt x="2100756" y="1436892"/>
                    </a:lnTo>
                    <a:lnTo>
                      <a:pt x="2103929" y="1437526"/>
                    </a:lnTo>
                    <a:lnTo>
                      <a:pt x="2104564" y="1437526"/>
                    </a:lnTo>
                    <a:lnTo>
                      <a:pt x="2104564" y="1435622"/>
                    </a:lnTo>
                    <a:lnTo>
                      <a:pt x="2103929" y="1433084"/>
                    </a:lnTo>
                    <a:lnTo>
                      <a:pt x="2102025" y="1429276"/>
                    </a:lnTo>
                    <a:lnTo>
                      <a:pt x="2100756" y="1427372"/>
                    </a:lnTo>
                    <a:lnTo>
                      <a:pt x="2098217" y="1424833"/>
                    </a:lnTo>
                    <a:lnTo>
                      <a:pt x="2092505" y="1421025"/>
                    </a:lnTo>
                    <a:lnTo>
                      <a:pt x="2090601" y="1422294"/>
                    </a:lnTo>
                    <a:close/>
                    <a:moveTo>
                      <a:pt x="2131220" y="1421025"/>
                    </a:moveTo>
                    <a:lnTo>
                      <a:pt x="2131220" y="1420391"/>
                    </a:lnTo>
                    <a:lnTo>
                      <a:pt x="2130585" y="1420391"/>
                    </a:lnTo>
                    <a:lnTo>
                      <a:pt x="2129951" y="1421025"/>
                    </a:lnTo>
                    <a:lnTo>
                      <a:pt x="2125508" y="1421660"/>
                    </a:lnTo>
                    <a:lnTo>
                      <a:pt x="2124239" y="1422294"/>
                    </a:lnTo>
                    <a:lnTo>
                      <a:pt x="2123604" y="1423564"/>
                    </a:lnTo>
                    <a:lnTo>
                      <a:pt x="2124239" y="1424833"/>
                    </a:lnTo>
                    <a:lnTo>
                      <a:pt x="2125508" y="1425468"/>
                    </a:lnTo>
                    <a:lnTo>
                      <a:pt x="2126777" y="1426102"/>
                    </a:lnTo>
                    <a:lnTo>
                      <a:pt x="2128047" y="1426737"/>
                    </a:lnTo>
                    <a:lnTo>
                      <a:pt x="2129316" y="1426102"/>
                    </a:lnTo>
                    <a:lnTo>
                      <a:pt x="2129951" y="1424833"/>
                    </a:lnTo>
                    <a:lnTo>
                      <a:pt x="2130585" y="1423564"/>
                    </a:lnTo>
                    <a:lnTo>
                      <a:pt x="2130585" y="1422294"/>
                    </a:lnTo>
                    <a:lnTo>
                      <a:pt x="2131220" y="1421025"/>
                    </a:lnTo>
                    <a:lnTo>
                      <a:pt x="2131220" y="1421025"/>
                    </a:lnTo>
                    <a:close/>
                    <a:moveTo>
                      <a:pt x="2369221" y="1153194"/>
                    </a:moveTo>
                    <a:lnTo>
                      <a:pt x="2366683" y="1157003"/>
                    </a:lnTo>
                    <a:lnTo>
                      <a:pt x="2366683" y="1160811"/>
                    </a:lnTo>
                    <a:lnTo>
                      <a:pt x="2366683" y="1160176"/>
                    </a:lnTo>
                    <a:lnTo>
                      <a:pt x="2367952" y="1161445"/>
                    </a:lnTo>
                    <a:lnTo>
                      <a:pt x="2369856" y="1162080"/>
                    </a:lnTo>
                    <a:lnTo>
                      <a:pt x="2371760" y="1161445"/>
                    </a:lnTo>
                    <a:lnTo>
                      <a:pt x="2373029" y="1160176"/>
                    </a:lnTo>
                    <a:lnTo>
                      <a:pt x="2373029" y="1159541"/>
                    </a:lnTo>
                    <a:lnTo>
                      <a:pt x="2373029" y="1156368"/>
                    </a:lnTo>
                    <a:lnTo>
                      <a:pt x="2373029" y="1155098"/>
                    </a:lnTo>
                    <a:lnTo>
                      <a:pt x="2373664" y="1152560"/>
                    </a:lnTo>
                    <a:lnTo>
                      <a:pt x="2373664" y="1151291"/>
                    </a:lnTo>
                    <a:lnTo>
                      <a:pt x="2371760" y="1150021"/>
                    </a:lnTo>
                    <a:lnTo>
                      <a:pt x="2369221" y="1153194"/>
                    </a:lnTo>
                    <a:close/>
                    <a:moveTo>
                      <a:pt x="2122969" y="1507340"/>
                    </a:moveTo>
                    <a:lnTo>
                      <a:pt x="2122969" y="1507340"/>
                    </a:lnTo>
                    <a:lnTo>
                      <a:pt x="2121700" y="1507975"/>
                    </a:lnTo>
                    <a:lnTo>
                      <a:pt x="2121065" y="1507340"/>
                    </a:lnTo>
                    <a:lnTo>
                      <a:pt x="2119796" y="1506071"/>
                    </a:lnTo>
                    <a:lnTo>
                      <a:pt x="2118527" y="1506071"/>
                    </a:lnTo>
                    <a:lnTo>
                      <a:pt x="2114084" y="1506705"/>
                    </a:lnTo>
                    <a:lnTo>
                      <a:pt x="2113449" y="1506705"/>
                    </a:lnTo>
                    <a:lnTo>
                      <a:pt x="2112815" y="1506071"/>
                    </a:lnTo>
                    <a:lnTo>
                      <a:pt x="2112180" y="1506071"/>
                    </a:lnTo>
                    <a:lnTo>
                      <a:pt x="2111545" y="1506071"/>
                    </a:lnTo>
                    <a:lnTo>
                      <a:pt x="2110276" y="1507340"/>
                    </a:lnTo>
                    <a:lnTo>
                      <a:pt x="2108372" y="1507975"/>
                    </a:lnTo>
                    <a:lnTo>
                      <a:pt x="2105199" y="1511148"/>
                    </a:lnTo>
                    <a:lnTo>
                      <a:pt x="2107103" y="1506705"/>
                    </a:lnTo>
                    <a:lnTo>
                      <a:pt x="2106468" y="1505436"/>
                    </a:lnTo>
                    <a:lnTo>
                      <a:pt x="2103929" y="1504802"/>
                    </a:lnTo>
                    <a:lnTo>
                      <a:pt x="2103929" y="1503532"/>
                    </a:lnTo>
                    <a:lnTo>
                      <a:pt x="2103295" y="1502898"/>
                    </a:lnTo>
                    <a:lnTo>
                      <a:pt x="2102660" y="1502898"/>
                    </a:lnTo>
                    <a:lnTo>
                      <a:pt x="2102025" y="1503532"/>
                    </a:lnTo>
                    <a:lnTo>
                      <a:pt x="2101391" y="1504167"/>
                    </a:lnTo>
                    <a:lnTo>
                      <a:pt x="2100121" y="1506071"/>
                    </a:lnTo>
                    <a:lnTo>
                      <a:pt x="2099487" y="1506705"/>
                    </a:lnTo>
                    <a:lnTo>
                      <a:pt x="2098852" y="1507340"/>
                    </a:lnTo>
                    <a:lnTo>
                      <a:pt x="2096948" y="1510513"/>
                    </a:lnTo>
                    <a:lnTo>
                      <a:pt x="2095044" y="1513052"/>
                    </a:lnTo>
                    <a:lnTo>
                      <a:pt x="2094409" y="1514322"/>
                    </a:lnTo>
                    <a:lnTo>
                      <a:pt x="2095044" y="1514322"/>
                    </a:lnTo>
                    <a:lnTo>
                      <a:pt x="2096313" y="1513687"/>
                    </a:lnTo>
                    <a:lnTo>
                      <a:pt x="2096948" y="1513687"/>
                    </a:lnTo>
                    <a:lnTo>
                      <a:pt x="2097583" y="1513687"/>
                    </a:lnTo>
                    <a:lnTo>
                      <a:pt x="2098217" y="1514322"/>
                    </a:lnTo>
                    <a:lnTo>
                      <a:pt x="2098217" y="1514956"/>
                    </a:lnTo>
                    <a:lnTo>
                      <a:pt x="2096948" y="1515591"/>
                    </a:lnTo>
                    <a:lnTo>
                      <a:pt x="2095044" y="1516860"/>
                    </a:lnTo>
                    <a:lnTo>
                      <a:pt x="2094409" y="1517495"/>
                    </a:lnTo>
                    <a:lnTo>
                      <a:pt x="2095679" y="1519399"/>
                    </a:lnTo>
                    <a:lnTo>
                      <a:pt x="2097583" y="1518764"/>
                    </a:lnTo>
                    <a:lnTo>
                      <a:pt x="2099487" y="1517495"/>
                    </a:lnTo>
                    <a:lnTo>
                      <a:pt x="2100121" y="1518129"/>
                    </a:lnTo>
                    <a:lnTo>
                      <a:pt x="2100121" y="1518764"/>
                    </a:lnTo>
                    <a:lnTo>
                      <a:pt x="2099487" y="1519399"/>
                    </a:lnTo>
                    <a:lnTo>
                      <a:pt x="2098852" y="1520033"/>
                    </a:lnTo>
                    <a:lnTo>
                      <a:pt x="2098852" y="1521303"/>
                    </a:lnTo>
                    <a:lnTo>
                      <a:pt x="2099487" y="1521303"/>
                    </a:lnTo>
                    <a:lnTo>
                      <a:pt x="2100121" y="1521938"/>
                    </a:lnTo>
                    <a:lnTo>
                      <a:pt x="2100121" y="1522572"/>
                    </a:lnTo>
                    <a:lnTo>
                      <a:pt x="2100121" y="1522572"/>
                    </a:lnTo>
                    <a:lnTo>
                      <a:pt x="2098852" y="1524476"/>
                    </a:lnTo>
                    <a:lnTo>
                      <a:pt x="2100756" y="1525111"/>
                    </a:lnTo>
                    <a:lnTo>
                      <a:pt x="2103295" y="1525111"/>
                    </a:lnTo>
                    <a:lnTo>
                      <a:pt x="2105199" y="1523842"/>
                    </a:lnTo>
                    <a:lnTo>
                      <a:pt x="2105833" y="1521303"/>
                    </a:lnTo>
                    <a:lnTo>
                      <a:pt x="2105833" y="1518764"/>
                    </a:lnTo>
                    <a:lnTo>
                      <a:pt x="2105833" y="1516860"/>
                    </a:lnTo>
                    <a:lnTo>
                      <a:pt x="2106468" y="1516225"/>
                    </a:lnTo>
                    <a:lnTo>
                      <a:pt x="2107103" y="1515591"/>
                    </a:lnTo>
                    <a:lnTo>
                      <a:pt x="2109007" y="1514322"/>
                    </a:lnTo>
                    <a:lnTo>
                      <a:pt x="2109641" y="1514322"/>
                    </a:lnTo>
                    <a:lnTo>
                      <a:pt x="2111545" y="1514956"/>
                    </a:lnTo>
                    <a:lnTo>
                      <a:pt x="2112815" y="1513687"/>
                    </a:lnTo>
                    <a:lnTo>
                      <a:pt x="2114084" y="1511783"/>
                    </a:lnTo>
                    <a:lnTo>
                      <a:pt x="2115353" y="1510513"/>
                    </a:lnTo>
                    <a:lnTo>
                      <a:pt x="2115988" y="1510513"/>
                    </a:lnTo>
                    <a:lnTo>
                      <a:pt x="2115988" y="1511148"/>
                    </a:lnTo>
                    <a:lnTo>
                      <a:pt x="2115988" y="1511783"/>
                    </a:lnTo>
                    <a:lnTo>
                      <a:pt x="2116623" y="1512418"/>
                    </a:lnTo>
                    <a:lnTo>
                      <a:pt x="2121065" y="1511148"/>
                    </a:lnTo>
                    <a:lnTo>
                      <a:pt x="2121700" y="1510513"/>
                    </a:lnTo>
                    <a:lnTo>
                      <a:pt x="2122969" y="1508609"/>
                    </a:lnTo>
                    <a:lnTo>
                      <a:pt x="2122969" y="1507975"/>
                    </a:lnTo>
                    <a:lnTo>
                      <a:pt x="2122969" y="1507340"/>
                    </a:lnTo>
                    <a:close/>
                    <a:moveTo>
                      <a:pt x="2069657" y="1469260"/>
                    </a:moveTo>
                    <a:lnTo>
                      <a:pt x="2069023" y="1467991"/>
                    </a:lnTo>
                    <a:lnTo>
                      <a:pt x="2067753" y="1467991"/>
                    </a:lnTo>
                    <a:lnTo>
                      <a:pt x="2067118" y="1469260"/>
                    </a:lnTo>
                    <a:lnTo>
                      <a:pt x="2067118" y="1470529"/>
                    </a:lnTo>
                    <a:lnTo>
                      <a:pt x="2067118" y="1471164"/>
                    </a:lnTo>
                    <a:lnTo>
                      <a:pt x="2066484" y="1471799"/>
                    </a:lnTo>
                    <a:lnTo>
                      <a:pt x="2066484" y="1473068"/>
                    </a:lnTo>
                    <a:lnTo>
                      <a:pt x="2067118" y="1474972"/>
                    </a:lnTo>
                    <a:lnTo>
                      <a:pt x="2067753" y="1477511"/>
                    </a:lnTo>
                    <a:lnTo>
                      <a:pt x="2069023" y="1479415"/>
                    </a:lnTo>
                    <a:lnTo>
                      <a:pt x="2069657" y="1478145"/>
                    </a:lnTo>
                    <a:lnTo>
                      <a:pt x="2069657" y="1474337"/>
                    </a:lnTo>
                    <a:lnTo>
                      <a:pt x="2069657" y="1472433"/>
                    </a:lnTo>
                    <a:lnTo>
                      <a:pt x="2069657" y="1471799"/>
                    </a:lnTo>
                    <a:lnTo>
                      <a:pt x="2069657" y="1469260"/>
                    </a:lnTo>
                    <a:close/>
                    <a:moveTo>
                      <a:pt x="2154068" y="1456566"/>
                    </a:moveTo>
                    <a:lnTo>
                      <a:pt x="2149625" y="1459105"/>
                    </a:lnTo>
                    <a:lnTo>
                      <a:pt x="2148991" y="1458471"/>
                    </a:lnTo>
                    <a:lnTo>
                      <a:pt x="2148991" y="1456566"/>
                    </a:lnTo>
                    <a:lnTo>
                      <a:pt x="2149625" y="1454662"/>
                    </a:lnTo>
                    <a:lnTo>
                      <a:pt x="2150260" y="1452759"/>
                    </a:lnTo>
                    <a:lnTo>
                      <a:pt x="2151530" y="1451489"/>
                    </a:lnTo>
                    <a:lnTo>
                      <a:pt x="2150260" y="1452124"/>
                    </a:lnTo>
                    <a:lnTo>
                      <a:pt x="2147722" y="1454662"/>
                    </a:lnTo>
                    <a:lnTo>
                      <a:pt x="2146452" y="1454662"/>
                    </a:lnTo>
                    <a:lnTo>
                      <a:pt x="2147087" y="1453393"/>
                    </a:lnTo>
                    <a:lnTo>
                      <a:pt x="2147722" y="1452759"/>
                    </a:lnTo>
                    <a:lnTo>
                      <a:pt x="2148356" y="1452124"/>
                    </a:lnTo>
                    <a:lnTo>
                      <a:pt x="2148356" y="1450855"/>
                    </a:lnTo>
                    <a:lnTo>
                      <a:pt x="2148356" y="1448316"/>
                    </a:lnTo>
                    <a:lnTo>
                      <a:pt x="2148356" y="1447681"/>
                    </a:lnTo>
                    <a:lnTo>
                      <a:pt x="2147722" y="1447681"/>
                    </a:lnTo>
                    <a:lnTo>
                      <a:pt x="2146452" y="1448951"/>
                    </a:lnTo>
                    <a:lnTo>
                      <a:pt x="2145183" y="1450220"/>
                    </a:lnTo>
                    <a:lnTo>
                      <a:pt x="2143914" y="1450855"/>
                    </a:lnTo>
                    <a:lnTo>
                      <a:pt x="2143279" y="1450220"/>
                    </a:lnTo>
                    <a:lnTo>
                      <a:pt x="2143914" y="1448316"/>
                    </a:lnTo>
                    <a:lnTo>
                      <a:pt x="2145817" y="1445142"/>
                    </a:lnTo>
                    <a:lnTo>
                      <a:pt x="2147722" y="1442604"/>
                    </a:lnTo>
                    <a:lnTo>
                      <a:pt x="2153434" y="1439431"/>
                    </a:lnTo>
                    <a:lnTo>
                      <a:pt x="2154703" y="1436257"/>
                    </a:lnTo>
                    <a:lnTo>
                      <a:pt x="2154068" y="1436257"/>
                    </a:lnTo>
                    <a:lnTo>
                      <a:pt x="2153434" y="1435622"/>
                    </a:lnTo>
                    <a:lnTo>
                      <a:pt x="2152799" y="1434988"/>
                    </a:lnTo>
                    <a:lnTo>
                      <a:pt x="2152164" y="1434353"/>
                    </a:lnTo>
                    <a:lnTo>
                      <a:pt x="2150895" y="1435622"/>
                    </a:lnTo>
                    <a:lnTo>
                      <a:pt x="2149625" y="1436892"/>
                    </a:lnTo>
                    <a:lnTo>
                      <a:pt x="2148356" y="1436892"/>
                    </a:lnTo>
                    <a:lnTo>
                      <a:pt x="2147087" y="1435622"/>
                    </a:lnTo>
                    <a:lnTo>
                      <a:pt x="2147722" y="1433718"/>
                    </a:lnTo>
                    <a:lnTo>
                      <a:pt x="2147722" y="1432449"/>
                    </a:lnTo>
                    <a:lnTo>
                      <a:pt x="2147087" y="1431815"/>
                    </a:lnTo>
                    <a:lnTo>
                      <a:pt x="2145817" y="1430545"/>
                    </a:lnTo>
                    <a:lnTo>
                      <a:pt x="2145183" y="1429276"/>
                    </a:lnTo>
                    <a:lnTo>
                      <a:pt x="2144548" y="1428006"/>
                    </a:lnTo>
                    <a:lnTo>
                      <a:pt x="2143914" y="1426737"/>
                    </a:lnTo>
                    <a:lnTo>
                      <a:pt x="2142644" y="1426102"/>
                    </a:lnTo>
                    <a:lnTo>
                      <a:pt x="2141375" y="1426102"/>
                    </a:lnTo>
                    <a:lnTo>
                      <a:pt x="2140740" y="1426102"/>
                    </a:lnTo>
                    <a:lnTo>
                      <a:pt x="2140105" y="1426737"/>
                    </a:lnTo>
                    <a:lnTo>
                      <a:pt x="2139471" y="1426737"/>
                    </a:lnTo>
                    <a:lnTo>
                      <a:pt x="2138836" y="1426102"/>
                    </a:lnTo>
                    <a:lnTo>
                      <a:pt x="2138836" y="1425468"/>
                    </a:lnTo>
                    <a:lnTo>
                      <a:pt x="2138836" y="1424833"/>
                    </a:lnTo>
                    <a:lnTo>
                      <a:pt x="2138202" y="1424198"/>
                    </a:lnTo>
                    <a:lnTo>
                      <a:pt x="2136932" y="1423564"/>
                    </a:lnTo>
                    <a:lnTo>
                      <a:pt x="2136297" y="1423564"/>
                    </a:lnTo>
                    <a:lnTo>
                      <a:pt x="2135663" y="1425468"/>
                    </a:lnTo>
                    <a:lnTo>
                      <a:pt x="2136297" y="1426737"/>
                    </a:lnTo>
                    <a:lnTo>
                      <a:pt x="2136932" y="1428006"/>
                    </a:lnTo>
                    <a:lnTo>
                      <a:pt x="2136932" y="1429911"/>
                    </a:lnTo>
                    <a:lnTo>
                      <a:pt x="2136297" y="1431180"/>
                    </a:lnTo>
                    <a:lnTo>
                      <a:pt x="2135663" y="1429911"/>
                    </a:lnTo>
                    <a:lnTo>
                      <a:pt x="2133759" y="1429276"/>
                    </a:lnTo>
                    <a:lnTo>
                      <a:pt x="2132490" y="1428641"/>
                    </a:lnTo>
                    <a:lnTo>
                      <a:pt x="2131855" y="1429911"/>
                    </a:lnTo>
                    <a:lnTo>
                      <a:pt x="2131220" y="1433084"/>
                    </a:lnTo>
                    <a:lnTo>
                      <a:pt x="2130585" y="1434353"/>
                    </a:lnTo>
                    <a:lnTo>
                      <a:pt x="2129951" y="1434988"/>
                    </a:lnTo>
                    <a:lnTo>
                      <a:pt x="2129316" y="1434353"/>
                    </a:lnTo>
                    <a:lnTo>
                      <a:pt x="2128681" y="1433084"/>
                    </a:lnTo>
                    <a:lnTo>
                      <a:pt x="2128047" y="1431815"/>
                    </a:lnTo>
                    <a:lnTo>
                      <a:pt x="2126143" y="1431180"/>
                    </a:lnTo>
                    <a:lnTo>
                      <a:pt x="2124873" y="1433084"/>
                    </a:lnTo>
                    <a:lnTo>
                      <a:pt x="2124239" y="1436257"/>
                    </a:lnTo>
                    <a:lnTo>
                      <a:pt x="2124239" y="1440700"/>
                    </a:lnTo>
                    <a:lnTo>
                      <a:pt x="2124239" y="1441335"/>
                    </a:lnTo>
                    <a:lnTo>
                      <a:pt x="2124239" y="1443238"/>
                    </a:lnTo>
                    <a:lnTo>
                      <a:pt x="2124239" y="1444508"/>
                    </a:lnTo>
                    <a:lnTo>
                      <a:pt x="2124239" y="1445142"/>
                    </a:lnTo>
                    <a:lnTo>
                      <a:pt x="2123604" y="1445777"/>
                    </a:lnTo>
                    <a:lnTo>
                      <a:pt x="2122969" y="1445777"/>
                    </a:lnTo>
                    <a:lnTo>
                      <a:pt x="2122969" y="1445142"/>
                    </a:lnTo>
                    <a:lnTo>
                      <a:pt x="2122335" y="1443873"/>
                    </a:lnTo>
                    <a:lnTo>
                      <a:pt x="2121700" y="1442604"/>
                    </a:lnTo>
                    <a:lnTo>
                      <a:pt x="2121065" y="1441335"/>
                    </a:lnTo>
                    <a:lnTo>
                      <a:pt x="2122335" y="1436892"/>
                    </a:lnTo>
                    <a:lnTo>
                      <a:pt x="2122335" y="1434353"/>
                    </a:lnTo>
                    <a:lnTo>
                      <a:pt x="2122969" y="1431815"/>
                    </a:lnTo>
                    <a:lnTo>
                      <a:pt x="2124873" y="1430545"/>
                    </a:lnTo>
                    <a:lnTo>
                      <a:pt x="2124873" y="1429911"/>
                    </a:lnTo>
                    <a:lnTo>
                      <a:pt x="2124239" y="1430545"/>
                    </a:lnTo>
                    <a:lnTo>
                      <a:pt x="2122969" y="1430545"/>
                    </a:lnTo>
                    <a:lnTo>
                      <a:pt x="2123604" y="1429276"/>
                    </a:lnTo>
                    <a:lnTo>
                      <a:pt x="2124873" y="1428006"/>
                    </a:lnTo>
                    <a:lnTo>
                      <a:pt x="2127412" y="1426737"/>
                    </a:lnTo>
                    <a:lnTo>
                      <a:pt x="2126143" y="1424833"/>
                    </a:lnTo>
                    <a:lnTo>
                      <a:pt x="2124239" y="1423564"/>
                    </a:lnTo>
                    <a:lnTo>
                      <a:pt x="2117257" y="1421660"/>
                    </a:lnTo>
                    <a:lnTo>
                      <a:pt x="2115988" y="1422294"/>
                    </a:lnTo>
                    <a:lnTo>
                      <a:pt x="2116623" y="1424198"/>
                    </a:lnTo>
                    <a:lnTo>
                      <a:pt x="2115353" y="1424198"/>
                    </a:lnTo>
                    <a:lnTo>
                      <a:pt x="2113449" y="1422929"/>
                    </a:lnTo>
                    <a:lnTo>
                      <a:pt x="2111545" y="1422294"/>
                    </a:lnTo>
                    <a:lnTo>
                      <a:pt x="2109641" y="1421025"/>
                    </a:lnTo>
                    <a:lnTo>
                      <a:pt x="2107103" y="1419756"/>
                    </a:lnTo>
                    <a:lnTo>
                      <a:pt x="2103295" y="1416582"/>
                    </a:lnTo>
                    <a:lnTo>
                      <a:pt x="2101391" y="1415948"/>
                    </a:lnTo>
                    <a:lnTo>
                      <a:pt x="2100756" y="1415313"/>
                    </a:lnTo>
                    <a:lnTo>
                      <a:pt x="2100121" y="1415313"/>
                    </a:lnTo>
                    <a:lnTo>
                      <a:pt x="2099487" y="1415313"/>
                    </a:lnTo>
                    <a:lnTo>
                      <a:pt x="2099487" y="1415948"/>
                    </a:lnTo>
                    <a:lnTo>
                      <a:pt x="2099487" y="1416582"/>
                    </a:lnTo>
                    <a:lnTo>
                      <a:pt x="2099487" y="1417217"/>
                    </a:lnTo>
                    <a:lnTo>
                      <a:pt x="2101391" y="1419121"/>
                    </a:lnTo>
                    <a:lnTo>
                      <a:pt x="2103929" y="1420391"/>
                    </a:lnTo>
                    <a:lnTo>
                      <a:pt x="2105199" y="1421660"/>
                    </a:lnTo>
                    <a:lnTo>
                      <a:pt x="2107737" y="1425468"/>
                    </a:lnTo>
                    <a:lnTo>
                      <a:pt x="2109641" y="1426737"/>
                    </a:lnTo>
                    <a:lnTo>
                      <a:pt x="2110276" y="1428006"/>
                    </a:lnTo>
                    <a:lnTo>
                      <a:pt x="2110911" y="1429276"/>
                    </a:lnTo>
                    <a:lnTo>
                      <a:pt x="2110911" y="1429911"/>
                    </a:lnTo>
                    <a:lnTo>
                      <a:pt x="2111545" y="1430545"/>
                    </a:lnTo>
                    <a:lnTo>
                      <a:pt x="2112815" y="1431815"/>
                    </a:lnTo>
                    <a:lnTo>
                      <a:pt x="2113449" y="1432449"/>
                    </a:lnTo>
                    <a:lnTo>
                      <a:pt x="2112815" y="1433084"/>
                    </a:lnTo>
                    <a:lnTo>
                      <a:pt x="2112180" y="1431815"/>
                    </a:lnTo>
                    <a:lnTo>
                      <a:pt x="2108372" y="1428641"/>
                    </a:lnTo>
                    <a:lnTo>
                      <a:pt x="2105833" y="1426102"/>
                    </a:lnTo>
                    <a:lnTo>
                      <a:pt x="2104564" y="1425468"/>
                    </a:lnTo>
                    <a:lnTo>
                      <a:pt x="2102660" y="1425468"/>
                    </a:lnTo>
                    <a:lnTo>
                      <a:pt x="2103295" y="1426737"/>
                    </a:lnTo>
                    <a:lnTo>
                      <a:pt x="2104564" y="1428641"/>
                    </a:lnTo>
                    <a:lnTo>
                      <a:pt x="2105199" y="1429911"/>
                    </a:lnTo>
                    <a:lnTo>
                      <a:pt x="2105833" y="1435622"/>
                    </a:lnTo>
                    <a:lnTo>
                      <a:pt x="2105833" y="1441335"/>
                    </a:lnTo>
                    <a:lnTo>
                      <a:pt x="2105833" y="1443873"/>
                    </a:lnTo>
                    <a:lnTo>
                      <a:pt x="2106468" y="1445777"/>
                    </a:lnTo>
                    <a:lnTo>
                      <a:pt x="2105833" y="1445777"/>
                    </a:lnTo>
                    <a:lnTo>
                      <a:pt x="2105199" y="1445142"/>
                    </a:lnTo>
                    <a:lnTo>
                      <a:pt x="2104564" y="1444508"/>
                    </a:lnTo>
                    <a:lnTo>
                      <a:pt x="2103929" y="1443873"/>
                    </a:lnTo>
                    <a:lnTo>
                      <a:pt x="2103929" y="1441969"/>
                    </a:lnTo>
                    <a:lnTo>
                      <a:pt x="2103929" y="1440065"/>
                    </a:lnTo>
                    <a:lnTo>
                      <a:pt x="2103929" y="1438161"/>
                    </a:lnTo>
                    <a:lnTo>
                      <a:pt x="2102660" y="1437526"/>
                    </a:lnTo>
                    <a:lnTo>
                      <a:pt x="2098852" y="1436892"/>
                    </a:lnTo>
                    <a:lnTo>
                      <a:pt x="2095679" y="1435622"/>
                    </a:lnTo>
                    <a:lnTo>
                      <a:pt x="2091236" y="1432449"/>
                    </a:lnTo>
                    <a:lnTo>
                      <a:pt x="2089967" y="1431815"/>
                    </a:lnTo>
                    <a:lnTo>
                      <a:pt x="2088697" y="1432449"/>
                    </a:lnTo>
                    <a:lnTo>
                      <a:pt x="2088697" y="1434353"/>
                    </a:lnTo>
                    <a:lnTo>
                      <a:pt x="2089967" y="1436257"/>
                    </a:lnTo>
                    <a:lnTo>
                      <a:pt x="2091236" y="1437526"/>
                    </a:lnTo>
                    <a:lnTo>
                      <a:pt x="2093140" y="1437526"/>
                    </a:lnTo>
                    <a:lnTo>
                      <a:pt x="2093140" y="1437526"/>
                    </a:lnTo>
                    <a:lnTo>
                      <a:pt x="2093140" y="1438161"/>
                    </a:lnTo>
                    <a:lnTo>
                      <a:pt x="2093140" y="1438796"/>
                    </a:lnTo>
                    <a:lnTo>
                      <a:pt x="2093775" y="1439431"/>
                    </a:lnTo>
                    <a:lnTo>
                      <a:pt x="2095044" y="1440700"/>
                    </a:lnTo>
                    <a:lnTo>
                      <a:pt x="2095679" y="1441335"/>
                    </a:lnTo>
                    <a:lnTo>
                      <a:pt x="2096948" y="1441969"/>
                    </a:lnTo>
                    <a:lnTo>
                      <a:pt x="2096948" y="1443873"/>
                    </a:lnTo>
                    <a:lnTo>
                      <a:pt x="2096313" y="1445777"/>
                    </a:lnTo>
                    <a:lnTo>
                      <a:pt x="2094409" y="1446412"/>
                    </a:lnTo>
                    <a:lnTo>
                      <a:pt x="2093140" y="1445777"/>
                    </a:lnTo>
                    <a:lnTo>
                      <a:pt x="2092505" y="1443873"/>
                    </a:lnTo>
                    <a:lnTo>
                      <a:pt x="2091870" y="1441969"/>
                    </a:lnTo>
                    <a:lnTo>
                      <a:pt x="2091236" y="1440065"/>
                    </a:lnTo>
                    <a:lnTo>
                      <a:pt x="2089967" y="1438796"/>
                    </a:lnTo>
                    <a:lnTo>
                      <a:pt x="2088063" y="1439431"/>
                    </a:lnTo>
                    <a:lnTo>
                      <a:pt x="2086793" y="1440700"/>
                    </a:lnTo>
                    <a:lnTo>
                      <a:pt x="2086158" y="1442604"/>
                    </a:lnTo>
                    <a:lnTo>
                      <a:pt x="2088697" y="1444508"/>
                    </a:lnTo>
                    <a:lnTo>
                      <a:pt x="2089967" y="1445777"/>
                    </a:lnTo>
                    <a:lnTo>
                      <a:pt x="2090601" y="1447681"/>
                    </a:lnTo>
                    <a:lnTo>
                      <a:pt x="2089967" y="1448316"/>
                    </a:lnTo>
                    <a:lnTo>
                      <a:pt x="2088063" y="1447681"/>
                    </a:lnTo>
                    <a:lnTo>
                      <a:pt x="2085524" y="1445777"/>
                    </a:lnTo>
                    <a:lnTo>
                      <a:pt x="2086158" y="1448951"/>
                    </a:lnTo>
                    <a:lnTo>
                      <a:pt x="2087428" y="1454662"/>
                    </a:lnTo>
                    <a:lnTo>
                      <a:pt x="2086793" y="1456566"/>
                    </a:lnTo>
                    <a:lnTo>
                      <a:pt x="2085524" y="1452759"/>
                    </a:lnTo>
                    <a:lnTo>
                      <a:pt x="2084255" y="1448951"/>
                    </a:lnTo>
                    <a:lnTo>
                      <a:pt x="2083620" y="1444508"/>
                    </a:lnTo>
                    <a:lnTo>
                      <a:pt x="2083620" y="1440065"/>
                    </a:lnTo>
                    <a:lnTo>
                      <a:pt x="2083620" y="1440065"/>
                    </a:lnTo>
                    <a:lnTo>
                      <a:pt x="2083620" y="1437526"/>
                    </a:lnTo>
                    <a:lnTo>
                      <a:pt x="2082985" y="1435622"/>
                    </a:lnTo>
                    <a:lnTo>
                      <a:pt x="2081716" y="1434988"/>
                    </a:lnTo>
                    <a:lnTo>
                      <a:pt x="2079812" y="1434353"/>
                    </a:lnTo>
                    <a:lnTo>
                      <a:pt x="2079177" y="1433084"/>
                    </a:lnTo>
                    <a:lnTo>
                      <a:pt x="2078543" y="1431180"/>
                    </a:lnTo>
                    <a:lnTo>
                      <a:pt x="2077273" y="1429911"/>
                    </a:lnTo>
                    <a:lnTo>
                      <a:pt x="2076638" y="1429911"/>
                    </a:lnTo>
                    <a:lnTo>
                      <a:pt x="2076004" y="1430545"/>
                    </a:lnTo>
                    <a:lnTo>
                      <a:pt x="2075369" y="1430545"/>
                    </a:lnTo>
                    <a:lnTo>
                      <a:pt x="2074735" y="1429911"/>
                    </a:lnTo>
                    <a:lnTo>
                      <a:pt x="2074100" y="1428641"/>
                    </a:lnTo>
                    <a:lnTo>
                      <a:pt x="2074100" y="1428641"/>
                    </a:lnTo>
                    <a:lnTo>
                      <a:pt x="2071561" y="1429276"/>
                    </a:lnTo>
                    <a:lnTo>
                      <a:pt x="2069657" y="1431180"/>
                    </a:lnTo>
                    <a:lnTo>
                      <a:pt x="2069023" y="1431815"/>
                    </a:lnTo>
                    <a:lnTo>
                      <a:pt x="2068388" y="1431815"/>
                    </a:lnTo>
                    <a:lnTo>
                      <a:pt x="2067753" y="1431815"/>
                    </a:lnTo>
                    <a:lnTo>
                      <a:pt x="2067118" y="1431815"/>
                    </a:lnTo>
                    <a:lnTo>
                      <a:pt x="2066484" y="1432449"/>
                    </a:lnTo>
                    <a:lnTo>
                      <a:pt x="2063310" y="1436257"/>
                    </a:lnTo>
                    <a:lnTo>
                      <a:pt x="2061406" y="1438796"/>
                    </a:lnTo>
                    <a:lnTo>
                      <a:pt x="2060772" y="1442604"/>
                    </a:lnTo>
                    <a:lnTo>
                      <a:pt x="2061406" y="1447681"/>
                    </a:lnTo>
                    <a:lnTo>
                      <a:pt x="2062676" y="1449585"/>
                    </a:lnTo>
                    <a:lnTo>
                      <a:pt x="2064580" y="1450855"/>
                    </a:lnTo>
                    <a:lnTo>
                      <a:pt x="2071561" y="1451489"/>
                    </a:lnTo>
                    <a:lnTo>
                      <a:pt x="2074735" y="1452759"/>
                    </a:lnTo>
                    <a:lnTo>
                      <a:pt x="2078543" y="1456566"/>
                    </a:lnTo>
                    <a:lnTo>
                      <a:pt x="2079812" y="1457836"/>
                    </a:lnTo>
                    <a:lnTo>
                      <a:pt x="2080446" y="1459105"/>
                    </a:lnTo>
                    <a:lnTo>
                      <a:pt x="2081081" y="1460375"/>
                    </a:lnTo>
                    <a:lnTo>
                      <a:pt x="2081081" y="1461644"/>
                    </a:lnTo>
                    <a:lnTo>
                      <a:pt x="2080446" y="1462279"/>
                    </a:lnTo>
                    <a:lnTo>
                      <a:pt x="2079177" y="1461644"/>
                    </a:lnTo>
                    <a:lnTo>
                      <a:pt x="2078543" y="1462279"/>
                    </a:lnTo>
                    <a:lnTo>
                      <a:pt x="2077908" y="1459105"/>
                    </a:lnTo>
                    <a:lnTo>
                      <a:pt x="2076638" y="1457836"/>
                    </a:lnTo>
                    <a:lnTo>
                      <a:pt x="2068388" y="1455932"/>
                    </a:lnTo>
                    <a:lnTo>
                      <a:pt x="2065849" y="1455932"/>
                    </a:lnTo>
                    <a:lnTo>
                      <a:pt x="2063945" y="1457201"/>
                    </a:lnTo>
                    <a:lnTo>
                      <a:pt x="2064580" y="1459105"/>
                    </a:lnTo>
                    <a:lnTo>
                      <a:pt x="2070926" y="1466086"/>
                    </a:lnTo>
                    <a:lnTo>
                      <a:pt x="2071561" y="1466721"/>
                    </a:lnTo>
                    <a:lnTo>
                      <a:pt x="2073465" y="1466721"/>
                    </a:lnTo>
                    <a:lnTo>
                      <a:pt x="2074100" y="1467356"/>
                    </a:lnTo>
                    <a:lnTo>
                      <a:pt x="2074735" y="1468625"/>
                    </a:lnTo>
                    <a:lnTo>
                      <a:pt x="2072830" y="1469260"/>
                    </a:lnTo>
                    <a:lnTo>
                      <a:pt x="2070292" y="1468625"/>
                    </a:lnTo>
                    <a:lnTo>
                      <a:pt x="2067753" y="1467356"/>
                    </a:lnTo>
                    <a:lnTo>
                      <a:pt x="2066484" y="1466086"/>
                    </a:lnTo>
                    <a:lnTo>
                      <a:pt x="2065849" y="1465452"/>
                    </a:lnTo>
                    <a:lnTo>
                      <a:pt x="2065214" y="1464817"/>
                    </a:lnTo>
                    <a:lnTo>
                      <a:pt x="2064580" y="1465452"/>
                    </a:lnTo>
                    <a:lnTo>
                      <a:pt x="2064580" y="1467356"/>
                    </a:lnTo>
                    <a:lnTo>
                      <a:pt x="2065214" y="1467991"/>
                    </a:lnTo>
                    <a:lnTo>
                      <a:pt x="2067118" y="1471799"/>
                    </a:lnTo>
                    <a:lnTo>
                      <a:pt x="2066484" y="1473068"/>
                    </a:lnTo>
                    <a:lnTo>
                      <a:pt x="2066484" y="1475606"/>
                    </a:lnTo>
                    <a:lnTo>
                      <a:pt x="2067118" y="1483223"/>
                    </a:lnTo>
                    <a:lnTo>
                      <a:pt x="2067753" y="1484492"/>
                    </a:lnTo>
                    <a:lnTo>
                      <a:pt x="2068388" y="1485127"/>
                    </a:lnTo>
                    <a:lnTo>
                      <a:pt x="2069657" y="1486396"/>
                    </a:lnTo>
                    <a:lnTo>
                      <a:pt x="2070292" y="1488935"/>
                    </a:lnTo>
                    <a:lnTo>
                      <a:pt x="2070292" y="1491473"/>
                    </a:lnTo>
                    <a:lnTo>
                      <a:pt x="2070926" y="1493378"/>
                    </a:lnTo>
                    <a:lnTo>
                      <a:pt x="2073465" y="1494647"/>
                    </a:lnTo>
                    <a:lnTo>
                      <a:pt x="2074735" y="1495916"/>
                    </a:lnTo>
                    <a:lnTo>
                      <a:pt x="2076004" y="1497185"/>
                    </a:lnTo>
                    <a:lnTo>
                      <a:pt x="2076638" y="1498455"/>
                    </a:lnTo>
                    <a:lnTo>
                      <a:pt x="2069657" y="1495281"/>
                    </a:lnTo>
                    <a:lnTo>
                      <a:pt x="2067753" y="1493378"/>
                    </a:lnTo>
                    <a:lnTo>
                      <a:pt x="2065214" y="1487665"/>
                    </a:lnTo>
                    <a:lnTo>
                      <a:pt x="2064580" y="1486396"/>
                    </a:lnTo>
                    <a:lnTo>
                      <a:pt x="2062676" y="1485127"/>
                    </a:lnTo>
                    <a:lnTo>
                      <a:pt x="2062041" y="1484492"/>
                    </a:lnTo>
                    <a:lnTo>
                      <a:pt x="2061406" y="1481953"/>
                    </a:lnTo>
                    <a:lnTo>
                      <a:pt x="2060772" y="1474337"/>
                    </a:lnTo>
                    <a:lnTo>
                      <a:pt x="2060137" y="1471164"/>
                    </a:lnTo>
                    <a:lnTo>
                      <a:pt x="2057598" y="1469260"/>
                    </a:lnTo>
                    <a:lnTo>
                      <a:pt x="2052521" y="1470529"/>
                    </a:lnTo>
                    <a:lnTo>
                      <a:pt x="2049982" y="1469895"/>
                    </a:lnTo>
                    <a:lnTo>
                      <a:pt x="2056329" y="1468625"/>
                    </a:lnTo>
                    <a:lnTo>
                      <a:pt x="2057598" y="1466721"/>
                    </a:lnTo>
                    <a:lnTo>
                      <a:pt x="2056329" y="1460375"/>
                    </a:lnTo>
                    <a:lnTo>
                      <a:pt x="2055060" y="1458471"/>
                    </a:lnTo>
                    <a:lnTo>
                      <a:pt x="2053156" y="1457836"/>
                    </a:lnTo>
                    <a:lnTo>
                      <a:pt x="2047444" y="1457836"/>
                    </a:lnTo>
                    <a:lnTo>
                      <a:pt x="2046174" y="1457201"/>
                    </a:lnTo>
                    <a:lnTo>
                      <a:pt x="2044270" y="1455932"/>
                    </a:lnTo>
                    <a:lnTo>
                      <a:pt x="2043001" y="1455297"/>
                    </a:lnTo>
                    <a:lnTo>
                      <a:pt x="2041732" y="1455297"/>
                    </a:lnTo>
                    <a:lnTo>
                      <a:pt x="2041097" y="1455932"/>
                    </a:lnTo>
                    <a:lnTo>
                      <a:pt x="2040462" y="1457201"/>
                    </a:lnTo>
                    <a:lnTo>
                      <a:pt x="2039828" y="1457836"/>
                    </a:lnTo>
                    <a:lnTo>
                      <a:pt x="2038558" y="1457836"/>
                    </a:lnTo>
                    <a:lnTo>
                      <a:pt x="2036654" y="1457201"/>
                    </a:lnTo>
                    <a:lnTo>
                      <a:pt x="2035385" y="1457201"/>
                    </a:lnTo>
                    <a:lnTo>
                      <a:pt x="2035385" y="1457201"/>
                    </a:lnTo>
                    <a:lnTo>
                      <a:pt x="2035385" y="1458471"/>
                    </a:lnTo>
                    <a:lnTo>
                      <a:pt x="2035385" y="1459105"/>
                    </a:lnTo>
                    <a:lnTo>
                      <a:pt x="2033481" y="1460375"/>
                    </a:lnTo>
                    <a:lnTo>
                      <a:pt x="2030942" y="1463548"/>
                    </a:lnTo>
                    <a:lnTo>
                      <a:pt x="2032846" y="1464817"/>
                    </a:lnTo>
                    <a:lnTo>
                      <a:pt x="2033481" y="1465452"/>
                    </a:lnTo>
                    <a:lnTo>
                      <a:pt x="2030308" y="1464183"/>
                    </a:lnTo>
                    <a:lnTo>
                      <a:pt x="2027134" y="1464183"/>
                    </a:lnTo>
                    <a:lnTo>
                      <a:pt x="2026500" y="1465452"/>
                    </a:lnTo>
                    <a:lnTo>
                      <a:pt x="2027134" y="1469895"/>
                    </a:lnTo>
                    <a:lnTo>
                      <a:pt x="2026500" y="1471164"/>
                    </a:lnTo>
                    <a:lnTo>
                      <a:pt x="2025230" y="1468625"/>
                    </a:lnTo>
                    <a:lnTo>
                      <a:pt x="2024596" y="1467991"/>
                    </a:lnTo>
                    <a:lnTo>
                      <a:pt x="2023961" y="1467991"/>
                    </a:lnTo>
                    <a:lnTo>
                      <a:pt x="2022692" y="1469260"/>
                    </a:lnTo>
                    <a:lnTo>
                      <a:pt x="2020788" y="1469895"/>
                    </a:lnTo>
                    <a:lnTo>
                      <a:pt x="2019518" y="1471164"/>
                    </a:lnTo>
                    <a:lnTo>
                      <a:pt x="2018883" y="1473068"/>
                    </a:lnTo>
                    <a:lnTo>
                      <a:pt x="2018249" y="1474972"/>
                    </a:lnTo>
                    <a:lnTo>
                      <a:pt x="2018883" y="1476241"/>
                    </a:lnTo>
                    <a:lnTo>
                      <a:pt x="2018249" y="1476876"/>
                    </a:lnTo>
                    <a:lnTo>
                      <a:pt x="2016345" y="1477511"/>
                    </a:lnTo>
                    <a:lnTo>
                      <a:pt x="2013806" y="1480049"/>
                    </a:lnTo>
                    <a:lnTo>
                      <a:pt x="2014441" y="1481319"/>
                    </a:lnTo>
                    <a:lnTo>
                      <a:pt x="2014441" y="1483223"/>
                    </a:lnTo>
                    <a:lnTo>
                      <a:pt x="2013806" y="1485127"/>
                    </a:lnTo>
                    <a:lnTo>
                      <a:pt x="2012537" y="1486396"/>
                    </a:lnTo>
                    <a:lnTo>
                      <a:pt x="2012537" y="1487031"/>
                    </a:lnTo>
                    <a:lnTo>
                      <a:pt x="2013171" y="1487031"/>
                    </a:lnTo>
                    <a:lnTo>
                      <a:pt x="2013806" y="1487665"/>
                    </a:lnTo>
                    <a:lnTo>
                      <a:pt x="2014441" y="1488300"/>
                    </a:lnTo>
                    <a:lnTo>
                      <a:pt x="2014441" y="1488935"/>
                    </a:lnTo>
                    <a:lnTo>
                      <a:pt x="2012537" y="1488300"/>
                    </a:lnTo>
                    <a:lnTo>
                      <a:pt x="2011268" y="1487031"/>
                    </a:lnTo>
                    <a:lnTo>
                      <a:pt x="2009998" y="1486396"/>
                    </a:lnTo>
                    <a:lnTo>
                      <a:pt x="2008729" y="1487665"/>
                    </a:lnTo>
                    <a:lnTo>
                      <a:pt x="2009363" y="1488935"/>
                    </a:lnTo>
                    <a:lnTo>
                      <a:pt x="2010633" y="1490204"/>
                    </a:lnTo>
                    <a:lnTo>
                      <a:pt x="2011268" y="1491473"/>
                    </a:lnTo>
                    <a:lnTo>
                      <a:pt x="2011268" y="1492743"/>
                    </a:lnTo>
                    <a:lnTo>
                      <a:pt x="2010633" y="1493378"/>
                    </a:lnTo>
                    <a:lnTo>
                      <a:pt x="2009363" y="1494012"/>
                    </a:lnTo>
                    <a:lnTo>
                      <a:pt x="2008729" y="1494012"/>
                    </a:lnTo>
                    <a:lnTo>
                      <a:pt x="2009998" y="1495916"/>
                    </a:lnTo>
                    <a:lnTo>
                      <a:pt x="2011902" y="1495916"/>
                    </a:lnTo>
                    <a:lnTo>
                      <a:pt x="2013806" y="1495281"/>
                    </a:lnTo>
                    <a:lnTo>
                      <a:pt x="2015710" y="1495281"/>
                    </a:lnTo>
                    <a:lnTo>
                      <a:pt x="2015710" y="1495281"/>
                    </a:lnTo>
                    <a:lnTo>
                      <a:pt x="2015710" y="1495916"/>
                    </a:lnTo>
                    <a:lnTo>
                      <a:pt x="2015710" y="1496551"/>
                    </a:lnTo>
                    <a:lnTo>
                      <a:pt x="2016345" y="1496551"/>
                    </a:lnTo>
                    <a:lnTo>
                      <a:pt x="2018883" y="1496551"/>
                    </a:lnTo>
                    <a:lnTo>
                      <a:pt x="2019518" y="1497185"/>
                    </a:lnTo>
                    <a:lnTo>
                      <a:pt x="2020153" y="1497820"/>
                    </a:lnTo>
                    <a:lnTo>
                      <a:pt x="2020153" y="1499089"/>
                    </a:lnTo>
                    <a:lnTo>
                      <a:pt x="2020788" y="1500993"/>
                    </a:lnTo>
                    <a:lnTo>
                      <a:pt x="2023326" y="1504802"/>
                    </a:lnTo>
                    <a:lnTo>
                      <a:pt x="2023961" y="1506705"/>
                    </a:lnTo>
                    <a:lnTo>
                      <a:pt x="2023961" y="1509244"/>
                    </a:lnTo>
                    <a:lnTo>
                      <a:pt x="2023961" y="1513687"/>
                    </a:lnTo>
                    <a:lnTo>
                      <a:pt x="2025230" y="1517495"/>
                    </a:lnTo>
                    <a:lnTo>
                      <a:pt x="2025230" y="1520033"/>
                    </a:lnTo>
                    <a:lnTo>
                      <a:pt x="2024596" y="1522572"/>
                    </a:lnTo>
                    <a:lnTo>
                      <a:pt x="2024596" y="1525746"/>
                    </a:lnTo>
                    <a:lnTo>
                      <a:pt x="2024596" y="1526380"/>
                    </a:lnTo>
                    <a:lnTo>
                      <a:pt x="2024596" y="1527015"/>
                    </a:lnTo>
                    <a:lnTo>
                      <a:pt x="2025230" y="1527015"/>
                    </a:lnTo>
                    <a:lnTo>
                      <a:pt x="2027134" y="1527015"/>
                    </a:lnTo>
                    <a:lnTo>
                      <a:pt x="2027769" y="1527015"/>
                    </a:lnTo>
                    <a:lnTo>
                      <a:pt x="2029038" y="1528284"/>
                    </a:lnTo>
                    <a:lnTo>
                      <a:pt x="2030942" y="1528919"/>
                    </a:lnTo>
                    <a:lnTo>
                      <a:pt x="2032212" y="1530188"/>
                    </a:lnTo>
                    <a:lnTo>
                      <a:pt x="2035385" y="1533996"/>
                    </a:lnTo>
                    <a:lnTo>
                      <a:pt x="2036020" y="1535266"/>
                    </a:lnTo>
                    <a:lnTo>
                      <a:pt x="2036654" y="1537169"/>
                    </a:lnTo>
                    <a:lnTo>
                      <a:pt x="2036654" y="1540343"/>
                    </a:lnTo>
                    <a:lnTo>
                      <a:pt x="2036654" y="1542247"/>
                    </a:lnTo>
                    <a:lnTo>
                      <a:pt x="2037289" y="1542247"/>
                    </a:lnTo>
                    <a:lnTo>
                      <a:pt x="2038558" y="1541612"/>
                    </a:lnTo>
                    <a:lnTo>
                      <a:pt x="2039193" y="1540978"/>
                    </a:lnTo>
                    <a:lnTo>
                      <a:pt x="2041097" y="1539073"/>
                    </a:lnTo>
                    <a:lnTo>
                      <a:pt x="2041097" y="1538439"/>
                    </a:lnTo>
                    <a:lnTo>
                      <a:pt x="2040462" y="1539073"/>
                    </a:lnTo>
                    <a:lnTo>
                      <a:pt x="2039193" y="1540343"/>
                    </a:lnTo>
                    <a:lnTo>
                      <a:pt x="2037924" y="1540978"/>
                    </a:lnTo>
                    <a:lnTo>
                      <a:pt x="2037924" y="1540343"/>
                    </a:lnTo>
                    <a:lnTo>
                      <a:pt x="2037924" y="1535900"/>
                    </a:lnTo>
                    <a:lnTo>
                      <a:pt x="2038558" y="1536535"/>
                    </a:lnTo>
                    <a:lnTo>
                      <a:pt x="2039193" y="1537169"/>
                    </a:lnTo>
                    <a:lnTo>
                      <a:pt x="2039193" y="1537804"/>
                    </a:lnTo>
                    <a:lnTo>
                      <a:pt x="2039193" y="1539073"/>
                    </a:lnTo>
                    <a:lnTo>
                      <a:pt x="2040462" y="1537169"/>
                    </a:lnTo>
                    <a:lnTo>
                      <a:pt x="2041097" y="1537169"/>
                    </a:lnTo>
                    <a:lnTo>
                      <a:pt x="2041732" y="1537804"/>
                    </a:lnTo>
                    <a:lnTo>
                      <a:pt x="2042366" y="1537804"/>
                    </a:lnTo>
                    <a:lnTo>
                      <a:pt x="2043001" y="1537169"/>
                    </a:lnTo>
                    <a:lnTo>
                      <a:pt x="2043636" y="1535900"/>
                    </a:lnTo>
                    <a:lnTo>
                      <a:pt x="2043636" y="1535266"/>
                    </a:lnTo>
                    <a:lnTo>
                      <a:pt x="2043001" y="1534631"/>
                    </a:lnTo>
                    <a:lnTo>
                      <a:pt x="2041732" y="1533996"/>
                    </a:lnTo>
                    <a:lnTo>
                      <a:pt x="2044905" y="1533996"/>
                    </a:lnTo>
                    <a:lnTo>
                      <a:pt x="2046174" y="1533362"/>
                    </a:lnTo>
                    <a:lnTo>
                      <a:pt x="2046809" y="1531458"/>
                    </a:lnTo>
                    <a:lnTo>
                      <a:pt x="2046809" y="1530823"/>
                    </a:lnTo>
                    <a:lnTo>
                      <a:pt x="2046809" y="1528284"/>
                    </a:lnTo>
                    <a:lnTo>
                      <a:pt x="2046809" y="1527015"/>
                    </a:lnTo>
                    <a:lnTo>
                      <a:pt x="2046809" y="1525746"/>
                    </a:lnTo>
                    <a:lnTo>
                      <a:pt x="2048078" y="1523207"/>
                    </a:lnTo>
                    <a:lnTo>
                      <a:pt x="2049348" y="1520033"/>
                    </a:lnTo>
                    <a:lnTo>
                      <a:pt x="2049982" y="1517495"/>
                    </a:lnTo>
                    <a:lnTo>
                      <a:pt x="2049982" y="1515591"/>
                    </a:lnTo>
                    <a:lnTo>
                      <a:pt x="2048713" y="1514322"/>
                    </a:lnTo>
                    <a:lnTo>
                      <a:pt x="2039828" y="1514956"/>
                    </a:lnTo>
                    <a:lnTo>
                      <a:pt x="2038558" y="1515591"/>
                    </a:lnTo>
                    <a:lnTo>
                      <a:pt x="2037289" y="1516860"/>
                    </a:lnTo>
                    <a:lnTo>
                      <a:pt x="2036020" y="1519399"/>
                    </a:lnTo>
                    <a:lnTo>
                      <a:pt x="2035385" y="1520668"/>
                    </a:lnTo>
                    <a:lnTo>
                      <a:pt x="2034116" y="1521303"/>
                    </a:lnTo>
                    <a:lnTo>
                      <a:pt x="2032212" y="1521303"/>
                    </a:lnTo>
                    <a:lnTo>
                      <a:pt x="2030942" y="1520668"/>
                    </a:lnTo>
                    <a:lnTo>
                      <a:pt x="2029673" y="1519399"/>
                    </a:lnTo>
                    <a:lnTo>
                      <a:pt x="2028404" y="1517495"/>
                    </a:lnTo>
                    <a:lnTo>
                      <a:pt x="2027769" y="1514956"/>
                    </a:lnTo>
                    <a:lnTo>
                      <a:pt x="2029038" y="1513687"/>
                    </a:lnTo>
                    <a:lnTo>
                      <a:pt x="2032212" y="1513687"/>
                    </a:lnTo>
                    <a:lnTo>
                      <a:pt x="2032846" y="1513052"/>
                    </a:lnTo>
                    <a:lnTo>
                      <a:pt x="2034116" y="1511783"/>
                    </a:lnTo>
                    <a:lnTo>
                      <a:pt x="2034750" y="1511783"/>
                    </a:lnTo>
                    <a:lnTo>
                      <a:pt x="2038558" y="1511783"/>
                    </a:lnTo>
                    <a:lnTo>
                      <a:pt x="2041732" y="1511148"/>
                    </a:lnTo>
                    <a:lnTo>
                      <a:pt x="2045540" y="1511783"/>
                    </a:lnTo>
                    <a:lnTo>
                      <a:pt x="2048713" y="1511783"/>
                    </a:lnTo>
                    <a:lnTo>
                      <a:pt x="2049348" y="1512418"/>
                    </a:lnTo>
                    <a:lnTo>
                      <a:pt x="2050617" y="1513687"/>
                    </a:lnTo>
                    <a:lnTo>
                      <a:pt x="2051252" y="1514322"/>
                    </a:lnTo>
                    <a:lnTo>
                      <a:pt x="2058233" y="1514956"/>
                    </a:lnTo>
                    <a:lnTo>
                      <a:pt x="2051252" y="1520668"/>
                    </a:lnTo>
                    <a:lnTo>
                      <a:pt x="2049348" y="1523842"/>
                    </a:lnTo>
                    <a:lnTo>
                      <a:pt x="2048713" y="1525111"/>
                    </a:lnTo>
                    <a:lnTo>
                      <a:pt x="2048713" y="1525746"/>
                    </a:lnTo>
                    <a:lnTo>
                      <a:pt x="2048078" y="1527015"/>
                    </a:lnTo>
                    <a:lnTo>
                      <a:pt x="2048078" y="1527649"/>
                    </a:lnTo>
                    <a:lnTo>
                      <a:pt x="2048078" y="1528919"/>
                    </a:lnTo>
                    <a:lnTo>
                      <a:pt x="2049348" y="1530188"/>
                    </a:lnTo>
                    <a:lnTo>
                      <a:pt x="2049982" y="1532092"/>
                    </a:lnTo>
                    <a:lnTo>
                      <a:pt x="2051252" y="1530823"/>
                    </a:lnTo>
                    <a:lnTo>
                      <a:pt x="2052521" y="1528919"/>
                    </a:lnTo>
                    <a:lnTo>
                      <a:pt x="2055060" y="1524476"/>
                    </a:lnTo>
                    <a:lnTo>
                      <a:pt x="2056964" y="1521938"/>
                    </a:lnTo>
                    <a:lnTo>
                      <a:pt x="2063945" y="1515591"/>
                    </a:lnTo>
                    <a:lnTo>
                      <a:pt x="2065214" y="1514956"/>
                    </a:lnTo>
                    <a:lnTo>
                      <a:pt x="2065849" y="1514322"/>
                    </a:lnTo>
                    <a:lnTo>
                      <a:pt x="2065849" y="1513052"/>
                    </a:lnTo>
                    <a:lnTo>
                      <a:pt x="2066484" y="1511783"/>
                    </a:lnTo>
                    <a:lnTo>
                      <a:pt x="2067753" y="1512418"/>
                    </a:lnTo>
                    <a:lnTo>
                      <a:pt x="2070292" y="1514322"/>
                    </a:lnTo>
                    <a:lnTo>
                      <a:pt x="2070292" y="1514956"/>
                    </a:lnTo>
                    <a:lnTo>
                      <a:pt x="2069023" y="1514956"/>
                    </a:lnTo>
                    <a:lnTo>
                      <a:pt x="2068388" y="1514956"/>
                    </a:lnTo>
                    <a:lnTo>
                      <a:pt x="2067753" y="1515591"/>
                    </a:lnTo>
                    <a:lnTo>
                      <a:pt x="2067118" y="1516225"/>
                    </a:lnTo>
                    <a:lnTo>
                      <a:pt x="2066484" y="1517495"/>
                    </a:lnTo>
                    <a:lnTo>
                      <a:pt x="2065849" y="1517495"/>
                    </a:lnTo>
                    <a:lnTo>
                      <a:pt x="2065214" y="1518129"/>
                    </a:lnTo>
                    <a:lnTo>
                      <a:pt x="2062676" y="1520033"/>
                    </a:lnTo>
                    <a:lnTo>
                      <a:pt x="2062041" y="1520668"/>
                    </a:lnTo>
                    <a:lnTo>
                      <a:pt x="2061406" y="1521938"/>
                    </a:lnTo>
                    <a:lnTo>
                      <a:pt x="2060137" y="1524476"/>
                    </a:lnTo>
                    <a:lnTo>
                      <a:pt x="2058868" y="1527015"/>
                    </a:lnTo>
                    <a:lnTo>
                      <a:pt x="2058233" y="1528284"/>
                    </a:lnTo>
                    <a:lnTo>
                      <a:pt x="2057598" y="1530188"/>
                    </a:lnTo>
                    <a:lnTo>
                      <a:pt x="2057598" y="1532092"/>
                    </a:lnTo>
                    <a:lnTo>
                      <a:pt x="2060772" y="1532092"/>
                    </a:lnTo>
                    <a:lnTo>
                      <a:pt x="2062041" y="1531458"/>
                    </a:lnTo>
                    <a:lnTo>
                      <a:pt x="2063310" y="1530188"/>
                    </a:lnTo>
                    <a:lnTo>
                      <a:pt x="2063945" y="1528919"/>
                    </a:lnTo>
                    <a:lnTo>
                      <a:pt x="2064580" y="1527015"/>
                    </a:lnTo>
                    <a:lnTo>
                      <a:pt x="2065214" y="1525746"/>
                    </a:lnTo>
                    <a:lnTo>
                      <a:pt x="2066484" y="1526380"/>
                    </a:lnTo>
                    <a:lnTo>
                      <a:pt x="2066484" y="1528284"/>
                    </a:lnTo>
                    <a:lnTo>
                      <a:pt x="2065214" y="1530823"/>
                    </a:lnTo>
                    <a:lnTo>
                      <a:pt x="2065849" y="1531458"/>
                    </a:lnTo>
                    <a:lnTo>
                      <a:pt x="2066484" y="1531458"/>
                    </a:lnTo>
                    <a:lnTo>
                      <a:pt x="2069657" y="1528284"/>
                    </a:lnTo>
                    <a:lnTo>
                      <a:pt x="2070292" y="1528919"/>
                    </a:lnTo>
                    <a:lnTo>
                      <a:pt x="2068388" y="1531458"/>
                    </a:lnTo>
                    <a:lnTo>
                      <a:pt x="2063945" y="1535900"/>
                    </a:lnTo>
                    <a:lnTo>
                      <a:pt x="2061406" y="1537804"/>
                    </a:lnTo>
                    <a:lnTo>
                      <a:pt x="2060137" y="1538439"/>
                    </a:lnTo>
                    <a:lnTo>
                      <a:pt x="2059502" y="1539073"/>
                    </a:lnTo>
                    <a:lnTo>
                      <a:pt x="2058868" y="1540343"/>
                    </a:lnTo>
                    <a:lnTo>
                      <a:pt x="2057598" y="1542247"/>
                    </a:lnTo>
                    <a:lnTo>
                      <a:pt x="2053790" y="1544786"/>
                    </a:lnTo>
                    <a:lnTo>
                      <a:pt x="2049982" y="1551132"/>
                    </a:lnTo>
                    <a:lnTo>
                      <a:pt x="2049348" y="1552402"/>
                    </a:lnTo>
                    <a:lnTo>
                      <a:pt x="2049348" y="1553671"/>
                    </a:lnTo>
                    <a:lnTo>
                      <a:pt x="2048713" y="1554306"/>
                    </a:lnTo>
                    <a:lnTo>
                      <a:pt x="2048713" y="1554940"/>
                    </a:lnTo>
                    <a:lnTo>
                      <a:pt x="2049348" y="1555575"/>
                    </a:lnTo>
                    <a:lnTo>
                      <a:pt x="2049982" y="1555575"/>
                    </a:lnTo>
                    <a:lnTo>
                      <a:pt x="2050617" y="1554940"/>
                    </a:lnTo>
                    <a:lnTo>
                      <a:pt x="2051886" y="1553671"/>
                    </a:lnTo>
                    <a:lnTo>
                      <a:pt x="2053790" y="1553036"/>
                    </a:lnTo>
                    <a:lnTo>
                      <a:pt x="2055060" y="1553671"/>
                    </a:lnTo>
                    <a:lnTo>
                      <a:pt x="2056329" y="1554306"/>
                    </a:lnTo>
                    <a:lnTo>
                      <a:pt x="2058233" y="1554940"/>
                    </a:lnTo>
                    <a:lnTo>
                      <a:pt x="2059502" y="1554306"/>
                    </a:lnTo>
                    <a:lnTo>
                      <a:pt x="2060772" y="1553036"/>
                    </a:lnTo>
                    <a:lnTo>
                      <a:pt x="2062676" y="1550498"/>
                    </a:lnTo>
                    <a:lnTo>
                      <a:pt x="2065214" y="1548593"/>
                    </a:lnTo>
                    <a:lnTo>
                      <a:pt x="2065849" y="1547324"/>
                    </a:lnTo>
                    <a:lnTo>
                      <a:pt x="2066484" y="1544786"/>
                    </a:lnTo>
                    <a:lnTo>
                      <a:pt x="2066484" y="1544151"/>
                    </a:lnTo>
                    <a:lnTo>
                      <a:pt x="2067118" y="1544151"/>
                    </a:lnTo>
                    <a:lnTo>
                      <a:pt x="2069023" y="1544151"/>
                    </a:lnTo>
                    <a:lnTo>
                      <a:pt x="2069657" y="1544786"/>
                    </a:lnTo>
                    <a:lnTo>
                      <a:pt x="2070292" y="1544786"/>
                    </a:lnTo>
                    <a:lnTo>
                      <a:pt x="2070292" y="1544786"/>
                    </a:lnTo>
                    <a:lnTo>
                      <a:pt x="2070292" y="1543516"/>
                    </a:lnTo>
                    <a:lnTo>
                      <a:pt x="2070292" y="1543516"/>
                    </a:lnTo>
                    <a:lnTo>
                      <a:pt x="2073465" y="1542882"/>
                    </a:lnTo>
                    <a:lnTo>
                      <a:pt x="2074100" y="1542247"/>
                    </a:lnTo>
                    <a:lnTo>
                      <a:pt x="2074735" y="1540978"/>
                    </a:lnTo>
                    <a:lnTo>
                      <a:pt x="2074735" y="1539708"/>
                    </a:lnTo>
                    <a:lnTo>
                      <a:pt x="2074100" y="1539073"/>
                    </a:lnTo>
                    <a:lnTo>
                      <a:pt x="2070926" y="1540343"/>
                    </a:lnTo>
                    <a:lnTo>
                      <a:pt x="2069657" y="1540343"/>
                    </a:lnTo>
                    <a:lnTo>
                      <a:pt x="2070292" y="1537804"/>
                    </a:lnTo>
                    <a:lnTo>
                      <a:pt x="2072196" y="1539073"/>
                    </a:lnTo>
                    <a:lnTo>
                      <a:pt x="2073465" y="1536535"/>
                    </a:lnTo>
                    <a:lnTo>
                      <a:pt x="2075369" y="1530188"/>
                    </a:lnTo>
                    <a:lnTo>
                      <a:pt x="2076004" y="1532092"/>
                    </a:lnTo>
                    <a:lnTo>
                      <a:pt x="2076004" y="1533362"/>
                    </a:lnTo>
                    <a:lnTo>
                      <a:pt x="2076004" y="1533996"/>
                    </a:lnTo>
                    <a:lnTo>
                      <a:pt x="2077273" y="1533996"/>
                    </a:lnTo>
                    <a:lnTo>
                      <a:pt x="2077908" y="1533996"/>
                    </a:lnTo>
                    <a:lnTo>
                      <a:pt x="2078543" y="1533362"/>
                    </a:lnTo>
                    <a:lnTo>
                      <a:pt x="2079177" y="1532092"/>
                    </a:lnTo>
                    <a:lnTo>
                      <a:pt x="2079177" y="1532092"/>
                    </a:lnTo>
                    <a:lnTo>
                      <a:pt x="2079177" y="1530823"/>
                    </a:lnTo>
                    <a:lnTo>
                      <a:pt x="2079177" y="1530823"/>
                    </a:lnTo>
                    <a:lnTo>
                      <a:pt x="2079177" y="1530823"/>
                    </a:lnTo>
                    <a:lnTo>
                      <a:pt x="2079812" y="1530823"/>
                    </a:lnTo>
                    <a:lnTo>
                      <a:pt x="2079812" y="1530823"/>
                    </a:lnTo>
                    <a:lnTo>
                      <a:pt x="2081716" y="1528284"/>
                    </a:lnTo>
                    <a:lnTo>
                      <a:pt x="2081716" y="1527015"/>
                    </a:lnTo>
                    <a:lnTo>
                      <a:pt x="2080446" y="1526380"/>
                    </a:lnTo>
                    <a:lnTo>
                      <a:pt x="2074735" y="1525746"/>
                    </a:lnTo>
                    <a:lnTo>
                      <a:pt x="2075369" y="1524476"/>
                    </a:lnTo>
                    <a:lnTo>
                      <a:pt x="2076004" y="1524476"/>
                    </a:lnTo>
                    <a:lnTo>
                      <a:pt x="2076638" y="1524476"/>
                    </a:lnTo>
                    <a:lnTo>
                      <a:pt x="2077273" y="1524476"/>
                    </a:lnTo>
                    <a:lnTo>
                      <a:pt x="2077908" y="1523842"/>
                    </a:lnTo>
                    <a:lnTo>
                      <a:pt x="2078543" y="1522572"/>
                    </a:lnTo>
                    <a:lnTo>
                      <a:pt x="2078543" y="1521938"/>
                    </a:lnTo>
                    <a:lnTo>
                      <a:pt x="2077908" y="1521303"/>
                    </a:lnTo>
                    <a:lnTo>
                      <a:pt x="2069023" y="1521938"/>
                    </a:lnTo>
                    <a:lnTo>
                      <a:pt x="2069023" y="1521303"/>
                    </a:lnTo>
                    <a:lnTo>
                      <a:pt x="2072196" y="1519399"/>
                    </a:lnTo>
                    <a:lnTo>
                      <a:pt x="2081081" y="1518129"/>
                    </a:lnTo>
                    <a:lnTo>
                      <a:pt x="2083620" y="1519399"/>
                    </a:lnTo>
                    <a:lnTo>
                      <a:pt x="2084255" y="1518764"/>
                    </a:lnTo>
                    <a:lnTo>
                      <a:pt x="2084255" y="1516225"/>
                    </a:lnTo>
                    <a:lnTo>
                      <a:pt x="2083620" y="1514956"/>
                    </a:lnTo>
                    <a:lnTo>
                      <a:pt x="2082985" y="1514322"/>
                    </a:lnTo>
                    <a:lnTo>
                      <a:pt x="2082350" y="1513052"/>
                    </a:lnTo>
                    <a:lnTo>
                      <a:pt x="2082350" y="1511783"/>
                    </a:lnTo>
                    <a:lnTo>
                      <a:pt x="2083620" y="1508609"/>
                    </a:lnTo>
                    <a:lnTo>
                      <a:pt x="2082985" y="1508609"/>
                    </a:lnTo>
                    <a:lnTo>
                      <a:pt x="2081081" y="1509244"/>
                    </a:lnTo>
                    <a:lnTo>
                      <a:pt x="2081081" y="1508609"/>
                    </a:lnTo>
                    <a:lnTo>
                      <a:pt x="2081716" y="1507975"/>
                    </a:lnTo>
                    <a:lnTo>
                      <a:pt x="2082350" y="1507340"/>
                    </a:lnTo>
                    <a:lnTo>
                      <a:pt x="2083620" y="1507340"/>
                    </a:lnTo>
                    <a:lnTo>
                      <a:pt x="2084889" y="1507975"/>
                    </a:lnTo>
                    <a:lnTo>
                      <a:pt x="2085524" y="1509244"/>
                    </a:lnTo>
                    <a:lnTo>
                      <a:pt x="2085524" y="1511148"/>
                    </a:lnTo>
                    <a:lnTo>
                      <a:pt x="2086158" y="1513052"/>
                    </a:lnTo>
                    <a:lnTo>
                      <a:pt x="2087428" y="1514322"/>
                    </a:lnTo>
                    <a:lnTo>
                      <a:pt x="2088063" y="1513687"/>
                    </a:lnTo>
                    <a:lnTo>
                      <a:pt x="2088697" y="1512418"/>
                    </a:lnTo>
                    <a:lnTo>
                      <a:pt x="2089967" y="1511783"/>
                    </a:lnTo>
                    <a:lnTo>
                      <a:pt x="2091870" y="1508609"/>
                    </a:lnTo>
                    <a:lnTo>
                      <a:pt x="2091870" y="1507975"/>
                    </a:lnTo>
                    <a:lnTo>
                      <a:pt x="2091236" y="1507340"/>
                    </a:lnTo>
                    <a:lnTo>
                      <a:pt x="2090601" y="1505436"/>
                    </a:lnTo>
                    <a:lnTo>
                      <a:pt x="2091236" y="1506071"/>
                    </a:lnTo>
                    <a:lnTo>
                      <a:pt x="2092505" y="1507340"/>
                    </a:lnTo>
                    <a:lnTo>
                      <a:pt x="2093140" y="1507340"/>
                    </a:lnTo>
                    <a:lnTo>
                      <a:pt x="2093775" y="1506705"/>
                    </a:lnTo>
                    <a:lnTo>
                      <a:pt x="2094409" y="1504802"/>
                    </a:lnTo>
                    <a:lnTo>
                      <a:pt x="2095044" y="1504167"/>
                    </a:lnTo>
                    <a:lnTo>
                      <a:pt x="2095679" y="1503532"/>
                    </a:lnTo>
                    <a:lnTo>
                      <a:pt x="2096948" y="1502263"/>
                    </a:lnTo>
                    <a:lnTo>
                      <a:pt x="2097583" y="1501628"/>
                    </a:lnTo>
                    <a:lnTo>
                      <a:pt x="2099487" y="1502898"/>
                    </a:lnTo>
                    <a:lnTo>
                      <a:pt x="2100121" y="1503532"/>
                    </a:lnTo>
                    <a:lnTo>
                      <a:pt x="2100756" y="1503532"/>
                    </a:lnTo>
                    <a:lnTo>
                      <a:pt x="2101391" y="1502898"/>
                    </a:lnTo>
                    <a:lnTo>
                      <a:pt x="2102025" y="1502898"/>
                    </a:lnTo>
                    <a:lnTo>
                      <a:pt x="2107737" y="1504167"/>
                    </a:lnTo>
                    <a:lnTo>
                      <a:pt x="2109641" y="1503532"/>
                    </a:lnTo>
                    <a:lnTo>
                      <a:pt x="2115353" y="1499724"/>
                    </a:lnTo>
                    <a:lnTo>
                      <a:pt x="2114084" y="1497820"/>
                    </a:lnTo>
                    <a:lnTo>
                      <a:pt x="2112815" y="1495916"/>
                    </a:lnTo>
                    <a:lnTo>
                      <a:pt x="2110911" y="1494647"/>
                    </a:lnTo>
                    <a:lnTo>
                      <a:pt x="2108372" y="1496551"/>
                    </a:lnTo>
                    <a:lnTo>
                      <a:pt x="2107103" y="1496551"/>
                    </a:lnTo>
                    <a:lnTo>
                      <a:pt x="2102660" y="1495281"/>
                    </a:lnTo>
                    <a:lnTo>
                      <a:pt x="2102025" y="1494647"/>
                    </a:lnTo>
                    <a:lnTo>
                      <a:pt x="2102660" y="1494012"/>
                    </a:lnTo>
                    <a:lnTo>
                      <a:pt x="2102660" y="1493378"/>
                    </a:lnTo>
                    <a:lnTo>
                      <a:pt x="2102660" y="1492108"/>
                    </a:lnTo>
                    <a:lnTo>
                      <a:pt x="2102660" y="1490839"/>
                    </a:lnTo>
                    <a:lnTo>
                      <a:pt x="2103295" y="1490839"/>
                    </a:lnTo>
                    <a:lnTo>
                      <a:pt x="2103929" y="1491473"/>
                    </a:lnTo>
                    <a:lnTo>
                      <a:pt x="2104564" y="1493378"/>
                    </a:lnTo>
                    <a:lnTo>
                      <a:pt x="2105199" y="1494012"/>
                    </a:lnTo>
                    <a:lnTo>
                      <a:pt x="2106468" y="1494647"/>
                    </a:lnTo>
                    <a:lnTo>
                      <a:pt x="2108372" y="1494012"/>
                    </a:lnTo>
                    <a:lnTo>
                      <a:pt x="2110276" y="1493378"/>
                    </a:lnTo>
                    <a:lnTo>
                      <a:pt x="2112180" y="1491473"/>
                    </a:lnTo>
                    <a:lnTo>
                      <a:pt x="2112815" y="1491473"/>
                    </a:lnTo>
                    <a:lnTo>
                      <a:pt x="2114719" y="1492108"/>
                    </a:lnTo>
                    <a:lnTo>
                      <a:pt x="2118527" y="1491473"/>
                    </a:lnTo>
                    <a:lnTo>
                      <a:pt x="2119796" y="1490204"/>
                    </a:lnTo>
                    <a:lnTo>
                      <a:pt x="2120431" y="1490204"/>
                    </a:lnTo>
                    <a:lnTo>
                      <a:pt x="2120431" y="1491473"/>
                    </a:lnTo>
                    <a:lnTo>
                      <a:pt x="2120431" y="1492108"/>
                    </a:lnTo>
                    <a:lnTo>
                      <a:pt x="2119161" y="1494012"/>
                    </a:lnTo>
                    <a:lnTo>
                      <a:pt x="2119796" y="1495281"/>
                    </a:lnTo>
                    <a:lnTo>
                      <a:pt x="2121065" y="1495916"/>
                    </a:lnTo>
                    <a:lnTo>
                      <a:pt x="2121700" y="1496551"/>
                    </a:lnTo>
                    <a:lnTo>
                      <a:pt x="2121700" y="1498455"/>
                    </a:lnTo>
                    <a:lnTo>
                      <a:pt x="2122969" y="1499089"/>
                    </a:lnTo>
                    <a:lnTo>
                      <a:pt x="2124239" y="1498455"/>
                    </a:lnTo>
                    <a:lnTo>
                      <a:pt x="2125508" y="1497185"/>
                    </a:lnTo>
                    <a:lnTo>
                      <a:pt x="2129316" y="1495281"/>
                    </a:lnTo>
                    <a:lnTo>
                      <a:pt x="2130585" y="1495916"/>
                    </a:lnTo>
                    <a:lnTo>
                      <a:pt x="2130585" y="1498455"/>
                    </a:lnTo>
                    <a:lnTo>
                      <a:pt x="2131855" y="1497820"/>
                    </a:lnTo>
                    <a:lnTo>
                      <a:pt x="2133759" y="1495916"/>
                    </a:lnTo>
                    <a:lnTo>
                      <a:pt x="2135028" y="1493378"/>
                    </a:lnTo>
                    <a:lnTo>
                      <a:pt x="2135028" y="1491473"/>
                    </a:lnTo>
                    <a:lnTo>
                      <a:pt x="2135663" y="1490204"/>
                    </a:lnTo>
                    <a:lnTo>
                      <a:pt x="2136932" y="1488935"/>
                    </a:lnTo>
                    <a:lnTo>
                      <a:pt x="2137567" y="1487665"/>
                    </a:lnTo>
                    <a:lnTo>
                      <a:pt x="2136932" y="1487031"/>
                    </a:lnTo>
                    <a:lnTo>
                      <a:pt x="2136932" y="1486396"/>
                    </a:lnTo>
                    <a:lnTo>
                      <a:pt x="2136932" y="1486396"/>
                    </a:lnTo>
                    <a:lnTo>
                      <a:pt x="2136932" y="1486396"/>
                    </a:lnTo>
                    <a:lnTo>
                      <a:pt x="2135663" y="1484492"/>
                    </a:lnTo>
                    <a:lnTo>
                      <a:pt x="2130585" y="1481953"/>
                    </a:lnTo>
                    <a:lnTo>
                      <a:pt x="2126143" y="1477511"/>
                    </a:lnTo>
                    <a:lnTo>
                      <a:pt x="2124239" y="1476876"/>
                    </a:lnTo>
                    <a:lnTo>
                      <a:pt x="2115353" y="1479415"/>
                    </a:lnTo>
                    <a:lnTo>
                      <a:pt x="2114719" y="1480049"/>
                    </a:lnTo>
                    <a:lnTo>
                      <a:pt x="2113449" y="1482588"/>
                    </a:lnTo>
                    <a:lnTo>
                      <a:pt x="2112815" y="1482588"/>
                    </a:lnTo>
                    <a:lnTo>
                      <a:pt x="2112815" y="1481953"/>
                    </a:lnTo>
                    <a:lnTo>
                      <a:pt x="2113449" y="1480684"/>
                    </a:lnTo>
                    <a:lnTo>
                      <a:pt x="2114719" y="1478780"/>
                    </a:lnTo>
                    <a:lnTo>
                      <a:pt x="2114084" y="1478145"/>
                    </a:lnTo>
                    <a:lnTo>
                      <a:pt x="2114084" y="1478145"/>
                    </a:lnTo>
                    <a:lnTo>
                      <a:pt x="2114084" y="1478145"/>
                    </a:lnTo>
                    <a:lnTo>
                      <a:pt x="2114084" y="1477511"/>
                    </a:lnTo>
                    <a:lnTo>
                      <a:pt x="2119796" y="1476876"/>
                    </a:lnTo>
                    <a:lnTo>
                      <a:pt x="2121065" y="1476241"/>
                    </a:lnTo>
                    <a:lnTo>
                      <a:pt x="2120431" y="1474972"/>
                    </a:lnTo>
                    <a:lnTo>
                      <a:pt x="2117892" y="1473703"/>
                    </a:lnTo>
                    <a:lnTo>
                      <a:pt x="2117257" y="1473068"/>
                    </a:lnTo>
                    <a:lnTo>
                      <a:pt x="2118527" y="1472433"/>
                    </a:lnTo>
                    <a:lnTo>
                      <a:pt x="2119796" y="1473068"/>
                    </a:lnTo>
                    <a:lnTo>
                      <a:pt x="2121065" y="1473703"/>
                    </a:lnTo>
                    <a:lnTo>
                      <a:pt x="2122335" y="1474337"/>
                    </a:lnTo>
                    <a:lnTo>
                      <a:pt x="2124239" y="1473703"/>
                    </a:lnTo>
                    <a:lnTo>
                      <a:pt x="2124873" y="1473703"/>
                    </a:lnTo>
                    <a:lnTo>
                      <a:pt x="2125508" y="1474337"/>
                    </a:lnTo>
                    <a:lnTo>
                      <a:pt x="2126777" y="1474972"/>
                    </a:lnTo>
                    <a:lnTo>
                      <a:pt x="2127412" y="1474972"/>
                    </a:lnTo>
                    <a:lnTo>
                      <a:pt x="2129951" y="1474337"/>
                    </a:lnTo>
                    <a:lnTo>
                      <a:pt x="2130585" y="1474337"/>
                    </a:lnTo>
                    <a:lnTo>
                      <a:pt x="2131220" y="1474972"/>
                    </a:lnTo>
                    <a:lnTo>
                      <a:pt x="2131855" y="1475606"/>
                    </a:lnTo>
                    <a:lnTo>
                      <a:pt x="2131855" y="1475606"/>
                    </a:lnTo>
                    <a:lnTo>
                      <a:pt x="2131855" y="1475606"/>
                    </a:lnTo>
                    <a:lnTo>
                      <a:pt x="2133759" y="1477511"/>
                    </a:lnTo>
                    <a:lnTo>
                      <a:pt x="2134393" y="1478145"/>
                    </a:lnTo>
                    <a:lnTo>
                      <a:pt x="2135028" y="1478145"/>
                    </a:lnTo>
                    <a:lnTo>
                      <a:pt x="2135663" y="1478145"/>
                    </a:lnTo>
                    <a:lnTo>
                      <a:pt x="2136297" y="1478145"/>
                    </a:lnTo>
                    <a:lnTo>
                      <a:pt x="2137567" y="1476876"/>
                    </a:lnTo>
                    <a:lnTo>
                      <a:pt x="2138202" y="1476876"/>
                    </a:lnTo>
                    <a:lnTo>
                      <a:pt x="2138836" y="1476876"/>
                    </a:lnTo>
                    <a:lnTo>
                      <a:pt x="2139471" y="1477511"/>
                    </a:lnTo>
                    <a:lnTo>
                      <a:pt x="2139471" y="1478145"/>
                    </a:lnTo>
                    <a:lnTo>
                      <a:pt x="2139471" y="1478780"/>
                    </a:lnTo>
                    <a:lnTo>
                      <a:pt x="2139471" y="1478780"/>
                    </a:lnTo>
                    <a:lnTo>
                      <a:pt x="2139471" y="1479415"/>
                    </a:lnTo>
                    <a:lnTo>
                      <a:pt x="2139471" y="1480049"/>
                    </a:lnTo>
                    <a:lnTo>
                      <a:pt x="2139471" y="1480049"/>
                    </a:lnTo>
                    <a:lnTo>
                      <a:pt x="2139471" y="1480049"/>
                    </a:lnTo>
                    <a:lnTo>
                      <a:pt x="2139471" y="1479415"/>
                    </a:lnTo>
                    <a:lnTo>
                      <a:pt x="2139471" y="1479415"/>
                    </a:lnTo>
                    <a:lnTo>
                      <a:pt x="2140105" y="1479415"/>
                    </a:lnTo>
                    <a:lnTo>
                      <a:pt x="2140740" y="1479415"/>
                    </a:lnTo>
                    <a:lnTo>
                      <a:pt x="2142010" y="1480684"/>
                    </a:lnTo>
                    <a:lnTo>
                      <a:pt x="2142644" y="1480684"/>
                    </a:lnTo>
                    <a:lnTo>
                      <a:pt x="2143279" y="1480684"/>
                    </a:lnTo>
                    <a:lnTo>
                      <a:pt x="2143914" y="1480684"/>
                    </a:lnTo>
                    <a:lnTo>
                      <a:pt x="2143914" y="1480049"/>
                    </a:lnTo>
                    <a:lnTo>
                      <a:pt x="2143914" y="1478780"/>
                    </a:lnTo>
                    <a:lnTo>
                      <a:pt x="2143914" y="1477511"/>
                    </a:lnTo>
                    <a:lnTo>
                      <a:pt x="2144548" y="1477511"/>
                    </a:lnTo>
                    <a:lnTo>
                      <a:pt x="2145817" y="1477511"/>
                    </a:lnTo>
                    <a:lnTo>
                      <a:pt x="2146452" y="1478145"/>
                    </a:lnTo>
                    <a:lnTo>
                      <a:pt x="2145817" y="1479415"/>
                    </a:lnTo>
                    <a:lnTo>
                      <a:pt x="2145183" y="1480684"/>
                    </a:lnTo>
                    <a:lnTo>
                      <a:pt x="2144548" y="1481319"/>
                    </a:lnTo>
                    <a:lnTo>
                      <a:pt x="2145183" y="1481319"/>
                    </a:lnTo>
                    <a:lnTo>
                      <a:pt x="2145817" y="1481319"/>
                    </a:lnTo>
                    <a:lnTo>
                      <a:pt x="2146452" y="1481319"/>
                    </a:lnTo>
                    <a:lnTo>
                      <a:pt x="2147087" y="1480684"/>
                    </a:lnTo>
                    <a:lnTo>
                      <a:pt x="2147087" y="1480049"/>
                    </a:lnTo>
                    <a:lnTo>
                      <a:pt x="2147722" y="1479415"/>
                    </a:lnTo>
                    <a:lnTo>
                      <a:pt x="2148356" y="1479415"/>
                    </a:lnTo>
                    <a:lnTo>
                      <a:pt x="2148991" y="1480049"/>
                    </a:lnTo>
                    <a:lnTo>
                      <a:pt x="2149625" y="1480049"/>
                    </a:lnTo>
                    <a:lnTo>
                      <a:pt x="2152799" y="1480684"/>
                    </a:lnTo>
                    <a:lnTo>
                      <a:pt x="2154068" y="1480049"/>
                    </a:lnTo>
                    <a:lnTo>
                      <a:pt x="2154703" y="1478780"/>
                    </a:lnTo>
                    <a:lnTo>
                      <a:pt x="2154703" y="1476876"/>
                    </a:lnTo>
                    <a:lnTo>
                      <a:pt x="2154703" y="1474337"/>
                    </a:lnTo>
                    <a:lnTo>
                      <a:pt x="2155337" y="1472433"/>
                    </a:lnTo>
                    <a:lnTo>
                      <a:pt x="2156607" y="1471164"/>
                    </a:lnTo>
                    <a:lnTo>
                      <a:pt x="2157876" y="1470529"/>
                    </a:lnTo>
                    <a:lnTo>
                      <a:pt x="2159146" y="1469260"/>
                    </a:lnTo>
                    <a:lnTo>
                      <a:pt x="2162954" y="1462913"/>
                    </a:lnTo>
                    <a:lnTo>
                      <a:pt x="2164223" y="1461644"/>
                    </a:lnTo>
                    <a:lnTo>
                      <a:pt x="2164858" y="1460375"/>
                    </a:lnTo>
                    <a:lnTo>
                      <a:pt x="2164223" y="1459740"/>
                    </a:lnTo>
                    <a:lnTo>
                      <a:pt x="2154068" y="1456566"/>
                    </a:lnTo>
                    <a:close/>
                    <a:moveTo>
                      <a:pt x="2239749" y="1264897"/>
                    </a:moveTo>
                    <a:lnTo>
                      <a:pt x="2238479" y="1264897"/>
                    </a:lnTo>
                    <a:lnTo>
                      <a:pt x="2237210" y="1266166"/>
                    </a:lnTo>
                    <a:lnTo>
                      <a:pt x="2236575" y="1268070"/>
                    </a:lnTo>
                    <a:lnTo>
                      <a:pt x="2235941" y="1269339"/>
                    </a:lnTo>
                    <a:lnTo>
                      <a:pt x="2234671" y="1270608"/>
                    </a:lnTo>
                    <a:lnTo>
                      <a:pt x="2232767" y="1273147"/>
                    </a:lnTo>
                    <a:lnTo>
                      <a:pt x="2234037" y="1275051"/>
                    </a:lnTo>
                    <a:lnTo>
                      <a:pt x="2235941" y="1275686"/>
                    </a:lnTo>
                    <a:lnTo>
                      <a:pt x="2237845" y="1275051"/>
                    </a:lnTo>
                    <a:lnTo>
                      <a:pt x="2239114" y="1274417"/>
                    </a:lnTo>
                    <a:lnTo>
                      <a:pt x="2240383" y="1273147"/>
                    </a:lnTo>
                    <a:lnTo>
                      <a:pt x="2242922" y="1268070"/>
                    </a:lnTo>
                    <a:lnTo>
                      <a:pt x="2241653" y="1266166"/>
                    </a:lnTo>
                    <a:lnTo>
                      <a:pt x="2239749" y="1264897"/>
                    </a:lnTo>
                    <a:close/>
                    <a:moveTo>
                      <a:pt x="3036259" y="1292822"/>
                    </a:moveTo>
                    <a:lnTo>
                      <a:pt x="3036259" y="1289648"/>
                    </a:lnTo>
                    <a:lnTo>
                      <a:pt x="3036259" y="1288379"/>
                    </a:lnTo>
                    <a:lnTo>
                      <a:pt x="3038163" y="1287110"/>
                    </a:lnTo>
                    <a:lnTo>
                      <a:pt x="3038163" y="1286475"/>
                    </a:lnTo>
                    <a:lnTo>
                      <a:pt x="3036259" y="1285206"/>
                    </a:lnTo>
                    <a:lnTo>
                      <a:pt x="3031181" y="1282032"/>
                    </a:lnTo>
                    <a:lnTo>
                      <a:pt x="3029277" y="1280128"/>
                    </a:lnTo>
                    <a:lnTo>
                      <a:pt x="3028008" y="1280128"/>
                    </a:lnTo>
                    <a:lnTo>
                      <a:pt x="3026739" y="1280763"/>
                    </a:lnTo>
                    <a:lnTo>
                      <a:pt x="3026104" y="1282032"/>
                    </a:lnTo>
                    <a:lnTo>
                      <a:pt x="3025469" y="1284571"/>
                    </a:lnTo>
                    <a:lnTo>
                      <a:pt x="3025469" y="1285206"/>
                    </a:lnTo>
                    <a:lnTo>
                      <a:pt x="3026104" y="1287110"/>
                    </a:lnTo>
                    <a:lnTo>
                      <a:pt x="3026104" y="1287744"/>
                    </a:lnTo>
                    <a:lnTo>
                      <a:pt x="3026104" y="1288379"/>
                    </a:lnTo>
                    <a:lnTo>
                      <a:pt x="3026104" y="1289014"/>
                    </a:lnTo>
                    <a:lnTo>
                      <a:pt x="3026739" y="1289648"/>
                    </a:lnTo>
                    <a:lnTo>
                      <a:pt x="3028008" y="1289014"/>
                    </a:lnTo>
                    <a:lnTo>
                      <a:pt x="3028643" y="1289648"/>
                    </a:lnTo>
                    <a:lnTo>
                      <a:pt x="3028008" y="1290918"/>
                    </a:lnTo>
                    <a:lnTo>
                      <a:pt x="3027373" y="1292822"/>
                    </a:lnTo>
                    <a:lnTo>
                      <a:pt x="3027373" y="1294726"/>
                    </a:lnTo>
                    <a:lnTo>
                      <a:pt x="3028643" y="1295995"/>
                    </a:lnTo>
                    <a:lnTo>
                      <a:pt x="3028008" y="1296630"/>
                    </a:lnTo>
                    <a:lnTo>
                      <a:pt x="3028008" y="1297899"/>
                    </a:lnTo>
                    <a:lnTo>
                      <a:pt x="3028008" y="1298534"/>
                    </a:lnTo>
                    <a:lnTo>
                      <a:pt x="3028643" y="1298534"/>
                    </a:lnTo>
                    <a:lnTo>
                      <a:pt x="3029277" y="1297899"/>
                    </a:lnTo>
                    <a:lnTo>
                      <a:pt x="3029912" y="1296630"/>
                    </a:lnTo>
                    <a:lnTo>
                      <a:pt x="3030547" y="1295995"/>
                    </a:lnTo>
                    <a:lnTo>
                      <a:pt x="3031816" y="1295995"/>
                    </a:lnTo>
                    <a:lnTo>
                      <a:pt x="3031816" y="1296630"/>
                    </a:lnTo>
                    <a:lnTo>
                      <a:pt x="3031181" y="1297265"/>
                    </a:lnTo>
                    <a:lnTo>
                      <a:pt x="3031181" y="1297899"/>
                    </a:lnTo>
                    <a:lnTo>
                      <a:pt x="3031181" y="1298534"/>
                    </a:lnTo>
                    <a:lnTo>
                      <a:pt x="3031181" y="1299803"/>
                    </a:lnTo>
                    <a:lnTo>
                      <a:pt x="3031816" y="1299803"/>
                    </a:lnTo>
                    <a:lnTo>
                      <a:pt x="3032451" y="1299803"/>
                    </a:lnTo>
                    <a:lnTo>
                      <a:pt x="3033085" y="1299803"/>
                    </a:lnTo>
                    <a:lnTo>
                      <a:pt x="3033720" y="1300438"/>
                    </a:lnTo>
                    <a:lnTo>
                      <a:pt x="3033720" y="1301707"/>
                    </a:lnTo>
                    <a:lnTo>
                      <a:pt x="3034355" y="1302342"/>
                    </a:lnTo>
                    <a:lnTo>
                      <a:pt x="3034989" y="1302977"/>
                    </a:lnTo>
                    <a:lnTo>
                      <a:pt x="3035624" y="1304881"/>
                    </a:lnTo>
                    <a:lnTo>
                      <a:pt x="3036893" y="1302342"/>
                    </a:lnTo>
                    <a:lnTo>
                      <a:pt x="3037528" y="1298534"/>
                    </a:lnTo>
                    <a:lnTo>
                      <a:pt x="3037528" y="1294726"/>
                    </a:lnTo>
                    <a:lnTo>
                      <a:pt x="3036259" y="1292822"/>
                    </a:lnTo>
                    <a:close/>
                    <a:moveTo>
                      <a:pt x="2565969" y="1170331"/>
                    </a:moveTo>
                    <a:lnTo>
                      <a:pt x="2565969" y="1170331"/>
                    </a:lnTo>
                    <a:lnTo>
                      <a:pt x="2565969" y="1170331"/>
                    </a:lnTo>
                    <a:lnTo>
                      <a:pt x="2567238" y="1170965"/>
                    </a:lnTo>
                    <a:lnTo>
                      <a:pt x="2567238" y="1170331"/>
                    </a:lnTo>
                    <a:lnTo>
                      <a:pt x="2567238" y="1169696"/>
                    </a:lnTo>
                    <a:lnTo>
                      <a:pt x="2567238" y="1169061"/>
                    </a:lnTo>
                    <a:lnTo>
                      <a:pt x="2567238" y="1168427"/>
                    </a:lnTo>
                    <a:lnTo>
                      <a:pt x="2566603" y="1165253"/>
                    </a:lnTo>
                    <a:lnTo>
                      <a:pt x="2566603" y="1164618"/>
                    </a:lnTo>
                    <a:lnTo>
                      <a:pt x="2565969" y="1164618"/>
                    </a:lnTo>
                    <a:lnTo>
                      <a:pt x="2565969" y="1164618"/>
                    </a:lnTo>
                    <a:lnTo>
                      <a:pt x="2565969" y="1165253"/>
                    </a:lnTo>
                    <a:lnTo>
                      <a:pt x="2565969" y="1165888"/>
                    </a:lnTo>
                    <a:lnTo>
                      <a:pt x="2566603" y="1167157"/>
                    </a:lnTo>
                    <a:lnTo>
                      <a:pt x="2567238" y="1168427"/>
                    </a:lnTo>
                    <a:lnTo>
                      <a:pt x="2567238" y="1169061"/>
                    </a:lnTo>
                    <a:lnTo>
                      <a:pt x="2565969" y="1170331"/>
                    </a:lnTo>
                    <a:lnTo>
                      <a:pt x="2565969" y="1170331"/>
                    </a:lnTo>
                    <a:close/>
                    <a:moveTo>
                      <a:pt x="3091475" y="1342961"/>
                    </a:moveTo>
                    <a:lnTo>
                      <a:pt x="3091475" y="1341057"/>
                    </a:lnTo>
                    <a:lnTo>
                      <a:pt x="3092110" y="1340422"/>
                    </a:lnTo>
                    <a:lnTo>
                      <a:pt x="3092744" y="1339787"/>
                    </a:lnTo>
                    <a:lnTo>
                      <a:pt x="3093379" y="1339787"/>
                    </a:lnTo>
                    <a:lnTo>
                      <a:pt x="3092744" y="1339787"/>
                    </a:lnTo>
                    <a:lnTo>
                      <a:pt x="3092110" y="1339153"/>
                    </a:lnTo>
                    <a:lnTo>
                      <a:pt x="3091475" y="1338518"/>
                    </a:lnTo>
                    <a:lnTo>
                      <a:pt x="3090840" y="1337884"/>
                    </a:lnTo>
                    <a:lnTo>
                      <a:pt x="3090840" y="1337249"/>
                    </a:lnTo>
                    <a:lnTo>
                      <a:pt x="3091475" y="1337249"/>
                    </a:lnTo>
                    <a:lnTo>
                      <a:pt x="3092110" y="1337249"/>
                    </a:lnTo>
                    <a:lnTo>
                      <a:pt x="3092744" y="1337249"/>
                    </a:lnTo>
                    <a:lnTo>
                      <a:pt x="3093379" y="1336614"/>
                    </a:lnTo>
                    <a:lnTo>
                      <a:pt x="3094014" y="1336614"/>
                    </a:lnTo>
                    <a:lnTo>
                      <a:pt x="3094648" y="1335979"/>
                    </a:lnTo>
                    <a:lnTo>
                      <a:pt x="3094648" y="1334710"/>
                    </a:lnTo>
                    <a:lnTo>
                      <a:pt x="3092744" y="1332806"/>
                    </a:lnTo>
                    <a:lnTo>
                      <a:pt x="3095283" y="1332171"/>
                    </a:lnTo>
                    <a:lnTo>
                      <a:pt x="3096552" y="1331537"/>
                    </a:lnTo>
                    <a:lnTo>
                      <a:pt x="3096552" y="1330267"/>
                    </a:lnTo>
                    <a:lnTo>
                      <a:pt x="3095918" y="1328363"/>
                    </a:lnTo>
                    <a:lnTo>
                      <a:pt x="3095283" y="1327094"/>
                    </a:lnTo>
                    <a:lnTo>
                      <a:pt x="3094648" y="1326459"/>
                    </a:lnTo>
                    <a:lnTo>
                      <a:pt x="3093379" y="1326459"/>
                    </a:lnTo>
                    <a:lnTo>
                      <a:pt x="3093379" y="1325825"/>
                    </a:lnTo>
                    <a:lnTo>
                      <a:pt x="3094648" y="1325190"/>
                    </a:lnTo>
                    <a:lnTo>
                      <a:pt x="3094648" y="1323921"/>
                    </a:lnTo>
                    <a:lnTo>
                      <a:pt x="3094014" y="1322651"/>
                    </a:lnTo>
                    <a:lnTo>
                      <a:pt x="3093379" y="1322017"/>
                    </a:lnTo>
                    <a:lnTo>
                      <a:pt x="3092110" y="1321382"/>
                    </a:lnTo>
                    <a:lnTo>
                      <a:pt x="3090840" y="1322017"/>
                    </a:lnTo>
                    <a:lnTo>
                      <a:pt x="3088936" y="1323921"/>
                    </a:lnTo>
                    <a:lnTo>
                      <a:pt x="3088936" y="1322017"/>
                    </a:lnTo>
                    <a:lnTo>
                      <a:pt x="3090206" y="1321382"/>
                    </a:lnTo>
                    <a:lnTo>
                      <a:pt x="3092744" y="1320747"/>
                    </a:lnTo>
                    <a:lnTo>
                      <a:pt x="3092744" y="1320112"/>
                    </a:lnTo>
                    <a:lnTo>
                      <a:pt x="3091475" y="1318843"/>
                    </a:lnTo>
                    <a:lnTo>
                      <a:pt x="3090206" y="1317574"/>
                    </a:lnTo>
                    <a:lnTo>
                      <a:pt x="3088936" y="1316939"/>
                    </a:lnTo>
                    <a:lnTo>
                      <a:pt x="3087667" y="1316939"/>
                    </a:lnTo>
                    <a:lnTo>
                      <a:pt x="3083224" y="1315035"/>
                    </a:lnTo>
                    <a:lnTo>
                      <a:pt x="3081955" y="1315035"/>
                    </a:lnTo>
                    <a:lnTo>
                      <a:pt x="3078147" y="1316939"/>
                    </a:lnTo>
                    <a:lnTo>
                      <a:pt x="3078147" y="1315035"/>
                    </a:lnTo>
                    <a:lnTo>
                      <a:pt x="3079416" y="1313766"/>
                    </a:lnTo>
                    <a:lnTo>
                      <a:pt x="3082590" y="1312497"/>
                    </a:lnTo>
                    <a:lnTo>
                      <a:pt x="3081955" y="1311862"/>
                    </a:lnTo>
                    <a:lnTo>
                      <a:pt x="3081320" y="1311227"/>
                    </a:lnTo>
                    <a:lnTo>
                      <a:pt x="3080686" y="1310592"/>
                    </a:lnTo>
                    <a:lnTo>
                      <a:pt x="3081320" y="1309958"/>
                    </a:lnTo>
                    <a:lnTo>
                      <a:pt x="3080686" y="1308688"/>
                    </a:lnTo>
                    <a:lnTo>
                      <a:pt x="3080051" y="1308688"/>
                    </a:lnTo>
                    <a:lnTo>
                      <a:pt x="3079416" y="1309323"/>
                    </a:lnTo>
                    <a:lnTo>
                      <a:pt x="3078147" y="1309323"/>
                    </a:lnTo>
                    <a:lnTo>
                      <a:pt x="3077512" y="1308688"/>
                    </a:lnTo>
                    <a:lnTo>
                      <a:pt x="3076878" y="1308054"/>
                    </a:lnTo>
                    <a:lnTo>
                      <a:pt x="3076243" y="1307419"/>
                    </a:lnTo>
                    <a:lnTo>
                      <a:pt x="3075608" y="1306150"/>
                    </a:lnTo>
                    <a:lnTo>
                      <a:pt x="3078147" y="1306150"/>
                    </a:lnTo>
                    <a:lnTo>
                      <a:pt x="3087032" y="1309323"/>
                    </a:lnTo>
                    <a:lnTo>
                      <a:pt x="3090206" y="1311227"/>
                    </a:lnTo>
                    <a:lnTo>
                      <a:pt x="3091475" y="1311227"/>
                    </a:lnTo>
                    <a:lnTo>
                      <a:pt x="3092110" y="1311227"/>
                    </a:lnTo>
                    <a:lnTo>
                      <a:pt x="3095283" y="1313131"/>
                    </a:lnTo>
                    <a:lnTo>
                      <a:pt x="3098456" y="1313766"/>
                    </a:lnTo>
                    <a:lnTo>
                      <a:pt x="3107342" y="1316305"/>
                    </a:lnTo>
                    <a:lnTo>
                      <a:pt x="3116862" y="1320747"/>
                    </a:lnTo>
                    <a:lnTo>
                      <a:pt x="3125113" y="1323921"/>
                    </a:lnTo>
                    <a:lnTo>
                      <a:pt x="3127016" y="1323921"/>
                    </a:lnTo>
                    <a:lnTo>
                      <a:pt x="3133998" y="1322017"/>
                    </a:lnTo>
                    <a:lnTo>
                      <a:pt x="3135902" y="1321382"/>
                    </a:lnTo>
                    <a:lnTo>
                      <a:pt x="3137171" y="1320112"/>
                    </a:lnTo>
                    <a:lnTo>
                      <a:pt x="3135267" y="1318209"/>
                    </a:lnTo>
                    <a:lnTo>
                      <a:pt x="3135902" y="1316939"/>
                    </a:lnTo>
                    <a:lnTo>
                      <a:pt x="3138441" y="1317574"/>
                    </a:lnTo>
                    <a:lnTo>
                      <a:pt x="3138441" y="1316305"/>
                    </a:lnTo>
                    <a:lnTo>
                      <a:pt x="3136536" y="1315035"/>
                    </a:lnTo>
                    <a:lnTo>
                      <a:pt x="3136536" y="1315035"/>
                    </a:lnTo>
                    <a:lnTo>
                      <a:pt x="3135902" y="1314401"/>
                    </a:lnTo>
                    <a:lnTo>
                      <a:pt x="3135267" y="1313131"/>
                    </a:lnTo>
                    <a:lnTo>
                      <a:pt x="3134633" y="1311227"/>
                    </a:lnTo>
                    <a:lnTo>
                      <a:pt x="3133998" y="1309323"/>
                    </a:lnTo>
                    <a:lnTo>
                      <a:pt x="3133363" y="1307419"/>
                    </a:lnTo>
                    <a:lnTo>
                      <a:pt x="3132728" y="1306150"/>
                    </a:lnTo>
                    <a:lnTo>
                      <a:pt x="3129555" y="1301707"/>
                    </a:lnTo>
                    <a:lnTo>
                      <a:pt x="3128286" y="1299803"/>
                    </a:lnTo>
                    <a:lnTo>
                      <a:pt x="3128286" y="1297899"/>
                    </a:lnTo>
                    <a:lnTo>
                      <a:pt x="3127016" y="1295995"/>
                    </a:lnTo>
                    <a:lnTo>
                      <a:pt x="3125747" y="1293457"/>
                    </a:lnTo>
                    <a:lnTo>
                      <a:pt x="3124478" y="1291552"/>
                    </a:lnTo>
                    <a:lnTo>
                      <a:pt x="3123208" y="1290918"/>
                    </a:lnTo>
                    <a:lnTo>
                      <a:pt x="3121304" y="1291552"/>
                    </a:lnTo>
                    <a:lnTo>
                      <a:pt x="3120670" y="1292187"/>
                    </a:lnTo>
                    <a:lnTo>
                      <a:pt x="3119401" y="1294091"/>
                    </a:lnTo>
                    <a:lnTo>
                      <a:pt x="3118766" y="1294091"/>
                    </a:lnTo>
                    <a:lnTo>
                      <a:pt x="3117496" y="1293457"/>
                    </a:lnTo>
                    <a:lnTo>
                      <a:pt x="3116862" y="1294091"/>
                    </a:lnTo>
                    <a:lnTo>
                      <a:pt x="3116862" y="1294726"/>
                    </a:lnTo>
                    <a:lnTo>
                      <a:pt x="3116227" y="1294726"/>
                    </a:lnTo>
                    <a:lnTo>
                      <a:pt x="3115592" y="1294726"/>
                    </a:lnTo>
                    <a:lnTo>
                      <a:pt x="3114958" y="1296630"/>
                    </a:lnTo>
                    <a:lnTo>
                      <a:pt x="3114323" y="1297265"/>
                    </a:lnTo>
                    <a:lnTo>
                      <a:pt x="3111784" y="1298534"/>
                    </a:lnTo>
                    <a:lnTo>
                      <a:pt x="3111150" y="1299168"/>
                    </a:lnTo>
                    <a:lnTo>
                      <a:pt x="3110515" y="1301072"/>
                    </a:lnTo>
                    <a:lnTo>
                      <a:pt x="3109880" y="1301707"/>
                    </a:lnTo>
                    <a:lnTo>
                      <a:pt x="3109880" y="1301707"/>
                    </a:lnTo>
                    <a:lnTo>
                      <a:pt x="3109880" y="1301072"/>
                    </a:lnTo>
                    <a:lnTo>
                      <a:pt x="3109246" y="1300438"/>
                    </a:lnTo>
                    <a:lnTo>
                      <a:pt x="3107342" y="1299803"/>
                    </a:lnTo>
                    <a:lnTo>
                      <a:pt x="3106072" y="1299803"/>
                    </a:lnTo>
                    <a:lnTo>
                      <a:pt x="3102899" y="1300438"/>
                    </a:lnTo>
                    <a:lnTo>
                      <a:pt x="3101630" y="1301072"/>
                    </a:lnTo>
                    <a:lnTo>
                      <a:pt x="3099091" y="1301072"/>
                    </a:lnTo>
                    <a:lnTo>
                      <a:pt x="3099091" y="1299803"/>
                    </a:lnTo>
                    <a:lnTo>
                      <a:pt x="3099091" y="1298534"/>
                    </a:lnTo>
                    <a:lnTo>
                      <a:pt x="3100360" y="1297899"/>
                    </a:lnTo>
                    <a:lnTo>
                      <a:pt x="3100360" y="1297265"/>
                    </a:lnTo>
                    <a:lnTo>
                      <a:pt x="3099726" y="1295995"/>
                    </a:lnTo>
                    <a:lnTo>
                      <a:pt x="3096552" y="1292822"/>
                    </a:lnTo>
                    <a:lnTo>
                      <a:pt x="3095283" y="1292187"/>
                    </a:lnTo>
                    <a:lnTo>
                      <a:pt x="3094648" y="1292187"/>
                    </a:lnTo>
                    <a:lnTo>
                      <a:pt x="3088936" y="1291552"/>
                    </a:lnTo>
                    <a:lnTo>
                      <a:pt x="3088302" y="1291552"/>
                    </a:lnTo>
                    <a:lnTo>
                      <a:pt x="3087667" y="1290918"/>
                    </a:lnTo>
                    <a:lnTo>
                      <a:pt x="3087667" y="1289648"/>
                    </a:lnTo>
                    <a:lnTo>
                      <a:pt x="3087667" y="1289648"/>
                    </a:lnTo>
                    <a:lnTo>
                      <a:pt x="3087667" y="1289648"/>
                    </a:lnTo>
                    <a:lnTo>
                      <a:pt x="3085763" y="1288379"/>
                    </a:lnTo>
                    <a:lnTo>
                      <a:pt x="3083859" y="1288379"/>
                    </a:lnTo>
                    <a:lnTo>
                      <a:pt x="3083224" y="1288379"/>
                    </a:lnTo>
                    <a:lnTo>
                      <a:pt x="3081320" y="1287744"/>
                    </a:lnTo>
                    <a:lnTo>
                      <a:pt x="3070531" y="1286475"/>
                    </a:lnTo>
                    <a:lnTo>
                      <a:pt x="3069261" y="1285206"/>
                    </a:lnTo>
                    <a:lnTo>
                      <a:pt x="3067992" y="1283302"/>
                    </a:lnTo>
                    <a:lnTo>
                      <a:pt x="3066088" y="1282667"/>
                    </a:lnTo>
                    <a:lnTo>
                      <a:pt x="3062915" y="1282032"/>
                    </a:lnTo>
                    <a:lnTo>
                      <a:pt x="3062915" y="1281398"/>
                    </a:lnTo>
                    <a:lnTo>
                      <a:pt x="3064184" y="1281398"/>
                    </a:lnTo>
                    <a:lnTo>
                      <a:pt x="3065454" y="1281398"/>
                    </a:lnTo>
                    <a:lnTo>
                      <a:pt x="3074974" y="1284571"/>
                    </a:lnTo>
                    <a:lnTo>
                      <a:pt x="3086398" y="1286475"/>
                    </a:lnTo>
                    <a:lnTo>
                      <a:pt x="3087667" y="1287744"/>
                    </a:lnTo>
                    <a:lnTo>
                      <a:pt x="3088302" y="1287744"/>
                    </a:lnTo>
                    <a:lnTo>
                      <a:pt x="3090206" y="1287744"/>
                    </a:lnTo>
                    <a:lnTo>
                      <a:pt x="3092110" y="1288379"/>
                    </a:lnTo>
                    <a:lnTo>
                      <a:pt x="3102899" y="1292822"/>
                    </a:lnTo>
                    <a:lnTo>
                      <a:pt x="3106072" y="1292822"/>
                    </a:lnTo>
                    <a:lnTo>
                      <a:pt x="3116227" y="1289648"/>
                    </a:lnTo>
                    <a:lnTo>
                      <a:pt x="3116862" y="1289014"/>
                    </a:lnTo>
                    <a:lnTo>
                      <a:pt x="3117496" y="1287744"/>
                    </a:lnTo>
                    <a:lnTo>
                      <a:pt x="3118131" y="1287110"/>
                    </a:lnTo>
                    <a:lnTo>
                      <a:pt x="3119401" y="1286475"/>
                    </a:lnTo>
                    <a:lnTo>
                      <a:pt x="3120035" y="1285841"/>
                    </a:lnTo>
                    <a:lnTo>
                      <a:pt x="3117496" y="1285841"/>
                    </a:lnTo>
                    <a:lnTo>
                      <a:pt x="3116227" y="1285206"/>
                    </a:lnTo>
                    <a:lnTo>
                      <a:pt x="3115592" y="1283302"/>
                    </a:lnTo>
                    <a:lnTo>
                      <a:pt x="3114958" y="1283937"/>
                    </a:lnTo>
                    <a:lnTo>
                      <a:pt x="3114323" y="1283302"/>
                    </a:lnTo>
                    <a:lnTo>
                      <a:pt x="3112419" y="1281398"/>
                    </a:lnTo>
                    <a:lnTo>
                      <a:pt x="3111150" y="1281398"/>
                    </a:lnTo>
                    <a:lnTo>
                      <a:pt x="3107976" y="1281398"/>
                    </a:lnTo>
                    <a:lnTo>
                      <a:pt x="3106072" y="1280763"/>
                    </a:lnTo>
                    <a:lnTo>
                      <a:pt x="3104168" y="1279494"/>
                    </a:lnTo>
                    <a:lnTo>
                      <a:pt x="3102264" y="1278224"/>
                    </a:lnTo>
                    <a:lnTo>
                      <a:pt x="3100360" y="1276321"/>
                    </a:lnTo>
                    <a:lnTo>
                      <a:pt x="3100360" y="1275686"/>
                    </a:lnTo>
                    <a:lnTo>
                      <a:pt x="3104168" y="1277590"/>
                    </a:lnTo>
                    <a:lnTo>
                      <a:pt x="3105438" y="1277590"/>
                    </a:lnTo>
                    <a:lnTo>
                      <a:pt x="3106707" y="1277590"/>
                    </a:lnTo>
                    <a:lnTo>
                      <a:pt x="3110515" y="1278224"/>
                    </a:lnTo>
                    <a:lnTo>
                      <a:pt x="3117496" y="1282032"/>
                    </a:lnTo>
                    <a:lnTo>
                      <a:pt x="3119401" y="1282032"/>
                    </a:lnTo>
                    <a:lnTo>
                      <a:pt x="3117496" y="1281398"/>
                    </a:lnTo>
                    <a:lnTo>
                      <a:pt x="3116227" y="1280128"/>
                    </a:lnTo>
                    <a:lnTo>
                      <a:pt x="3115592" y="1278859"/>
                    </a:lnTo>
                    <a:lnTo>
                      <a:pt x="3115592" y="1276955"/>
                    </a:lnTo>
                    <a:lnTo>
                      <a:pt x="3116862" y="1275051"/>
                    </a:lnTo>
                    <a:lnTo>
                      <a:pt x="3116862" y="1274417"/>
                    </a:lnTo>
                    <a:lnTo>
                      <a:pt x="3116862" y="1272512"/>
                    </a:lnTo>
                    <a:lnTo>
                      <a:pt x="3116862" y="1271878"/>
                    </a:lnTo>
                    <a:lnTo>
                      <a:pt x="3116227" y="1271243"/>
                    </a:lnTo>
                    <a:lnTo>
                      <a:pt x="3115592" y="1270608"/>
                    </a:lnTo>
                    <a:lnTo>
                      <a:pt x="3115592" y="1269974"/>
                    </a:lnTo>
                    <a:lnTo>
                      <a:pt x="3116227" y="1269974"/>
                    </a:lnTo>
                    <a:lnTo>
                      <a:pt x="3116862" y="1269974"/>
                    </a:lnTo>
                    <a:lnTo>
                      <a:pt x="3116862" y="1269339"/>
                    </a:lnTo>
                    <a:lnTo>
                      <a:pt x="3113688" y="1264262"/>
                    </a:lnTo>
                    <a:lnTo>
                      <a:pt x="3109880" y="1262992"/>
                    </a:lnTo>
                    <a:lnTo>
                      <a:pt x="3102264" y="1262992"/>
                    </a:lnTo>
                    <a:lnTo>
                      <a:pt x="3102264" y="1262358"/>
                    </a:lnTo>
                    <a:lnTo>
                      <a:pt x="3102899" y="1261723"/>
                    </a:lnTo>
                    <a:lnTo>
                      <a:pt x="3102899" y="1261088"/>
                    </a:lnTo>
                    <a:lnTo>
                      <a:pt x="3102264" y="1260454"/>
                    </a:lnTo>
                    <a:lnTo>
                      <a:pt x="3100995" y="1260454"/>
                    </a:lnTo>
                    <a:lnTo>
                      <a:pt x="3097822" y="1262358"/>
                    </a:lnTo>
                    <a:lnTo>
                      <a:pt x="3096552" y="1262358"/>
                    </a:lnTo>
                    <a:lnTo>
                      <a:pt x="3094014" y="1261723"/>
                    </a:lnTo>
                    <a:lnTo>
                      <a:pt x="3092744" y="1261723"/>
                    </a:lnTo>
                    <a:lnTo>
                      <a:pt x="3090840" y="1262992"/>
                    </a:lnTo>
                    <a:lnTo>
                      <a:pt x="3090206" y="1263627"/>
                    </a:lnTo>
                    <a:lnTo>
                      <a:pt x="3088936" y="1262992"/>
                    </a:lnTo>
                    <a:lnTo>
                      <a:pt x="3089571" y="1261723"/>
                    </a:lnTo>
                    <a:lnTo>
                      <a:pt x="3089571" y="1261088"/>
                    </a:lnTo>
                    <a:lnTo>
                      <a:pt x="3087032" y="1260454"/>
                    </a:lnTo>
                    <a:lnTo>
                      <a:pt x="3085763" y="1260454"/>
                    </a:lnTo>
                    <a:lnTo>
                      <a:pt x="3084494" y="1260454"/>
                    </a:lnTo>
                    <a:lnTo>
                      <a:pt x="3083859" y="1261088"/>
                    </a:lnTo>
                    <a:lnTo>
                      <a:pt x="3082590" y="1262358"/>
                    </a:lnTo>
                    <a:lnTo>
                      <a:pt x="3081955" y="1262992"/>
                    </a:lnTo>
                    <a:lnTo>
                      <a:pt x="3083224" y="1264262"/>
                    </a:lnTo>
                    <a:lnTo>
                      <a:pt x="3084494" y="1264897"/>
                    </a:lnTo>
                    <a:lnTo>
                      <a:pt x="3085128" y="1265531"/>
                    </a:lnTo>
                    <a:lnTo>
                      <a:pt x="3085128" y="1267435"/>
                    </a:lnTo>
                    <a:lnTo>
                      <a:pt x="3081320" y="1270608"/>
                    </a:lnTo>
                    <a:lnTo>
                      <a:pt x="3080686" y="1276321"/>
                    </a:lnTo>
                    <a:lnTo>
                      <a:pt x="3080051" y="1277590"/>
                    </a:lnTo>
                    <a:lnTo>
                      <a:pt x="3079416" y="1278859"/>
                    </a:lnTo>
                    <a:lnTo>
                      <a:pt x="3078147" y="1279494"/>
                    </a:lnTo>
                    <a:lnTo>
                      <a:pt x="3076878" y="1279494"/>
                    </a:lnTo>
                    <a:lnTo>
                      <a:pt x="3076878" y="1280128"/>
                    </a:lnTo>
                    <a:lnTo>
                      <a:pt x="3077512" y="1280763"/>
                    </a:lnTo>
                    <a:lnTo>
                      <a:pt x="3077512" y="1282032"/>
                    </a:lnTo>
                    <a:lnTo>
                      <a:pt x="3076878" y="1282667"/>
                    </a:lnTo>
                    <a:lnTo>
                      <a:pt x="3076243" y="1283302"/>
                    </a:lnTo>
                    <a:lnTo>
                      <a:pt x="3075608" y="1281398"/>
                    </a:lnTo>
                    <a:lnTo>
                      <a:pt x="3073070" y="1281398"/>
                    </a:lnTo>
                    <a:lnTo>
                      <a:pt x="3068627" y="1282032"/>
                    </a:lnTo>
                    <a:lnTo>
                      <a:pt x="3069261" y="1280128"/>
                    </a:lnTo>
                    <a:lnTo>
                      <a:pt x="3070531" y="1279494"/>
                    </a:lnTo>
                    <a:lnTo>
                      <a:pt x="3075608" y="1278859"/>
                    </a:lnTo>
                    <a:lnTo>
                      <a:pt x="3076243" y="1278224"/>
                    </a:lnTo>
                    <a:lnTo>
                      <a:pt x="3076878" y="1277590"/>
                    </a:lnTo>
                    <a:lnTo>
                      <a:pt x="3076243" y="1276955"/>
                    </a:lnTo>
                    <a:lnTo>
                      <a:pt x="3075608" y="1276955"/>
                    </a:lnTo>
                    <a:lnTo>
                      <a:pt x="3074339" y="1276955"/>
                    </a:lnTo>
                    <a:lnTo>
                      <a:pt x="3073704" y="1276955"/>
                    </a:lnTo>
                    <a:lnTo>
                      <a:pt x="3073704" y="1276321"/>
                    </a:lnTo>
                    <a:lnTo>
                      <a:pt x="3071800" y="1275686"/>
                    </a:lnTo>
                    <a:lnTo>
                      <a:pt x="3069261" y="1277590"/>
                    </a:lnTo>
                    <a:lnTo>
                      <a:pt x="3067358" y="1276321"/>
                    </a:lnTo>
                    <a:lnTo>
                      <a:pt x="3067992" y="1275686"/>
                    </a:lnTo>
                    <a:lnTo>
                      <a:pt x="3071800" y="1273782"/>
                    </a:lnTo>
                    <a:lnTo>
                      <a:pt x="3075608" y="1273782"/>
                    </a:lnTo>
                    <a:lnTo>
                      <a:pt x="3076878" y="1271878"/>
                    </a:lnTo>
                    <a:lnTo>
                      <a:pt x="3077512" y="1269339"/>
                    </a:lnTo>
                    <a:lnTo>
                      <a:pt x="3078147" y="1267435"/>
                    </a:lnTo>
                    <a:lnTo>
                      <a:pt x="3078782" y="1266800"/>
                    </a:lnTo>
                    <a:lnTo>
                      <a:pt x="3079416" y="1266800"/>
                    </a:lnTo>
                    <a:lnTo>
                      <a:pt x="3080051" y="1266166"/>
                    </a:lnTo>
                    <a:lnTo>
                      <a:pt x="3080051" y="1264897"/>
                    </a:lnTo>
                    <a:lnTo>
                      <a:pt x="3080051" y="1263627"/>
                    </a:lnTo>
                    <a:lnTo>
                      <a:pt x="3080051" y="1262358"/>
                    </a:lnTo>
                    <a:lnTo>
                      <a:pt x="3080051" y="1261088"/>
                    </a:lnTo>
                    <a:lnTo>
                      <a:pt x="3080051" y="1259819"/>
                    </a:lnTo>
                    <a:lnTo>
                      <a:pt x="3078782" y="1259184"/>
                    </a:lnTo>
                    <a:lnTo>
                      <a:pt x="3076878" y="1259184"/>
                    </a:lnTo>
                    <a:lnTo>
                      <a:pt x="3075608" y="1258550"/>
                    </a:lnTo>
                    <a:lnTo>
                      <a:pt x="3075608" y="1257915"/>
                    </a:lnTo>
                    <a:lnTo>
                      <a:pt x="3074974" y="1257915"/>
                    </a:lnTo>
                    <a:lnTo>
                      <a:pt x="3073070" y="1257915"/>
                    </a:lnTo>
                    <a:lnTo>
                      <a:pt x="3072435" y="1257915"/>
                    </a:lnTo>
                    <a:lnTo>
                      <a:pt x="3070531" y="1256646"/>
                    </a:lnTo>
                    <a:lnTo>
                      <a:pt x="3069896" y="1256011"/>
                    </a:lnTo>
                    <a:lnTo>
                      <a:pt x="3068627" y="1256646"/>
                    </a:lnTo>
                    <a:lnTo>
                      <a:pt x="3067358" y="1257280"/>
                    </a:lnTo>
                    <a:lnTo>
                      <a:pt x="3066088" y="1257280"/>
                    </a:lnTo>
                    <a:lnTo>
                      <a:pt x="3062915" y="1254107"/>
                    </a:lnTo>
                    <a:lnTo>
                      <a:pt x="3061011" y="1253472"/>
                    </a:lnTo>
                    <a:lnTo>
                      <a:pt x="3059741" y="1254107"/>
                    </a:lnTo>
                    <a:lnTo>
                      <a:pt x="3055299" y="1259819"/>
                    </a:lnTo>
                    <a:lnTo>
                      <a:pt x="3054664" y="1261723"/>
                    </a:lnTo>
                    <a:lnTo>
                      <a:pt x="3054664" y="1262992"/>
                    </a:lnTo>
                    <a:lnTo>
                      <a:pt x="3054664" y="1263627"/>
                    </a:lnTo>
                    <a:lnTo>
                      <a:pt x="3055299" y="1266166"/>
                    </a:lnTo>
                    <a:lnTo>
                      <a:pt x="3055299" y="1266800"/>
                    </a:lnTo>
                    <a:lnTo>
                      <a:pt x="3054029" y="1266800"/>
                    </a:lnTo>
                    <a:lnTo>
                      <a:pt x="3048317" y="1263627"/>
                    </a:lnTo>
                    <a:lnTo>
                      <a:pt x="3046414" y="1262992"/>
                    </a:lnTo>
                    <a:lnTo>
                      <a:pt x="3044509" y="1263627"/>
                    </a:lnTo>
                    <a:lnTo>
                      <a:pt x="3044509" y="1264262"/>
                    </a:lnTo>
                    <a:lnTo>
                      <a:pt x="3045144" y="1264897"/>
                    </a:lnTo>
                    <a:lnTo>
                      <a:pt x="3044509" y="1265531"/>
                    </a:lnTo>
                    <a:lnTo>
                      <a:pt x="3043875" y="1266166"/>
                    </a:lnTo>
                    <a:lnTo>
                      <a:pt x="3043240" y="1266800"/>
                    </a:lnTo>
                    <a:lnTo>
                      <a:pt x="3043240" y="1268070"/>
                    </a:lnTo>
                    <a:lnTo>
                      <a:pt x="3043875" y="1269974"/>
                    </a:lnTo>
                    <a:lnTo>
                      <a:pt x="3044509" y="1271243"/>
                    </a:lnTo>
                    <a:lnTo>
                      <a:pt x="3045144" y="1271878"/>
                    </a:lnTo>
                    <a:lnTo>
                      <a:pt x="3045144" y="1272512"/>
                    </a:lnTo>
                    <a:lnTo>
                      <a:pt x="3045779" y="1274417"/>
                    </a:lnTo>
                    <a:lnTo>
                      <a:pt x="3046414" y="1276321"/>
                    </a:lnTo>
                    <a:lnTo>
                      <a:pt x="3047048" y="1277590"/>
                    </a:lnTo>
                    <a:lnTo>
                      <a:pt x="3047683" y="1278224"/>
                    </a:lnTo>
                    <a:lnTo>
                      <a:pt x="3050856" y="1280128"/>
                    </a:lnTo>
                    <a:lnTo>
                      <a:pt x="3047048" y="1280128"/>
                    </a:lnTo>
                    <a:lnTo>
                      <a:pt x="3045144" y="1278859"/>
                    </a:lnTo>
                    <a:lnTo>
                      <a:pt x="3044509" y="1278224"/>
                    </a:lnTo>
                    <a:lnTo>
                      <a:pt x="3044509" y="1275051"/>
                    </a:lnTo>
                    <a:lnTo>
                      <a:pt x="3044509" y="1274417"/>
                    </a:lnTo>
                    <a:lnTo>
                      <a:pt x="3043875" y="1273147"/>
                    </a:lnTo>
                    <a:lnTo>
                      <a:pt x="3041971" y="1271878"/>
                    </a:lnTo>
                    <a:lnTo>
                      <a:pt x="3041336" y="1271243"/>
                    </a:lnTo>
                    <a:lnTo>
                      <a:pt x="3040701" y="1269974"/>
                    </a:lnTo>
                    <a:lnTo>
                      <a:pt x="3039432" y="1268070"/>
                    </a:lnTo>
                    <a:lnTo>
                      <a:pt x="3038797" y="1267435"/>
                    </a:lnTo>
                    <a:lnTo>
                      <a:pt x="3038163" y="1265531"/>
                    </a:lnTo>
                    <a:lnTo>
                      <a:pt x="3037528" y="1265531"/>
                    </a:lnTo>
                    <a:lnTo>
                      <a:pt x="3036259" y="1266166"/>
                    </a:lnTo>
                    <a:lnTo>
                      <a:pt x="3033085" y="1266800"/>
                    </a:lnTo>
                    <a:lnTo>
                      <a:pt x="3034355" y="1269339"/>
                    </a:lnTo>
                    <a:lnTo>
                      <a:pt x="3035624" y="1270608"/>
                    </a:lnTo>
                    <a:lnTo>
                      <a:pt x="3038797" y="1273147"/>
                    </a:lnTo>
                    <a:lnTo>
                      <a:pt x="3038797" y="1274417"/>
                    </a:lnTo>
                    <a:lnTo>
                      <a:pt x="3039432" y="1275051"/>
                    </a:lnTo>
                    <a:lnTo>
                      <a:pt x="3040067" y="1275686"/>
                    </a:lnTo>
                    <a:lnTo>
                      <a:pt x="3040701" y="1276955"/>
                    </a:lnTo>
                    <a:lnTo>
                      <a:pt x="3039432" y="1276321"/>
                    </a:lnTo>
                    <a:lnTo>
                      <a:pt x="3036893" y="1275051"/>
                    </a:lnTo>
                    <a:lnTo>
                      <a:pt x="3035624" y="1275051"/>
                    </a:lnTo>
                    <a:lnTo>
                      <a:pt x="3034355" y="1275686"/>
                    </a:lnTo>
                    <a:lnTo>
                      <a:pt x="3033085" y="1276955"/>
                    </a:lnTo>
                    <a:lnTo>
                      <a:pt x="3032451" y="1278224"/>
                    </a:lnTo>
                    <a:lnTo>
                      <a:pt x="3032451" y="1280128"/>
                    </a:lnTo>
                    <a:lnTo>
                      <a:pt x="3034355" y="1282667"/>
                    </a:lnTo>
                    <a:lnTo>
                      <a:pt x="3040067" y="1285841"/>
                    </a:lnTo>
                    <a:lnTo>
                      <a:pt x="3042605" y="1288379"/>
                    </a:lnTo>
                    <a:lnTo>
                      <a:pt x="3045779" y="1290283"/>
                    </a:lnTo>
                    <a:lnTo>
                      <a:pt x="3047048" y="1290918"/>
                    </a:lnTo>
                    <a:lnTo>
                      <a:pt x="3048317" y="1291552"/>
                    </a:lnTo>
                    <a:lnTo>
                      <a:pt x="3054029" y="1296630"/>
                    </a:lnTo>
                    <a:lnTo>
                      <a:pt x="3059741" y="1299168"/>
                    </a:lnTo>
                    <a:lnTo>
                      <a:pt x="3061646" y="1301072"/>
                    </a:lnTo>
                    <a:lnTo>
                      <a:pt x="3061011" y="1301072"/>
                    </a:lnTo>
                    <a:lnTo>
                      <a:pt x="3060376" y="1301072"/>
                    </a:lnTo>
                    <a:lnTo>
                      <a:pt x="3053395" y="1297265"/>
                    </a:lnTo>
                    <a:lnTo>
                      <a:pt x="3044509" y="1290918"/>
                    </a:lnTo>
                    <a:lnTo>
                      <a:pt x="3042605" y="1289648"/>
                    </a:lnTo>
                    <a:lnTo>
                      <a:pt x="3041336" y="1290283"/>
                    </a:lnTo>
                    <a:lnTo>
                      <a:pt x="3040701" y="1290918"/>
                    </a:lnTo>
                    <a:lnTo>
                      <a:pt x="3040067" y="1291552"/>
                    </a:lnTo>
                    <a:lnTo>
                      <a:pt x="3039432" y="1292187"/>
                    </a:lnTo>
                    <a:lnTo>
                      <a:pt x="3039432" y="1293457"/>
                    </a:lnTo>
                    <a:lnTo>
                      <a:pt x="3040067" y="1294726"/>
                    </a:lnTo>
                    <a:lnTo>
                      <a:pt x="3041336" y="1295995"/>
                    </a:lnTo>
                    <a:lnTo>
                      <a:pt x="3041971" y="1296630"/>
                    </a:lnTo>
                    <a:lnTo>
                      <a:pt x="3041971" y="1298534"/>
                    </a:lnTo>
                    <a:lnTo>
                      <a:pt x="3040701" y="1301707"/>
                    </a:lnTo>
                    <a:lnTo>
                      <a:pt x="3040701" y="1304881"/>
                    </a:lnTo>
                    <a:lnTo>
                      <a:pt x="3040701" y="1306785"/>
                    </a:lnTo>
                    <a:lnTo>
                      <a:pt x="3040701" y="1307419"/>
                    </a:lnTo>
                    <a:lnTo>
                      <a:pt x="3041336" y="1308054"/>
                    </a:lnTo>
                    <a:lnTo>
                      <a:pt x="3041336" y="1307419"/>
                    </a:lnTo>
                    <a:lnTo>
                      <a:pt x="3041336" y="1305515"/>
                    </a:lnTo>
                    <a:lnTo>
                      <a:pt x="3041971" y="1304881"/>
                    </a:lnTo>
                    <a:lnTo>
                      <a:pt x="3042605" y="1304881"/>
                    </a:lnTo>
                    <a:lnTo>
                      <a:pt x="3043240" y="1305515"/>
                    </a:lnTo>
                    <a:lnTo>
                      <a:pt x="3043875" y="1306785"/>
                    </a:lnTo>
                    <a:lnTo>
                      <a:pt x="3044509" y="1307419"/>
                    </a:lnTo>
                    <a:lnTo>
                      <a:pt x="3045779" y="1308054"/>
                    </a:lnTo>
                    <a:lnTo>
                      <a:pt x="3046414" y="1308688"/>
                    </a:lnTo>
                    <a:lnTo>
                      <a:pt x="3047683" y="1309958"/>
                    </a:lnTo>
                    <a:lnTo>
                      <a:pt x="3048952" y="1310592"/>
                    </a:lnTo>
                    <a:lnTo>
                      <a:pt x="3049587" y="1309958"/>
                    </a:lnTo>
                    <a:lnTo>
                      <a:pt x="3050221" y="1308054"/>
                    </a:lnTo>
                    <a:lnTo>
                      <a:pt x="3051491" y="1308688"/>
                    </a:lnTo>
                    <a:lnTo>
                      <a:pt x="3052126" y="1310592"/>
                    </a:lnTo>
                    <a:lnTo>
                      <a:pt x="3053395" y="1312497"/>
                    </a:lnTo>
                    <a:lnTo>
                      <a:pt x="3061646" y="1316939"/>
                    </a:lnTo>
                    <a:lnTo>
                      <a:pt x="3061646" y="1317574"/>
                    </a:lnTo>
                    <a:lnTo>
                      <a:pt x="3061011" y="1318209"/>
                    </a:lnTo>
                    <a:lnTo>
                      <a:pt x="3060376" y="1319478"/>
                    </a:lnTo>
                    <a:lnTo>
                      <a:pt x="3059741" y="1320747"/>
                    </a:lnTo>
                    <a:lnTo>
                      <a:pt x="3059741" y="1322017"/>
                    </a:lnTo>
                    <a:lnTo>
                      <a:pt x="3060376" y="1323286"/>
                    </a:lnTo>
                    <a:lnTo>
                      <a:pt x="3061646" y="1323921"/>
                    </a:lnTo>
                    <a:lnTo>
                      <a:pt x="3062915" y="1323286"/>
                    </a:lnTo>
                    <a:lnTo>
                      <a:pt x="3062915" y="1321382"/>
                    </a:lnTo>
                    <a:lnTo>
                      <a:pt x="3062915" y="1320112"/>
                    </a:lnTo>
                    <a:lnTo>
                      <a:pt x="3063549" y="1320112"/>
                    </a:lnTo>
                    <a:lnTo>
                      <a:pt x="3064184" y="1320747"/>
                    </a:lnTo>
                    <a:lnTo>
                      <a:pt x="3064819" y="1321382"/>
                    </a:lnTo>
                    <a:lnTo>
                      <a:pt x="3065454" y="1321382"/>
                    </a:lnTo>
                    <a:lnTo>
                      <a:pt x="3066723" y="1320112"/>
                    </a:lnTo>
                    <a:lnTo>
                      <a:pt x="3067358" y="1320112"/>
                    </a:lnTo>
                    <a:lnTo>
                      <a:pt x="3069896" y="1320747"/>
                    </a:lnTo>
                    <a:lnTo>
                      <a:pt x="3071166" y="1320747"/>
                    </a:lnTo>
                    <a:lnTo>
                      <a:pt x="3071166" y="1321382"/>
                    </a:lnTo>
                    <a:lnTo>
                      <a:pt x="3069261" y="1322017"/>
                    </a:lnTo>
                    <a:lnTo>
                      <a:pt x="3068627" y="1322651"/>
                    </a:lnTo>
                    <a:lnTo>
                      <a:pt x="3069261" y="1323921"/>
                    </a:lnTo>
                    <a:lnTo>
                      <a:pt x="3068627" y="1324555"/>
                    </a:lnTo>
                    <a:lnTo>
                      <a:pt x="3067992" y="1324555"/>
                    </a:lnTo>
                    <a:lnTo>
                      <a:pt x="3067358" y="1323921"/>
                    </a:lnTo>
                    <a:lnTo>
                      <a:pt x="3067358" y="1322651"/>
                    </a:lnTo>
                    <a:lnTo>
                      <a:pt x="3066088" y="1323286"/>
                    </a:lnTo>
                    <a:lnTo>
                      <a:pt x="3065454" y="1323921"/>
                    </a:lnTo>
                    <a:lnTo>
                      <a:pt x="3064819" y="1324555"/>
                    </a:lnTo>
                    <a:lnTo>
                      <a:pt x="3067358" y="1327094"/>
                    </a:lnTo>
                    <a:lnTo>
                      <a:pt x="3080686" y="1332806"/>
                    </a:lnTo>
                    <a:lnTo>
                      <a:pt x="3083224" y="1334710"/>
                    </a:lnTo>
                    <a:lnTo>
                      <a:pt x="3085128" y="1337249"/>
                    </a:lnTo>
                    <a:lnTo>
                      <a:pt x="3083224" y="1337249"/>
                    </a:lnTo>
                    <a:lnTo>
                      <a:pt x="3081320" y="1335979"/>
                    </a:lnTo>
                    <a:lnTo>
                      <a:pt x="3077512" y="1333441"/>
                    </a:lnTo>
                    <a:lnTo>
                      <a:pt x="3073704" y="1331537"/>
                    </a:lnTo>
                    <a:lnTo>
                      <a:pt x="3071800" y="1331537"/>
                    </a:lnTo>
                    <a:lnTo>
                      <a:pt x="3070531" y="1332806"/>
                    </a:lnTo>
                    <a:lnTo>
                      <a:pt x="3073070" y="1334710"/>
                    </a:lnTo>
                    <a:lnTo>
                      <a:pt x="3074339" y="1335979"/>
                    </a:lnTo>
                    <a:lnTo>
                      <a:pt x="3075608" y="1337249"/>
                    </a:lnTo>
                    <a:lnTo>
                      <a:pt x="3075608" y="1337884"/>
                    </a:lnTo>
                    <a:lnTo>
                      <a:pt x="3076878" y="1338518"/>
                    </a:lnTo>
                    <a:lnTo>
                      <a:pt x="3079416" y="1339787"/>
                    </a:lnTo>
                    <a:lnTo>
                      <a:pt x="3081955" y="1340422"/>
                    </a:lnTo>
                    <a:lnTo>
                      <a:pt x="3083224" y="1341057"/>
                    </a:lnTo>
                    <a:lnTo>
                      <a:pt x="3083224" y="1342961"/>
                    </a:lnTo>
                    <a:lnTo>
                      <a:pt x="3085128" y="1343595"/>
                    </a:lnTo>
                    <a:lnTo>
                      <a:pt x="3092110" y="1343595"/>
                    </a:lnTo>
                    <a:lnTo>
                      <a:pt x="3091475" y="1342961"/>
                    </a:lnTo>
                    <a:close/>
                    <a:moveTo>
                      <a:pt x="2534870" y="1149387"/>
                    </a:moveTo>
                    <a:lnTo>
                      <a:pt x="2534870" y="1149387"/>
                    </a:lnTo>
                    <a:lnTo>
                      <a:pt x="2533601" y="1150021"/>
                    </a:lnTo>
                    <a:lnTo>
                      <a:pt x="2532966" y="1150021"/>
                    </a:lnTo>
                    <a:lnTo>
                      <a:pt x="2531062" y="1150021"/>
                    </a:lnTo>
                    <a:lnTo>
                      <a:pt x="2529792" y="1150021"/>
                    </a:lnTo>
                    <a:lnTo>
                      <a:pt x="2528523" y="1150021"/>
                    </a:lnTo>
                    <a:lnTo>
                      <a:pt x="2529792" y="1150656"/>
                    </a:lnTo>
                    <a:lnTo>
                      <a:pt x="2531062" y="1150656"/>
                    </a:lnTo>
                    <a:lnTo>
                      <a:pt x="2533601" y="1150656"/>
                    </a:lnTo>
                    <a:lnTo>
                      <a:pt x="2534870" y="1150656"/>
                    </a:lnTo>
                    <a:lnTo>
                      <a:pt x="2536139" y="1150021"/>
                    </a:lnTo>
                    <a:lnTo>
                      <a:pt x="2536139" y="1150021"/>
                    </a:lnTo>
                    <a:lnTo>
                      <a:pt x="2534870" y="1149387"/>
                    </a:lnTo>
                    <a:close/>
                    <a:moveTo>
                      <a:pt x="2376837" y="1188101"/>
                    </a:moveTo>
                    <a:lnTo>
                      <a:pt x="2376837" y="1188101"/>
                    </a:lnTo>
                    <a:lnTo>
                      <a:pt x="2376203" y="1187467"/>
                    </a:lnTo>
                    <a:lnTo>
                      <a:pt x="2375568" y="1187467"/>
                    </a:lnTo>
                    <a:lnTo>
                      <a:pt x="2375568" y="1188101"/>
                    </a:lnTo>
                    <a:lnTo>
                      <a:pt x="2375568" y="1188736"/>
                    </a:lnTo>
                    <a:lnTo>
                      <a:pt x="2375568" y="1189371"/>
                    </a:lnTo>
                    <a:lnTo>
                      <a:pt x="2373664" y="1191910"/>
                    </a:lnTo>
                    <a:lnTo>
                      <a:pt x="2372395" y="1193179"/>
                    </a:lnTo>
                    <a:lnTo>
                      <a:pt x="2370491" y="1195717"/>
                    </a:lnTo>
                    <a:lnTo>
                      <a:pt x="2369856" y="1195717"/>
                    </a:lnTo>
                    <a:lnTo>
                      <a:pt x="2369221" y="1194448"/>
                    </a:lnTo>
                    <a:lnTo>
                      <a:pt x="2368586" y="1193813"/>
                    </a:lnTo>
                    <a:lnTo>
                      <a:pt x="2367952" y="1193813"/>
                    </a:lnTo>
                    <a:lnTo>
                      <a:pt x="2366683" y="1194448"/>
                    </a:lnTo>
                    <a:lnTo>
                      <a:pt x="2366683" y="1195083"/>
                    </a:lnTo>
                    <a:lnTo>
                      <a:pt x="2367317" y="1195083"/>
                    </a:lnTo>
                    <a:lnTo>
                      <a:pt x="2367952" y="1195083"/>
                    </a:lnTo>
                    <a:lnTo>
                      <a:pt x="2368586" y="1195083"/>
                    </a:lnTo>
                    <a:lnTo>
                      <a:pt x="2368586" y="1195717"/>
                    </a:lnTo>
                    <a:lnTo>
                      <a:pt x="2367952" y="1195717"/>
                    </a:lnTo>
                    <a:lnTo>
                      <a:pt x="2367952" y="1195717"/>
                    </a:lnTo>
                    <a:lnTo>
                      <a:pt x="2367952" y="1196352"/>
                    </a:lnTo>
                    <a:lnTo>
                      <a:pt x="2367952" y="1196987"/>
                    </a:lnTo>
                    <a:lnTo>
                      <a:pt x="2368586" y="1196987"/>
                    </a:lnTo>
                    <a:lnTo>
                      <a:pt x="2369221" y="1196987"/>
                    </a:lnTo>
                    <a:lnTo>
                      <a:pt x="2369856" y="1196987"/>
                    </a:lnTo>
                    <a:lnTo>
                      <a:pt x="2369221" y="1198256"/>
                    </a:lnTo>
                    <a:lnTo>
                      <a:pt x="2367317" y="1198891"/>
                    </a:lnTo>
                    <a:lnTo>
                      <a:pt x="2366683" y="1199525"/>
                    </a:lnTo>
                    <a:lnTo>
                      <a:pt x="2371125" y="1198891"/>
                    </a:lnTo>
                    <a:lnTo>
                      <a:pt x="2371760" y="1198256"/>
                    </a:lnTo>
                    <a:lnTo>
                      <a:pt x="2373029" y="1196352"/>
                    </a:lnTo>
                    <a:lnTo>
                      <a:pt x="2374298" y="1195083"/>
                    </a:lnTo>
                    <a:lnTo>
                      <a:pt x="2378106" y="1188101"/>
                    </a:lnTo>
                    <a:lnTo>
                      <a:pt x="2376837" y="1188101"/>
                    </a:lnTo>
                    <a:close/>
                    <a:moveTo>
                      <a:pt x="3116862" y="1238240"/>
                    </a:moveTo>
                    <a:lnTo>
                      <a:pt x="3114323" y="1235067"/>
                    </a:lnTo>
                    <a:lnTo>
                      <a:pt x="3113688" y="1234432"/>
                    </a:lnTo>
                    <a:lnTo>
                      <a:pt x="3113054" y="1233798"/>
                    </a:lnTo>
                    <a:lnTo>
                      <a:pt x="3112419" y="1233163"/>
                    </a:lnTo>
                    <a:lnTo>
                      <a:pt x="3111784" y="1231894"/>
                    </a:lnTo>
                    <a:lnTo>
                      <a:pt x="3110515" y="1229990"/>
                    </a:lnTo>
                    <a:lnTo>
                      <a:pt x="3108611" y="1228720"/>
                    </a:lnTo>
                    <a:lnTo>
                      <a:pt x="3106707" y="1228085"/>
                    </a:lnTo>
                    <a:lnTo>
                      <a:pt x="3105438" y="1226816"/>
                    </a:lnTo>
                    <a:lnTo>
                      <a:pt x="3104803" y="1226816"/>
                    </a:lnTo>
                    <a:lnTo>
                      <a:pt x="3104168" y="1226816"/>
                    </a:lnTo>
                    <a:lnTo>
                      <a:pt x="3103534" y="1226816"/>
                    </a:lnTo>
                    <a:lnTo>
                      <a:pt x="3102899" y="1225547"/>
                    </a:lnTo>
                    <a:lnTo>
                      <a:pt x="3102264" y="1224278"/>
                    </a:lnTo>
                    <a:lnTo>
                      <a:pt x="3101630" y="1223643"/>
                    </a:lnTo>
                    <a:lnTo>
                      <a:pt x="3100995" y="1223643"/>
                    </a:lnTo>
                    <a:lnTo>
                      <a:pt x="3100360" y="1224278"/>
                    </a:lnTo>
                    <a:lnTo>
                      <a:pt x="3100360" y="1226181"/>
                    </a:lnTo>
                    <a:lnTo>
                      <a:pt x="3100995" y="1228720"/>
                    </a:lnTo>
                    <a:lnTo>
                      <a:pt x="3103534" y="1235067"/>
                    </a:lnTo>
                    <a:lnTo>
                      <a:pt x="3104803" y="1236971"/>
                    </a:lnTo>
                    <a:lnTo>
                      <a:pt x="3106072" y="1238240"/>
                    </a:lnTo>
                    <a:lnTo>
                      <a:pt x="3107342" y="1238240"/>
                    </a:lnTo>
                    <a:lnTo>
                      <a:pt x="3109246" y="1238240"/>
                    </a:lnTo>
                    <a:lnTo>
                      <a:pt x="3109246" y="1239510"/>
                    </a:lnTo>
                    <a:lnTo>
                      <a:pt x="3108611" y="1241414"/>
                    </a:lnTo>
                    <a:lnTo>
                      <a:pt x="3108611" y="1243952"/>
                    </a:lnTo>
                    <a:lnTo>
                      <a:pt x="3109246" y="1244587"/>
                    </a:lnTo>
                    <a:lnTo>
                      <a:pt x="3110515" y="1245222"/>
                    </a:lnTo>
                    <a:lnTo>
                      <a:pt x="3111784" y="1245856"/>
                    </a:lnTo>
                    <a:lnTo>
                      <a:pt x="3113054" y="1245856"/>
                    </a:lnTo>
                    <a:lnTo>
                      <a:pt x="3113688" y="1246491"/>
                    </a:lnTo>
                    <a:lnTo>
                      <a:pt x="3114958" y="1248395"/>
                    </a:lnTo>
                    <a:lnTo>
                      <a:pt x="3118131" y="1251568"/>
                    </a:lnTo>
                    <a:lnTo>
                      <a:pt x="3118766" y="1251568"/>
                    </a:lnTo>
                    <a:lnTo>
                      <a:pt x="3118766" y="1249030"/>
                    </a:lnTo>
                    <a:lnTo>
                      <a:pt x="3118131" y="1247760"/>
                    </a:lnTo>
                    <a:lnTo>
                      <a:pt x="3117496" y="1246491"/>
                    </a:lnTo>
                    <a:lnTo>
                      <a:pt x="3116862" y="1245222"/>
                    </a:lnTo>
                    <a:lnTo>
                      <a:pt x="3116862" y="1244587"/>
                    </a:lnTo>
                    <a:lnTo>
                      <a:pt x="3117496" y="1243318"/>
                    </a:lnTo>
                    <a:lnTo>
                      <a:pt x="3118131" y="1242683"/>
                    </a:lnTo>
                    <a:lnTo>
                      <a:pt x="3118766" y="1243318"/>
                    </a:lnTo>
                    <a:lnTo>
                      <a:pt x="3118766" y="1243952"/>
                    </a:lnTo>
                    <a:lnTo>
                      <a:pt x="3118131" y="1244587"/>
                    </a:lnTo>
                    <a:lnTo>
                      <a:pt x="3118131" y="1245222"/>
                    </a:lnTo>
                    <a:lnTo>
                      <a:pt x="3118131" y="1246491"/>
                    </a:lnTo>
                    <a:lnTo>
                      <a:pt x="3118131" y="1246491"/>
                    </a:lnTo>
                    <a:lnTo>
                      <a:pt x="3118766" y="1247125"/>
                    </a:lnTo>
                    <a:lnTo>
                      <a:pt x="3119401" y="1248395"/>
                    </a:lnTo>
                    <a:lnTo>
                      <a:pt x="3120035" y="1249664"/>
                    </a:lnTo>
                    <a:lnTo>
                      <a:pt x="3120035" y="1251568"/>
                    </a:lnTo>
                    <a:lnTo>
                      <a:pt x="3118766" y="1254742"/>
                    </a:lnTo>
                    <a:lnTo>
                      <a:pt x="3118766" y="1256646"/>
                    </a:lnTo>
                    <a:lnTo>
                      <a:pt x="3120035" y="1258550"/>
                    </a:lnTo>
                    <a:lnTo>
                      <a:pt x="3121304" y="1259819"/>
                    </a:lnTo>
                    <a:lnTo>
                      <a:pt x="3122574" y="1261088"/>
                    </a:lnTo>
                    <a:lnTo>
                      <a:pt x="3123843" y="1262358"/>
                    </a:lnTo>
                    <a:lnTo>
                      <a:pt x="3123843" y="1263627"/>
                    </a:lnTo>
                    <a:lnTo>
                      <a:pt x="3123843" y="1264262"/>
                    </a:lnTo>
                    <a:lnTo>
                      <a:pt x="3125113" y="1265531"/>
                    </a:lnTo>
                    <a:lnTo>
                      <a:pt x="3128286" y="1271243"/>
                    </a:lnTo>
                    <a:lnTo>
                      <a:pt x="3130190" y="1275051"/>
                    </a:lnTo>
                    <a:lnTo>
                      <a:pt x="3132094" y="1279494"/>
                    </a:lnTo>
                    <a:lnTo>
                      <a:pt x="3132728" y="1281398"/>
                    </a:lnTo>
                    <a:lnTo>
                      <a:pt x="3133363" y="1283937"/>
                    </a:lnTo>
                    <a:lnTo>
                      <a:pt x="3133363" y="1285206"/>
                    </a:lnTo>
                    <a:lnTo>
                      <a:pt x="3133363" y="1285841"/>
                    </a:lnTo>
                    <a:lnTo>
                      <a:pt x="3133363" y="1286475"/>
                    </a:lnTo>
                    <a:lnTo>
                      <a:pt x="3135267" y="1289648"/>
                    </a:lnTo>
                    <a:lnTo>
                      <a:pt x="3135902" y="1290283"/>
                    </a:lnTo>
                    <a:lnTo>
                      <a:pt x="3137806" y="1292187"/>
                    </a:lnTo>
                    <a:lnTo>
                      <a:pt x="3138441" y="1293457"/>
                    </a:lnTo>
                    <a:lnTo>
                      <a:pt x="3139710" y="1296630"/>
                    </a:lnTo>
                    <a:lnTo>
                      <a:pt x="3140345" y="1298534"/>
                    </a:lnTo>
                    <a:lnTo>
                      <a:pt x="3141614" y="1300438"/>
                    </a:lnTo>
                    <a:lnTo>
                      <a:pt x="3142883" y="1302342"/>
                    </a:lnTo>
                    <a:lnTo>
                      <a:pt x="3144153" y="1302977"/>
                    </a:lnTo>
                    <a:lnTo>
                      <a:pt x="3145422" y="1303611"/>
                    </a:lnTo>
                    <a:lnTo>
                      <a:pt x="3147961" y="1307419"/>
                    </a:lnTo>
                    <a:lnTo>
                      <a:pt x="3149230" y="1308688"/>
                    </a:lnTo>
                    <a:lnTo>
                      <a:pt x="3150499" y="1308054"/>
                    </a:lnTo>
                    <a:lnTo>
                      <a:pt x="3152403" y="1304881"/>
                    </a:lnTo>
                    <a:lnTo>
                      <a:pt x="3157481" y="1301072"/>
                    </a:lnTo>
                    <a:lnTo>
                      <a:pt x="3158750" y="1301707"/>
                    </a:lnTo>
                    <a:lnTo>
                      <a:pt x="3156846" y="1304246"/>
                    </a:lnTo>
                    <a:lnTo>
                      <a:pt x="3154942" y="1305515"/>
                    </a:lnTo>
                    <a:lnTo>
                      <a:pt x="3153673" y="1307419"/>
                    </a:lnTo>
                    <a:lnTo>
                      <a:pt x="3152403" y="1308054"/>
                    </a:lnTo>
                    <a:lnTo>
                      <a:pt x="3151769" y="1309323"/>
                    </a:lnTo>
                    <a:lnTo>
                      <a:pt x="3151134" y="1309958"/>
                    </a:lnTo>
                    <a:lnTo>
                      <a:pt x="3150499" y="1309958"/>
                    </a:lnTo>
                    <a:lnTo>
                      <a:pt x="3149230" y="1309958"/>
                    </a:lnTo>
                    <a:lnTo>
                      <a:pt x="3148595" y="1309958"/>
                    </a:lnTo>
                    <a:lnTo>
                      <a:pt x="3147961" y="1310592"/>
                    </a:lnTo>
                    <a:lnTo>
                      <a:pt x="3148595" y="1311862"/>
                    </a:lnTo>
                    <a:lnTo>
                      <a:pt x="3149865" y="1313131"/>
                    </a:lnTo>
                    <a:lnTo>
                      <a:pt x="3150499" y="1313131"/>
                    </a:lnTo>
                    <a:lnTo>
                      <a:pt x="3150499" y="1313766"/>
                    </a:lnTo>
                    <a:lnTo>
                      <a:pt x="3153038" y="1316305"/>
                    </a:lnTo>
                    <a:lnTo>
                      <a:pt x="3155577" y="1318843"/>
                    </a:lnTo>
                    <a:lnTo>
                      <a:pt x="3156211" y="1319478"/>
                    </a:lnTo>
                    <a:lnTo>
                      <a:pt x="3158750" y="1319478"/>
                    </a:lnTo>
                    <a:lnTo>
                      <a:pt x="3162558" y="1316939"/>
                    </a:lnTo>
                    <a:lnTo>
                      <a:pt x="3164462" y="1316939"/>
                    </a:lnTo>
                    <a:lnTo>
                      <a:pt x="3163827" y="1318209"/>
                    </a:lnTo>
                    <a:lnTo>
                      <a:pt x="3163193" y="1318843"/>
                    </a:lnTo>
                    <a:lnTo>
                      <a:pt x="3162558" y="1319478"/>
                    </a:lnTo>
                    <a:lnTo>
                      <a:pt x="3161923" y="1320112"/>
                    </a:lnTo>
                    <a:lnTo>
                      <a:pt x="3161923" y="1320747"/>
                    </a:lnTo>
                    <a:lnTo>
                      <a:pt x="3163827" y="1321382"/>
                    </a:lnTo>
                    <a:lnTo>
                      <a:pt x="3165097" y="1322017"/>
                    </a:lnTo>
                    <a:lnTo>
                      <a:pt x="3165731" y="1323286"/>
                    </a:lnTo>
                    <a:lnTo>
                      <a:pt x="3163827" y="1323286"/>
                    </a:lnTo>
                    <a:lnTo>
                      <a:pt x="3160019" y="1322017"/>
                    </a:lnTo>
                    <a:lnTo>
                      <a:pt x="3153673" y="1322017"/>
                    </a:lnTo>
                    <a:lnTo>
                      <a:pt x="3153673" y="1320112"/>
                    </a:lnTo>
                    <a:lnTo>
                      <a:pt x="3152403" y="1319478"/>
                    </a:lnTo>
                    <a:lnTo>
                      <a:pt x="3151134" y="1319478"/>
                    </a:lnTo>
                    <a:lnTo>
                      <a:pt x="3150499" y="1320112"/>
                    </a:lnTo>
                    <a:lnTo>
                      <a:pt x="3150499" y="1321382"/>
                    </a:lnTo>
                    <a:lnTo>
                      <a:pt x="3151769" y="1323921"/>
                    </a:lnTo>
                    <a:lnTo>
                      <a:pt x="3151769" y="1325190"/>
                    </a:lnTo>
                    <a:lnTo>
                      <a:pt x="3153038" y="1325825"/>
                    </a:lnTo>
                    <a:lnTo>
                      <a:pt x="3154307" y="1325825"/>
                    </a:lnTo>
                    <a:lnTo>
                      <a:pt x="3156211" y="1325190"/>
                    </a:lnTo>
                    <a:lnTo>
                      <a:pt x="3156846" y="1325190"/>
                    </a:lnTo>
                    <a:lnTo>
                      <a:pt x="3158750" y="1326459"/>
                    </a:lnTo>
                    <a:lnTo>
                      <a:pt x="3159385" y="1327094"/>
                    </a:lnTo>
                    <a:lnTo>
                      <a:pt x="3156211" y="1328363"/>
                    </a:lnTo>
                    <a:lnTo>
                      <a:pt x="3154942" y="1329633"/>
                    </a:lnTo>
                    <a:lnTo>
                      <a:pt x="3154307" y="1331537"/>
                    </a:lnTo>
                    <a:lnTo>
                      <a:pt x="3153673" y="1333441"/>
                    </a:lnTo>
                    <a:lnTo>
                      <a:pt x="3154307" y="1334075"/>
                    </a:lnTo>
                    <a:lnTo>
                      <a:pt x="3154942" y="1334710"/>
                    </a:lnTo>
                    <a:lnTo>
                      <a:pt x="3156211" y="1335345"/>
                    </a:lnTo>
                    <a:lnTo>
                      <a:pt x="3157481" y="1335345"/>
                    </a:lnTo>
                    <a:lnTo>
                      <a:pt x="3159385" y="1335345"/>
                    </a:lnTo>
                    <a:lnTo>
                      <a:pt x="3158750" y="1337884"/>
                    </a:lnTo>
                    <a:lnTo>
                      <a:pt x="3156846" y="1338518"/>
                    </a:lnTo>
                    <a:lnTo>
                      <a:pt x="3153038" y="1337884"/>
                    </a:lnTo>
                    <a:lnTo>
                      <a:pt x="3152403" y="1338518"/>
                    </a:lnTo>
                    <a:lnTo>
                      <a:pt x="3152403" y="1339787"/>
                    </a:lnTo>
                    <a:lnTo>
                      <a:pt x="3153038" y="1341057"/>
                    </a:lnTo>
                    <a:lnTo>
                      <a:pt x="3153673" y="1342326"/>
                    </a:lnTo>
                    <a:lnTo>
                      <a:pt x="3154307" y="1342961"/>
                    </a:lnTo>
                    <a:lnTo>
                      <a:pt x="3156846" y="1344230"/>
                    </a:lnTo>
                    <a:lnTo>
                      <a:pt x="3156211" y="1346134"/>
                    </a:lnTo>
                    <a:lnTo>
                      <a:pt x="3155577" y="1348038"/>
                    </a:lnTo>
                    <a:lnTo>
                      <a:pt x="3155577" y="1349942"/>
                    </a:lnTo>
                    <a:lnTo>
                      <a:pt x="3158115" y="1353750"/>
                    </a:lnTo>
                    <a:lnTo>
                      <a:pt x="3158750" y="1355654"/>
                    </a:lnTo>
                    <a:lnTo>
                      <a:pt x="3158750" y="1360097"/>
                    </a:lnTo>
                    <a:lnTo>
                      <a:pt x="3160654" y="1357558"/>
                    </a:lnTo>
                    <a:lnTo>
                      <a:pt x="3161289" y="1356924"/>
                    </a:lnTo>
                    <a:lnTo>
                      <a:pt x="3164462" y="1356289"/>
                    </a:lnTo>
                    <a:lnTo>
                      <a:pt x="3165097" y="1355654"/>
                    </a:lnTo>
                    <a:lnTo>
                      <a:pt x="3165731" y="1354385"/>
                    </a:lnTo>
                    <a:lnTo>
                      <a:pt x="3167001" y="1351846"/>
                    </a:lnTo>
                    <a:lnTo>
                      <a:pt x="3168905" y="1350577"/>
                    </a:lnTo>
                    <a:lnTo>
                      <a:pt x="3170809" y="1348038"/>
                    </a:lnTo>
                    <a:lnTo>
                      <a:pt x="3170809" y="1347404"/>
                    </a:lnTo>
                    <a:lnTo>
                      <a:pt x="3170174" y="1347404"/>
                    </a:lnTo>
                    <a:lnTo>
                      <a:pt x="3169539" y="1347404"/>
                    </a:lnTo>
                    <a:lnTo>
                      <a:pt x="3168905" y="1347404"/>
                    </a:lnTo>
                    <a:lnTo>
                      <a:pt x="3168270" y="1346769"/>
                    </a:lnTo>
                    <a:lnTo>
                      <a:pt x="3168905" y="1346134"/>
                    </a:lnTo>
                    <a:lnTo>
                      <a:pt x="3168905" y="1345499"/>
                    </a:lnTo>
                    <a:lnTo>
                      <a:pt x="3168905" y="1344865"/>
                    </a:lnTo>
                    <a:lnTo>
                      <a:pt x="3168905" y="1343595"/>
                    </a:lnTo>
                    <a:lnTo>
                      <a:pt x="3170174" y="1344230"/>
                    </a:lnTo>
                    <a:lnTo>
                      <a:pt x="3170809" y="1344230"/>
                    </a:lnTo>
                    <a:lnTo>
                      <a:pt x="3171443" y="1344230"/>
                    </a:lnTo>
                    <a:lnTo>
                      <a:pt x="3170809" y="1343595"/>
                    </a:lnTo>
                    <a:lnTo>
                      <a:pt x="3170809" y="1342961"/>
                    </a:lnTo>
                    <a:lnTo>
                      <a:pt x="3171443" y="1342326"/>
                    </a:lnTo>
                    <a:lnTo>
                      <a:pt x="3172713" y="1341691"/>
                    </a:lnTo>
                    <a:lnTo>
                      <a:pt x="3173347" y="1341057"/>
                    </a:lnTo>
                    <a:lnTo>
                      <a:pt x="3172078" y="1339153"/>
                    </a:lnTo>
                    <a:lnTo>
                      <a:pt x="3173347" y="1337249"/>
                    </a:lnTo>
                    <a:lnTo>
                      <a:pt x="3173347" y="1336614"/>
                    </a:lnTo>
                    <a:lnTo>
                      <a:pt x="3173982" y="1335979"/>
                    </a:lnTo>
                    <a:lnTo>
                      <a:pt x="3174617" y="1335979"/>
                    </a:lnTo>
                    <a:lnTo>
                      <a:pt x="3175251" y="1335979"/>
                    </a:lnTo>
                    <a:lnTo>
                      <a:pt x="3175886" y="1335979"/>
                    </a:lnTo>
                    <a:lnTo>
                      <a:pt x="3176521" y="1335345"/>
                    </a:lnTo>
                    <a:lnTo>
                      <a:pt x="3177155" y="1334710"/>
                    </a:lnTo>
                    <a:lnTo>
                      <a:pt x="3177790" y="1333441"/>
                    </a:lnTo>
                    <a:lnTo>
                      <a:pt x="3178425" y="1332171"/>
                    </a:lnTo>
                    <a:lnTo>
                      <a:pt x="3178425" y="1330267"/>
                    </a:lnTo>
                    <a:lnTo>
                      <a:pt x="3177790" y="1326459"/>
                    </a:lnTo>
                    <a:lnTo>
                      <a:pt x="3177790" y="1325190"/>
                    </a:lnTo>
                    <a:lnTo>
                      <a:pt x="3178425" y="1325190"/>
                    </a:lnTo>
                    <a:lnTo>
                      <a:pt x="3179694" y="1325825"/>
                    </a:lnTo>
                    <a:lnTo>
                      <a:pt x="3180329" y="1325825"/>
                    </a:lnTo>
                    <a:lnTo>
                      <a:pt x="3180329" y="1323286"/>
                    </a:lnTo>
                    <a:lnTo>
                      <a:pt x="3177790" y="1321382"/>
                    </a:lnTo>
                    <a:lnTo>
                      <a:pt x="3176521" y="1320747"/>
                    </a:lnTo>
                    <a:lnTo>
                      <a:pt x="3175886" y="1322017"/>
                    </a:lnTo>
                    <a:lnTo>
                      <a:pt x="3175251" y="1321382"/>
                    </a:lnTo>
                    <a:lnTo>
                      <a:pt x="3174617" y="1320747"/>
                    </a:lnTo>
                    <a:lnTo>
                      <a:pt x="3175251" y="1318843"/>
                    </a:lnTo>
                    <a:lnTo>
                      <a:pt x="3173982" y="1316939"/>
                    </a:lnTo>
                    <a:lnTo>
                      <a:pt x="3170809" y="1313766"/>
                    </a:lnTo>
                    <a:lnTo>
                      <a:pt x="3172078" y="1313766"/>
                    </a:lnTo>
                    <a:lnTo>
                      <a:pt x="3173347" y="1314401"/>
                    </a:lnTo>
                    <a:lnTo>
                      <a:pt x="3174617" y="1315035"/>
                    </a:lnTo>
                    <a:lnTo>
                      <a:pt x="3175886" y="1315670"/>
                    </a:lnTo>
                    <a:lnTo>
                      <a:pt x="3176521" y="1316305"/>
                    </a:lnTo>
                    <a:lnTo>
                      <a:pt x="3177155" y="1317574"/>
                    </a:lnTo>
                    <a:lnTo>
                      <a:pt x="3177790" y="1317574"/>
                    </a:lnTo>
                    <a:lnTo>
                      <a:pt x="3178425" y="1316939"/>
                    </a:lnTo>
                    <a:lnTo>
                      <a:pt x="3178425" y="1315670"/>
                    </a:lnTo>
                    <a:lnTo>
                      <a:pt x="3177790" y="1314401"/>
                    </a:lnTo>
                    <a:lnTo>
                      <a:pt x="3177790" y="1313766"/>
                    </a:lnTo>
                    <a:lnTo>
                      <a:pt x="3178425" y="1313131"/>
                    </a:lnTo>
                    <a:lnTo>
                      <a:pt x="3179059" y="1313131"/>
                    </a:lnTo>
                    <a:lnTo>
                      <a:pt x="3179694" y="1313766"/>
                    </a:lnTo>
                    <a:lnTo>
                      <a:pt x="3180329" y="1314401"/>
                    </a:lnTo>
                    <a:lnTo>
                      <a:pt x="3185406" y="1316305"/>
                    </a:lnTo>
                    <a:lnTo>
                      <a:pt x="3186675" y="1316305"/>
                    </a:lnTo>
                    <a:lnTo>
                      <a:pt x="3187310" y="1315670"/>
                    </a:lnTo>
                    <a:lnTo>
                      <a:pt x="3187945" y="1312497"/>
                    </a:lnTo>
                    <a:lnTo>
                      <a:pt x="3188579" y="1311227"/>
                    </a:lnTo>
                    <a:lnTo>
                      <a:pt x="3189849" y="1310592"/>
                    </a:lnTo>
                    <a:lnTo>
                      <a:pt x="3190483" y="1309323"/>
                    </a:lnTo>
                    <a:lnTo>
                      <a:pt x="3189849" y="1307419"/>
                    </a:lnTo>
                    <a:lnTo>
                      <a:pt x="3189214" y="1305515"/>
                    </a:lnTo>
                    <a:lnTo>
                      <a:pt x="3188579" y="1304881"/>
                    </a:lnTo>
                    <a:lnTo>
                      <a:pt x="3188579" y="1304246"/>
                    </a:lnTo>
                    <a:lnTo>
                      <a:pt x="3187945" y="1302342"/>
                    </a:lnTo>
                    <a:lnTo>
                      <a:pt x="3187945" y="1302342"/>
                    </a:lnTo>
                    <a:lnTo>
                      <a:pt x="3187945" y="1306785"/>
                    </a:lnTo>
                    <a:lnTo>
                      <a:pt x="3187310" y="1306785"/>
                    </a:lnTo>
                    <a:lnTo>
                      <a:pt x="3186675" y="1307419"/>
                    </a:lnTo>
                    <a:lnTo>
                      <a:pt x="3186675" y="1308054"/>
                    </a:lnTo>
                    <a:lnTo>
                      <a:pt x="3185406" y="1308688"/>
                    </a:lnTo>
                    <a:lnTo>
                      <a:pt x="3183502" y="1310592"/>
                    </a:lnTo>
                    <a:lnTo>
                      <a:pt x="3182233" y="1310592"/>
                    </a:lnTo>
                    <a:lnTo>
                      <a:pt x="3182233" y="1306785"/>
                    </a:lnTo>
                    <a:lnTo>
                      <a:pt x="3180329" y="1306150"/>
                    </a:lnTo>
                    <a:lnTo>
                      <a:pt x="3177155" y="1306785"/>
                    </a:lnTo>
                    <a:lnTo>
                      <a:pt x="3174617" y="1306150"/>
                    </a:lnTo>
                    <a:lnTo>
                      <a:pt x="3177790" y="1305515"/>
                    </a:lnTo>
                    <a:lnTo>
                      <a:pt x="3177790" y="1304881"/>
                    </a:lnTo>
                    <a:lnTo>
                      <a:pt x="3177155" y="1304881"/>
                    </a:lnTo>
                    <a:lnTo>
                      <a:pt x="3176521" y="1304881"/>
                    </a:lnTo>
                    <a:lnTo>
                      <a:pt x="3175251" y="1304246"/>
                    </a:lnTo>
                    <a:lnTo>
                      <a:pt x="3175251" y="1302977"/>
                    </a:lnTo>
                    <a:lnTo>
                      <a:pt x="3175251" y="1302342"/>
                    </a:lnTo>
                    <a:lnTo>
                      <a:pt x="3176521" y="1302977"/>
                    </a:lnTo>
                    <a:lnTo>
                      <a:pt x="3177790" y="1302977"/>
                    </a:lnTo>
                    <a:lnTo>
                      <a:pt x="3182233" y="1302977"/>
                    </a:lnTo>
                    <a:lnTo>
                      <a:pt x="3184137" y="1303611"/>
                    </a:lnTo>
                    <a:lnTo>
                      <a:pt x="3184771" y="1303611"/>
                    </a:lnTo>
                    <a:lnTo>
                      <a:pt x="3184771" y="1302977"/>
                    </a:lnTo>
                    <a:lnTo>
                      <a:pt x="3184771" y="1301707"/>
                    </a:lnTo>
                    <a:lnTo>
                      <a:pt x="3184137" y="1301072"/>
                    </a:lnTo>
                    <a:lnTo>
                      <a:pt x="3184771" y="1300438"/>
                    </a:lnTo>
                    <a:lnTo>
                      <a:pt x="3185406" y="1300438"/>
                    </a:lnTo>
                    <a:lnTo>
                      <a:pt x="3186041" y="1300438"/>
                    </a:lnTo>
                    <a:lnTo>
                      <a:pt x="3186675" y="1300438"/>
                    </a:lnTo>
                    <a:lnTo>
                      <a:pt x="3187310" y="1301072"/>
                    </a:lnTo>
                    <a:lnTo>
                      <a:pt x="3187945" y="1302342"/>
                    </a:lnTo>
                    <a:lnTo>
                      <a:pt x="3189214" y="1302977"/>
                    </a:lnTo>
                    <a:lnTo>
                      <a:pt x="3189849" y="1301707"/>
                    </a:lnTo>
                    <a:lnTo>
                      <a:pt x="3188579" y="1300438"/>
                    </a:lnTo>
                    <a:lnTo>
                      <a:pt x="3185406" y="1297899"/>
                    </a:lnTo>
                    <a:lnTo>
                      <a:pt x="3182867" y="1294726"/>
                    </a:lnTo>
                    <a:lnTo>
                      <a:pt x="3182233" y="1293457"/>
                    </a:lnTo>
                    <a:lnTo>
                      <a:pt x="3180963" y="1289648"/>
                    </a:lnTo>
                    <a:lnTo>
                      <a:pt x="3179694" y="1287110"/>
                    </a:lnTo>
                    <a:lnTo>
                      <a:pt x="3178425" y="1286475"/>
                    </a:lnTo>
                    <a:lnTo>
                      <a:pt x="3177155" y="1286475"/>
                    </a:lnTo>
                    <a:lnTo>
                      <a:pt x="3175886" y="1285841"/>
                    </a:lnTo>
                    <a:lnTo>
                      <a:pt x="3174617" y="1285206"/>
                    </a:lnTo>
                    <a:lnTo>
                      <a:pt x="3172078" y="1286475"/>
                    </a:lnTo>
                    <a:lnTo>
                      <a:pt x="3170809" y="1285841"/>
                    </a:lnTo>
                    <a:lnTo>
                      <a:pt x="3172078" y="1284571"/>
                    </a:lnTo>
                    <a:lnTo>
                      <a:pt x="3172078" y="1283302"/>
                    </a:lnTo>
                    <a:lnTo>
                      <a:pt x="3171443" y="1282032"/>
                    </a:lnTo>
                    <a:lnTo>
                      <a:pt x="3158750" y="1269974"/>
                    </a:lnTo>
                    <a:lnTo>
                      <a:pt x="3156211" y="1268704"/>
                    </a:lnTo>
                    <a:lnTo>
                      <a:pt x="3155577" y="1272512"/>
                    </a:lnTo>
                    <a:lnTo>
                      <a:pt x="3154942" y="1271878"/>
                    </a:lnTo>
                    <a:lnTo>
                      <a:pt x="3154307" y="1269974"/>
                    </a:lnTo>
                    <a:lnTo>
                      <a:pt x="3154307" y="1268070"/>
                    </a:lnTo>
                    <a:lnTo>
                      <a:pt x="3154307" y="1266166"/>
                    </a:lnTo>
                    <a:lnTo>
                      <a:pt x="3153673" y="1264262"/>
                    </a:lnTo>
                    <a:lnTo>
                      <a:pt x="3151769" y="1261723"/>
                    </a:lnTo>
                    <a:lnTo>
                      <a:pt x="3151134" y="1260454"/>
                    </a:lnTo>
                    <a:lnTo>
                      <a:pt x="3149230" y="1257280"/>
                    </a:lnTo>
                    <a:lnTo>
                      <a:pt x="3148595" y="1255376"/>
                    </a:lnTo>
                    <a:lnTo>
                      <a:pt x="3149865" y="1255376"/>
                    </a:lnTo>
                    <a:lnTo>
                      <a:pt x="3152403" y="1256646"/>
                    </a:lnTo>
                    <a:lnTo>
                      <a:pt x="3153673" y="1256646"/>
                    </a:lnTo>
                    <a:lnTo>
                      <a:pt x="3154942" y="1256646"/>
                    </a:lnTo>
                    <a:lnTo>
                      <a:pt x="3153673" y="1254742"/>
                    </a:lnTo>
                    <a:lnTo>
                      <a:pt x="3151769" y="1253472"/>
                    </a:lnTo>
                    <a:lnTo>
                      <a:pt x="3147961" y="1252203"/>
                    </a:lnTo>
                    <a:lnTo>
                      <a:pt x="3147961" y="1251568"/>
                    </a:lnTo>
                    <a:lnTo>
                      <a:pt x="3148595" y="1251568"/>
                    </a:lnTo>
                    <a:lnTo>
                      <a:pt x="3149230" y="1251568"/>
                    </a:lnTo>
                    <a:lnTo>
                      <a:pt x="3151134" y="1252203"/>
                    </a:lnTo>
                    <a:lnTo>
                      <a:pt x="3150499" y="1250299"/>
                    </a:lnTo>
                    <a:lnTo>
                      <a:pt x="3149230" y="1248395"/>
                    </a:lnTo>
                    <a:lnTo>
                      <a:pt x="3147961" y="1247125"/>
                    </a:lnTo>
                    <a:lnTo>
                      <a:pt x="3147326" y="1246491"/>
                    </a:lnTo>
                    <a:lnTo>
                      <a:pt x="3146691" y="1245856"/>
                    </a:lnTo>
                    <a:lnTo>
                      <a:pt x="3146057" y="1245222"/>
                    </a:lnTo>
                    <a:lnTo>
                      <a:pt x="3146057" y="1244587"/>
                    </a:lnTo>
                    <a:lnTo>
                      <a:pt x="3146691" y="1245222"/>
                    </a:lnTo>
                    <a:lnTo>
                      <a:pt x="3147326" y="1245856"/>
                    </a:lnTo>
                    <a:lnTo>
                      <a:pt x="3147961" y="1246491"/>
                    </a:lnTo>
                    <a:lnTo>
                      <a:pt x="3148595" y="1246491"/>
                    </a:lnTo>
                    <a:lnTo>
                      <a:pt x="3149230" y="1246491"/>
                    </a:lnTo>
                    <a:lnTo>
                      <a:pt x="3151134" y="1247125"/>
                    </a:lnTo>
                    <a:lnTo>
                      <a:pt x="3153673" y="1249030"/>
                    </a:lnTo>
                    <a:lnTo>
                      <a:pt x="3156211" y="1251568"/>
                    </a:lnTo>
                    <a:lnTo>
                      <a:pt x="3158115" y="1253472"/>
                    </a:lnTo>
                    <a:lnTo>
                      <a:pt x="3155577" y="1251568"/>
                    </a:lnTo>
                    <a:lnTo>
                      <a:pt x="3154307" y="1250934"/>
                    </a:lnTo>
                    <a:lnTo>
                      <a:pt x="3153038" y="1250934"/>
                    </a:lnTo>
                    <a:lnTo>
                      <a:pt x="3153038" y="1251568"/>
                    </a:lnTo>
                    <a:lnTo>
                      <a:pt x="3156846" y="1253472"/>
                    </a:lnTo>
                    <a:lnTo>
                      <a:pt x="3158750" y="1254742"/>
                    </a:lnTo>
                    <a:lnTo>
                      <a:pt x="3160019" y="1256646"/>
                    </a:lnTo>
                    <a:lnTo>
                      <a:pt x="3161289" y="1258550"/>
                    </a:lnTo>
                    <a:lnTo>
                      <a:pt x="3163827" y="1264262"/>
                    </a:lnTo>
                    <a:lnTo>
                      <a:pt x="3165097" y="1265531"/>
                    </a:lnTo>
                    <a:lnTo>
                      <a:pt x="3166366" y="1266800"/>
                    </a:lnTo>
                    <a:lnTo>
                      <a:pt x="3167635" y="1268070"/>
                    </a:lnTo>
                    <a:lnTo>
                      <a:pt x="3170174" y="1268704"/>
                    </a:lnTo>
                    <a:lnTo>
                      <a:pt x="3171443" y="1269974"/>
                    </a:lnTo>
                    <a:lnTo>
                      <a:pt x="3173347" y="1273782"/>
                    </a:lnTo>
                    <a:lnTo>
                      <a:pt x="3173982" y="1275051"/>
                    </a:lnTo>
                    <a:lnTo>
                      <a:pt x="3174617" y="1275686"/>
                    </a:lnTo>
                    <a:lnTo>
                      <a:pt x="3175251" y="1276321"/>
                    </a:lnTo>
                    <a:lnTo>
                      <a:pt x="3175886" y="1277590"/>
                    </a:lnTo>
                    <a:lnTo>
                      <a:pt x="3176521" y="1278859"/>
                    </a:lnTo>
                    <a:lnTo>
                      <a:pt x="3177790" y="1280128"/>
                    </a:lnTo>
                    <a:lnTo>
                      <a:pt x="3178425" y="1281398"/>
                    </a:lnTo>
                    <a:lnTo>
                      <a:pt x="3184771" y="1285206"/>
                    </a:lnTo>
                    <a:lnTo>
                      <a:pt x="3186041" y="1287110"/>
                    </a:lnTo>
                    <a:lnTo>
                      <a:pt x="3187310" y="1289014"/>
                    </a:lnTo>
                    <a:lnTo>
                      <a:pt x="3188579" y="1290283"/>
                    </a:lnTo>
                    <a:lnTo>
                      <a:pt x="3189849" y="1290283"/>
                    </a:lnTo>
                    <a:lnTo>
                      <a:pt x="3190483" y="1289014"/>
                    </a:lnTo>
                    <a:lnTo>
                      <a:pt x="3189214" y="1287110"/>
                    </a:lnTo>
                    <a:lnTo>
                      <a:pt x="3184771" y="1283302"/>
                    </a:lnTo>
                    <a:lnTo>
                      <a:pt x="3183502" y="1282032"/>
                    </a:lnTo>
                    <a:lnTo>
                      <a:pt x="3182233" y="1280128"/>
                    </a:lnTo>
                    <a:lnTo>
                      <a:pt x="3181598" y="1277590"/>
                    </a:lnTo>
                    <a:lnTo>
                      <a:pt x="3180963" y="1276321"/>
                    </a:lnTo>
                    <a:lnTo>
                      <a:pt x="3179694" y="1275051"/>
                    </a:lnTo>
                    <a:lnTo>
                      <a:pt x="3179059" y="1273782"/>
                    </a:lnTo>
                    <a:lnTo>
                      <a:pt x="3178425" y="1272512"/>
                    </a:lnTo>
                    <a:lnTo>
                      <a:pt x="3178425" y="1271243"/>
                    </a:lnTo>
                    <a:lnTo>
                      <a:pt x="3178425" y="1269974"/>
                    </a:lnTo>
                    <a:lnTo>
                      <a:pt x="3178425" y="1268704"/>
                    </a:lnTo>
                    <a:lnTo>
                      <a:pt x="3176521" y="1267435"/>
                    </a:lnTo>
                    <a:lnTo>
                      <a:pt x="3173982" y="1264897"/>
                    </a:lnTo>
                    <a:lnTo>
                      <a:pt x="3171443" y="1261723"/>
                    </a:lnTo>
                    <a:lnTo>
                      <a:pt x="3168270" y="1256011"/>
                    </a:lnTo>
                    <a:lnTo>
                      <a:pt x="3165731" y="1254107"/>
                    </a:lnTo>
                    <a:lnTo>
                      <a:pt x="3161289" y="1251568"/>
                    </a:lnTo>
                    <a:lnTo>
                      <a:pt x="3160019" y="1249030"/>
                    </a:lnTo>
                    <a:lnTo>
                      <a:pt x="3154307" y="1245222"/>
                    </a:lnTo>
                    <a:lnTo>
                      <a:pt x="3153038" y="1242683"/>
                    </a:lnTo>
                    <a:lnTo>
                      <a:pt x="3151769" y="1242048"/>
                    </a:lnTo>
                    <a:lnTo>
                      <a:pt x="3150499" y="1240779"/>
                    </a:lnTo>
                    <a:lnTo>
                      <a:pt x="3151769" y="1240779"/>
                    </a:lnTo>
                    <a:lnTo>
                      <a:pt x="3152403" y="1240779"/>
                    </a:lnTo>
                    <a:lnTo>
                      <a:pt x="3152403" y="1240144"/>
                    </a:lnTo>
                    <a:lnTo>
                      <a:pt x="3152403" y="1238875"/>
                    </a:lnTo>
                    <a:lnTo>
                      <a:pt x="3151769" y="1237605"/>
                    </a:lnTo>
                    <a:lnTo>
                      <a:pt x="3151134" y="1236336"/>
                    </a:lnTo>
                    <a:lnTo>
                      <a:pt x="3150499" y="1235702"/>
                    </a:lnTo>
                    <a:lnTo>
                      <a:pt x="3143518" y="1240144"/>
                    </a:lnTo>
                    <a:lnTo>
                      <a:pt x="3141614" y="1240779"/>
                    </a:lnTo>
                    <a:lnTo>
                      <a:pt x="3139710" y="1240779"/>
                    </a:lnTo>
                    <a:lnTo>
                      <a:pt x="3135902" y="1239510"/>
                    </a:lnTo>
                    <a:lnTo>
                      <a:pt x="3133998" y="1239510"/>
                    </a:lnTo>
                    <a:lnTo>
                      <a:pt x="3130190" y="1240779"/>
                    </a:lnTo>
                    <a:lnTo>
                      <a:pt x="3130190" y="1240779"/>
                    </a:lnTo>
                    <a:lnTo>
                      <a:pt x="3130190" y="1240779"/>
                    </a:lnTo>
                    <a:lnTo>
                      <a:pt x="3128286" y="1242048"/>
                    </a:lnTo>
                    <a:lnTo>
                      <a:pt x="3123843" y="1243952"/>
                    </a:lnTo>
                    <a:lnTo>
                      <a:pt x="3123208" y="1243318"/>
                    </a:lnTo>
                    <a:lnTo>
                      <a:pt x="3121939" y="1239510"/>
                    </a:lnTo>
                    <a:lnTo>
                      <a:pt x="3121304" y="1238240"/>
                    </a:lnTo>
                    <a:lnTo>
                      <a:pt x="3120670" y="1237605"/>
                    </a:lnTo>
                    <a:lnTo>
                      <a:pt x="3120035" y="1236971"/>
                    </a:lnTo>
                    <a:lnTo>
                      <a:pt x="3116862" y="1238240"/>
                    </a:lnTo>
                    <a:close/>
                    <a:moveTo>
                      <a:pt x="2541217" y="1149387"/>
                    </a:moveTo>
                    <a:lnTo>
                      <a:pt x="2539947" y="1149387"/>
                    </a:lnTo>
                    <a:lnTo>
                      <a:pt x="2539312" y="1149387"/>
                    </a:lnTo>
                    <a:lnTo>
                      <a:pt x="2538678" y="1149387"/>
                    </a:lnTo>
                    <a:lnTo>
                      <a:pt x="2537409" y="1149387"/>
                    </a:lnTo>
                    <a:lnTo>
                      <a:pt x="2536774" y="1150021"/>
                    </a:lnTo>
                    <a:lnTo>
                      <a:pt x="2537409" y="1150656"/>
                    </a:lnTo>
                    <a:lnTo>
                      <a:pt x="2541217" y="1149387"/>
                    </a:lnTo>
                    <a:lnTo>
                      <a:pt x="2542486" y="1150021"/>
                    </a:lnTo>
                    <a:lnTo>
                      <a:pt x="2543755" y="1150021"/>
                    </a:lnTo>
                    <a:lnTo>
                      <a:pt x="2543755" y="1149387"/>
                    </a:lnTo>
                    <a:lnTo>
                      <a:pt x="2542486" y="1149387"/>
                    </a:lnTo>
                    <a:lnTo>
                      <a:pt x="2541217" y="1149387"/>
                    </a:lnTo>
                    <a:close/>
                    <a:moveTo>
                      <a:pt x="3219678" y="1466086"/>
                    </a:moveTo>
                    <a:lnTo>
                      <a:pt x="3217140" y="1468625"/>
                    </a:lnTo>
                    <a:lnTo>
                      <a:pt x="3215870" y="1469260"/>
                    </a:lnTo>
                    <a:lnTo>
                      <a:pt x="3215870" y="1466721"/>
                    </a:lnTo>
                    <a:lnTo>
                      <a:pt x="3214601" y="1466721"/>
                    </a:lnTo>
                    <a:lnTo>
                      <a:pt x="3212697" y="1467356"/>
                    </a:lnTo>
                    <a:lnTo>
                      <a:pt x="3210793" y="1468625"/>
                    </a:lnTo>
                    <a:lnTo>
                      <a:pt x="3210158" y="1469895"/>
                    </a:lnTo>
                    <a:lnTo>
                      <a:pt x="3211428" y="1471164"/>
                    </a:lnTo>
                    <a:lnTo>
                      <a:pt x="3215235" y="1471799"/>
                    </a:lnTo>
                    <a:lnTo>
                      <a:pt x="3216505" y="1472433"/>
                    </a:lnTo>
                    <a:lnTo>
                      <a:pt x="3213966" y="1474972"/>
                    </a:lnTo>
                    <a:lnTo>
                      <a:pt x="3213966" y="1476241"/>
                    </a:lnTo>
                    <a:lnTo>
                      <a:pt x="3215235" y="1477511"/>
                    </a:lnTo>
                    <a:lnTo>
                      <a:pt x="3217774" y="1477511"/>
                    </a:lnTo>
                    <a:lnTo>
                      <a:pt x="3219044" y="1478145"/>
                    </a:lnTo>
                    <a:lnTo>
                      <a:pt x="3219678" y="1474972"/>
                    </a:lnTo>
                    <a:lnTo>
                      <a:pt x="3220948" y="1471799"/>
                    </a:lnTo>
                    <a:lnTo>
                      <a:pt x="3222852" y="1469260"/>
                    </a:lnTo>
                    <a:lnTo>
                      <a:pt x="3224755" y="1467991"/>
                    </a:lnTo>
                    <a:lnTo>
                      <a:pt x="3224755" y="1465452"/>
                    </a:lnTo>
                    <a:lnTo>
                      <a:pt x="3223486" y="1465452"/>
                    </a:lnTo>
                    <a:lnTo>
                      <a:pt x="3219678" y="1466086"/>
                    </a:lnTo>
                    <a:close/>
                    <a:moveTo>
                      <a:pt x="3239353" y="1401350"/>
                    </a:moveTo>
                    <a:lnTo>
                      <a:pt x="3243796" y="1398177"/>
                    </a:lnTo>
                    <a:lnTo>
                      <a:pt x="3244430" y="1396908"/>
                    </a:lnTo>
                    <a:lnTo>
                      <a:pt x="3243796" y="1395638"/>
                    </a:lnTo>
                    <a:lnTo>
                      <a:pt x="3245065" y="1395004"/>
                    </a:lnTo>
                    <a:lnTo>
                      <a:pt x="3244430" y="1394369"/>
                    </a:lnTo>
                    <a:lnTo>
                      <a:pt x="3243796" y="1393734"/>
                    </a:lnTo>
                    <a:lnTo>
                      <a:pt x="3243161" y="1393099"/>
                    </a:lnTo>
                    <a:lnTo>
                      <a:pt x="3242526" y="1392465"/>
                    </a:lnTo>
                    <a:lnTo>
                      <a:pt x="3245065" y="1391830"/>
                    </a:lnTo>
                    <a:lnTo>
                      <a:pt x="3246334" y="1391830"/>
                    </a:lnTo>
                    <a:lnTo>
                      <a:pt x="3246969" y="1392465"/>
                    </a:lnTo>
                    <a:lnTo>
                      <a:pt x="3247604" y="1393099"/>
                    </a:lnTo>
                    <a:lnTo>
                      <a:pt x="3248238" y="1393734"/>
                    </a:lnTo>
                    <a:lnTo>
                      <a:pt x="3250142" y="1393734"/>
                    </a:lnTo>
                    <a:lnTo>
                      <a:pt x="3253316" y="1391830"/>
                    </a:lnTo>
                    <a:lnTo>
                      <a:pt x="3255220" y="1391830"/>
                    </a:lnTo>
                    <a:lnTo>
                      <a:pt x="3255854" y="1392465"/>
                    </a:lnTo>
                    <a:lnTo>
                      <a:pt x="3256489" y="1393099"/>
                    </a:lnTo>
                    <a:lnTo>
                      <a:pt x="3257124" y="1393099"/>
                    </a:lnTo>
                    <a:lnTo>
                      <a:pt x="3259028" y="1393099"/>
                    </a:lnTo>
                    <a:lnTo>
                      <a:pt x="3260297" y="1392465"/>
                    </a:lnTo>
                    <a:lnTo>
                      <a:pt x="3260932" y="1391830"/>
                    </a:lnTo>
                    <a:lnTo>
                      <a:pt x="3261566" y="1391196"/>
                    </a:lnTo>
                    <a:lnTo>
                      <a:pt x="3262201" y="1389292"/>
                    </a:lnTo>
                    <a:lnTo>
                      <a:pt x="3262201" y="1387388"/>
                    </a:lnTo>
                    <a:lnTo>
                      <a:pt x="3261566" y="1385484"/>
                    </a:lnTo>
                    <a:lnTo>
                      <a:pt x="3260297" y="1383579"/>
                    </a:lnTo>
                    <a:lnTo>
                      <a:pt x="3263471" y="1382310"/>
                    </a:lnTo>
                    <a:lnTo>
                      <a:pt x="3262836" y="1381041"/>
                    </a:lnTo>
                    <a:lnTo>
                      <a:pt x="3261566" y="1377868"/>
                    </a:lnTo>
                    <a:lnTo>
                      <a:pt x="3260932" y="1376598"/>
                    </a:lnTo>
                    <a:lnTo>
                      <a:pt x="3259662" y="1375964"/>
                    </a:lnTo>
                    <a:lnTo>
                      <a:pt x="3256489" y="1375329"/>
                    </a:lnTo>
                    <a:lnTo>
                      <a:pt x="3256489" y="1374694"/>
                    </a:lnTo>
                    <a:lnTo>
                      <a:pt x="3257124" y="1374694"/>
                    </a:lnTo>
                    <a:lnTo>
                      <a:pt x="3258393" y="1374694"/>
                    </a:lnTo>
                    <a:lnTo>
                      <a:pt x="3259662" y="1374694"/>
                    </a:lnTo>
                    <a:lnTo>
                      <a:pt x="3260297" y="1375329"/>
                    </a:lnTo>
                    <a:lnTo>
                      <a:pt x="3260932" y="1374059"/>
                    </a:lnTo>
                    <a:lnTo>
                      <a:pt x="3259662" y="1372790"/>
                    </a:lnTo>
                    <a:lnTo>
                      <a:pt x="3257758" y="1372155"/>
                    </a:lnTo>
                    <a:lnTo>
                      <a:pt x="3255854" y="1372155"/>
                    </a:lnTo>
                    <a:lnTo>
                      <a:pt x="3253951" y="1372155"/>
                    </a:lnTo>
                    <a:lnTo>
                      <a:pt x="3252681" y="1372155"/>
                    </a:lnTo>
                    <a:lnTo>
                      <a:pt x="3252046" y="1372155"/>
                    </a:lnTo>
                    <a:lnTo>
                      <a:pt x="3252046" y="1372790"/>
                    </a:lnTo>
                    <a:lnTo>
                      <a:pt x="3252046" y="1373425"/>
                    </a:lnTo>
                    <a:lnTo>
                      <a:pt x="3251412" y="1373425"/>
                    </a:lnTo>
                    <a:lnTo>
                      <a:pt x="3250777" y="1372155"/>
                    </a:lnTo>
                    <a:lnTo>
                      <a:pt x="3250777" y="1370886"/>
                    </a:lnTo>
                    <a:lnTo>
                      <a:pt x="3251412" y="1368982"/>
                    </a:lnTo>
                    <a:lnTo>
                      <a:pt x="3251412" y="1368348"/>
                    </a:lnTo>
                    <a:lnTo>
                      <a:pt x="3250142" y="1365174"/>
                    </a:lnTo>
                    <a:lnTo>
                      <a:pt x="3249508" y="1363270"/>
                    </a:lnTo>
                    <a:lnTo>
                      <a:pt x="3248238" y="1362635"/>
                    </a:lnTo>
                    <a:lnTo>
                      <a:pt x="3247604" y="1362635"/>
                    </a:lnTo>
                    <a:lnTo>
                      <a:pt x="3246969" y="1363905"/>
                    </a:lnTo>
                    <a:lnTo>
                      <a:pt x="3246334" y="1364539"/>
                    </a:lnTo>
                    <a:lnTo>
                      <a:pt x="3245065" y="1363905"/>
                    </a:lnTo>
                    <a:lnTo>
                      <a:pt x="3243796" y="1362635"/>
                    </a:lnTo>
                    <a:lnTo>
                      <a:pt x="3243161" y="1361366"/>
                    </a:lnTo>
                    <a:lnTo>
                      <a:pt x="3242526" y="1360097"/>
                    </a:lnTo>
                    <a:lnTo>
                      <a:pt x="3242526" y="1358828"/>
                    </a:lnTo>
                    <a:lnTo>
                      <a:pt x="3241892" y="1357558"/>
                    </a:lnTo>
                    <a:lnTo>
                      <a:pt x="3239353" y="1355019"/>
                    </a:lnTo>
                    <a:lnTo>
                      <a:pt x="3239353" y="1354385"/>
                    </a:lnTo>
                    <a:lnTo>
                      <a:pt x="3239988" y="1354385"/>
                    </a:lnTo>
                    <a:lnTo>
                      <a:pt x="3243796" y="1356289"/>
                    </a:lnTo>
                    <a:lnTo>
                      <a:pt x="3245065" y="1356289"/>
                    </a:lnTo>
                    <a:lnTo>
                      <a:pt x="3245065" y="1355019"/>
                    </a:lnTo>
                    <a:lnTo>
                      <a:pt x="3246334" y="1355654"/>
                    </a:lnTo>
                    <a:lnTo>
                      <a:pt x="3247604" y="1356924"/>
                    </a:lnTo>
                    <a:lnTo>
                      <a:pt x="3248873" y="1358193"/>
                    </a:lnTo>
                    <a:lnTo>
                      <a:pt x="3250777" y="1361366"/>
                    </a:lnTo>
                    <a:lnTo>
                      <a:pt x="3252046" y="1362635"/>
                    </a:lnTo>
                    <a:lnTo>
                      <a:pt x="3258393" y="1367713"/>
                    </a:lnTo>
                    <a:lnTo>
                      <a:pt x="3260297" y="1368982"/>
                    </a:lnTo>
                    <a:lnTo>
                      <a:pt x="3261566" y="1368982"/>
                    </a:lnTo>
                    <a:lnTo>
                      <a:pt x="3262201" y="1368982"/>
                    </a:lnTo>
                    <a:lnTo>
                      <a:pt x="3264105" y="1370886"/>
                    </a:lnTo>
                    <a:lnTo>
                      <a:pt x="3265374" y="1371521"/>
                    </a:lnTo>
                    <a:lnTo>
                      <a:pt x="3266009" y="1371521"/>
                    </a:lnTo>
                    <a:lnTo>
                      <a:pt x="3267278" y="1370886"/>
                    </a:lnTo>
                    <a:lnTo>
                      <a:pt x="3267913" y="1370252"/>
                    </a:lnTo>
                    <a:lnTo>
                      <a:pt x="3268548" y="1368348"/>
                    </a:lnTo>
                    <a:lnTo>
                      <a:pt x="3268548" y="1366444"/>
                    </a:lnTo>
                    <a:lnTo>
                      <a:pt x="3267278" y="1362635"/>
                    </a:lnTo>
                    <a:lnTo>
                      <a:pt x="3267278" y="1362001"/>
                    </a:lnTo>
                    <a:lnTo>
                      <a:pt x="3266644" y="1361366"/>
                    </a:lnTo>
                    <a:lnTo>
                      <a:pt x="3266009" y="1361366"/>
                    </a:lnTo>
                    <a:lnTo>
                      <a:pt x="3265374" y="1360731"/>
                    </a:lnTo>
                    <a:lnTo>
                      <a:pt x="3265374" y="1360097"/>
                    </a:lnTo>
                    <a:lnTo>
                      <a:pt x="3265374" y="1359462"/>
                    </a:lnTo>
                    <a:lnTo>
                      <a:pt x="3264105" y="1355654"/>
                    </a:lnTo>
                    <a:lnTo>
                      <a:pt x="3263471" y="1354385"/>
                    </a:lnTo>
                    <a:lnTo>
                      <a:pt x="3260932" y="1351846"/>
                    </a:lnTo>
                    <a:lnTo>
                      <a:pt x="3259662" y="1349942"/>
                    </a:lnTo>
                    <a:lnTo>
                      <a:pt x="3259662" y="1348673"/>
                    </a:lnTo>
                    <a:lnTo>
                      <a:pt x="3260932" y="1348038"/>
                    </a:lnTo>
                    <a:lnTo>
                      <a:pt x="3261566" y="1346769"/>
                    </a:lnTo>
                    <a:lnTo>
                      <a:pt x="3261566" y="1344865"/>
                    </a:lnTo>
                    <a:lnTo>
                      <a:pt x="3260932" y="1342961"/>
                    </a:lnTo>
                    <a:lnTo>
                      <a:pt x="3258393" y="1339153"/>
                    </a:lnTo>
                    <a:lnTo>
                      <a:pt x="3257124" y="1337249"/>
                    </a:lnTo>
                    <a:lnTo>
                      <a:pt x="3256489" y="1336614"/>
                    </a:lnTo>
                    <a:lnTo>
                      <a:pt x="3255220" y="1336614"/>
                    </a:lnTo>
                    <a:lnTo>
                      <a:pt x="3253316" y="1335979"/>
                    </a:lnTo>
                    <a:lnTo>
                      <a:pt x="3252046" y="1334710"/>
                    </a:lnTo>
                    <a:lnTo>
                      <a:pt x="3250777" y="1333441"/>
                    </a:lnTo>
                    <a:lnTo>
                      <a:pt x="3246969" y="1332806"/>
                    </a:lnTo>
                    <a:lnTo>
                      <a:pt x="3239988" y="1335345"/>
                    </a:lnTo>
                    <a:lnTo>
                      <a:pt x="3236180" y="1334710"/>
                    </a:lnTo>
                    <a:lnTo>
                      <a:pt x="3237449" y="1336614"/>
                    </a:lnTo>
                    <a:lnTo>
                      <a:pt x="3239353" y="1338518"/>
                    </a:lnTo>
                    <a:lnTo>
                      <a:pt x="3242526" y="1341057"/>
                    </a:lnTo>
                    <a:lnTo>
                      <a:pt x="3241257" y="1342326"/>
                    </a:lnTo>
                    <a:lnTo>
                      <a:pt x="3239988" y="1341691"/>
                    </a:lnTo>
                    <a:lnTo>
                      <a:pt x="3238718" y="1339787"/>
                    </a:lnTo>
                    <a:lnTo>
                      <a:pt x="3237449" y="1337884"/>
                    </a:lnTo>
                    <a:lnTo>
                      <a:pt x="3235545" y="1335979"/>
                    </a:lnTo>
                    <a:lnTo>
                      <a:pt x="3234276" y="1335345"/>
                    </a:lnTo>
                    <a:lnTo>
                      <a:pt x="3231102" y="1335979"/>
                    </a:lnTo>
                    <a:lnTo>
                      <a:pt x="3229198" y="1335979"/>
                    </a:lnTo>
                    <a:lnTo>
                      <a:pt x="3225390" y="1334710"/>
                    </a:lnTo>
                    <a:lnTo>
                      <a:pt x="3223486" y="1334710"/>
                    </a:lnTo>
                    <a:lnTo>
                      <a:pt x="3220313" y="1334710"/>
                    </a:lnTo>
                    <a:lnTo>
                      <a:pt x="3217774" y="1334075"/>
                    </a:lnTo>
                    <a:lnTo>
                      <a:pt x="3212697" y="1334710"/>
                    </a:lnTo>
                    <a:lnTo>
                      <a:pt x="3206985" y="1334710"/>
                    </a:lnTo>
                    <a:lnTo>
                      <a:pt x="3200003" y="1335345"/>
                    </a:lnTo>
                    <a:lnTo>
                      <a:pt x="3199369" y="1335345"/>
                    </a:lnTo>
                    <a:lnTo>
                      <a:pt x="3198734" y="1335979"/>
                    </a:lnTo>
                    <a:lnTo>
                      <a:pt x="3198734" y="1336614"/>
                    </a:lnTo>
                    <a:lnTo>
                      <a:pt x="3198099" y="1337249"/>
                    </a:lnTo>
                    <a:lnTo>
                      <a:pt x="3197465" y="1337884"/>
                    </a:lnTo>
                    <a:lnTo>
                      <a:pt x="3196830" y="1338518"/>
                    </a:lnTo>
                    <a:lnTo>
                      <a:pt x="3194926" y="1339153"/>
                    </a:lnTo>
                    <a:lnTo>
                      <a:pt x="3194291" y="1339787"/>
                    </a:lnTo>
                    <a:lnTo>
                      <a:pt x="3194291" y="1341057"/>
                    </a:lnTo>
                    <a:lnTo>
                      <a:pt x="3194926" y="1342961"/>
                    </a:lnTo>
                    <a:lnTo>
                      <a:pt x="3194926" y="1343595"/>
                    </a:lnTo>
                    <a:lnTo>
                      <a:pt x="3194926" y="1344230"/>
                    </a:lnTo>
                    <a:lnTo>
                      <a:pt x="3194926" y="1344865"/>
                    </a:lnTo>
                    <a:lnTo>
                      <a:pt x="3203811" y="1348673"/>
                    </a:lnTo>
                    <a:lnTo>
                      <a:pt x="3207620" y="1351211"/>
                    </a:lnTo>
                    <a:lnTo>
                      <a:pt x="3212697" y="1351846"/>
                    </a:lnTo>
                    <a:lnTo>
                      <a:pt x="3213966" y="1352481"/>
                    </a:lnTo>
                    <a:lnTo>
                      <a:pt x="3213332" y="1354385"/>
                    </a:lnTo>
                    <a:lnTo>
                      <a:pt x="3211428" y="1355019"/>
                    </a:lnTo>
                    <a:lnTo>
                      <a:pt x="3206985" y="1354385"/>
                    </a:lnTo>
                    <a:lnTo>
                      <a:pt x="3206350" y="1354385"/>
                    </a:lnTo>
                    <a:lnTo>
                      <a:pt x="3205715" y="1355019"/>
                    </a:lnTo>
                    <a:lnTo>
                      <a:pt x="3205715" y="1355654"/>
                    </a:lnTo>
                    <a:lnTo>
                      <a:pt x="3206985" y="1356924"/>
                    </a:lnTo>
                    <a:lnTo>
                      <a:pt x="3208254" y="1357558"/>
                    </a:lnTo>
                    <a:lnTo>
                      <a:pt x="3208889" y="1357558"/>
                    </a:lnTo>
                    <a:lnTo>
                      <a:pt x="3209523" y="1356924"/>
                    </a:lnTo>
                    <a:lnTo>
                      <a:pt x="3210158" y="1356289"/>
                    </a:lnTo>
                    <a:lnTo>
                      <a:pt x="3210158" y="1357558"/>
                    </a:lnTo>
                    <a:lnTo>
                      <a:pt x="3210793" y="1358193"/>
                    </a:lnTo>
                    <a:lnTo>
                      <a:pt x="3211428" y="1358193"/>
                    </a:lnTo>
                    <a:lnTo>
                      <a:pt x="3212062" y="1358193"/>
                    </a:lnTo>
                    <a:lnTo>
                      <a:pt x="3212062" y="1359462"/>
                    </a:lnTo>
                    <a:lnTo>
                      <a:pt x="3212062" y="1360097"/>
                    </a:lnTo>
                    <a:lnTo>
                      <a:pt x="3212697" y="1360731"/>
                    </a:lnTo>
                    <a:lnTo>
                      <a:pt x="3213332" y="1360731"/>
                    </a:lnTo>
                    <a:lnTo>
                      <a:pt x="3213966" y="1360731"/>
                    </a:lnTo>
                    <a:lnTo>
                      <a:pt x="3214601" y="1360097"/>
                    </a:lnTo>
                    <a:lnTo>
                      <a:pt x="3214601" y="1360731"/>
                    </a:lnTo>
                    <a:lnTo>
                      <a:pt x="3213966" y="1361366"/>
                    </a:lnTo>
                    <a:lnTo>
                      <a:pt x="3214601" y="1361366"/>
                    </a:lnTo>
                    <a:lnTo>
                      <a:pt x="3215235" y="1360731"/>
                    </a:lnTo>
                    <a:lnTo>
                      <a:pt x="3215870" y="1360097"/>
                    </a:lnTo>
                    <a:lnTo>
                      <a:pt x="3215870" y="1359462"/>
                    </a:lnTo>
                    <a:lnTo>
                      <a:pt x="3215870" y="1358828"/>
                    </a:lnTo>
                    <a:lnTo>
                      <a:pt x="3216505" y="1358193"/>
                    </a:lnTo>
                    <a:lnTo>
                      <a:pt x="3216505" y="1357558"/>
                    </a:lnTo>
                    <a:lnTo>
                      <a:pt x="3216505" y="1356924"/>
                    </a:lnTo>
                    <a:lnTo>
                      <a:pt x="3215870" y="1355654"/>
                    </a:lnTo>
                    <a:lnTo>
                      <a:pt x="3215870" y="1355019"/>
                    </a:lnTo>
                    <a:lnTo>
                      <a:pt x="3216505" y="1354385"/>
                    </a:lnTo>
                    <a:lnTo>
                      <a:pt x="3217140" y="1355654"/>
                    </a:lnTo>
                    <a:lnTo>
                      <a:pt x="3217774" y="1358193"/>
                    </a:lnTo>
                    <a:lnTo>
                      <a:pt x="3219044" y="1360097"/>
                    </a:lnTo>
                    <a:lnTo>
                      <a:pt x="3217774" y="1359462"/>
                    </a:lnTo>
                    <a:lnTo>
                      <a:pt x="3217140" y="1359462"/>
                    </a:lnTo>
                    <a:lnTo>
                      <a:pt x="3217140" y="1360097"/>
                    </a:lnTo>
                    <a:lnTo>
                      <a:pt x="3217774" y="1361366"/>
                    </a:lnTo>
                    <a:lnTo>
                      <a:pt x="3218409" y="1362001"/>
                    </a:lnTo>
                    <a:lnTo>
                      <a:pt x="3219044" y="1362635"/>
                    </a:lnTo>
                    <a:lnTo>
                      <a:pt x="3219044" y="1363270"/>
                    </a:lnTo>
                    <a:lnTo>
                      <a:pt x="3218409" y="1363905"/>
                    </a:lnTo>
                    <a:lnTo>
                      <a:pt x="3219678" y="1366444"/>
                    </a:lnTo>
                    <a:lnTo>
                      <a:pt x="3219678" y="1368348"/>
                    </a:lnTo>
                    <a:lnTo>
                      <a:pt x="3219678" y="1370252"/>
                    </a:lnTo>
                    <a:lnTo>
                      <a:pt x="3220313" y="1372155"/>
                    </a:lnTo>
                    <a:lnTo>
                      <a:pt x="3220948" y="1373425"/>
                    </a:lnTo>
                    <a:lnTo>
                      <a:pt x="3221582" y="1374059"/>
                    </a:lnTo>
                    <a:lnTo>
                      <a:pt x="3222217" y="1374059"/>
                    </a:lnTo>
                    <a:lnTo>
                      <a:pt x="3222852" y="1374694"/>
                    </a:lnTo>
                    <a:lnTo>
                      <a:pt x="3223486" y="1375964"/>
                    </a:lnTo>
                    <a:lnTo>
                      <a:pt x="3224121" y="1377233"/>
                    </a:lnTo>
                    <a:lnTo>
                      <a:pt x="3224755" y="1377868"/>
                    </a:lnTo>
                    <a:lnTo>
                      <a:pt x="3226025" y="1377233"/>
                    </a:lnTo>
                    <a:lnTo>
                      <a:pt x="3226025" y="1378502"/>
                    </a:lnTo>
                    <a:lnTo>
                      <a:pt x="3224755" y="1379772"/>
                    </a:lnTo>
                    <a:lnTo>
                      <a:pt x="3224755" y="1381041"/>
                    </a:lnTo>
                    <a:lnTo>
                      <a:pt x="3227294" y="1381675"/>
                    </a:lnTo>
                    <a:lnTo>
                      <a:pt x="3229833" y="1391196"/>
                    </a:lnTo>
                    <a:lnTo>
                      <a:pt x="3232372" y="1392465"/>
                    </a:lnTo>
                    <a:lnTo>
                      <a:pt x="3239353" y="1401350"/>
                    </a:lnTo>
                    <a:close/>
                    <a:moveTo>
                      <a:pt x="3226025" y="1440065"/>
                    </a:moveTo>
                    <a:lnTo>
                      <a:pt x="3226025" y="1439431"/>
                    </a:lnTo>
                    <a:lnTo>
                      <a:pt x="3226660" y="1437526"/>
                    </a:lnTo>
                    <a:lnTo>
                      <a:pt x="3226660" y="1436892"/>
                    </a:lnTo>
                    <a:lnTo>
                      <a:pt x="3226025" y="1436257"/>
                    </a:lnTo>
                    <a:lnTo>
                      <a:pt x="3225390" y="1435622"/>
                    </a:lnTo>
                    <a:lnTo>
                      <a:pt x="3223486" y="1433084"/>
                    </a:lnTo>
                    <a:lnTo>
                      <a:pt x="3223486" y="1431815"/>
                    </a:lnTo>
                    <a:lnTo>
                      <a:pt x="3226025" y="1429911"/>
                    </a:lnTo>
                    <a:lnTo>
                      <a:pt x="3226025" y="1428641"/>
                    </a:lnTo>
                    <a:lnTo>
                      <a:pt x="3223486" y="1424198"/>
                    </a:lnTo>
                    <a:lnTo>
                      <a:pt x="3222217" y="1424198"/>
                    </a:lnTo>
                    <a:lnTo>
                      <a:pt x="3220313" y="1425468"/>
                    </a:lnTo>
                    <a:lnTo>
                      <a:pt x="3219044" y="1425468"/>
                    </a:lnTo>
                    <a:lnTo>
                      <a:pt x="3218409" y="1424833"/>
                    </a:lnTo>
                    <a:lnTo>
                      <a:pt x="3218409" y="1423564"/>
                    </a:lnTo>
                    <a:lnTo>
                      <a:pt x="3217774" y="1421025"/>
                    </a:lnTo>
                    <a:lnTo>
                      <a:pt x="3217140" y="1419121"/>
                    </a:lnTo>
                    <a:lnTo>
                      <a:pt x="3216505" y="1417852"/>
                    </a:lnTo>
                    <a:lnTo>
                      <a:pt x="3216505" y="1417217"/>
                    </a:lnTo>
                    <a:lnTo>
                      <a:pt x="3217140" y="1417217"/>
                    </a:lnTo>
                    <a:lnTo>
                      <a:pt x="3219044" y="1419121"/>
                    </a:lnTo>
                    <a:lnTo>
                      <a:pt x="3221582" y="1421660"/>
                    </a:lnTo>
                    <a:lnTo>
                      <a:pt x="3224121" y="1423564"/>
                    </a:lnTo>
                    <a:lnTo>
                      <a:pt x="3224755" y="1421660"/>
                    </a:lnTo>
                    <a:lnTo>
                      <a:pt x="3224121" y="1420391"/>
                    </a:lnTo>
                    <a:lnTo>
                      <a:pt x="3224121" y="1417217"/>
                    </a:lnTo>
                    <a:lnTo>
                      <a:pt x="3223486" y="1415948"/>
                    </a:lnTo>
                    <a:lnTo>
                      <a:pt x="3222217" y="1415313"/>
                    </a:lnTo>
                    <a:lnTo>
                      <a:pt x="3219678" y="1414678"/>
                    </a:lnTo>
                    <a:lnTo>
                      <a:pt x="3219678" y="1412774"/>
                    </a:lnTo>
                    <a:lnTo>
                      <a:pt x="3220313" y="1412140"/>
                    </a:lnTo>
                    <a:lnTo>
                      <a:pt x="3220948" y="1412140"/>
                    </a:lnTo>
                    <a:lnTo>
                      <a:pt x="3221582" y="1412140"/>
                    </a:lnTo>
                    <a:lnTo>
                      <a:pt x="3221582" y="1410236"/>
                    </a:lnTo>
                    <a:lnTo>
                      <a:pt x="3220948" y="1409601"/>
                    </a:lnTo>
                    <a:lnTo>
                      <a:pt x="3219678" y="1408966"/>
                    </a:lnTo>
                    <a:lnTo>
                      <a:pt x="3218409" y="1408332"/>
                    </a:lnTo>
                    <a:lnTo>
                      <a:pt x="3219678" y="1407697"/>
                    </a:lnTo>
                    <a:lnTo>
                      <a:pt x="3222217" y="1407697"/>
                    </a:lnTo>
                    <a:lnTo>
                      <a:pt x="3222852" y="1406428"/>
                    </a:lnTo>
                    <a:lnTo>
                      <a:pt x="3221582" y="1405793"/>
                    </a:lnTo>
                    <a:lnTo>
                      <a:pt x="3220948" y="1405158"/>
                    </a:lnTo>
                    <a:lnTo>
                      <a:pt x="3220313" y="1403889"/>
                    </a:lnTo>
                    <a:lnTo>
                      <a:pt x="3219678" y="1402619"/>
                    </a:lnTo>
                    <a:lnTo>
                      <a:pt x="3219044" y="1401985"/>
                    </a:lnTo>
                    <a:lnTo>
                      <a:pt x="3217774" y="1401985"/>
                    </a:lnTo>
                    <a:lnTo>
                      <a:pt x="3217140" y="1401985"/>
                    </a:lnTo>
                    <a:lnTo>
                      <a:pt x="3215870" y="1401350"/>
                    </a:lnTo>
                    <a:lnTo>
                      <a:pt x="3215235" y="1400716"/>
                    </a:lnTo>
                    <a:lnTo>
                      <a:pt x="3215235" y="1400081"/>
                    </a:lnTo>
                    <a:lnTo>
                      <a:pt x="3215870" y="1399446"/>
                    </a:lnTo>
                    <a:lnTo>
                      <a:pt x="3217140" y="1398812"/>
                    </a:lnTo>
                    <a:lnTo>
                      <a:pt x="3217774" y="1398177"/>
                    </a:lnTo>
                    <a:lnTo>
                      <a:pt x="3217774" y="1397542"/>
                    </a:lnTo>
                    <a:lnTo>
                      <a:pt x="3217774" y="1394369"/>
                    </a:lnTo>
                    <a:lnTo>
                      <a:pt x="3217774" y="1394369"/>
                    </a:lnTo>
                    <a:lnTo>
                      <a:pt x="3216505" y="1392465"/>
                    </a:lnTo>
                    <a:lnTo>
                      <a:pt x="3213332" y="1391830"/>
                    </a:lnTo>
                    <a:lnTo>
                      <a:pt x="3212062" y="1390561"/>
                    </a:lnTo>
                    <a:lnTo>
                      <a:pt x="3212697" y="1389926"/>
                    </a:lnTo>
                    <a:lnTo>
                      <a:pt x="3217774" y="1389926"/>
                    </a:lnTo>
                    <a:lnTo>
                      <a:pt x="3219678" y="1390561"/>
                    </a:lnTo>
                    <a:lnTo>
                      <a:pt x="3220313" y="1391196"/>
                    </a:lnTo>
                    <a:lnTo>
                      <a:pt x="3221582" y="1393734"/>
                    </a:lnTo>
                    <a:lnTo>
                      <a:pt x="3222217" y="1394369"/>
                    </a:lnTo>
                    <a:lnTo>
                      <a:pt x="3222852" y="1393734"/>
                    </a:lnTo>
                    <a:lnTo>
                      <a:pt x="3223486" y="1393099"/>
                    </a:lnTo>
                    <a:lnTo>
                      <a:pt x="3224121" y="1392465"/>
                    </a:lnTo>
                    <a:lnTo>
                      <a:pt x="3224755" y="1389292"/>
                    </a:lnTo>
                    <a:lnTo>
                      <a:pt x="3224755" y="1388022"/>
                    </a:lnTo>
                    <a:lnTo>
                      <a:pt x="3222217" y="1385484"/>
                    </a:lnTo>
                    <a:lnTo>
                      <a:pt x="3222217" y="1384849"/>
                    </a:lnTo>
                    <a:lnTo>
                      <a:pt x="3222217" y="1383579"/>
                    </a:lnTo>
                    <a:lnTo>
                      <a:pt x="3221582" y="1382310"/>
                    </a:lnTo>
                    <a:lnTo>
                      <a:pt x="3219678" y="1382310"/>
                    </a:lnTo>
                    <a:lnTo>
                      <a:pt x="3219044" y="1381675"/>
                    </a:lnTo>
                    <a:lnTo>
                      <a:pt x="3218409" y="1381041"/>
                    </a:lnTo>
                    <a:lnTo>
                      <a:pt x="3218409" y="1379772"/>
                    </a:lnTo>
                    <a:lnTo>
                      <a:pt x="3219044" y="1371521"/>
                    </a:lnTo>
                    <a:lnTo>
                      <a:pt x="3217774" y="1370886"/>
                    </a:lnTo>
                    <a:lnTo>
                      <a:pt x="3216505" y="1370886"/>
                    </a:lnTo>
                    <a:lnTo>
                      <a:pt x="3215235" y="1370886"/>
                    </a:lnTo>
                    <a:lnTo>
                      <a:pt x="3213966" y="1372155"/>
                    </a:lnTo>
                    <a:lnTo>
                      <a:pt x="3213332" y="1372155"/>
                    </a:lnTo>
                    <a:lnTo>
                      <a:pt x="3211428" y="1370886"/>
                    </a:lnTo>
                    <a:lnTo>
                      <a:pt x="3209523" y="1370252"/>
                    </a:lnTo>
                    <a:lnTo>
                      <a:pt x="3209523" y="1371521"/>
                    </a:lnTo>
                    <a:lnTo>
                      <a:pt x="3210793" y="1373425"/>
                    </a:lnTo>
                    <a:lnTo>
                      <a:pt x="3212062" y="1375964"/>
                    </a:lnTo>
                    <a:lnTo>
                      <a:pt x="3212062" y="1377233"/>
                    </a:lnTo>
                    <a:lnTo>
                      <a:pt x="3212062" y="1379137"/>
                    </a:lnTo>
                    <a:lnTo>
                      <a:pt x="3212062" y="1381041"/>
                    </a:lnTo>
                    <a:lnTo>
                      <a:pt x="3212062" y="1381675"/>
                    </a:lnTo>
                    <a:lnTo>
                      <a:pt x="3211428" y="1381675"/>
                    </a:lnTo>
                    <a:lnTo>
                      <a:pt x="3210793" y="1382310"/>
                    </a:lnTo>
                    <a:lnTo>
                      <a:pt x="3210158" y="1382310"/>
                    </a:lnTo>
                    <a:lnTo>
                      <a:pt x="3209523" y="1382945"/>
                    </a:lnTo>
                    <a:lnTo>
                      <a:pt x="3209523" y="1383579"/>
                    </a:lnTo>
                    <a:lnTo>
                      <a:pt x="3210158" y="1384214"/>
                    </a:lnTo>
                    <a:lnTo>
                      <a:pt x="3210158" y="1384849"/>
                    </a:lnTo>
                    <a:lnTo>
                      <a:pt x="3209523" y="1387388"/>
                    </a:lnTo>
                    <a:lnTo>
                      <a:pt x="3208889" y="1389292"/>
                    </a:lnTo>
                    <a:lnTo>
                      <a:pt x="3206985" y="1389292"/>
                    </a:lnTo>
                    <a:lnTo>
                      <a:pt x="3205081" y="1388657"/>
                    </a:lnTo>
                    <a:lnTo>
                      <a:pt x="3206985" y="1388022"/>
                    </a:lnTo>
                    <a:lnTo>
                      <a:pt x="3207620" y="1387388"/>
                    </a:lnTo>
                    <a:lnTo>
                      <a:pt x="3208254" y="1386118"/>
                    </a:lnTo>
                    <a:lnTo>
                      <a:pt x="3208254" y="1385484"/>
                    </a:lnTo>
                    <a:lnTo>
                      <a:pt x="3208254" y="1382945"/>
                    </a:lnTo>
                    <a:lnTo>
                      <a:pt x="3208254" y="1382310"/>
                    </a:lnTo>
                    <a:lnTo>
                      <a:pt x="3208889" y="1381675"/>
                    </a:lnTo>
                    <a:lnTo>
                      <a:pt x="3208889" y="1381041"/>
                    </a:lnTo>
                    <a:lnTo>
                      <a:pt x="3208889" y="1380406"/>
                    </a:lnTo>
                    <a:lnTo>
                      <a:pt x="3208254" y="1379772"/>
                    </a:lnTo>
                    <a:lnTo>
                      <a:pt x="3208254" y="1379137"/>
                    </a:lnTo>
                    <a:lnTo>
                      <a:pt x="3208889" y="1378502"/>
                    </a:lnTo>
                    <a:lnTo>
                      <a:pt x="3208889" y="1377868"/>
                    </a:lnTo>
                    <a:lnTo>
                      <a:pt x="3208889" y="1377233"/>
                    </a:lnTo>
                    <a:lnTo>
                      <a:pt x="3208254" y="1377233"/>
                    </a:lnTo>
                    <a:lnTo>
                      <a:pt x="3207620" y="1376598"/>
                    </a:lnTo>
                    <a:lnTo>
                      <a:pt x="3206350" y="1373425"/>
                    </a:lnTo>
                    <a:lnTo>
                      <a:pt x="3205715" y="1372155"/>
                    </a:lnTo>
                    <a:lnTo>
                      <a:pt x="3205715" y="1372790"/>
                    </a:lnTo>
                    <a:lnTo>
                      <a:pt x="3205081" y="1373425"/>
                    </a:lnTo>
                    <a:lnTo>
                      <a:pt x="3205081" y="1374059"/>
                    </a:lnTo>
                    <a:lnTo>
                      <a:pt x="3203811" y="1370886"/>
                    </a:lnTo>
                    <a:lnTo>
                      <a:pt x="3203177" y="1370252"/>
                    </a:lnTo>
                    <a:lnTo>
                      <a:pt x="3202542" y="1370886"/>
                    </a:lnTo>
                    <a:lnTo>
                      <a:pt x="3201908" y="1367713"/>
                    </a:lnTo>
                    <a:lnTo>
                      <a:pt x="3200003" y="1366444"/>
                    </a:lnTo>
                    <a:lnTo>
                      <a:pt x="3197465" y="1365809"/>
                    </a:lnTo>
                    <a:lnTo>
                      <a:pt x="3195561" y="1365809"/>
                    </a:lnTo>
                    <a:lnTo>
                      <a:pt x="3194291" y="1365174"/>
                    </a:lnTo>
                    <a:lnTo>
                      <a:pt x="3193022" y="1365174"/>
                    </a:lnTo>
                    <a:lnTo>
                      <a:pt x="3190483" y="1365174"/>
                    </a:lnTo>
                    <a:lnTo>
                      <a:pt x="3186675" y="1364539"/>
                    </a:lnTo>
                    <a:lnTo>
                      <a:pt x="3185406" y="1365174"/>
                    </a:lnTo>
                    <a:lnTo>
                      <a:pt x="3187945" y="1365809"/>
                    </a:lnTo>
                    <a:lnTo>
                      <a:pt x="3188579" y="1366444"/>
                    </a:lnTo>
                    <a:lnTo>
                      <a:pt x="3188579" y="1367713"/>
                    </a:lnTo>
                    <a:lnTo>
                      <a:pt x="3189849" y="1368348"/>
                    </a:lnTo>
                    <a:lnTo>
                      <a:pt x="3192388" y="1368348"/>
                    </a:lnTo>
                    <a:lnTo>
                      <a:pt x="3193657" y="1368982"/>
                    </a:lnTo>
                    <a:lnTo>
                      <a:pt x="3195561" y="1370886"/>
                    </a:lnTo>
                    <a:lnTo>
                      <a:pt x="3196830" y="1371521"/>
                    </a:lnTo>
                    <a:lnTo>
                      <a:pt x="3196830" y="1372155"/>
                    </a:lnTo>
                    <a:lnTo>
                      <a:pt x="3195561" y="1372790"/>
                    </a:lnTo>
                    <a:lnTo>
                      <a:pt x="3194291" y="1372790"/>
                    </a:lnTo>
                    <a:lnTo>
                      <a:pt x="3193022" y="1372790"/>
                    </a:lnTo>
                    <a:lnTo>
                      <a:pt x="3191753" y="1372155"/>
                    </a:lnTo>
                    <a:lnTo>
                      <a:pt x="3188579" y="1369617"/>
                    </a:lnTo>
                    <a:lnTo>
                      <a:pt x="3187945" y="1369617"/>
                    </a:lnTo>
                    <a:lnTo>
                      <a:pt x="3184137" y="1370252"/>
                    </a:lnTo>
                    <a:lnTo>
                      <a:pt x="3183502" y="1371521"/>
                    </a:lnTo>
                    <a:lnTo>
                      <a:pt x="3184771" y="1374059"/>
                    </a:lnTo>
                    <a:lnTo>
                      <a:pt x="3186041" y="1375329"/>
                    </a:lnTo>
                    <a:lnTo>
                      <a:pt x="3187310" y="1375964"/>
                    </a:lnTo>
                    <a:lnTo>
                      <a:pt x="3188579" y="1377233"/>
                    </a:lnTo>
                    <a:lnTo>
                      <a:pt x="3189214" y="1379137"/>
                    </a:lnTo>
                    <a:lnTo>
                      <a:pt x="3189214" y="1380406"/>
                    </a:lnTo>
                    <a:lnTo>
                      <a:pt x="3187945" y="1379772"/>
                    </a:lnTo>
                    <a:lnTo>
                      <a:pt x="3185406" y="1377233"/>
                    </a:lnTo>
                    <a:lnTo>
                      <a:pt x="3183502" y="1375329"/>
                    </a:lnTo>
                    <a:lnTo>
                      <a:pt x="3182867" y="1374694"/>
                    </a:lnTo>
                    <a:lnTo>
                      <a:pt x="3181598" y="1374694"/>
                    </a:lnTo>
                    <a:lnTo>
                      <a:pt x="3180963" y="1375329"/>
                    </a:lnTo>
                    <a:lnTo>
                      <a:pt x="3180329" y="1375964"/>
                    </a:lnTo>
                    <a:lnTo>
                      <a:pt x="3180329" y="1376598"/>
                    </a:lnTo>
                    <a:lnTo>
                      <a:pt x="3180329" y="1377868"/>
                    </a:lnTo>
                    <a:lnTo>
                      <a:pt x="3180963" y="1380406"/>
                    </a:lnTo>
                    <a:lnTo>
                      <a:pt x="3182867" y="1384214"/>
                    </a:lnTo>
                    <a:lnTo>
                      <a:pt x="3183502" y="1386753"/>
                    </a:lnTo>
                    <a:lnTo>
                      <a:pt x="3183502" y="1388657"/>
                    </a:lnTo>
                    <a:lnTo>
                      <a:pt x="3183502" y="1389926"/>
                    </a:lnTo>
                    <a:lnTo>
                      <a:pt x="3184137" y="1391196"/>
                    </a:lnTo>
                    <a:lnTo>
                      <a:pt x="3186041" y="1393734"/>
                    </a:lnTo>
                    <a:lnTo>
                      <a:pt x="3187310" y="1395004"/>
                    </a:lnTo>
                    <a:lnTo>
                      <a:pt x="3188579" y="1395638"/>
                    </a:lnTo>
                    <a:lnTo>
                      <a:pt x="3190483" y="1395638"/>
                    </a:lnTo>
                    <a:lnTo>
                      <a:pt x="3193022" y="1394369"/>
                    </a:lnTo>
                    <a:lnTo>
                      <a:pt x="3193022" y="1393734"/>
                    </a:lnTo>
                    <a:lnTo>
                      <a:pt x="3192388" y="1391830"/>
                    </a:lnTo>
                    <a:lnTo>
                      <a:pt x="3192388" y="1391196"/>
                    </a:lnTo>
                    <a:lnTo>
                      <a:pt x="3193022" y="1390561"/>
                    </a:lnTo>
                    <a:lnTo>
                      <a:pt x="3193657" y="1390561"/>
                    </a:lnTo>
                    <a:lnTo>
                      <a:pt x="3194291" y="1391196"/>
                    </a:lnTo>
                    <a:lnTo>
                      <a:pt x="3194926" y="1393734"/>
                    </a:lnTo>
                    <a:lnTo>
                      <a:pt x="3194291" y="1394369"/>
                    </a:lnTo>
                    <a:lnTo>
                      <a:pt x="3193022" y="1395004"/>
                    </a:lnTo>
                    <a:lnTo>
                      <a:pt x="3191753" y="1396273"/>
                    </a:lnTo>
                    <a:lnTo>
                      <a:pt x="3193657" y="1398177"/>
                    </a:lnTo>
                    <a:lnTo>
                      <a:pt x="3194926" y="1398812"/>
                    </a:lnTo>
                    <a:lnTo>
                      <a:pt x="3196195" y="1398177"/>
                    </a:lnTo>
                    <a:lnTo>
                      <a:pt x="3200003" y="1393734"/>
                    </a:lnTo>
                    <a:lnTo>
                      <a:pt x="3201273" y="1393099"/>
                    </a:lnTo>
                    <a:lnTo>
                      <a:pt x="3203177" y="1393099"/>
                    </a:lnTo>
                    <a:lnTo>
                      <a:pt x="3203177" y="1395004"/>
                    </a:lnTo>
                    <a:lnTo>
                      <a:pt x="3202542" y="1395638"/>
                    </a:lnTo>
                    <a:lnTo>
                      <a:pt x="3200638" y="1395638"/>
                    </a:lnTo>
                    <a:lnTo>
                      <a:pt x="3200003" y="1396273"/>
                    </a:lnTo>
                    <a:lnTo>
                      <a:pt x="3199369" y="1398177"/>
                    </a:lnTo>
                    <a:lnTo>
                      <a:pt x="3197465" y="1400081"/>
                    </a:lnTo>
                    <a:lnTo>
                      <a:pt x="3194291" y="1405793"/>
                    </a:lnTo>
                    <a:lnTo>
                      <a:pt x="3194291" y="1406428"/>
                    </a:lnTo>
                    <a:lnTo>
                      <a:pt x="3195561" y="1405158"/>
                    </a:lnTo>
                    <a:lnTo>
                      <a:pt x="3197465" y="1404524"/>
                    </a:lnTo>
                    <a:lnTo>
                      <a:pt x="3199369" y="1404524"/>
                    </a:lnTo>
                    <a:lnTo>
                      <a:pt x="3201273" y="1405158"/>
                    </a:lnTo>
                    <a:lnTo>
                      <a:pt x="3202542" y="1406428"/>
                    </a:lnTo>
                    <a:lnTo>
                      <a:pt x="3203811" y="1407697"/>
                    </a:lnTo>
                    <a:lnTo>
                      <a:pt x="3205081" y="1408966"/>
                    </a:lnTo>
                    <a:lnTo>
                      <a:pt x="3206350" y="1408966"/>
                    </a:lnTo>
                    <a:lnTo>
                      <a:pt x="3206985" y="1407062"/>
                    </a:lnTo>
                    <a:lnTo>
                      <a:pt x="3206985" y="1404524"/>
                    </a:lnTo>
                    <a:lnTo>
                      <a:pt x="3206985" y="1402619"/>
                    </a:lnTo>
                    <a:lnTo>
                      <a:pt x="3208254" y="1403254"/>
                    </a:lnTo>
                    <a:lnTo>
                      <a:pt x="3208889" y="1403889"/>
                    </a:lnTo>
                    <a:lnTo>
                      <a:pt x="3210158" y="1405793"/>
                    </a:lnTo>
                    <a:lnTo>
                      <a:pt x="3210158" y="1406428"/>
                    </a:lnTo>
                    <a:lnTo>
                      <a:pt x="3210793" y="1406428"/>
                    </a:lnTo>
                    <a:lnTo>
                      <a:pt x="3211428" y="1407062"/>
                    </a:lnTo>
                    <a:lnTo>
                      <a:pt x="3212062" y="1408332"/>
                    </a:lnTo>
                    <a:lnTo>
                      <a:pt x="3212697" y="1409601"/>
                    </a:lnTo>
                    <a:lnTo>
                      <a:pt x="3211428" y="1408966"/>
                    </a:lnTo>
                    <a:lnTo>
                      <a:pt x="3210793" y="1408966"/>
                    </a:lnTo>
                    <a:lnTo>
                      <a:pt x="3210793" y="1409601"/>
                    </a:lnTo>
                    <a:lnTo>
                      <a:pt x="3211428" y="1410871"/>
                    </a:lnTo>
                    <a:lnTo>
                      <a:pt x="3212062" y="1412140"/>
                    </a:lnTo>
                    <a:lnTo>
                      <a:pt x="3213332" y="1413409"/>
                    </a:lnTo>
                    <a:lnTo>
                      <a:pt x="3213966" y="1414678"/>
                    </a:lnTo>
                    <a:lnTo>
                      <a:pt x="3213966" y="1415948"/>
                    </a:lnTo>
                    <a:lnTo>
                      <a:pt x="3214601" y="1418486"/>
                    </a:lnTo>
                    <a:lnTo>
                      <a:pt x="3214601" y="1419756"/>
                    </a:lnTo>
                    <a:lnTo>
                      <a:pt x="3213966" y="1420391"/>
                    </a:lnTo>
                    <a:lnTo>
                      <a:pt x="3213332" y="1419756"/>
                    </a:lnTo>
                    <a:lnTo>
                      <a:pt x="3212697" y="1418486"/>
                    </a:lnTo>
                    <a:lnTo>
                      <a:pt x="3212062" y="1417852"/>
                    </a:lnTo>
                    <a:lnTo>
                      <a:pt x="3210793" y="1417852"/>
                    </a:lnTo>
                    <a:lnTo>
                      <a:pt x="3210158" y="1418486"/>
                    </a:lnTo>
                    <a:lnTo>
                      <a:pt x="3210158" y="1419121"/>
                    </a:lnTo>
                    <a:lnTo>
                      <a:pt x="3210158" y="1419756"/>
                    </a:lnTo>
                    <a:lnTo>
                      <a:pt x="3210158" y="1419756"/>
                    </a:lnTo>
                    <a:lnTo>
                      <a:pt x="3208889" y="1422294"/>
                    </a:lnTo>
                    <a:lnTo>
                      <a:pt x="3208889" y="1422929"/>
                    </a:lnTo>
                    <a:lnTo>
                      <a:pt x="3207620" y="1418486"/>
                    </a:lnTo>
                    <a:lnTo>
                      <a:pt x="3206985" y="1417217"/>
                    </a:lnTo>
                    <a:lnTo>
                      <a:pt x="3206350" y="1415948"/>
                    </a:lnTo>
                    <a:lnTo>
                      <a:pt x="3205715" y="1415313"/>
                    </a:lnTo>
                    <a:lnTo>
                      <a:pt x="3205715" y="1415948"/>
                    </a:lnTo>
                    <a:lnTo>
                      <a:pt x="3206350" y="1417217"/>
                    </a:lnTo>
                    <a:lnTo>
                      <a:pt x="3206985" y="1417852"/>
                    </a:lnTo>
                    <a:lnTo>
                      <a:pt x="3206985" y="1418486"/>
                    </a:lnTo>
                    <a:lnTo>
                      <a:pt x="3206350" y="1419121"/>
                    </a:lnTo>
                    <a:lnTo>
                      <a:pt x="3205715" y="1419121"/>
                    </a:lnTo>
                    <a:lnTo>
                      <a:pt x="3205081" y="1418486"/>
                    </a:lnTo>
                    <a:lnTo>
                      <a:pt x="3204446" y="1418486"/>
                    </a:lnTo>
                    <a:lnTo>
                      <a:pt x="3204446" y="1419121"/>
                    </a:lnTo>
                    <a:lnTo>
                      <a:pt x="3204446" y="1420391"/>
                    </a:lnTo>
                    <a:lnTo>
                      <a:pt x="3205715" y="1423564"/>
                    </a:lnTo>
                    <a:lnTo>
                      <a:pt x="3205715" y="1424198"/>
                    </a:lnTo>
                    <a:lnTo>
                      <a:pt x="3203811" y="1424833"/>
                    </a:lnTo>
                    <a:lnTo>
                      <a:pt x="3203177" y="1425468"/>
                    </a:lnTo>
                    <a:lnTo>
                      <a:pt x="3203811" y="1427372"/>
                    </a:lnTo>
                    <a:lnTo>
                      <a:pt x="3205081" y="1428641"/>
                    </a:lnTo>
                    <a:lnTo>
                      <a:pt x="3205715" y="1429911"/>
                    </a:lnTo>
                    <a:lnTo>
                      <a:pt x="3204446" y="1431815"/>
                    </a:lnTo>
                    <a:lnTo>
                      <a:pt x="3204446" y="1432449"/>
                    </a:lnTo>
                    <a:lnTo>
                      <a:pt x="3205081" y="1432449"/>
                    </a:lnTo>
                    <a:lnTo>
                      <a:pt x="3205715" y="1432449"/>
                    </a:lnTo>
                    <a:lnTo>
                      <a:pt x="3206350" y="1432449"/>
                    </a:lnTo>
                    <a:lnTo>
                      <a:pt x="3206985" y="1431815"/>
                    </a:lnTo>
                    <a:lnTo>
                      <a:pt x="3206985" y="1431180"/>
                    </a:lnTo>
                    <a:lnTo>
                      <a:pt x="3207620" y="1429911"/>
                    </a:lnTo>
                    <a:lnTo>
                      <a:pt x="3209523" y="1427372"/>
                    </a:lnTo>
                    <a:lnTo>
                      <a:pt x="3210158" y="1426737"/>
                    </a:lnTo>
                    <a:lnTo>
                      <a:pt x="3211428" y="1428641"/>
                    </a:lnTo>
                    <a:lnTo>
                      <a:pt x="3211428" y="1429276"/>
                    </a:lnTo>
                    <a:lnTo>
                      <a:pt x="3210158" y="1429911"/>
                    </a:lnTo>
                    <a:lnTo>
                      <a:pt x="3209523" y="1431180"/>
                    </a:lnTo>
                    <a:lnTo>
                      <a:pt x="3209523" y="1431815"/>
                    </a:lnTo>
                    <a:lnTo>
                      <a:pt x="3209523" y="1432449"/>
                    </a:lnTo>
                    <a:lnTo>
                      <a:pt x="3210158" y="1433718"/>
                    </a:lnTo>
                    <a:lnTo>
                      <a:pt x="3210158" y="1434988"/>
                    </a:lnTo>
                    <a:lnTo>
                      <a:pt x="3207620" y="1434353"/>
                    </a:lnTo>
                    <a:lnTo>
                      <a:pt x="3207620" y="1435622"/>
                    </a:lnTo>
                    <a:lnTo>
                      <a:pt x="3208254" y="1436892"/>
                    </a:lnTo>
                    <a:lnTo>
                      <a:pt x="3209523" y="1438796"/>
                    </a:lnTo>
                    <a:lnTo>
                      <a:pt x="3210158" y="1440065"/>
                    </a:lnTo>
                    <a:lnTo>
                      <a:pt x="3211428" y="1442604"/>
                    </a:lnTo>
                    <a:lnTo>
                      <a:pt x="3212062" y="1443238"/>
                    </a:lnTo>
                    <a:lnTo>
                      <a:pt x="3212697" y="1443873"/>
                    </a:lnTo>
                    <a:lnTo>
                      <a:pt x="3212697" y="1443238"/>
                    </a:lnTo>
                    <a:lnTo>
                      <a:pt x="3213966" y="1443238"/>
                    </a:lnTo>
                    <a:lnTo>
                      <a:pt x="3215235" y="1443873"/>
                    </a:lnTo>
                    <a:lnTo>
                      <a:pt x="3215235" y="1445142"/>
                    </a:lnTo>
                    <a:lnTo>
                      <a:pt x="3214601" y="1447681"/>
                    </a:lnTo>
                    <a:lnTo>
                      <a:pt x="3214601" y="1448951"/>
                    </a:lnTo>
                    <a:lnTo>
                      <a:pt x="3214601" y="1449585"/>
                    </a:lnTo>
                    <a:lnTo>
                      <a:pt x="3215870" y="1449585"/>
                    </a:lnTo>
                    <a:lnTo>
                      <a:pt x="3216505" y="1450220"/>
                    </a:lnTo>
                    <a:lnTo>
                      <a:pt x="3216505" y="1451489"/>
                    </a:lnTo>
                    <a:lnTo>
                      <a:pt x="3215870" y="1452759"/>
                    </a:lnTo>
                    <a:lnTo>
                      <a:pt x="3217140" y="1454028"/>
                    </a:lnTo>
                    <a:lnTo>
                      <a:pt x="3220313" y="1454028"/>
                    </a:lnTo>
                    <a:lnTo>
                      <a:pt x="3221582" y="1454662"/>
                    </a:lnTo>
                    <a:lnTo>
                      <a:pt x="3220948" y="1456566"/>
                    </a:lnTo>
                    <a:lnTo>
                      <a:pt x="3222217" y="1457836"/>
                    </a:lnTo>
                    <a:lnTo>
                      <a:pt x="3223486" y="1458471"/>
                    </a:lnTo>
                    <a:lnTo>
                      <a:pt x="3224121" y="1458471"/>
                    </a:lnTo>
                    <a:lnTo>
                      <a:pt x="3224121" y="1456566"/>
                    </a:lnTo>
                    <a:lnTo>
                      <a:pt x="3223486" y="1454662"/>
                    </a:lnTo>
                    <a:lnTo>
                      <a:pt x="3222217" y="1452759"/>
                    </a:lnTo>
                    <a:lnTo>
                      <a:pt x="3220948" y="1452124"/>
                    </a:lnTo>
                    <a:lnTo>
                      <a:pt x="3221582" y="1450855"/>
                    </a:lnTo>
                    <a:lnTo>
                      <a:pt x="3221582" y="1450220"/>
                    </a:lnTo>
                    <a:lnTo>
                      <a:pt x="3221582" y="1448951"/>
                    </a:lnTo>
                    <a:lnTo>
                      <a:pt x="3220313" y="1447681"/>
                    </a:lnTo>
                    <a:lnTo>
                      <a:pt x="3219678" y="1445777"/>
                    </a:lnTo>
                    <a:lnTo>
                      <a:pt x="3219044" y="1443873"/>
                    </a:lnTo>
                    <a:lnTo>
                      <a:pt x="3217140" y="1443873"/>
                    </a:lnTo>
                    <a:lnTo>
                      <a:pt x="3216505" y="1444508"/>
                    </a:lnTo>
                    <a:lnTo>
                      <a:pt x="3216505" y="1445142"/>
                    </a:lnTo>
                    <a:lnTo>
                      <a:pt x="3216505" y="1445777"/>
                    </a:lnTo>
                    <a:lnTo>
                      <a:pt x="3215870" y="1445777"/>
                    </a:lnTo>
                    <a:lnTo>
                      <a:pt x="3213332" y="1442604"/>
                    </a:lnTo>
                    <a:lnTo>
                      <a:pt x="3214601" y="1441969"/>
                    </a:lnTo>
                    <a:lnTo>
                      <a:pt x="3217140" y="1441335"/>
                    </a:lnTo>
                    <a:lnTo>
                      <a:pt x="3218409" y="1439431"/>
                    </a:lnTo>
                    <a:lnTo>
                      <a:pt x="3215870" y="1434353"/>
                    </a:lnTo>
                    <a:lnTo>
                      <a:pt x="3217774" y="1433084"/>
                    </a:lnTo>
                    <a:lnTo>
                      <a:pt x="3217140" y="1430545"/>
                    </a:lnTo>
                    <a:lnTo>
                      <a:pt x="3215870" y="1427372"/>
                    </a:lnTo>
                    <a:lnTo>
                      <a:pt x="3216505" y="1425468"/>
                    </a:lnTo>
                    <a:lnTo>
                      <a:pt x="3217774" y="1426102"/>
                    </a:lnTo>
                    <a:lnTo>
                      <a:pt x="3219044" y="1429276"/>
                    </a:lnTo>
                    <a:lnTo>
                      <a:pt x="3219678" y="1433084"/>
                    </a:lnTo>
                    <a:lnTo>
                      <a:pt x="3220313" y="1435622"/>
                    </a:lnTo>
                    <a:lnTo>
                      <a:pt x="3220948" y="1436257"/>
                    </a:lnTo>
                    <a:lnTo>
                      <a:pt x="3222217" y="1436892"/>
                    </a:lnTo>
                    <a:lnTo>
                      <a:pt x="3222852" y="1438161"/>
                    </a:lnTo>
                    <a:lnTo>
                      <a:pt x="3223486" y="1445142"/>
                    </a:lnTo>
                    <a:lnTo>
                      <a:pt x="3223486" y="1446412"/>
                    </a:lnTo>
                    <a:lnTo>
                      <a:pt x="3224121" y="1447046"/>
                    </a:lnTo>
                    <a:lnTo>
                      <a:pt x="3226660" y="1448316"/>
                    </a:lnTo>
                    <a:lnTo>
                      <a:pt x="3227294" y="1448316"/>
                    </a:lnTo>
                    <a:lnTo>
                      <a:pt x="3228564" y="1447681"/>
                    </a:lnTo>
                    <a:lnTo>
                      <a:pt x="3229198" y="1447046"/>
                    </a:lnTo>
                    <a:lnTo>
                      <a:pt x="3229198" y="1445777"/>
                    </a:lnTo>
                    <a:lnTo>
                      <a:pt x="3229198" y="1443873"/>
                    </a:lnTo>
                    <a:lnTo>
                      <a:pt x="3226025" y="1440065"/>
                    </a:lnTo>
                    <a:close/>
                    <a:moveTo>
                      <a:pt x="3292031" y="1388657"/>
                    </a:moveTo>
                    <a:lnTo>
                      <a:pt x="3291396" y="1388022"/>
                    </a:lnTo>
                    <a:lnTo>
                      <a:pt x="3290126" y="1386118"/>
                    </a:lnTo>
                    <a:lnTo>
                      <a:pt x="3289492" y="1384849"/>
                    </a:lnTo>
                    <a:lnTo>
                      <a:pt x="3288857" y="1384214"/>
                    </a:lnTo>
                    <a:lnTo>
                      <a:pt x="3285684" y="1383579"/>
                    </a:lnTo>
                    <a:lnTo>
                      <a:pt x="3283145" y="1385484"/>
                    </a:lnTo>
                    <a:lnTo>
                      <a:pt x="3281241" y="1387388"/>
                    </a:lnTo>
                    <a:lnTo>
                      <a:pt x="3280606" y="1388022"/>
                    </a:lnTo>
                    <a:lnTo>
                      <a:pt x="3279337" y="1388022"/>
                    </a:lnTo>
                    <a:lnTo>
                      <a:pt x="3277433" y="1387388"/>
                    </a:lnTo>
                    <a:lnTo>
                      <a:pt x="3276164" y="1387388"/>
                    </a:lnTo>
                    <a:lnTo>
                      <a:pt x="3273625" y="1388657"/>
                    </a:lnTo>
                    <a:lnTo>
                      <a:pt x="3272356" y="1389926"/>
                    </a:lnTo>
                    <a:lnTo>
                      <a:pt x="3271721" y="1391196"/>
                    </a:lnTo>
                    <a:lnTo>
                      <a:pt x="3271086" y="1393099"/>
                    </a:lnTo>
                    <a:lnTo>
                      <a:pt x="3269817" y="1399446"/>
                    </a:lnTo>
                    <a:lnTo>
                      <a:pt x="3269817" y="1401350"/>
                    </a:lnTo>
                    <a:lnTo>
                      <a:pt x="3271086" y="1402619"/>
                    </a:lnTo>
                    <a:lnTo>
                      <a:pt x="3274260" y="1403889"/>
                    </a:lnTo>
                    <a:lnTo>
                      <a:pt x="3283145" y="1408332"/>
                    </a:lnTo>
                    <a:lnTo>
                      <a:pt x="3286319" y="1408332"/>
                    </a:lnTo>
                    <a:lnTo>
                      <a:pt x="3290761" y="1405158"/>
                    </a:lnTo>
                    <a:lnTo>
                      <a:pt x="3292665" y="1402619"/>
                    </a:lnTo>
                    <a:lnTo>
                      <a:pt x="3293935" y="1401985"/>
                    </a:lnTo>
                    <a:lnTo>
                      <a:pt x="3294569" y="1400716"/>
                    </a:lnTo>
                    <a:lnTo>
                      <a:pt x="3294569" y="1398177"/>
                    </a:lnTo>
                    <a:lnTo>
                      <a:pt x="3291396" y="1395004"/>
                    </a:lnTo>
                    <a:lnTo>
                      <a:pt x="3290761" y="1393734"/>
                    </a:lnTo>
                    <a:lnTo>
                      <a:pt x="3290761" y="1391830"/>
                    </a:lnTo>
                    <a:lnTo>
                      <a:pt x="3292031" y="1389292"/>
                    </a:lnTo>
                    <a:lnTo>
                      <a:pt x="3292031" y="1388657"/>
                    </a:lnTo>
                    <a:close/>
                    <a:moveTo>
                      <a:pt x="3104803" y="1363270"/>
                    </a:moveTo>
                    <a:lnTo>
                      <a:pt x="3103534" y="1363270"/>
                    </a:lnTo>
                    <a:lnTo>
                      <a:pt x="3102264" y="1362635"/>
                    </a:lnTo>
                    <a:lnTo>
                      <a:pt x="3101630" y="1360731"/>
                    </a:lnTo>
                    <a:lnTo>
                      <a:pt x="3100995" y="1358828"/>
                    </a:lnTo>
                    <a:lnTo>
                      <a:pt x="3100360" y="1356924"/>
                    </a:lnTo>
                    <a:lnTo>
                      <a:pt x="3099726" y="1355654"/>
                    </a:lnTo>
                    <a:lnTo>
                      <a:pt x="3098456" y="1354385"/>
                    </a:lnTo>
                    <a:lnTo>
                      <a:pt x="3100995" y="1355019"/>
                    </a:lnTo>
                    <a:lnTo>
                      <a:pt x="3102264" y="1355019"/>
                    </a:lnTo>
                    <a:lnTo>
                      <a:pt x="3102899" y="1353750"/>
                    </a:lnTo>
                    <a:lnTo>
                      <a:pt x="3101630" y="1353115"/>
                    </a:lnTo>
                    <a:lnTo>
                      <a:pt x="3099091" y="1351211"/>
                    </a:lnTo>
                    <a:lnTo>
                      <a:pt x="3097822" y="1349942"/>
                    </a:lnTo>
                    <a:lnTo>
                      <a:pt x="3090206" y="1347404"/>
                    </a:lnTo>
                    <a:lnTo>
                      <a:pt x="3084494" y="1348673"/>
                    </a:lnTo>
                    <a:lnTo>
                      <a:pt x="3083859" y="1349942"/>
                    </a:lnTo>
                    <a:lnTo>
                      <a:pt x="3085128" y="1351846"/>
                    </a:lnTo>
                    <a:lnTo>
                      <a:pt x="3086398" y="1353750"/>
                    </a:lnTo>
                    <a:lnTo>
                      <a:pt x="3085763" y="1356289"/>
                    </a:lnTo>
                    <a:lnTo>
                      <a:pt x="3086398" y="1356924"/>
                    </a:lnTo>
                    <a:lnTo>
                      <a:pt x="3086398" y="1358193"/>
                    </a:lnTo>
                    <a:lnTo>
                      <a:pt x="3086398" y="1360731"/>
                    </a:lnTo>
                    <a:lnTo>
                      <a:pt x="3087032" y="1360097"/>
                    </a:lnTo>
                    <a:lnTo>
                      <a:pt x="3088302" y="1358193"/>
                    </a:lnTo>
                    <a:lnTo>
                      <a:pt x="3088936" y="1358193"/>
                    </a:lnTo>
                    <a:lnTo>
                      <a:pt x="3089571" y="1358828"/>
                    </a:lnTo>
                    <a:lnTo>
                      <a:pt x="3088936" y="1361366"/>
                    </a:lnTo>
                    <a:lnTo>
                      <a:pt x="3088936" y="1362635"/>
                    </a:lnTo>
                    <a:lnTo>
                      <a:pt x="3090206" y="1364539"/>
                    </a:lnTo>
                    <a:lnTo>
                      <a:pt x="3092110" y="1364539"/>
                    </a:lnTo>
                    <a:lnTo>
                      <a:pt x="3095918" y="1363270"/>
                    </a:lnTo>
                    <a:lnTo>
                      <a:pt x="3095918" y="1365174"/>
                    </a:lnTo>
                    <a:lnTo>
                      <a:pt x="3095918" y="1366444"/>
                    </a:lnTo>
                    <a:lnTo>
                      <a:pt x="3094648" y="1369617"/>
                    </a:lnTo>
                    <a:lnTo>
                      <a:pt x="3093379" y="1370886"/>
                    </a:lnTo>
                    <a:lnTo>
                      <a:pt x="3092744" y="1371521"/>
                    </a:lnTo>
                    <a:lnTo>
                      <a:pt x="3092744" y="1374059"/>
                    </a:lnTo>
                    <a:lnTo>
                      <a:pt x="3093379" y="1377233"/>
                    </a:lnTo>
                    <a:lnTo>
                      <a:pt x="3094648" y="1383579"/>
                    </a:lnTo>
                    <a:lnTo>
                      <a:pt x="3101630" y="1380406"/>
                    </a:lnTo>
                    <a:lnTo>
                      <a:pt x="3102264" y="1379772"/>
                    </a:lnTo>
                    <a:lnTo>
                      <a:pt x="3102899" y="1379137"/>
                    </a:lnTo>
                    <a:lnTo>
                      <a:pt x="3103534" y="1378502"/>
                    </a:lnTo>
                    <a:lnTo>
                      <a:pt x="3105438" y="1378502"/>
                    </a:lnTo>
                    <a:lnTo>
                      <a:pt x="3106072" y="1377868"/>
                    </a:lnTo>
                    <a:lnTo>
                      <a:pt x="3106707" y="1374694"/>
                    </a:lnTo>
                    <a:lnTo>
                      <a:pt x="3106707" y="1366444"/>
                    </a:lnTo>
                    <a:lnTo>
                      <a:pt x="3106707" y="1363270"/>
                    </a:lnTo>
                    <a:lnTo>
                      <a:pt x="3104803" y="1363270"/>
                    </a:lnTo>
                    <a:close/>
                    <a:moveTo>
                      <a:pt x="2523446" y="1150021"/>
                    </a:moveTo>
                    <a:lnTo>
                      <a:pt x="2523446" y="1150021"/>
                    </a:lnTo>
                    <a:lnTo>
                      <a:pt x="2522177" y="1150021"/>
                    </a:lnTo>
                    <a:lnTo>
                      <a:pt x="2520907" y="1150021"/>
                    </a:lnTo>
                    <a:lnTo>
                      <a:pt x="2520272" y="1150021"/>
                    </a:lnTo>
                    <a:lnTo>
                      <a:pt x="2519638" y="1149387"/>
                    </a:lnTo>
                    <a:lnTo>
                      <a:pt x="2520907" y="1150021"/>
                    </a:lnTo>
                    <a:lnTo>
                      <a:pt x="2522177" y="1150021"/>
                    </a:lnTo>
                    <a:lnTo>
                      <a:pt x="2522811" y="1150021"/>
                    </a:lnTo>
                    <a:lnTo>
                      <a:pt x="2523446" y="1150656"/>
                    </a:lnTo>
                    <a:lnTo>
                      <a:pt x="2524080" y="1151291"/>
                    </a:lnTo>
                    <a:lnTo>
                      <a:pt x="2524715" y="1151291"/>
                    </a:lnTo>
                    <a:lnTo>
                      <a:pt x="2523446" y="1150021"/>
                    </a:lnTo>
                    <a:lnTo>
                      <a:pt x="2523446" y="1150021"/>
                    </a:lnTo>
                    <a:close/>
                    <a:moveTo>
                      <a:pt x="3121304" y="1235067"/>
                    </a:moveTo>
                    <a:lnTo>
                      <a:pt x="3123843" y="1236971"/>
                    </a:lnTo>
                    <a:lnTo>
                      <a:pt x="3125113" y="1237605"/>
                    </a:lnTo>
                    <a:lnTo>
                      <a:pt x="3126382" y="1237605"/>
                    </a:lnTo>
                    <a:lnTo>
                      <a:pt x="3128921" y="1238240"/>
                    </a:lnTo>
                    <a:lnTo>
                      <a:pt x="3130190" y="1238240"/>
                    </a:lnTo>
                    <a:lnTo>
                      <a:pt x="3132094" y="1236971"/>
                    </a:lnTo>
                    <a:lnTo>
                      <a:pt x="3144153" y="1236336"/>
                    </a:lnTo>
                    <a:lnTo>
                      <a:pt x="3142248" y="1234432"/>
                    </a:lnTo>
                    <a:lnTo>
                      <a:pt x="3135267" y="1230624"/>
                    </a:lnTo>
                    <a:lnTo>
                      <a:pt x="3130190" y="1227451"/>
                    </a:lnTo>
                    <a:lnTo>
                      <a:pt x="3127651" y="1226181"/>
                    </a:lnTo>
                    <a:lnTo>
                      <a:pt x="3123208" y="1226181"/>
                    </a:lnTo>
                    <a:lnTo>
                      <a:pt x="3121939" y="1226816"/>
                    </a:lnTo>
                    <a:lnTo>
                      <a:pt x="3121304" y="1228085"/>
                    </a:lnTo>
                    <a:lnTo>
                      <a:pt x="3120670" y="1228720"/>
                    </a:lnTo>
                    <a:lnTo>
                      <a:pt x="3118766" y="1229990"/>
                    </a:lnTo>
                    <a:lnTo>
                      <a:pt x="3118131" y="1231259"/>
                    </a:lnTo>
                    <a:lnTo>
                      <a:pt x="3118766" y="1233163"/>
                    </a:lnTo>
                    <a:lnTo>
                      <a:pt x="3121304" y="1235067"/>
                    </a:lnTo>
                    <a:close/>
                    <a:moveTo>
                      <a:pt x="3183502" y="1443238"/>
                    </a:moveTo>
                    <a:lnTo>
                      <a:pt x="3183502" y="1440700"/>
                    </a:lnTo>
                    <a:lnTo>
                      <a:pt x="3183502" y="1438796"/>
                    </a:lnTo>
                    <a:lnTo>
                      <a:pt x="3182867" y="1438161"/>
                    </a:lnTo>
                    <a:lnTo>
                      <a:pt x="3181598" y="1440065"/>
                    </a:lnTo>
                    <a:lnTo>
                      <a:pt x="3181598" y="1434353"/>
                    </a:lnTo>
                    <a:lnTo>
                      <a:pt x="3180963" y="1431815"/>
                    </a:lnTo>
                    <a:lnTo>
                      <a:pt x="3179694" y="1431180"/>
                    </a:lnTo>
                    <a:lnTo>
                      <a:pt x="3179694" y="1429276"/>
                    </a:lnTo>
                    <a:lnTo>
                      <a:pt x="3179694" y="1427372"/>
                    </a:lnTo>
                    <a:lnTo>
                      <a:pt x="3179059" y="1425468"/>
                    </a:lnTo>
                    <a:lnTo>
                      <a:pt x="3178425" y="1423564"/>
                    </a:lnTo>
                    <a:lnTo>
                      <a:pt x="3177790" y="1422294"/>
                    </a:lnTo>
                    <a:lnTo>
                      <a:pt x="3177155" y="1421025"/>
                    </a:lnTo>
                    <a:lnTo>
                      <a:pt x="3176521" y="1419121"/>
                    </a:lnTo>
                    <a:lnTo>
                      <a:pt x="3176521" y="1417217"/>
                    </a:lnTo>
                    <a:lnTo>
                      <a:pt x="3175886" y="1415948"/>
                    </a:lnTo>
                    <a:lnTo>
                      <a:pt x="3172078" y="1411505"/>
                    </a:lnTo>
                    <a:lnTo>
                      <a:pt x="3171443" y="1407697"/>
                    </a:lnTo>
                    <a:lnTo>
                      <a:pt x="3171443" y="1406428"/>
                    </a:lnTo>
                    <a:lnTo>
                      <a:pt x="3172078" y="1407062"/>
                    </a:lnTo>
                    <a:lnTo>
                      <a:pt x="3172713" y="1408332"/>
                    </a:lnTo>
                    <a:lnTo>
                      <a:pt x="3172713" y="1408966"/>
                    </a:lnTo>
                    <a:lnTo>
                      <a:pt x="3173347" y="1409601"/>
                    </a:lnTo>
                    <a:lnTo>
                      <a:pt x="3173982" y="1410236"/>
                    </a:lnTo>
                    <a:lnTo>
                      <a:pt x="3173982" y="1410236"/>
                    </a:lnTo>
                    <a:lnTo>
                      <a:pt x="3173982" y="1408966"/>
                    </a:lnTo>
                    <a:lnTo>
                      <a:pt x="3173982" y="1408332"/>
                    </a:lnTo>
                    <a:lnTo>
                      <a:pt x="3173347" y="1405158"/>
                    </a:lnTo>
                    <a:lnTo>
                      <a:pt x="3168905" y="1391830"/>
                    </a:lnTo>
                    <a:lnTo>
                      <a:pt x="3168905" y="1389292"/>
                    </a:lnTo>
                    <a:lnTo>
                      <a:pt x="3167635" y="1388022"/>
                    </a:lnTo>
                    <a:lnTo>
                      <a:pt x="3166366" y="1387388"/>
                    </a:lnTo>
                    <a:lnTo>
                      <a:pt x="3165731" y="1386118"/>
                    </a:lnTo>
                    <a:lnTo>
                      <a:pt x="3165731" y="1384214"/>
                    </a:lnTo>
                    <a:lnTo>
                      <a:pt x="3162558" y="1381041"/>
                    </a:lnTo>
                    <a:lnTo>
                      <a:pt x="3161923" y="1379772"/>
                    </a:lnTo>
                    <a:lnTo>
                      <a:pt x="3160654" y="1375329"/>
                    </a:lnTo>
                    <a:lnTo>
                      <a:pt x="3160019" y="1374059"/>
                    </a:lnTo>
                    <a:lnTo>
                      <a:pt x="3158115" y="1372790"/>
                    </a:lnTo>
                    <a:lnTo>
                      <a:pt x="3158115" y="1370886"/>
                    </a:lnTo>
                    <a:lnTo>
                      <a:pt x="3157481" y="1370252"/>
                    </a:lnTo>
                    <a:lnTo>
                      <a:pt x="3156846" y="1369617"/>
                    </a:lnTo>
                    <a:lnTo>
                      <a:pt x="3156211" y="1368982"/>
                    </a:lnTo>
                    <a:lnTo>
                      <a:pt x="3155577" y="1367713"/>
                    </a:lnTo>
                    <a:lnTo>
                      <a:pt x="3155577" y="1365809"/>
                    </a:lnTo>
                    <a:lnTo>
                      <a:pt x="3154942" y="1364539"/>
                    </a:lnTo>
                    <a:lnTo>
                      <a:pt x="3154307" y="1363905"/>
                    </a:lnTo>
                    <a:lnTo>
                      <a:pt x="3153673" y="1363905"/>
                    </a:lnTo>
                    <a:lnTo>
                      <a:pt x="3153038" y="1363905"/>
                    </a:lnTo>
                    <a:lnTo>
                      <a:pt x="3153038" y="1363905"/>
                    </a:lnTo>
                    <a:lnTo>
                      <a:pt x="3152403" y="1363270"/>
                    </a:lnTo>
                    <a:lnTo>
                      <a:pt x="3152403" y="1362001"/>
                    </a:lnTo>
                    <a:lnTo>
                      <a:pt x="3151769" y="1361366"/>
                    </a:lnTo>
                    <a:lnTo>
                      <a:pt x="3151134" y="1360097"/>
                    </a:lnTo>
                    <a:lnTo>
                      <a:pt x="3150499" y="1359462"/>
                    </a:lnTo>
                    <a:lnTo>
                      <a:pt x="3149865" y="1358828"/>
                    </a:lnTo>
                    <a:lnTo>
                      <a:pt x="3148595" y="1358828"/>
                    </a:lnTo>
                    <a:lnTo>
                      <a:pt x="3149230" y="1356924"/>
                    </a:lnTo>
                    <a:lnTo>
                      <a:pt x="3147961" y="1355019"/>
                    </a:lnTo>
                    <a:lnTo>
                      <a:pt x="3146057" y="1353750"/>
                    </a:lnTo>
                    <a:lnTo>
                      <a:pt x="3144787" y="1353115"/>
                    </a:lnTo>
                    <a:lnTo>
                      <a:pt x="3145422" y="1350577"/>
                    </a:lnTo>
                    <a:lnTo>
                      <a:pt x="3144787" y="1348673"/>
                    </a:lnTo>
                    <a:lnTo>
                      <a:pt x="3143518" y="1347404"/>
                    </a:lnTo>
                    <a:lnTo>
                      <a:pt x="3141614" y="1346134"/>
                    </a:lnTo>
                    <a:lnTo>
                      <a:pt x="3142248" y="1346134"/>
                    </a:lnTo>
                    <a:lnTo>
                      <a:pt x="3142248" y="1345499"/>
                    </a:lnTo>
                    <a:lnTo>
                      <a:pt x="3142248" y="1344230"/>
                    </a:lnTo>
                    <a:lnTo>
                      <a:pt x="3141614" y="1342961"/>
                    </a:lnTo>
                    <a:lnTo>
                      <a:pt x="3140979" y="1341691"/>
                    </a:lnTo>
                    <a:lnTo>
                      <a:pt x="3140345" y="1341691"/>
                    </a:lnTo>
                    <a:lnTo>
                      <a:pt x="3137171" y="1342961"/>
                    </a:lnTo>
                    <a:lnTo>
                      <a:pt x="3136536" y="1342961"/>
                    </a:lnTo>
                    <a:lnTo>
                      <a:pt x="3135902" y="1342326"/>
                    </a:lnTo>
                    <a:lnTo>
                      <a:pt x="3135267" y="1341057"/>
                    </a:lnTo>
                    <a:lnTo>
                      <a:pt x="3134633" y="1339787"/>
                    </a:lnTo>
                    <a:lnTo>
                      <a:pt x="3133998" y="1339153"/>
                    </a:lnTo>
                    <a:lnTo>
                      <a:pt x="3133363" y="1338518"/>
                    </a:lnTo>
                    <a:lnTo>
                      <a:pt x="3133363" y="1339153"/>
                    </a:lnTo>
                    <a:lnTo>
                      <a:pt x="3132728" y="1339787"/>
                    </a:lnTo>
                    <a:lnTo>
                      <a:pt x="3131459" y="1340422"/>
                    </a:lnTo>
                    <a:lnTo>
                      <a:pt x="3131459" y="1339153"/>
                    </a:lnTo>
                    <a:lnTo>
                      <a:pt x="3131459" y="1338518"/>
                    </a:lnTo>
                    <a:lnTo>
                      <a:pt x="3132094" y="1337249"/>
                    </a:lnTo>
                    <a:lnTo>
                      <a:pt x="3132094" y="1336614"/>
                    </a:lnTo>
                    <a:lnTo>
                      <a:pt x="3128921" y="1335979"/>
                    </a:lnTo>
                    <a:lnTo>
                      <a:pt x="3128921" y="1335345"/>
                    </a:lnTo>
                    <a:lnTo>
                      <a:pt x="3131459" y="1335345"/>
                    </a:lnTo>
                    <a:lnTo>
                      <a:pt x="3133998" y="1335345"/>
                    </a:lnTo>
                    <a:lnTo>
                      <a:pt x="3133998" y="1334710"/>
                    </a:lnTo>
                    <a:lnTo>
                      <a:pt x="3127651" y="1330267"/>
                    </a:lnTo>
                    <a:lnTo>
                      <a:pt x="3127016" y="1329633"/>
                    </a:lnTo>
                    <a:lnTo>
                      <a:pt x="3124478" y="1329633"/>
                    </a:lnTo>
                    <a:lnTo>
                      <a:pt x="3123843" y="1328998"/>
                    </a:lnTo>
                    <a:lnTo>
                      <a:pt x="3123208" y="1328363"/>
                    </a:lnTo>
                    <a:lnTo>
                      <a:pt x="3118766" y="1327729"/>
                    </a:lnTo>
                    <a:lnTo>
                      <a:pt x="3117496" y="1328363"/>
                    </a:lnTo>
                    <a:lnTo>
                      <a:pt x="3116227" y="1328998"/>
                    </a:lnTo>
                    <a:lnTo>
                      <a:pt x="3115592" y="1330267"/>
                    </a:lnTo>
                    <a:lnTo>
                      <a:pt x="3115592" y="1328363"/>
                    </a:lnTo>
                    <a:lnTo>
                      <a:pt x="3117496" y="1326459"/>
                    </a:lnTo>
                    <a:lnTo>
                      <a:pt x="3117496" y="1324555"/>
                    </a:lnTo>
                    <a:lnTo>
                      <a:pt x="3114958" y="1323921"/>
                    </a:lnTo>
                    <a:lnTo>
                      <a:pt x="3112419" y="1324555"/>
                    </a:lnTo>
                    <a:lnTo>
                      <a:pt x="3111784" y="1325190"/>
                    </a:lnTo>
                    <a:lnTo>
                      <a:pt x="3111150" y="1326459"/>
                    </a:lnTo>
                    <a:lnTo>
                      <a:pt x="3110515" y="1327094"/>
                    </a:lnTo>
                    <a:lnTo>
                      <a:pt x="3109880" y="1325825"/>
                    </a:lnTo>
                    <a:lnTo>
                      <a:pt x="3109246" y="1325190"/>
                    </a:lnTo>
                    <a:lnTo>
                      <a:pt x="3107976" y="1325825"/>
                    </a:lnTo>
                    <a:lnTo>
                      <a:pt x="3106072" y="1327729"/>
                    </a:lnTo>
                    <a:lnTo>
                      <a:pt x="3104803" y="1329633"/>
                    </a:lnTo>
                    <a:lnTo>
                      <a:pt x="3104168" y="1330267"/>
                    </a:lnTo>
                    <a:lnTo>
                      <a:pt x="3102899" y="1329633"/>
                    </a:lnTo>
                    <a:lnTo>
                      <a:pt x="3103534" y="1327094"/>
                    </a:lnTo>
                    <a:lnTo>
                      <a:pt x="3106707" y="1323921"/>
                    </a:lnTo>
                    <a:lnTo>
                      <a:pt x="3107976" y="1321382"/>
                    </a:lnTo>
                    <a:lnTo>
                      <a:pt x="3104803" y="1319478"/>
                    </a:lnTo>
                    <a:lnTo>
                      <a:pt x="3101630" y="1318843"/>
                    </a:lnTo>
                    <a:lnTo>
                      <a:pt x="3098456" y="1320112"/>
                    </a:lnTo>
                    <a:lnTo>
                      <a:pt x="3096552" y="1323921"/>
                    </a:lnTo>
                    <a:lnTo>
                      <a:pt x="3095918" y="1324555"/>
                    </a:lnTo>
                    <a:lnTo>
                      <a:pt x="3095283" y="1324555"/>
                    </a:lnTo>
                    <a:lnTo>
                      <a:pt x="3094648" y="1325190"/>
                    </a:lnTo>
                    <a:lnTo>
                      <a:pt x="3094648" y="1325825"/>
                    </a:lnTo>
                    <a:lnTo>
                      <a:pt x="3094648" y="1326459"/>
                    </a:lnTo>
                    <a:lnTo>
                      <a:pt x="3095283" y="1327729"/>
                    </a:lnTo>
                    <a:lnTo>
                      <a:pt x="3095283" y="1328363"/>
                    </a:lnTo>
                    <a:lnTo>
                      <a:pt x="3095283" y="1328998"/>
                    </a:lnTo>
                    <a:lnTo>
                      <a:pt x="3095918" y="1329633"/>
                    </a:lnTo>
                    <a:lnTo>
                      <a:pt x="3095918" y="1330267"/>
                    </a:lnTo>
                    <a:lnTo>
                      <a:pt x="3095918" y="1330902"/>
                    </a:lnTo>
                    <a:lnTo>
                      <a:pt x="3095918" y="1331537"/>
                    </a:lnTo>
                    <a:lnTo>
                      <a:pt x="3095283" y="1332806"/>
                    </a:lnTo>
                    <a:lnTo>
                      <a:pt x="3095283" y="1333441"/>
                    </a:lnTo>
                    <a:lnTo>
                      <a:pt x="3095283" y="1334710"/>
                    </a:lnTo>
                    <a:lnTo>
                      <a:pt x="3095283" y="1335345"/>
                    </a:lnTo>
                    <a:lnTo>
                      <a:pt x="3095283" y="1335979"/>
                    </a:lnTo>
                    <a:lnTo>
                      <a:pt x="3093379" y="1338518"/>
                    </a:lnTo>
                    <a:lnTo>
                      <a:pt x="3092744" y="1339153"/>
                    </a:lnTo>
                    <a:lnTo>
                      <a:pt x="3092744" y="1340422"/>
                    </a:lnTo>
                    <a:lnTo>
                      <a:pt x="3094014" y="1339787"/>
                    </a:lnTo>
                    <a:lnTo>
                      <a:pt x="3095283" y="1339787"/>
                    </a:lnTo>
                    <a:lnTo>
                      <a:pt x="3097822" y="1340422"/>
                    </a:lnTo>
                    <a:lnTo>
                      <a:pt x="3100360" y="1340422"/>
                    </a:lnTo>
                    <a:lnTo>
                      <a:pt x="3100995" y="1341057"/>
                    </a:lnTo>
                    <a:lnTo>
                      <a:pt x="3100995" y="1342326"/>
                    </a:lnTo>
                    <a:lnTo>
                      <a:pt x="3100360" y="1342961"/>
                    </a:lnTo>
                    <a:lnTo>
                      <a:pt x="3093379" y="1342961"/>
                    </a:lnTo>
                    <a:lnTo>
                      <a:pt x="3090840" y="1343595"/>
                    </a:lnTo>
                    <a:lnTo>
                      <a:pt x="3090206" y="1344230"/>
                    </a:lnTo>
                    <a:lnTo>
                      <a:pt x="3089571" y="1344865"/>
                    </a:lnTo>
                    <a:lnTo>
                      <a:pt x="3090206" y="1345499"/>
                    </a:lnTo>
                    <a:lnTo>
                      <a:pt x="3092110" y="1347404"/>
                    </a:lnTo>
                    <a:lnTo>
                      <a:pt x="3092744" y="1348673"/>
                    </a:lnTo>
                    <a:lnTo>
                      <a:pt x="3097187" y="1350577"/>
                    </a:lnTo>
                    <a:lnTo>
                      <a:pt x="3100360" y="1354385"/>
                    </a:lnTo>
                    <a:lnTo>
                      <a:pt x="3100995" y="1355019"/>
                    </a:lnTo>
                    <a:lnTo>
                      <a:pt x="3102264" y="1354385"/>
                    </a:lnTo>
                    <a:lnTo>
                      <a:pt x="3103534" y="1353115"/>
                    </a:lnTo>
                    <a:lnTo>
                      <a:pt x="3104803" y="1352481"/>
                    </a:lnTo>
                    <a:lnTo>
                      <a:pt x="3106707" y="1352481"/>
                    </a:lnTo>
                    <a:lnTo>
                      <a:pt x="3107976" y="1352481"/>
                    </a:lnTo>
                    <a:lnTo>
                      <a:pt x="3112419" y="1350577"/>
                    </a:lnTo>
                    <a:lnTo>
                      <a:pt x="3112419" y="1355654"/>
                    </a:lnTo>
                    <a:lnTo>
                      <a:pt x="3112419" y="1356289"/>
                    </a:lnTo>
                    <a:lnTo>
                      <a:pt x="3111784" y="1356924"/>
                    </a:lnTo>
                    <a:lnTo>
                      <a:pt x="3111150" y="1358193"/>
                    </a:lnTo>
                    <a:lnTo>
                      <a:pt x="3110515" y="1359462"/>
                    </a:lnTo>
                    <a:lnTo>
                      <a:pt x="3111150" y="1360731"/>
                    </a:lnTo>
                    <a:lnTo>
                      <a:pt x="3112419" y="1361366"/>
                    </a:lnTo>
                    <a:lnTo>
                      <a:pt x="3113054" y="1360731"/>
                    </a:lnTo>
                    <a:lnTo>
                      <a:pt x="3114323" y="1358193"/>
                    </a:lnTo>
                    <a:lnTo>
                      <a:pt x="3114958" y="1356924"/>
                    </a:lnTo>
                    <a:lnTo>
                      <a:pt x="3116227" y="1356289"/>
                    </a:lnTo>
                    <a:lnTo>
                      <a:pt x="3117496" y="1356289"/>
                    </a:lnTo>
                    <a:lnTo>
                      <a:pt x="3118766" y="1356289"/>
                    </a:lnTo>
                    <a:lnTo>
                      <a:pt x="3118766" y="1356924"/>
                    </a:lnTo>
                    <a:lnTo>
                      <a:pt x="3116862" y="1357558"/>
                    </a:lnTo>
                    <a:lnTo>
                      <a:pt x="3114958" y="1359462"/>
                    </a:lnTo>
                    <a:lnTo>
                      <a:pt x="3114323" y="1362001"/>
                    </a:lnTo>
                    <a:lnTo>
                      <a:pt x="3115592" y="1365809"/>
                    </a:lnTo>
                    <a:lnTo>
                      <a:pt x="3118131" y="1368348"/>
                    </a:lnTo>
                    <a:lnTo>
                      <a:pt x="3120670" y="1369617"/>
                    </a:lnTo>
                    <a:lnTo>
                      <a:pt x="3123208" y="1369617"/>
                    </a:lnTo>
                    <a:lnTo>
                      <a:pt x="3125747" y="1368982"/>
                    </a:lnTo>
                    <a:lnTo>
                      <a:pt x="3127651" y="1367713"/>
                    </a:lnTo>
                    <a:lnTo>
                      <a:pt x="3128921" y="1367713"/>
                    </a:lnTo>
                    <a:lnTo>
                      <a:pt x="3130190" y="1369617"/>
                    </a:lnTo>
                    <a:lnTo>
                      <a:pt x="3130190" y="1370252"/>
                    </a:lnTo>
                    <a:lnTo>
                      <a:pt x="3128286" y="1370886"/>
                    </a:lnTo>
                    <a:lnTo>
                      <a:pt x="3127016" y="1372155"/>
                    </a:lnTo>
                    <a:lnTo>
                      <a:pt x="3125747" y="1372790"/>
                    </a:lnTo>
                    <a:lnTo>
                      <a:pt x="3125747" y="1373425"/>
                    </a:lnTo>
                    <a:lnTo>
                      <a:pt x="3125747" y="1374059"/>
                    </a:lnTo>
                    <a:lnTo>
                      <a:pt x="3125113" y="1375329"/>
                    </a:lnTo>
                    <a:lnTo>
                      <a:pt x="3125113" y="1375964"/>
                    </a:lnTo>
                    <a:lnTo>
                      <a:pt x="3123843" y="1376598"/>
                    </a:lnTo>
                    <a:lnTo>
                      <a:pt x="3122574" y="1377233"/>
                    </a:lnTo>
                    <a:lnTo>
                      <a:pt x="3121939" y="1378502"/>
                    </a:lnTo>
                    <a:lnTo>
                      <a:pt x="3121939" y="1380406"/>
                    </a:lnTo>
                    <a:lnTo>
                      <a:pt x="3121939" y="1381675"/>
                    </a:lnTo>
                    <a:lnTo>
                      <a:pt x="3121939" y="1382310"/>
                    </a:lnTo>
                    <a:lnTo>
                      <a:pt x="3121939" y="1382310"/>
                    </a:lnTo>
                    <a:lnTo>
                      <a:pt x="3123208" y="1382310"/>
                    </a:lnTo>
                    <a:lnTo>
                      <a:pt x="3124478" y="1382945"/>
                    </a:lnTo>
                    <a:lnTo>
                      <a:pt x="3125747" y="1383579"/>
                    </a:lnTo>
                    <a:lnTo>
                      <a:pt x="3127016" y="1384849"/>
                    </a:lnTo>
                    <a:lnTo>
                      <a:pt x="3127651" y="1386118"/>
                    </a:lnTo>
                    <a:lnTo>
                      <a:pt x="3127016" y="1386753"/>
                    </a:lnTo>
                    <a:lnTo>
                      <a:pt x="3125747" y="1386753"/>
                    </a:lnTo>
                    <a:lnTo>
                      <a:pt x="3125113" y="1388022"/>
                    </a:lnTo>
                    <a:lnTo>
                      <a:pt x="3123843" y="1387388"/>
                    </a:lnTo>
                    <a:lnTo>
                      <a:pt x="3123843" y="1388657"/>
                    </a:lnTo>
                    <a:lnTo>
                      <a:pt x="3125113" y="1393099"/>
                    </a:lnTo>
                    <a:lnTo>
                      <a:pt x="3125747" y="1393099"/>
                    </a:lnTo>
                    <a:lnTo>
                      <a:pt x="3127016" y="1392465"/>
                    </a:lnTo>
                    <a:lnTo>
                      <a:pt x="3128286" y="1392465"/>
                    </a:lnTo>
                    <a:lnTo>
                      <a:pt x="3128286" y="1395004"/>
                    </a:lnTo>
                    <a:lnTo>
                      <a:pt x="3131459" y="1395004"/>
                    </a:lnTo>
                    <a:lnTo>
                      <a:pt x="3135902" y="1389926"/>
                    </a:lnTo>
                    <a:lnTo>
                      <a:pt x="3138441" y="1388657"/>
                    </a:lnTo>
                    <a:lnTo>
                      <a:pt x="3138441" y="1389926"/>
                    </a:lnTo>
                    <a:lnTo>
                      <a:pt x="3138441" y="1390561"/>
                    </a:lnTo>
                    <a:lnTo>
                      <a:pt x="3137806" y="1391196"/>
                    </a:lnTo>
                    <a:lnTo>
                      <a:pt x="3137171" y="1391830"/>
                    </a:lnTo>
                    <a:lnTo>
                      <a:pt x="3137171" y="1393099"/>
                    </a:lnTo>
                    <a:lnTo>
                      <a:pt x="3137171" y="1393734"/>
                    </a:lnTo>
                    <a:lnTo>
                      <a:pt x="3138441" y="1396908"/>
                    </a:lnTo>
                    <a:lnTo>
                      <a:pt x="3139075" y="1397542"/>
                    </a:lnTo>
                    <a:lnTo>
                      <a:pt x="3139075" y="1398177"/>
                    </a:lnTo>
                    <a:lnTo>
                      <a:pt x="3137171" y="1399446"/>
                    </a:lnTo>
                    <a:lnTo>
                      <a:pt x="3137171" y="1400081"/>
                    </a:lnTo>
                    <a:lnTo>
                      <a:pt x="3137806" y="1400716"/>
                    </a:lnTo>
                    <a:lnTo>
                      <a:pt x="3138441" y="1401985"/>
                    </a:lnTo>
                    <a:lnTo>
                      <a:pt x="3138441" y="1402619"/>
                    </a:lnTo>
                    <a:lnTo>
                      <a:pt x="3137806" y="1403254"/>
                    </a:lnTo>
                    <a:lnTo>
                      <a:pt x="3137806" y="1403889"/>
                    </a:lnTo>
                    <a:lnTo>
                      <a:pt x="3138441" y="1405158"/>
                    </a:lnTo>
                    <a:lnTo>
                      <a:pt x="3139710" y="1405793"/>
                    </a:lnTo>
                    <a:lnTo>
                      <a:pt x="3140345" y="1405158"/>
                    </a:lnTo>
                    <a:lnTo>
                      <a:pt x="3140979" y="1404524"/>
                    </a:lnTo>
                    <a:lnTo>
                      <a:pt x="3142248" y="1403254"/>
                    </a:lnTo>
                    <a:lnTo>
                      <a:pt x="3145422" y="1395004"/>
                    </a:lnTo>
                    <a:lnTo>
                      <a:pt x="3145422" y="1394369"/>
                    </a:lnTo>
                    <a:lnTo>
                      <a:pt x="3145422" y="1393734"/>
                    </a:lnTo>
                    <a:lnTo>
                      <a:pt x="3146691" y="1393734"/>
                    </a:lnTo>
                    <a:lnTo>
                      <a:pt x="3147961" y="1394369"/>
                    </a:lnTo>
                    <a:lnTo>
                      <a:pt x="3148595" y="1395004"/>
                    </a:lnTo>
                    <a:lnTo>
                      <a:pt x="3147961" y="1396908"/>
                    </a:lnTo>
                    <a:lnTo>
                      <a:pt x="3145422" y="1401350"/>
                    </a:lnTo>
                    <a:lnTo>
                      <a:pt x="3144787" y="1403254"/>
                    </a:lnTo>
                    <a:lnTo>
                      <a:pt x="3144787" y="1405158"/>
                    </a:lnTo>
                    <a:lnTo>
                      <a:pt x="3144787" y="1407062"/>
                    </a:lnTo>
                    <a:lnTo>
                      <a:pt x="3145422" y="1408966"/>
                    </a:lnTo>
                    <a:lnTo>
                      <a:pt x="3146057" y="1411505"/>
                    </a:lnTo>
                    <a:lnTo>
                      <a:pt x="3147326" y="1412774"/>
                    </a:lnTo>
                    <a:lnTo>
                      <a:pt x="3148595" y="1412774"/>
                    </a:lnTo>
                    <a:lnTo>
                      <a:pt x="3149865" y="1411505"/>
                    </a:lnTo>
                    <a:lnTo>
                      <a:pt x="3150499" y="1410236"/>
                    </a:lnTo>
                    <a:lnTo>
                      <a:pt x="3151134" y="1408332"/>
                    </a:lnTo>
                    <a:lnTo>
                      <a:pt x="3151769" y="1406428"/>
                    </a:lnTo>
                    <a:lnTo>
                      <a:pt x="3151134" y="1401350"/>
                    </a:lnTo>
                    <a:lnTo>
                      <a:pt x="3151769" y="1399446"/>
                    </a:lnTo>
                    <a:lnTo>
                      <a:pt x="3153038" y="1398177"/>
                    </a:lnTo>
                    <a:lnTo>
                      <a:pt x="3154942" y="1398177"/>
                    </a:lnTo>
                    <a:lnTo>
                      <a:pt x="3154307" y="1399446"/>
                    </a:lnTo>
                    <a:lnTo>
                      <a:pt x="3153673" y="1400081"/>
                    </a:lnTo>
                    <a:lnTo>
                      <a:pt x="3153673" y="1401350"/>
                    </a:lnTo>
                    <a:lnTo>
                      <a:pt x="3154307" y="1404524"/>
                    </a:lnTo>
                    <a:lnTo>
                      <a:pt x="3154942" y="1406428"/>
                    </a:lnTo>
                    <a:lnTo>
                      <a:pt x="3155577" y="1407697"/>
                    </a:lnTo>
                    <a:lnTo>
                      <a:pt x="3156846" y="1407697"/>
                    </a:lnTo>
                    <a:lnTo>
                      <a:pt x="3157481" y="1407062"/>
                    </a:lnTo>
                    <a:lnTo>
                      <a:pt x="3158115" y="1405793"/>
                    </a:lnTo>
                    <a:lnTo>
                      <a:pt x="3158750" y="1403254"/>
                    </a:lnTo>
                    <a:lnTo>
                      <a:pt x="3159385" y="1401350"/>
                    </a:lnTo>
                    <a:lnTo>
                      <a:pt x="3160019" y="1400081"/>
                    </a:lnTo>
                    <a:lnTo>
                      <a:pt x="3160654" y="1399446"/>
                    </a:lnTo>
                    <a:lnTo>
                      <a:pt x="3161923" y="1398812"/>
                    </a:lnTo>
                    <a:lnTo>
                      <a:pt x="3160019" y="1403889"/>
                    </a:lnTo>
                    <a:lnTo>
                      <a:pt x="3159385" y="1407062"/>
                    </a:lnTo>
                    <a:lnTo>
                      <a:pt x="3159385" y="1409601"/>
                    </a:lnTo>
                    <a:lnTo>
                      <a:pt x="3159385" y="1410871"/>
                    </a:lnTo>
                    <a:lnTo>
                      <a:pt x="3156211" y="1411505"/>
                    </a:lnTo>
                    <a:lnTo>
                      <a:pt x="3154942" y="1412140"/>
                    </a:lnTo>
                    <a:lnTo>
                      <a:pt x="3154307" y="1413409"/>
                    </a:lnTo>
                    <a:lnTo>
                      <a:pt x="3154307" y="1414044"/>
                    </a:lnTo>
                    <a:lnTo>
                      <a:pt x="3154942" y="1414678"/>
                    </a:lnTo>
                    <a:lnTo>
                      <a:pt x="3156211" y="1415313"/>
                    </a:lnTo>
                    <a:lnTo>
                      <a:pt x="3156211" y="1415948"/>
                    </a:lnTo>
                    <a:lnTo>
                      <a:pt x="3155577" y="1416582"/>
                    </a:lnTo>
                    <a:lnTo>
                      <a:pt x="3154942" y="1417217"/>
                    </a:lnTo>
                    <a:lnTo>
                      <a:pt x="3154307" y="1417217"/>
                    </a:lnTo>
                    <a:lnTo>
                      <a:pt x="3155577" y="1418486"/>
                    </a:lnTo>
                    <a:lnTo>
                      <a:pt x="3156846" y="1419756"/>
                    </a:lnTo>
                    <a:lnTo>
                      <a:pt x="3158115" y="1421660"/>
                    </a:lnTo>
                    <a:lnTo>
                      <a:pt x="3158750" y="1423564"/>
                    </a:lnTo>
                    <a:lnTo>
                      <a:pt x="3163193" y="1428006"/>
                    </a:lnTo>
                    <a:lnTo>
                      <a:pt x="3163827" y="1428641"/>
                    </a:lnTo>
                    <a:lnTo>
                      <a:pt x="3164462" y="1430545"/>
                    </a:lnTo>
                    <a:lnTo>
                      <a:pt x="3165097" y="1431815"/>
                    </a:lnTo>
                    <a:lnTo>
                      <a:pt x="3165731" y="1432449"/>
                    </a:lnTo>
                    <a:lnTo>
                      <a:pt x="3166366" y="1432449"/>
                    </a:lnTo>
                    <a:lnTo>
                      <a:pt x="3167635" y="1433718"/>
                    </a:lnTo>
                    <a:lnTo>
                      <a:pt x="3168270" y="1434353"/>
                    </a:lnTo>
                    <a:lnTo>
                      <a:pt x="3169539" y="1436892"/>
                    </a:lnTo>
                    <a:lnTo>
                      <a:pt x="3170809" y="1436892"/>
                    </a:lnTo>
                    <a:lnTo>
                      <a:pt x="3172078" y="1436257"/>
                    </a:lnTo>
                    <a:lnTo>
                      <a:pt x="3173347" y="1436257"/>
                    </a:lnTo>
                    <a:lnTo>
                      <a:pt x="3173982" y="1438161"/>
                    </a:lnTo>
                    <a:lnTo>
                      <a:pt x="3173982" y="1439431"/>
                    </a:lnTo>
                    <a:lnTo>
                      <a:pt x="3174617" y="1440065"/>
                    </a:lnTo>
                    <a:lnTo>
                      <a:pt x="3175251" y="1440065"/>
                    </a:lnTo>
                    <a:lnTo>
                      <a:pt x="3175886" y="1440065"/>
                    </a:lnTo>
                    <a:lnTo>
                      <a:pt x="3176521" y="1440065"/>
                    </a:lnTo>
                    <a:lnTo>
                      <a:pt x="3177155" y="1440700"/>
                    </a:lnTo>
                    <a:lnTo>
                      <a:pt x="3177790" y="1442604"/>
                    </a:lnTo>
                    <a:lnTo>
                      <a:pt x="3178425" y="1443873"/>
                    </a:lnTo>
                    <a:lnTo>
                      <a:pt x="3179694" y="1444508"/>
                    </a:lnTo>
                    <a:lnTo>
                      <a:pt x="3180963" y="1444508"/>
                    </a:lnTo>
                    <a:lnTo>
                      <a:pt x="3180329" y="1446412"/>
                    </a:lnTo>
                    <a:lnTo>
                      <a:pt x="3181598" y="1446412"/>
                    </a:lnTo>
                    <a:lnTo>
                      <a:pt x="3182233" y="1446412"/>
                    </a:lnTo>
                    <a:lnTo>
                      <a:pt x="3183502" y="1445142"/>
                    </a:lnTo>
                    <a:lnTo>
                      <a:pt x="3183502" y="1444508"/>
                    </a:lnTo>
                    <a:lnTo>
                      <a:pt x="3183502" y="1443873"/>
                    </a:lnTo>
                    <a:lnTo>
                      <a:pt x="3183502" y="1443238"/>
                    </a:lnTo>
                    <a:lnTo>
                      <a:pt x="3184137" y="1443238"/>
                    </a:lnTo>
                    <a:lnTo>
                      <a:pt x="3184771" y="1443873"/>
                    </a:lnTo>
                    <a:lnTo>
                      <a:pt x="3185406" y="1443873"/>
                    </a:lnTo>
                    <a:lnTo>
                      <a:pt x="3185406" y="1445142"/>
                    </a:lnTo>
                    <a:lnTo>
                      <a:pt x="3185406" y="1447681"/>
                    </a:lnTo>
                    <a:lnTo>
                      <a:pt x="3186675" y="1448316"/>
                    </a:lnTo>
                    <a:lnTo>
                      <a:pt x="3187310" y="1447681"/>
                    </a:lnTo>
                    <a:lnTo>
                      <a:pt x="3187310" y="1443873"/>
                    </a:lnTo>
                    <a:lnTo>
                      <a:pt x="3183502" y="1443238"/>
                    </a:lnTo>
                    <a:close/>
                    <a:moveTo>
                      <a:pt x="2570411" y="1170331"/>
                    </a:moveTo>
                    <a:lnTo>
                      <a:pt x="2568507" y="1170965"/>
                    </a:lnTo>
                    <a:lnTo>
                      <a:pt x="2565969" y="1174139"/>
                    </a:lnTo>
                    <a:lnTo>
                      <a:pt x="2563430" y="1176677"/>
                    </a:lnTo>
                    <a:lnTo>
                      <a:pt x="2560891" y="1182390"/>
                    </a:lnTo>
                    <a:lnTo>
                      <a:pt x="2559622" y="1183024"/>
                    </a:lnTo>
                    <a:lnTo>
                      <a:pt x="2558987" y="1184293"/>
                    </a:lnTo>
                    <a:lnTo>
                      <a:pt x="2557083" y="1191275"/>
                    </a:lnTo>
                    <a:lnTo>
                      <a:pt x="2558353" y="1190640"/>
                    </a:lnTo>
                    <a:lnTo>
                      <a:pt x="2559622" y="1189371"/>
                    </a:lnTo>
                    <a:lnTo>
                      <a:pt x="2565334" y="1180485"/>
                    </a:lnTo>
                    <a:lnTo>
                      <a:pt x="2565969" y="1179216"/>
                    </a:lnTo>
                    <a:lnTo>
                      <a:pt x="2565969" y="1177947"/>
                    </a:lnTo>
                    <a:lnTo>
                      <a:pt x="2566603" y="1177312"/>
                    </a:lnTo>
                    <a:lnTo>
                      <a:pt x="2567873" y="1176677"/>
                    </a:lnTo>
                    <a:lnTo>
                      <a:pt x="2574219" y="1169696"/>
                    </a:lnTo>
                    <a:lnTo>
                      <a:pt x="2574854" y="1169696"/>
                    </a:lnTo>
                    <a:lnTo>
                      <a:pt x="2575489" y="1169061"/>
                    </a:lnTo>
                    <a:lnTo>
                      <a:pt x="2575489" y="1168427"/>
                    </a:lnTo>
                    <a:lnTo>
                      <a:pt x="2575489" y="1167157"/>
                    </a:lnTo>
                    <a:lnTo>
                      <a:pt x="2573585" y="1167792"/>
                    </a:lnTo>
                    <a:lnTo>
                      <a:pt x="2570411" y="1170331"/>
                    </a:lnTo>
                    <a:close/>
                    <a:moveTo>
                      <a:pt x="2520907" y="1141771"/>
                    </a:moveTo>
                    <a:lnTo>
                      <a:pt x="2522177" y="1142405"/>
                    </a:lnTo>
                    <a:lnTo>
                      <a:pt x="2522811" y="1142405"/>
                    </a:lnTo>
                    <a:lnTo>
                      <a:pt x="2523446" y="1141771"/>
                    </a:lnTo>
                    <a:lnTo>
                      <a:pt x="2523446" y="1140501"/>
                    </a:lnTo>
                    <a:lnTo>
                      <a:pt x="2522811" y="1137328"/>
                    </a:lnTo>
                    <a:lnTo>
                      <a:pt x="2522811" y="1135424"/>
                    </a:lnTo>
                    <a:lnTo>
                      <a:pt x="2523446" y="1133520"/>
                    </a:lnTo>
                    <a:lnTo>
                      <a:pt x="2523446" y="1132250"/>
                    </a:lnTo>
                    <a:lnTo>
                      <a:pt x="2522811" y="1130981"/>
                    </a:lnTo>
                    <a:lnTo>
                      <a:pt x="2521542" y="1131616"/>
                    </a:lnTo>
                    <a:lnTo>
                      <a:pt x="2519003" y="1134789"/>
                    </a:lnTo>
                    <a:lnTo>
                      <a:pt x="2513926" y="1139867"/>
                    </a:lnTo>
                    <a:lnTo>
                      <a:pt x="2513926" y="1140501"/>
                    </a:lnTo>
                    <a:lnTo>
                      <a:pt x="2515195" y="1140501"/>
                    </a:lnTo>
                    <a:lnTo>
                      <a:pt x="2517099" y="1141771"/>
                    </a:lnTo>
                    <a:lnTo>
                      <a:pt x="2518368" y="1141771"/>
                    </a:lnTo>
                    <a:lnTo>
                      <a:pt x="2519003" y="1141771"/>
                    </a:lnTo>
                    <a:lnTo>
                      <a:pt x="2520272" y="1141136"/>
                    </a:lnTo>
                    <a:lnTo>
                      <a:pt x="2520907" y="1141136"/>
                    </a:lnTo>
                    <a:close/>
                    <a:moveTo>
                      <a:pt x="2407301" y="1157003"/>
                    </a:moveTo>
                    <a:lnTo>
                      <a:pt x="2403493" y="1160176"/>
                    </a:lnTo>
                    <a:lnTo>
                      <a:pt x="2402859" y="1160176"/>
                    </a:lnTo>
                    <a:lnTo>
                      <a:pt x="2402859" y="1160176"/>
                    </a:lnTo>
                    <a:lnTo>
                      <a:pt x="2402224" y="1160811"/>
                    </a:lnTo>
                    <a:lnTo>
                      <a:pt x="2400955" y="1161445"/>
                    </a:lnTo>
                    <a:lnTo>
                      <a:pt x="2400320" y="1162080"/>
                    </a:lnTo>
                    <a:lnTo>
                      <a:pt x="2400955" y="1162715"/>
                    </a:lnTo>
                    <a:lnTo>
                      <a:pt x="2400955" y="1164618"/>
                    </a:lnTo>
                    <a:lnTo>
                      <a:pt x="2400955" y="1165253"/>
                    </a:lnTo>
                    <a:lnTo>
                      <a:pt x="2402224" y="1165253"/>
                    </a:lnTo>
                    <a:lnTo>
                      <a:pt x="2407301" y="1161445"/>
                    </a:lnTo>
                    <a:lnTo>
                      <a:pt x="2408571" y="1160176"/>
                    </a:lnTo>
                    <a:lnTo>
                      <a:pt x="2408571" y="1158907"/>
                    </a:lnTo>
                    <a:lnTo>
                      <a:pt x="2408571" y="1157637"/>
                    </a:lnTo>
                    <a:lnTo>
                      <a:pt x="2407301" y="1157003"/>
                    </a:lnTo>
                    <a:lnTo>
                      <a:pt x="2407301" y="1157003"/>
                    </a:lnTo>
                    <a:close/>
                    <a:moveTo>
                      <a:pt x="2429515" y="1090997"/>
                    </a:moveTo>
                    <a:lnTo>
                      <a:pt x="2429515" y="1090997"/>
                    </a:lnTo>
                    <a:lnTo>
                      <a:pt x="2429515" y="1090997"/>
                    </a:lnTo>
                    <a:lnTo>
                      <a:pt x="2428880" y="1090997"/>
                    </a:lnTo>
                    <a:lnTo>
                      <a:pt x="2428880" y="1091631"/>
                    </a:lnTo>
                    <a:lnTo>
                      <a:pt x="2429515" y="1091631"/>
                    </a:lnTo>
                    <a:lnTo>
                      <a:pt x="2430149" y="1091631"/>
                    </a:lnTo>
                    <a:lnTo>
                      <a:pt x="2430149" y="1092266"/>
                    </a:lnTo>
                    <a:lnTo>
                      <a:pt x="2430149" y="1092901"/>
                    </a:lnTo>
                    <a:lnTo>
                      <a:pt x="2430149" y="1092901"/>
                    </a:lnTo>
                    <a:lnTo>
                      <a:pt x="2430149" y="1092266"/>
                    </a:lnTo>
                    <a:lnTo>
                      <a:pt x="2430149" y="1092266"/>
                    </a:lnTo>
                    <a:lnTo>
                      <a:pt x="2430149" y="1091631"/>
                    </a:lnTo>
                    <a:lnTo>
                      <a:pt x="2429515" y="1090997"/>
                    </a:lnTo>
                    <a:lnTo>
                      <a:pt x="2429515" y="1090997"/>
                    </a:lnTo>
                    <a:close/>
                    <a:moveTo>
                      <a:pt x="2384453" y="1188101"/>
                    </a:moveTo>
                    <a:lnTo>
                      <a:pt x="2385088" y="1185563"/>
                    </a:lnTo>
                    <a:lnTo>
                      <a:pt x="2385088" y="1183659"/>
                    </a:lnTo>
                    <a:lnTo>
                      <a:pt x="2384453" y="1183024"/>
                    </a:lnTo>
                    <a:lnTo>
                      <a:pt x="2383818" y="1183024"/>
                    </a:lnTo>
                    <a:lnTo>
                      <a:pt x="2383184" y="1183024"/>
                    </a:lnTo>
                    <a:lnTo>
                      <a:pt x="2382549" y="1183659"/>
                    </a:lnTo>
                    <a:lnTo>
                      <a:pt x="2381915" y="1184293"/>
                    </a:lnTo>
                    <a:lnTo>
                      <a:pt x="2379376" y="1188736"/>
                    </a:lnTo>
                    <a:lnTo>
                      <a:pt x="2376203" y="1192544"/>
                    </a:lnTo>
                    <a:lnTo>
                      <a:pt x="2374933" y="1195083"/>
                    </a:lnTo>
                    <a:lnTo>
                      <a:pt x="2374298" y="1196987"/>
                    </a:lnTo>
                    <a:lnTo>
                      <a:pt x="2374933" y="1197621"/>
                    </a:lnTo>
                    <a:lnTo>
                      <a:pt x="2377472" y="1196987"/>
                    </a:lnTo>
                    <a:lnTo>
                      <a:pt x="2379376" y="1195717"/>
                    </a:lnTo>
                    <a:lnTo>
                      <a:pt x="2381280" y="1193813"/>
                    </a:lnTo>
                    <a:lnTo>
                      <a:pt x="2382549" y="1191910"/>
                    </a:lnTo>
                    <a:lnTo>
                      <a:pt x="2384453" y="1188101"/>
                    </a:lnTo>
                    <a:close/>
                    <a:moveTo>
                      <a:pt x="2396512" y="1120192"/>
                    </a:moveTo>
                    <a:lnTo>
                      <a:pt x="2397781" y="1119557"/>
                    </a:lnTo>
                    <a:lnTo>
                      <a:pt x="2399051" y="1118923"/>
                    </a:lnTo>
                    <a:lnTo>
                      <a:pt x="2399051" y="1119557"/>
                    </a:lnTo>
                    <a:lnTo>
                      <a:pt x="2399051" y="1120192"/>
                    </a:lnTo>
                    <a:lnTo>
                      <a:pt x="2398416" y="1121461"/>
                    </a:lnTo>
                    <a:lnTo>
                      <a:pt x="2399685" y="1120827"/>
                    </a:lnTo>
                    <a:lnTo>
                      <a:pt x="2402224" y="1119557"/>
                    </a:lnTo>
                    <a:lnTo>
                      <a:pt x="2402859" y="1119557"/>
                    </a:lnTo>
                    <a:lnTo>
                      <a:pt x="2404128" y="1120192"/>
                    </a:lnTo>
                    <a:lnTo>
                      <a:pt x="2405397" y="1120192"/>
                    </a:lnTo>
                    <a:lnTo>
                      <a:pt x="2406032" y="1118923"/>
                    </a:lnTo>
                    <a:lnTo>
                      <a:pt x="2406667" y="1115749"/>
                    </a:lnTo>
                    <a:lnTo>
                      <a:pt x="2406032" y="1115749"/>
                    </a:lnTo>
                    <a:lnTo>
                      <a:pt x="2405397" y="1116384"/>
                    </a:lnTo>
                    <a:lnTo>
                      <a:pt x="2404763" y="1117018"/>
                    </a:lnTo>
                    <a:lnTo>
                      <a:pt x="2404128" y="1117653"/>
                    </a:lnTo>
                    <a:lnTo>
                      <a:pt x="2403493" y="1117653"/>
                    </a:lnTo>
                    <a:lnTo>
                      <a:pt x="2402859" y="1117018"/>
                    </a:lnTo>
                    <a:lnTo>
                      <a:pt x="2401589" y="1114480"/>
                    </a:lnTo>
                    <a:lnTo>
                      <a:pt x="2400955" y="1113845"/>
                    </a:lnTo>
                    <a:lnTo>
                      <a:pt x="2400320" y="1113210"/>
                    </a:lnTo>
                    <a:lnTo>
                      <a:pt x="2399685" y="1112576"/>
                    </a:lnTo>
                    <a:lnTo>
                      <a:pt x="2397781" y="1114480"/>
                    </a:lnTo>
                    <a:lnTo>
                      <a:pt x="2397147" y="1115114"/>
                    </a:lnTo>
                    <a:lnTo>
                      <a:pt x="2397781" y="1115114"/>
                    </a:lnTo>
                    <a:lnTo>
                      <a:pt x="2398416" y="1115114"/>
                    </a:lnTo>
                    <a:lnTo>
                      <a:pt x="2399051" y="1115749"/>
                    </a:lnTo>
                    <a:lnTo>
                      <a:pt x="2399051" y="1117018"/>
                    </a:lnTo>
                    <a:lnTo>
                      <a:pt x="2396512" y="1120192"/>
                    </a:lnTo>
                    <a:lnTo>
                      <a:pt x="2396512" y="1120192"/>
                    </a:lnTo>
                    <a:close/>
                    <a:moveTo>
                      <a:pt x="2471403" y="1240779"/>
                    </a:moveTo>
                    <a:lnTo>
                      <a:pt x="2470134" y="1243952"/>
                    </a:lnTo>
                    <a:lnTo>
                      <a:pt x="2470134" y="1245222"/>
                    </a:lnTo>
                    <a:lnTo>
                      <a:pt x="2471403" y="1245222"/>
                    </a:lnTo>
                    <a:lnTo>
                      <a:pt x="2472038" y="1243318"/>
                    </a:lnTo>
                    <a:lnTo>
                      <a:pt x="2472672" y="1240779"/>
                    </a:lnTo>
                    <a:lnTo>
                      <a:pt x="2471403" y="1240779"/>
                    </a:lnTo>
                    <a:lnTo>
                      <a:pt x="2471403" y="1240779"/>
                    </a:lnTo>
                    <a:close/>
                    <a:moveTo>
                      <a:pt x="2421899" y="1157637"/>
                    </a:moveTo>
                    <a:lnTo>
                      <a:pt x="2420629" y="1157003"/>
                    </a:lnTo>
                    <a:lnTo>
                      <a:pt x="2424437" y="1151925"/>
                    </a:lnTo>
                    <a:lnTo>
                      <a:pt x="2425072" y="1150021"/>
                    </a:lnTo>
                    <a:lnTo>
                      <a:pt x="2419360" y="1150656"/>
                    </a:lnTo>
                    <a:lnTo>
                      <a:pt x="2419360" y="1149387"/>
                    </a:lnTo>
                    <a:lnTo>
                      <a:pt x="2419360" y="1148752"/>
                    </a:lnTo>
                    <a:lnTo>
                      <a:pt x="2419995" y="1147483"/>
                    </a:lnTo>
                    <a:lnTo>
                      <a:pt x="2418725" y="1146848"/>
                    </a:lnTo>
                    <a:lnTo>
                      <a:pt x="2416821" y="1147483"/>
                    </a:lnTo>
                    <a:lnTo>
                      <a:pt x="2414917" y="1149387"/>
                    </a:lnTo>
                    <a:lnTo>
                      <a:pt x="2414283" y="1151925"/>
                    </a:lnTo>
                    <a:lnTo>
                      <a:pt x="2414283" y="1151925"/>
                    </a:lnTo>
                    <a:lnTo>
                      <a:pt x="2415552" y="1152560"/>
                    </a:lnTo>
                    <a:lnTo>
                      <a:pt x="2415552" y="1153194"/>
                    </a:lnTo>
                    <a:lnTo>
                      <a:pt x="2415552" y="1153829"/>
                    </a:lnTo>
                    <a:lnTo>
                      <a:pt x="2415552" y="1154464"/>
                    </a:lnTo>
                    <a:lnTo>
                      <a:pt x="2414917" y="1155098"/>
                    </a:lnTo>
                    <a:lnTo>
                      <a:pt x="2414917" y="1155733"/>
                    </a:lnTo>
                    <a:lnTo>
                      <a:pt x="2414917" y="1156368"/>
                    </a:lnTo>
                    <a:lnTo>
                      <a:pt x="2414917" y="1156368"/>
                    </a:lnTo>
                    <a:lnTo>
                      <a:pt x="2414917" y="1157003"/>
                    </a:lnTo>
                    <a:lnTo>
                      <a:pt x="2414917" y="1157637"/>
                    </a:lnTo>
                    <a:lnTo>
                      <a:pt x="2414917" y="1157637"/>
                    </a:lnTo>
                    <a:lnTo>
                      <a:pt x="2414917" y="1158272"/>
                    </a:lnTo>
                    <a:lnTo>
                      <a:pt x="2414917" y="1158907"/>
                    </a:lnTo>
                    <a:lnTo>
                      <a:pt x="2414917" y="1159541"/>
                    </a:lnTo>
                    <a:lnTo>
                      <a:pt x="2415552" y="1161445"/>
                    </a:lnTo>
                    <a:lnTo>
                      <a:pt x="2415552" y="1162715"/>
                    </a:lnTo>
                    <a:lnTo>
                      <a:pt x="2414283" y="1163349"/>
                    </a:lnTo>
                    <a:lnTo>
                      <a:pt x="2413648" y="1164618"/>
                    </a:lnTo>
                    <a:lnTo>
                      <a:pt x="2413013" y="1164618"/>
                    </a:lnTo>
                    <a:lnTo>
                      <a:pt x="2412379" y="1164618"/>
                    </a:lnTo>
                    <a:lnTo>
                      <a:pt x="2411109" y="1163984"/>
                    </a:lnTo>
                    <a:lnTo>
                      <a:pt x="2410475" y="1163984"/>
                    </a:lnTo>
                    <a:lnTo>
                      <a:pt x="2409840" y="1164618"/>
                    </a:lnTo>
                    <a:lnTo>
                      <a:pt x="2409205" y="1169061"/>
                    </a:lnTo>
                    <a:lnTo>
                      <a:pt x="2408571" y="1169696"/>
                    </a:lnTo>
                    <a:lnTo>
                      <a:pt x="2406667" y="1170965"/>
                    </a:lnTo>
                    <a:lnTo>
                      <a:pt x="2406032" y="1171600"/>
                    </a:lnTo>
                    <a:lnTo>
                      <a:pt x="2406667" y="1174139"/>
                    </a:lnTo>
                    <a:lnTo>
                      <a:pt x="2404763" y="1177312"/>
                    </a:lnTo>
                    <a:lnTo>
                      <a:pt x="2400320" y="1182390"/>
                    </a:lnTo>
                    <a:lnTo>
                      <a:pt x="2399685" y="1183659"/>
                    </a:lnTo>
                    <a:lnTo>
                      <a:pt x="2392704" y="1189371"/>
                    </a:lnTo>
                    <a:lnTo>
                      <a:pt x="2391435" y="1190640"/>
                    </a:lnTo>
                    <a:lnTo>
                      <a:pt x="2392704" y="1191910"/>
                    </a:lnTo>
                    <a:lnTo>
                      <a:pt x="2393339" y="1192544"/>
                    </a:lnTo>
                    <a:lnTo>
                      <a:pt x="2393973" y="1193813"/>
                    </a:lnTo>
                    <a:lnTo>
                      <a:pt x="2392704" y="1195083"/>
                    </a:lnTo>
                    <a:lnTo>
                      <a:pt x="2389531" y="1196352"/>
                    </a:lnTo>
                    <a:lnTo>
                      <a:pt x="2388261" y="1197621"/>
                    </a:lnTo>
                    <a:lnTo>
                      <a:pt x="2386992" y="1200160"/>
                    </a:lnTo>
                    <a:lnTo>
                      <a:pt x="2387627" y="1200795"/>
                    </a:lnTo>
                    <a:lnTo>
                      <a:pt x="2389531" y="1200795"/>
                    </a:lnTo>
                    <a:lnTo>
                      <a:pt x="2390800" y="1201430"/>
                    </a:lnTo>
                    <a:lnTo>
                      <a:pt x="2389531" y="1203334"/>
                    </a:lnTo>
                    <a:lnTo>
                      <a:pt x="2388261" y="1204603"/>
                    </a:lnTo>
                    <a:lnTo>
                      <a:pt x="2386357" y="1205237"/>
                    </a:lnTo>
                    <a:lnTo>
                      <a:pt x="2384453" y="1205872"/>
                    </a:lnTo>
                    <a:lnTo>
                      <a:pt x="2383184" y="1207141"/>
                    </a:lnTo>
                    <a:lnTo>
                      <a:pt x="2383184" y="1209680"/>
                    </a:lnTo>
                    <a:lnTo>
                      <a:pt x="2383184" y="1212219"/>
                    </a:lnTo>
                    <a:lnTo>
                      <a:pt x="2382549" y="1213488"/>
                    </a:lnTo>
                    <a:lnTo>
                      <a:pt x="2382549" y="1214123"/>
                    </a:lnTo>
                    <a:lnTo>
                      <a:pt x="2384453" y="1214758"/>
                    </a:lnTo>
                    <a:lnTo>
                      <a:pt x="2385088" y="1214758"/>
                    </a:lnTo>
                    <a:lnTo>
                      <a:pt x="2386357" y="1214123"/>
                    </a:lnTo>
                    <a:lnTo>
                      <a:pt x="2388261" y="1212219"/>
                    </a:lnTo>
                    <a:lnTo>
                      <a:pt x="2392704" y="1210315"/>
                    </a:lnTo>
                    <a:lnTo>
                      <a:pt x="2394608" y="1210315"/>
                    </a:lnTo>
                    <a:lnTo>
                      <a:pt x="2395243" y="1210315"/>
                    </a:lnTo>
                    <a:lnTo>
                      <a:pt x="2395877" y="1205872"/>
                    </a:lnTo>
                    <a:lnTo>
                      <a:pt x="2397781" y="1205237"/>
                    </a:lnTo>
                    <a:lnTo>
                      <a:pt x="2402224" y="1205872"/>
                    </a:lnTo>
                    <a:lnTo>
                      <a:pt x="2403493" y="1205237"/>
                    </a:lnTo>
                    <a:lnTo>
                      <a:pt x="2404763" y="1203334"/>
                    </a:lnTo>
                    <a:lnTo>
                      <a:pt x="2405397" y="1201430"/>
                    </a:lnTo>
                    <a:lnTo>
                      <a:pt x="2404763" y="1199525"/>
                    </a:lnTo>
                    <a:lnTo>
                      <a:pt x="2403493" y="1198256"/>
                    </a:lnTo>
                    <a:lnTo>
                      <a:pt x="2402859" y="1197621"/>
                    </a:lnTo>
                    <a:lnTo>
                      <a:pt x="2402859" y="1196987"/>
                    </a:lnTo>
                    <a:lnTo>
                      <a:pt x="2402859" y="1196352"/>
                    </a:lnTo>
                    <a:lnTo>
                      <a:pt x="2404128" y="1193813"/>
                    </a:lnTo>
                    <a:lnTo>
                      <a:pt x="2405397" y="1192544"/>
                    </a:lnTo>
                    <a:lnTo>
                      <a:pt x="2408571" y="1192544"/>
                    </a:lnTo>
                    <a:lnTo>
                      <a:pt x="2409205" y="1190640"/>
                    </a:lnTo>
                    <a:lnTo>
                      <a:pt x="2408571" y="1190005"/>
                    </a:lnTo>
                    <a:lnTo>
                      <a:pt x="2407936" y="1189371"/>
                    </a:lnTo>
                    <a:lnTo>
                      <a:pt x="2407301" y="1188736"/>
                    </a:lnTo>
                    <a:lnTo>
                      <a:pt x="2407301" y="1187467"/>
                    </a:lnTo>
                    <a:lnTo>
                      <a:pt x="2409205" y="1183024"/>
                    </a:lnTo>
                    <a:lnTo>
                      <a:pt x="2413648" y="1176043"/>
                    </a:lnTo>
                    <a:lnTo>
                      <a:pt x="2424437" y="1163984"/>
                    </a:lnTo>
                    <a:lnTo>
                      <a:pt x="2426341" y="1160811"/>
                    </a:lnTo>
                    <a:lnTo>
                      <a:pt x="2427611" y="1157003"/>
                    </a:lnTo>
                    <a:lnTo>
                      <a:pt x="2427611" y="1156368"/>
                    </a:lnTo>
                    <a:lnTo>
                      <a:pt x="2427611" y="1155733"/>
                    </a:lnTo>
                    <a:lnTo>
                      <a:pt x="2427611" y="1155098"/>
                    </a:lnTo>
                    <a:lnTo>
                      <a:pt x="2427611" y="1155098"/>
                    </a:lnTo>
                    <a:lnTo>
                      <a:pt x="2427611" y="1154464"/>
                    </a:lnTo>
                    <a:lnTo>
                      <a:pt x="2421899" y="1157637"/>
                    </a:lnTo>
                    <a:close/>
                    <a:moveTo>
                      <a:pt x="2407936" y="1092266"/>
                    </a:moveTo>
                    <a:lnTo>
                      <a:pt x="2407936" y="1092266"/>
                    </a:lnTo>
                    <a:lnTo>
                      <a:pt x="2407301" y="1092901"/>
                    </a:lnTo>
                    <a:lnTo>
                      <a:pt x="2406667" y="1093536"/>
                    </a:lnTo>
                    <a:lnTo>
                      <a:pt x="2406032" y="1094170"/>
                    </a:lnTo>
                    <a:lnTo>
                      <a:pt x="2405397" y="1094805"/>
                    </a:lnTo>
                    <a:lnTo>
                      <a:pt x="2404763" y="1094805"/>
                    </a:lnTo>
                    <a:lnTo>
                      <a:pt x="2404128" y="1094805"/>
                    </a:lnTo>
                    <a:lnTo>
                      <a:pt x="2403493" y="1094805"/>
                    </a:lnTo>
                    <a:lnTo>
                      <a:pt x="2403493" y="1095440"/>
                    </a:lnTo>
                    <a:lnTo>
                      <a:pt x="2402859" y="1095440"/>
                    </a:lnTo>
                    <a:lnTo>
                      <a:pt x="2402224" y="1095440"/>
                    </a:lnTo>
                    <a:lnTo>
                      <a:pt x="2402224" y="1095440"/>
                    </a:lnTo>
                    <a:lnTo>
                      <a:pt x="2402859" y="1095440"/>
                    </a:lnTo>
                    <a:lnTo>
                      <a:pt x="2406032" y="1096074"/>
                    </a:lnTo>
                    <a:lnTo>
                      <a:pt x="2407301" y="1096074"/>
                    </a:lnTo>
                    <a:lnTo>
                      <a:pt x="2407936" y="1095440"/>
                    </a:lnTo>
                    <a:lnTo>
                      <a:pt x="2407936" y="1094805"/>
                    </a:lnTo>
                    <a:lnTo>
                      <a:pt x="2407936" y="1094805"/>
                    </a:lnTo>
                    <a:lnTo>
                      <a:pt x="2408571" y="1094805"/>
                    </a:lnTo>
                    <a:lnTo>
                      <a:pt x="2409840" y="1094805"/>
                    </a:lnTo>
                    <a:lnTo>
                      <a:pt x="2410475" y="1094805"/>
                    </a:lnTo>
                    <a:lnTo>
                      <a:pt x="2410475" y="1095440"/>
                    </a:lnTo>
                    <a:lnTo>
                      <a:pt x="2410475" y="1096074"/>
                    </a:lnTo>
                    <a:lnTo>
                      <a:pt x="2411109" y="1096709"/>
                    </a:lnTo>
                    <a:lnTo>
                      <a:pt x="2411744" y="1096709"/>
                    </a:lnTo>
                    <a:lnTo>
                      <a:pt x="2413013" y="1096709"/>
                    </a:lnTo>
                    <a:lnTo>
                      <a:pt x="2414917" y="1095440"/>
                    </a:lnTo>
                    <a:lnTo>
                      <a:pt x="2415552" y="1094170"/>
                    </a:lnTo>
                    <a:lnTo>
                      <a:pt x="2415552" y="1093536"/>
                    </a:lnTo>
                    <a:lnTo>
                      <a:pt x="2415552" y="1092901"/>
                    </a:lnTo>
                    <a:lnTo>
                      <a:pt x="2414917" y="1092266"/>
                    </a:lnTo>
                    <a:lnTo>
                      <a:pt x="2414917" y="1092266"/>
                    </a:lnTo>
                    <a:lnTo>
                      <a:pt x="2414917" y="1092266"/>
                    </a:lnTo>
                    <a:lnTo>
                      <a:pt x="2414917" y="1093536"/>
                    </a:lnTo>
                    <a:lnTo>
                      <a:pt x="2414917" y="1094170"/>
                    </a:lnTo>
                    <a:lnTo>
                      <a:pt x="2414283" y="1094170"/>
                    </a:lnTo>
                    <a:lnTo>
                      <a:pt x="2413648" y="1094805"/>
                    </a:lnTo>
                    <a:lnTo>
                      <a:pt x="2412379" y="1095440"/>
                    </a:lnTo>
                    <a:lnTo>
                      <a:pt x="2412379" y="1095440"/>
                    </a:lnTo>
                    <a:lnTo>
                      <a:pt x="2413648" y="1094170"/>
                    </a:lnTo>
                    <a:lnTo>
                      <a:pt x="2414283" y="1092901"/>
                    </a:lnTo>
                    <a:lnTo>
                      <a:pt x="2414283" y="1092266"/>
                    </a:lnTo>
                    <a:lnTo>
                      <a:pt x="2413648" y="1092901"/>
                    </a:lnTo>
                    <a:lnTo>
                      <a:pt x="2413013" y="1092901"/>
                    </a:lnTo>
                    <a:lnTo>
                      <a:pt x="2413013" y="1092266"/>
                    </a:lnTo>
                    <a:lnTo>
                      <a:pt x="2413013" y="1092266"/>
                    </a:lnTo>
                    <a:lnTo>
                      <a:pt x="2411744" y="1094170"/>
                    </a:lnTo>
                    <a:lnTo>
                      <a:pt x="2411109" y="1094170"/>
                    </a:lnTo>
                    <a:lnTo>
                      <a:pt x="2411109" y="1094170"/>
                    </a:lnTo>
                    <a:lnTo>
                      <a:pt x="2411109" y="1093536"/>
                    </a:lnTo>
                    <a:lnTo>
                      <a:pt x="2411109" y="1093536"/>
                    </a:lnTo>
                    <a:lnTo>
                      <a:pt x="2410475" y="1093536"/>
                    </a:lnTo>
                    <a:lnTo>
                      <a:pt x="2409840" y="1094170"/>
                    </a:lnTo>
                    <a:lnTo>
                      <a:pt x="2409205" y="1094805"/>
                    </a:lnTo>
                    <a:lnTo>
                      <a:pt x="2409205" y="1094805"/>
                    </a:lnTo>
                    <a:lnTo>
                      <a:pt x="2407936" y="1092266"/>
                    </a:lnTo>
                    <a:lnTo>
                      <a:pt x="2407936" y="1092266"/>
                    </a:lnTo>
                    <a:close/>
                    <a:moveTo>
                      <a:pt x="2503771" y="1145578"/>
                    </a:moveTo>
                    <a:lnTo>
                      <a:pt x="2502502" y="1146213"/>
                    </a:lnTo>
                    <a:lnTo>
                      <a:pt x="2500598" y="1146213"/>
                    </a:lnTo>
                    <a:lnTo>
                      <a:pt x="2499963" y="1146213"/>
                    </a:lnTo>
                    <a:lnTo>
                      <a:pt x="2499328" y="1146213"/>
                    </a:lnTo>
                    <a:lnTo>
                      <a:pt x="2499328" y="1145578"/>
                    </a:lnTo>
                    <a:lnTo>
                      <a:pt x="2499328" y="1145578"/>
                    </a:lnTo>
                    <a:lnTo>
                      <a:pt x="2499328" y="1145578"/>
                    </a:lnTo>
                    <a:lnTo>
                      <a:pt x="2499328" y="1144944"/>
                    </a:lnTo>
                    <a:lnTo>
                      <a:pt x="2498694" y="1143674"/>
                    </a:lnTo>
                    <a:lnTo>
                      <a:pt x="2498059" y="1143040"/>
                    </a:lnTo>
                    <a:lnTo>
                      <a:pt x="2497424" y="1142405"/>
                    </a:lnTo>
                    <a:lnTo>
                      <a:pt x="2496790" y="1141771"/>
                    </a:lnTo>
                    <a:lnTo>
                      <a:pt x="2496790" y="1142405"/>
                    </a:lnTo>
                    <a:lnTo>
                      <a:pt x="2497424" y="1143674"/>
                    </a:lnTo>
                    <a:lnTo>
                      <a:pt x="2498694" y="1144944"/>
                    </a:lnTo>
                    <a:lnTo>
                      <a:pt x="2498694" y="1145578"/>
                    </a:lnTo>
                    <a:lnTo>
                      <a:pt x="2498694" y="1146213"/>
                    </a:lnTo>
                    <a:lnTo>
                      <a:pt x="2498694" y="1146848"/>
                    </a:lnTo>
                    <a:lnTo>
                      <a:pt x="2499328" y="1147483"/>
                    </a:lnTo>
                    <a:lnTo>
                      <a:pt x="2499963" y="1147483"/>
                    </a:lnTo>
                    <a:lnTo>
                      <a:pt x="2501232" y="1148117"/>
                    </a:lnTo>
                    <a:lnTo>
                      <a:pt x="2503771" y="1145578"/>
                    </a:lnTo>
                    <a:lnTo>
                      <a:pt x="2504406" y="1145578"/>
                    </a:lnTo>
                    <a:lnTo>
                      <a:pt x="2504406" y="1144944"/>
                    </a:lnTo>
                    <a:lnTo>
                      <a:pt x="2503771" y="1145578"/>
                    </a:lnTo>
                    <a:close/>
                    <a:moveTo>
                      <a:pt x="2516465" y="1149387"/>
                    </a:moveTo>
                    <a:lnTo>
                      <a:pt x="2515195" y="1148752"/>
                    </a:lnTo>
                    <a:lnTo>
                      <a:pt x="2512656" y="1148117"/>
                    </a:lnTo>
                    <a:lnTo>
                      <a:pt x="2511387" y="1147483"/>
                    </a:lnTo>
                    <a:lnTo>
                      <a:pt x="2510752" y="1147483"/>
                    </a:lnTo>
                    <a:lnTo>
                      <a:pt x="2510752" y="1147483"/>
                    </a:lnTo>
                    <a:lnTo>
                      <a:pt x="2511387" y="1148117"/>
                    </a:lnTo>
                    <a:lnTo>
                      <a:pt x="2512022" y="1148117"/>
                    </a:lnTo>
                    <a:lnTo>
                      <a:pt x="2513926" y="1148752"/>
                    </a:lnTo>
                    <a:lnTo>
                      <a:pt x="2515830" y="1150021"/>
                    </a:lnTo>
                    <a:lnTo>
                      <a:pt x="2516465" y="1150656"/>
                    </a:lnTo>
                    <a:lnTo>
                      <a:pt x="2517099" y="1150656"/>
                    </a:lnTo>
                    <a:lnTo>
                      <a:pt x="2517734" y="1149387"/>
                    </a:lnTo>
                    <a:lnTo>
                      <a:pt x="2517099" y="1148752"/>
                    </a:lnTo>
                    <a:lnTo>
                      <a:pt x="2516465" y="1149387"/>
                    </a:lnTo>
                    <a:close/>
                    <a:moveTo>
                      <a:pt x="2490443" y="1141771"/>
                    </a:moveTo>
                    <a:lnTo>
                      <a:pt x="2490443" y="1141771"/>
                    </a:lnTo>
                    <a:lnTo>
                      <a:pt x="2490443" y="1141771"/>
                    </a:lnTo>
                    <a:lnTo>
                      <a:pt x="2490443" y="1141771"/>
                    </a:lnTo>
                    <a:lnTo>
                      <a:pt x="2490443" y="1141771"/>
                    </a:lnTo>
                    <a:lnTo>
                      <a:pt x="2490443" y="1141771"/>
                    </a:lnTo>
                    <a:close/>
                    <a:moveTo>
                      <a:pt x="2486635" y="1140501"/>
                    </a:moveTo>
                    <a:lnTo>
                      <a:pt x="2486635" y="1140501"/>
                    </a:lnTo>
                    <a:lnTo>
                      <a:pt x="2486635" y="1140501"/>
                    </a:lnTo>
                    <a:lnTo>
                      <a:pt x="2486635" y="1140501"/>
                    </a:lnTo>
                    <a:lnTo>
                      <a:pt x="2486635" y="1140501"/>
                    </a:lnTo>
                    <a:close/>
                    <a:moveTo>
                      <a:pt x="2481558" y="1122730"/>
                    </a:moveTo>
                    <a:lnTo>
                      <a:pt x="2485366" y="1118288"/>
                    </a:lnTo>
                    <a:lnTo>
                      <a:pt x="2486000" y="1117653"/>
                    </a:lnTo>
                    <a:lnTo>
                      <a:pt x="2486635" y="1117018"/>
                    </a:lnTo>
                    <a:lnTo>
                      <a:pt x="2486635" y="1116384"/>
                    </a:lnTo>
                    <a:lnTo>
                      <a:pt x="2486635" y="1115749"/>
                    </a:lnTo>
                    <a:lnTo>
                      <a:pt x="2486000" y="1115749"/>
                    </a:lnTo>
                    <a:lnTo>
                      <a:pt x="2484731" y="1115114"/>
                    </a:lnTo>
                    <a:lnTo>
                      <a:pt x="2485366" y="1115114"/>
                    </a:lnTo>
                    <a:lnTo>
                      <a:pt x="2486000" y="1113845"/>
                    </a:lnTo>
                    <a:lnTo>
                      <a:pt x="2485366" y="1113210"/>
                    </a:lnTo>
                    <a:lnTo>
                      <a:pt x="2483462" y="1115749"/>
                    </a:lnTo>
                    <a:lnTo>
                      <a:pt x="2480923" y="1117018"/>
                    </a:lnTo>
                    <a:lnTo>
                      <a:pt x="2475211" y="1118288"/>
                    </a:lnTo>
                    <a:lnTo>
                      <a:pt x="2475846" y="1118923"/>
                    </a:lnTo>
                    <a:lnTo>
                      <a:pt x="2475846" y="1119557"/>
                    </a:lnTo>
                    <a:lnTo>
                      <a:pt x="2476480" y="1119557"/>
                    </a:lnTo>
                    <a:lnTo>
                      <a:pt x="2476480" y="1120192"/>
                    </a:lnTo>
                    <a:lnTo>
                      <a:pt x="2472038" y="1121461"/>
                    </a:lnTo>
                    <a:lnTo>
                      <a:pt x="2467595" y="1124000"/>
                    </a:lnTo>
                    <a:lnTo>
                      <a:pt x="2468864" y="1125269"/>
                    </a:lnTo>
                    <a:lnTo>
                      <a:pt x="2469499" y="1125269"/>
                    </a:lnTo>
                    <a:lnTo>
                      <a:pt x="2468230" y="1125904"/>
                    </a:lnTo>
                    <a:lnTo>
                      <a:pt x="2459979" y="1127173"/>
                    </a:lnTo>
                    <a:lnTo>
                      <a:pt x="2459344" y="1127808"/>
                    </a:lnTo>
                    <a:lnTo>
                      <a:pt x="2458710" y="1129712"/>
                    </a:lnTo>
                    <a:lnTo>
                      <a:pt x="2458075" y="1132885"/>
                    </a:lnTo>
                    <a:lnTo>
                      <a:pt x="2459979" y="1133520"/>
                    </a:lnTo>
                    <a:lnTo>
                      <a:pt x="2470134" y="1129712"/>
                    </a:lnTo>
                    <a:lnTo>
                      <a:pt x="2472038" y="1128443"/>
                    </a:lnTo>
                    <a:lnTo>
                      <a:pt x="2474576" y="1125904"/>
                    </a:lnTo>
                    <a:lnTo>
                      <a:pt x="2477115" y="1124634"/>
                    </a:lnTo>
                    <a:lnTo>
                      <a:pt x="2479654" y="1122730"/>
                    </a:lnTo>
                    <a:lnTo>
                      <a:pt x="2481558" y="1122730"/>
                    </a:lnTo>
                    <a:close/>
                    <a:moveTo>
                      <a:pt x="2483462" y="1139232"/>
                    </a:moveTo>
                    <a:lnTo>
                      <a:pt x="2482192" y="1139232"/>
                    </a:lnTo>
                    <a:lnTo>
                      <a:pt x="2483462" y="1139232"/>
                    </a:lnTo>
                    <a:lnTo>
                      <a:pt x="2484096" y="1139867"/>
                    </a:lnTo>
                    <a:lnTo>
                      <a:pt x="2484096" y="1139867"/>
                    </a:lnTo>
                    <a:lnTo>
                      <a:pt x="2483462" y="1139232"/>
                    </a:lnTo>
                    <a:lnTo>
                      <a:pt x="2483462" y="1139232"/>
                    </a:lnTo>
                    <a:close/>
                    <a:moveTo>
                      <a:pt x="2466960" y="1139867"/>
                    </a:moveTo>
                    <a:lnTo>
                      <a:pt x="2467595" y="1139232"/>
                    </a:lnTo>
                    <a:lnTo>
                      <a:pt x="2469499" y="1137328"/>
                    </a:lnTo>
                    <a:lnTo>
                      <a:pt x="2470134" y="1136693"/>
                    </a:lnTo>
                    <a:lnTo>
                      <a:pt x="2469499" y="1136058"/>
                    </a:lnTo>
                    <a:lnTo>
                      <a:pt x="2468230" y="1136058"/>
                    </a:lnTo>
                    <a:lnTo>
                      <a:pt x="2463787" y="1137328"/>
                    </a:lnTo>
                    <a:lnTo>
                      <a:pt x="2459344" y="1139867"/>
                    </a:lnTo>
                    <a:lnTo>
                      <a:pt x="2456805" y="1140501"/>
                    </a:lnTo>
                    <a:lnTo>
                      <a:pt x="2456805" y="1138597"/>
                    </a:lnTo>
                    <a:lnTo>
                      <a:pt x="2456171" y="1135424"/>
                    </a:lnTo>
                    <a:lnTo>
                      <a:pt x="2456171" y="1133520"/>
                    </a:lnTo>
                    <a:lnTo>
                      <a:pt x="2454902" y="1132885"/>
                    </a:lnTo>
                    <a:lnTo>
                      <a:pt x="2453632" y="1133520"/>
                    </a:lnTo>
                    <a:lnTo>
                      <a:pt x="2452363" y="1134154"/>
                    </a:lnTo>
                    <a:lnTo>
                      <a:pt x="2451093" y="1134789"/>
                    </a:lnTo>
                    <a:lnTo>
                      <a:pt x="2446016" y="1135424"/>
                    </a:lnTo>
                    <a:lnTo>
                      <a:pt x="2446016" y="1134789"/>
                    </a:lnTo>
                    <a:lnTo>
                      <a:pt x="2446016" y="1134154"/>
                    </a:lnTo>
                    <a:lnTo>
                      <a:pt x="2446016" y="1133520"/>
                    </a:lnTo>
                    <a:lnTo>
                      <a:pt x="2446016" y="1132885"/>
                    </a:lnTo>
                    <a:lnTo>
                      <a:pt x="2446016" y="1132250"/>
                    </a:lnTo>
                    <a:lnTo>
                      <a:pt x="2442843" y="1132885"/>
                    </a:lnTo>
                    <a:lnTo>
                      <a:pt x="2441573" y="1133520"/>
                    </a:lnTo>
                    <a:lnTo>
                      <a:pt x="2440939" y="1134789"/>
                    </a:lnTo>
                    <a:lnTo>
                      <a:pt x="2440304" y="1136058"/>
                    </a:lnTo>
                    <a:lnTo>
                      <a:pt x="2440304" y="1137328"/>
                    </a:lnTo>
                    <a:lnTo>
                      <a:pt x="2440304" y="1137963"/>
                    </a:lnTo>
                    <a:lnTo>
                      <a:pt x="2440304" y="1138597"/>
                    </a:lnTo>
                    <a:lnTo>
                      <a:pt x="2438400" y="1139232"/>
                    </a:lnTo>
                    <a:lnTo>
                      <a:pt x="2437765" y="1143040"/>
                    </a:lnTo>
                    <a:lnTo>
                      <a:pt x="2439035" y="1146213"/>
                    </a:lnTo>
                    <a:lnTo>
                      <a:pt x="2441573" y="1147483"/>
                    </a:lnTo>
                    <a:lnTo>
                      <a:pt x="2443478" y="1145578"/>
                    </a:lnTo>
                    <a:lnTo>
                      <a:pt x="2441573" y="1145578"/>
                    </a:lnTo>
                    <a:lnTo>
                      <a:pt x="2442843" y="1143674"/>
                    </a:lnTo>
                    <a:lnTo>
                      <a:pt x="2443478" y="1143040"/>
                    </a:lnTo>
                    <a:lnTo>
                      <a:pt x="2444747" y="1143040"/>
                    </a:lnTo>
                    <a:lnTo>
                      <a:pt x="2444112" y="1143674"/>
                    </a:lnTo>
                    <a:lnTo>
                      <a:pt x="2445381" y="1144309"/>
                    </a:lnTo>
                    <a:lnTo>
                      <a:pt x="2448555" y="1143040"/>
                    </a:lnTo>
                    <a:lnTo>
                      <a:pt x="2449190" y="1143674"/>
                    </a:lnTo>
                    <a:lnTo>
                      <a:pt x="2440939" y="1150656"/>
                    </a:lnTo>
                    <a:lnTo>
                      <a:pt x="2439670" y="1153194"/>
                    </a:lnTo>
                    <a:lnTo>
                      <a:pt x="2440304" y="1154464"/>
                    </a:lnTo>
                    <a:lnTo>
                      <a:pt x="2441573" y="1155733"/>
                    </a:lnTo>
                    <a:lnTo>
                      <a:pt x="2442843" y="1156368"/>
                    </a:lnTo>
                    <a:lnTo>
                      <a:pt x="2444112" y="1156368"/>
                    </a:lnTo>
                    <a:lnTo>
                      <a:pt x="2445381" y="1155733"/>
                    </a:lnTo>
                    <a:lnTo>
                      <a:pt x="2446651" y="1154464"/>
                    </a:lnTo>
                    <a:lnTo>
                      <a:pt x="2449190" y="1149387"/>
                    </a:lnTo>
                    <a:lnTo>
                      <a:pt x="2456805" y="1143040"/>
                    </a:lnTo>
                    <a:lnTo>
                      <a:pt x="2458075" y="1142405"/>
                    </a:lnTo>
                    <a:lnTo>
                      <a:pt x="2460614" y="1142405"/>
                    </a:lnTo>
                    <a:lnTo>
                      <a:pt x="2461883" y="1142405"/>
                    </a:lnTo>
                    <a:lnTo>
                      <a:pt x="2463152" y="1141136"/>
                    </a:lnTo>
                    <a:lnTo>
                      <a:pt x="2463152" y="1140501"/>
                    </a:lnTo>
                    <a:lnTo>
                      <a:pt x="2463152" y="1139867"/>
                    </a:lnTo>
                    <a:lnTo>
                      <a:pt x="2463152" y="1139232"/>
                    </a:lnTo>
                    <a:lnTo>
                      <a:pt x="2463152" y="1138597"/>
                    </a:lnTo>
                    <a:lnTo>
                      <a:pt x="2463152" y="1138597"/>
                    </a:lnTo>
                    <a:lnTo>
                      <a:pt x="2467595" y="1136693"/>
                    </a:lnTo>
                    <a:lnTo>
                      <a:pt x="2467595" y="1136693"/>
                    </a:lnTo>
                    <a:lnTo>
                      <a:pt x="2467595" y="1136693"/>
                    </a:lnTo>
                    <a:lnTo>
                      <a:pt x="2467595" y="1136693"/>
                    </a:lnTo>
                    <a:lnTo>
                      <a:pt x="2468230" y="1136693"/>
                    </a:lnTo>
                    <a:lnTo>
                      <a:pt x="2467595" y="1136058"/>
                    </a:lnTo>
                    <a:lnTo>
                      <a:pt x="2466960" y="1139867"/>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58" name="Google Shape;458;p51"/>
              <p:cNvSpPr/>
              <p:nvPr/>
            </p:nvSpPr>
            <p:spPr>
              <a:xfrm>
                <a:off x="7827555" y="3282786"/>
                <a:ext cx="155288" cy="254193"/>
              </a:xfrm>
              <a:custGeom>
                <a:avLst/>
                <a:gdLst/>
                <a:ahLst/>
                <a:cxnLst/>
                <a:rect l="l" t="t" r="r" b="b"/>
                <a:pathLst>
                  <a:path w="213248" h="349068" extrusionOk="0">
                    <a:moveTo>
                      <a:pt x="66640" y="8251"/>
                    </a:moveTo>
                    <a:lnTo>
                      <a:pt x="65371" y="10789"/>
                    </a:lnTo>
                    <a:lnTo>
                      <a:pt x="59659" y="17136"/>
                    </a:lnTo>
                    <a:lnTo>
                      <a:pt x="57755" y="20944"/>
                    </a:lnTo>
                    <a:lnTo>
                      <a:pt x="57755" y="31099"/>
                    </a:lnTo>
                    <a:lnTo>
                      <a:pt x="56486" y="36176"/>
                    </a:lnTo>
                    <a:lnTo>
                      <a:pt x="50139" y="48870"/>
                    </a:lnTo>
                    <a:lnTo>
                      <a:pt x="49505" y="50139"/>
                    </a:lnTo>
                    <a:lnTo>
                      <a:pt x="43158" y="53947"/>
                    </a:lnTo>
                    <a:lnTo>
                      <a:pt x="42523" y="55851"/>
                    </a:lnTo>
                    <a:lnTo>
                      <a:pt x="42523" y="58390"/>
                    </a:lnTo>
                    <a:lnTo>
                      <a:pt x="41888" y="61563"/>
                    </a:lnTo>
                    <a:lnTo>
                      <a:pt x="41888" y="64102"/>
                    </a:lnTo>
                    <a:lnTo>
                      <a:pt x="42523" y="66006"/>
                    </a:lnTo>
                    <a:lnTo>
                      <a:pt x="49505" y="69814"/>
                    </a:lnTo>
                    <a:lnTo>
                      <a:pt x="52043" y="71718"/>
                    </a:lnTo>
                    <a:lnTo>
                      <a:pt x="54581" y="75526"/>
                    </a:lnTo>
                    <a:lnTo>
                      <a:pt x="55851" y="79968"/>
                    </a:lnTo>
                    <a:lnTo>
                      <a:pt x="55851" y="84411"/>
                    </a:lnTo>
                    <a:lnTo>
                      <a:pt x="53947" y="89488"/>
                    </a:lnTo>
                    <a:lnTo>
                      <a:pt x="53312" y="95200"/>
                    </a:lnTo>
                    <a:lnTo>
                      <a:pt x="56486" y="100278"/>
                    </a:lnTo>
                    <a:lnTo>
                      <a:pt x="60928" y="104086"/>
                    </a:lnTo>
                    <a:lnTo>
                      <a:pt x="64101" y="105990"/>
                    </a:lnTo>
                    <a:lnTo>
                      <a:pt x="67910" y="109163"/>
                    </a:lnTo>
                    <a:lnTo>
                      <a:pt x="78699" y="123126"/>
                    </a:lnTo>
                    <a:lnTo>
                      <a:pt x="79334" y="124395"/>
                    </a:lnTo>
                    <a:lnTo>
                      <a:pt x="80603" y="125030"/>
                    </a:lnTo>
                    <a:lnTo>
                      <a:pt x="83777" y="124395"/>
                    </a:lnTo>
                    <a:lnTo>
                      <a:pt x="85680" y="125030"/>
                    </a:lnTo>
                    <a:lnTo>
                      <a:pt x="92662" y="130742"/>
                    </a:lnTo>
                    <a:lnTo>
                      <a:pt x="99008" y="139627"/>
                    </a:lnTo>
                    <a:lnTo>
                      <a:pt x="102182" y="144070"/>
                    </a:lnTo>
                    <a:lnTo>
                      <a:pt x="104086" y="149782"/>
                    </a:lnTo>
                    <a:lnTo>
                      <a:pt x="105990" y="165649"/>
                    </a:lnTo>
                    <a:lnTo>
                      <a:pt x="107894" y="170726"/>
                    </a:lnTo>
                    <a:lnTo>
                      <a:pt x="109164" y="173265"/>
                    </a:lnTo>
                    <a:lnTo>
                      <a:pt x="111702" y="176438"/>
                    </a:lnTo>
                    <a:lnTo>
                      <a:pt x="112971" y="178977"/>
                    </a:lnTo>
                    <a:lnTo>
                      <a:pt x="113606" y="184689"/>
                    </a:lnTo>
                    <a:lnTo>
                      <a:pt x="114875" y="187862"/>
                    </a:lnTo>
                    <a:lnTo>
                      <a:pt x="121222" y="189766"/>
                    </a:lnTo>
                    <a:lnTo>
                      <a:pt x="125030" y="193574"/>
                    </a:lnTo>
                    <a:lnTo>
                      <a:pt x="133915" y="204998"/>
                    </a:lnTo>
                    <a:lnTo>
                      <a:pt x="136454" y="208806"/>
                    </a:lnTo>
                    <a:lnTo>
                      <a:pt x="138358" y="213249"/>
                    </a:lnTo>
                    <a:lnTo>
                      <a:pt x="139627" y="218961"/>
                    </a:lnTo>
                    <a:lnTo>
                      <a:pt x="141532" y="220865"/>
                    </a:lnTo>
                    <a:lnTo>
                      <a:pt x="153590" y="227212"/>
                    </a:lnTo>
                    <a:lnTo>
                      <a:pt x="166284" y="238636"/>
                    </a:lnTo>
                    <a:lnTo>
                      <a:pt x="172631" y="241809"/>
                    </a:lnTo>
                    <a:lnTo>
                      <a:pt x="180246" y="241809"/>
                    </a:lnTo>
                    <a:lnTo>
                      <a:pt x="185324" y="240540"/>
                    </a:lnTo>
                    <a:lnTo>
                      <a:pt x="188497" y="239905"/>
                    </a:lnTo>
                    <a:lnTo>
                      <a:pt x="190401" y="242444"/>
                    </a:lnTo>
                    <a:lnTo>
                      <a:pt x="198652" y="267831"/>
                    </a:lnTo>
                    <a:lnTo>
                      <a:pt x="199286" y="273543"/>
                    </a:lnTo>
                    <a:lnTo>
                      <a:pt x="198652" y="277351"/>
                    </a:lnTo>
                    <a:lnTo>
                      <a:pt x="195479" y="265927"/>
                    </a:lnTo>
                    <a:lnTo>
                      <a:pt x="191671" y="262753"/>
                    </a:lnTo>
                    <a:lnTo>
                      <a:pt x="182785" y="264657"/>
                    </a:lnTo>
                    <a:lnTo>
                      <a:pt x="182785" y="265927"/>
                    </a:lnTo>
                    <a:lnTo>
                      <a:pt x="188497" y="273543"/>
                    </a:lnTo>
                    <a:lnTo>
                      <a:pt x="185324" y="273543"/>
                    </a:lnTo>
                    <a:lnTo>
                      <a:pt x="184054" y="273543"/>
                    </a:lnTo>
                    <a:lnTo>
                      <a:pt x="182785" y="274177"/>
                    </a:lnTo>
                    <a:lnTo>
                      <a:pt x="182785" y="274812"/>
                    </a:lnTo>
                    <a:lnTo>
                      <a:pt x="182151" y="274812"/>
                    </a:lnTo>
                    <a:lnTo>
                      <a:pt x="181515" y="275447"/>
                    </a:lnTo>
                    <a:lnTo>
                      <a:pt x="184054" y="276716"/>
                    </a:lnTo>
                    <a:lnTo>
                      <a:pt x="186593" y="277985"/>
                    </a:lnTo>
                    <a:lnTo>
                      <a:pt x="189766" y="278620"/>
                    </a:lnTo>
                    <a:lnTo>
                      <a:pt x="193574" y="277985"/>
                    </a:lnTo>
                    <a:lnTo>
                      <a:pt x="189766" y="283063"/>
                    </a:lnTo>
                    <a:lnTo>
                      <a:pt x="177073" y="289409"/>
                    </a:lnTo>
                    <a:lnTo>
                      <a:pt x="174534" y="294487"/>
                    </a:lnTo>
                    <a:lnTo>
                      <a:pt x="178342" y="293852"/>
                    </a:lnTo>
                    <a:lnTo>
                      <a:pt x="177707" y="295756"/>
                    </a:lnTo>
                    <a:lnTo>
                      <a:pt x="177073" y="297660"/>
                    </a:lnTo>
                    <a:lnTo>
                      <a:pt x="176438" y="298929"/>
                    </a:lnTo>
                    <a:lnTo>
                      <a:pt x="175804" y="299564"/>
                    </a:lnTo>
                    <a:lnTo>
                      <a:pt x="178977" y="299564"/>
                    </a:lnTo>
                    <a:lnTo>
                      <a:pt x="185324" y="292583"/>
                    </a:lnTo>
                    <a:lnTo>
                      <a:pt x="190401" y="291313"/>
                    </a:lnTo>
                    <a:lnTo>
                      <a:pt x="191671" y="292583"/>
                    </a:lnTo>
                    <a:lnTo>
                      <a:pt x="193574" y="294487"/>
                    </a:lnTo>
                    <a:lnTo>
                      <a:pt x="195479" y="296391"/>
                    </a:lnTo>
                    <a:lnTo>
                      <a:pt x="196748" y="295756"/>
                    </a:lnTo>
                    <a:lnTo>
                      <a:pt x="199286" y="290044"/>
                    </a:lnTo>
                    <a:lnTo>
                      <a:pt x="200555" y="286871"/>
                    </a:lnTo>
                    <a:lnTo>
                      <a:pt x="199286" y="284967"/>
                    </a:lnTo>
                    <a:lnTo>
                      <a:pt x="199921" y="283063"/>
                    </a:lnTo>
                    <a:lnTo>
                      <a:pt x="201191" y="282428"/>
                    </a:lnTo>
                    <a:lnTo>
                      <a:pt x="203094" y="284967"/>
                    </a:lnTo>
                    <a:lnTo>
                      <a:pt x="203729" y="287505"/>
                    </a:lnTo>
                    <a:lnTo>
                      <a:pt x="204999" y="297660"/>
                    </a:lnTo>
                    <a:lnTo>
                      <a:pt x="207537" y="303372"/>
                    </a:lnTo>
                    <a:lnTo>
                      <a:pt x="210711" y="309084"/>
                    </a:lnTo>
                    <a:lnTo>
                      <a:pt x="213249" y="314796"/>
                    </a:lnTo>
                    <a:lnTo>
                      <a:pt x="213249" y="321143"/>
                    </a:lnTo>
                    <a:lnTo>
                      <a:pt x="210711" y="321777"/>
                    </a:lnTo>
                    <a:lnTo>
                      <a:pt x="209441" y="321143"/>
                    </a:lnTo>
                    <a:lnTo>
                      <a:pt x="208172" y="320508"/>
                    </a:lnTo>
                    <a:lnTo>
                      <a:pt x="206902" y="320508"/>
                    </a:lnTo>
                    <a:lnTo>
                      <a:pt x="204999" y="321143"/>
                    </a:lnTo>
                    <a:lnTo>
                      <a:pt x="205633" y="323047"/>
                    </a:lnTo>
                    <a:lnTo>
                      <a:pt x="201191" y="323681"/>
                    </a:lnTo>
                    <a:lnTo>
                      <a:pt x="191035" y="326220"/>
                    </a:lnTo>
                    <a:lnTo>
                      <a:pt x="175804" y="330028"/>
                    </a:lnTo>
                    <a:lnTo>
                      <a:pt x="161206" y="333201"/>
                    </a:lnTo>
                    <a:lnTo>
                      <a:pt x="145974" y="336375"/>
                    </a:lnTo>
                    <a:lnTo>
                      <a:pt x="131377" y="339548"/>
                    </a:lnTo>
                    <a:lnTo>
                      <a:pt x="116145" y="342722"/>
                    </a:lnTo>
                    <a:lnTo>
                      <a:pt x="100913" y="345895"/>
                    </a:lnTo>
                    <a:lnTo>
                      <a:pt x="85680" y="349068"/>
                    </a:lnTo>
                    <a:lnTo>
                      <a:pt x="82507" y="337644"/>
                    </a:lnTo>
                    <a:lnTo>
                      <a:pt x="79334" y="326220"/>
                    </a:lnTo>
                    <a:lnTo>
                      <a:pt x="74257" y="308449"/>
                    </a:lnTo>
                    <a:lnTo>
                      <a:pt x="69179" y="290679"/>
                    </a:lnTo>
                    <a:lnTo>
                      <a:pt x="64101" y="272908"/>
                    </a:lnTo>
                    <a:lnTo>
                      <a:pt x="59025" y="255137"/>
                    </a:lnTo>
                    <a:lnTo>
                      <a:pt x="54581" y="237367"/>
                    </a:lnTo>
                    <a:lnTo>
                      <a:pt x="49505" y="219596"/>
                    </a:lnTo>
                    <a:lnTo>
                      <a:pt x="44427" y="201825"/>
                    </a:lnTo>
                    <a:lnTo>
                      <a:pt x="39350" y="184054"/>
                    </a:lnTo>
                    <a:lnTo>
                      <a:pt x="34272" y="166918"/>
                    </a:lnTo>
                    <a:lnTo>
                      <a:pt x="29830" y="149147"/>
                    </a:lnTo>
                    <a:lnTo>
                      <a:pt x="24752" y="131377"/>
                    </a:lnTo>
                    <a:lnTo>
                      <a:pt x="19675" y="113606"/>
                    </a:lnTo>
                    <a:lnTo>
                      <a:pt x="14598" y="95835"/>
                    </a:lnTo>
                    <a:lnTo>
                      <a:pt x="9520" y="78064"/>
                    </a:lnTo>
                    <a:lnTo>
                      <a:pt x="4443" y="60294"/>
                    </a:lnTo>
                    <a:lnTo>
                      <a:pt x="0" y="42523"/>
                    </a:lnTo>
                    <a:lnTo>
                      <a:pt x="1270" y="42523"/>
                    </a:lnTo>
                    <a:lnTo>
                      <a:pt x="1270" y="41888"/>
                    </a:lnTo>
                    <a:lnTo>
                      <a:pt x="3808" y="34272"/>
                    </a:lnTo>
                    <a:lnTo>
                      <a:pt x="6347" y="26656"/>
                    </a:lnTo>
                    <a:lnTo>
                      <a:pt x="9520" y="18406"/>
                    </a:lnTo>
                    <a:lnTo>
                      <a:pt x="12059" y="14598"/>
                    </a:lnTo>
                    <a:lnTo>
                      <a:pt x="15867" y="10789"/>
                    </a:lnTo>
                    <a:lnTo>
                      <a:pt x="19040" y="8251"/>
                    </a:lnTo>
                    <a:lnTo>
                      <a:pt x="24752" y="5077"/>
                    </a:lnTo>
                    <a:lnTo>
                      <a:pt x="28560" y="3173"/>
                    </a:lnTo>
                    <a:lnTo>
                      <a:pt x="36811" y="635"/>
                    </a:lnTo>
                    <a:lnTo>
                      <a:pt x="46331" y="0"/>
                    </a:lnTo>
                    <a:lnTo>
                      <a:pt x="53947" y="635"/>
                    </a:lnTo>
                    <a:lnTo>
                      <a:pt x="60294" y="2539"/>
                    </a:lnTo>
                    <a:lnTo>
                      <a:pt x="66640" y="8251"/>
                    </a:lnTo>
                    <a:lnTo>
                      <a:pt x="66640" y="8251"/>
                    </a:lnTo>
                    <a:lnTo>
                      <a:pt x="66640" y="8251"/>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59" name="Google Shape;459;p51"/>
              <p:cNvSpPr/>
              <p:nvPr/>
            </p:nvSpPr>
            <p:spPr>
              <a:xfrm>
                <a:off x="7938476" y="2259545"/>
                <a:ext cx="253268" cy="447378"/>
              </a:xfrm>
              <a:custGeom>
                <a:avLst/>
                <a:gdLst/>
                <a:ahLst/>
                <a:cxnLst/>
                <a:rect l="l" t="t" r="r" b="b"/>
                <a:pathLst>
                  <a:path w="347799" h="614359" extrusionOk="0">
                    <a:moveTo>
                      <a:pt x="38080" y="76160"/>
                    </a:moveTo>
                    <a:lnTo>
                      <a:pt x="29195" y="78699"/>
                    </a:lnTo>
                    <a:lnTo>
                      <a:pt x="26657" y="79334"/>
                    </a:lnTo>
                    <a:lnTo>
                      <a:pt x="11424" y="83142"/>
                    </a:lnTo>
                    <a:lnTo>
                      <a:pt x="4443" y="85046"/>
                    </a:lnTo>
                    <a:lnTo>
                      <a:pt x="4443" y="84411"/>
                    </a:lnTo>
                    <a:lnTo>
                      <a:pt x="0" y="87584"/>
                    </a:lnTo>
                    <a:lnTo>
                      <a:pt x="1904" y="90758"/>
                    </a:lnTo>
                    <a:lnTo>
                      <a:pt x="3173" y="93296"/>
                    </a:lnTo>
                    <a:lnTo>
                      <a:pt x="3173" y="95200"/>
                    </a:lnTo>
                    <a:lnTo>
                      <a:pt x="3173" y="98374"/>
                    </a:lnTo>
                    <a:lnTo>
                      <a:pt x="1904" y="99008"/>
                    </a:lnTo>
                    <a:lnTo>
                      <a:pt x="1270" y="99008"/>
                    </a:lnTo>
                    <a:lnTo>
                      <a:pt x="635" y="99643"/>
                    </a:lnTo>
                    <a:lnTo>
                      <a:pt x="635" y="103451"/>
                    </a:lnTo>
                    <a:lnTo>
                      <a:pt x="2539" y="111702"/>
                    </a:lnTo>
                    <a:lnTo>
                      <a:pt x="1904" y="118683"/>
                    </a:lnTo>
                    <a:lnTo>
                      <a:pt x="2539" y="123126"/>
                    </a:lnTo>
                    <a:lnTo>
                      <a:pt x="3173" y="127569"/>
                    </a:lnTo>
                    <a:lnTo>
                      <a:pt x="4443" y="130107"/>
                    </a:lnTo>
                    <a:lnTo>
                      <a:pt x="7616" y="132011"/>
                    </a:lnTo>
                    <a:lnTo>
                      <a:pt x="10155" y="133915"/>
                    </a:lnTo>
                    <a:lnTo>
                      <a:pt x="10790" y="137089"/>
                    </a:lnTo>
                    <a:lnTo>
                      <a:pt x="9520" y="142166"/>
                    </a:lnTo>
                    <a:lnTo>
                      <a:pt x="8251" y="143435"/>
                    </a:lnTo>
                    <a:lnTo>
                      <a:pt x="7616" y="143435"/>
                    </a:lnTo>
                    <a:lnTo>
                      <a:pt x="6347" y="144070"/>
                    </a:lnTo>
                    <a:lnTo>
                      <a:pt x="5712" y="146609"/>
                    </a:lnTo>
                    <a:lnTo>
                      <a:pt x="5712" y="149147"/>
                    </a:lnTo>
                    <a:lnTo>
                      <a:pt x="6347" y="149782"/>
                    </a:lnTo>
                    <a:lnTo>
                      <a:pt x="7616" y="150417"/>
                    </a:lnTo>
                    <a:lnTo>
                      <a:pt x="10790" y="152955"/>
                    </a:lnTo>
                    <a:lnTo>
                      <a:pt x="12059" y="154225"/>
                    </a:lnTo>
                    <a:lnTo>
                      <a:pt x="12693" y="155494"/>
                    </a:lnTo>
                    <a:lnTo>
                      <a:pt x="13328" y="158033"/>
                    </a:lnTo>
                    <a:lnTo>
                      <a:pt x="12693" y="159937"/>
                    </a:lnTo>
                    <a:lnTo>
                      <a:pt x="11424" y="159937"/>
                    </a:lnTo>
                    <a:lnTo>
                      <a:pt x="10790" y="158667"/>
                    </a:lnTo>
                    <a:lnTo>
                      <a:pt x="7616" y="155494"/>
                    </a:lnTo>
                    <a:lnTo>
                      <a:pt x="5712" y="155494"/>
                    </a:lnTo>
                    <a:lnTo>
                      <a:pt x="4443" y="158033"/>
                    </a:lnTo>
                    <a:lnTo>
                      <a:pt x="4443" y="163110"/>
                    </a:lnTo>
                    <a:lnTo>
                      <a:pt x="6981" y="168822"/>
                    </a:lnTo>
                    <a:lnTo>
                      <a:pt x="6981" y="172630"/>
                    </a:lnTo>
                    <a:lnTo>
                      <a:pt x="4443" y="175803"/>
                    </a:lnTo>
                    <a:lnTo>
                      <a:pt x="6347" y="177073"/>
                    </a:lnTo>
                    <a:lnTo>
                      <a:pt x="7616" y="178977"/>
                    </a:lnTo>
                    <a:lnTo>
                      <a:pt x="8251" y="181515"/>
                    </a:lnTo>
                    <a:lnTo>
                      <a:pt x="8251" y="183419"/>
                    </a:lnTo>
                    <a:lnTo>
                      <a:pt x="8886" y="182785"/>
                    </a:lnTo>
                    <a:lnTo>
                      <a:pt x="9520" y="185958"/>
                    </a:lnTo>
                    <a:lnTo>
                      <a:pt x="11424" y="191035"/>
                    </a:lnTo>
                    <a:lnTo>
                      <a:pt x="13963" y="195478"/>
                    </a:lnTo>
                    <a:lnTo>
                      <a:pt x="15867" y="196747"/>
                    </a:lnTo>
                    <a:lnTo>
                      <a:pt x="20310" y="197382"/>
                    </a:lnTo>
                    <a:lnTo>
                      <a:pt x="22213" y="200556"/>
                    </a:lnTo>
                    <a:lnTo>
                      <a:pt x="21579" y="204364"/>
                    </a:lnTo>
                    <a:lnTo>
                      <a:pt x="19040" y="208172"/>
                    </a:lnTo>
                    <a:lnTo>
                      <a:pt x="23483" y="213249"/>
                    </a:lnTo>
                    <a:lnTo>
                      <a:pt x="25387" y="215788"/>
                    </a:lnTo>
                    <a:lnTo>
                      <a:pt x="25387" y="219596"/>
                    </a:lnTo>
                    <a:lnTo>
                      <a:pt x="24752" y="222134"/>
                    </a:lnTo>
                    <a:lnTo>
                      <a:pt x="24752" y="225942"/>
                    </a:lnTo>
                    <a:lnTo>
                      <a:pt x="26021" y="229116"/>
                    </a:lnTo>
                    <a:lnTo>
                      <a:pt x="27926" y="231654"/>
                    </a:lnTo>
                    <a:lnTo>
                      <a:pt x="26657" y="227846"/>
                    </a:lnTo>
                    <a:lnTo>
                      <a:pt x="26657" y="222134"/>
                    </a:lnTo>
                    <a:lnTo>
                      <a:pt x="27291" y="217692"/>
                    </a:lnTo>
                    <a:lnTo>
                      <a:pt x="29195" y="217692"/>
                    </a:lnTo>
                    <a:lnTo>
                      <a:pt x="30464" y="220230"/>
                    </a:lnTo>
                    <a:lnTo>
                      <a:pt x="33003" y="232924"/>
                    </a:lnTo>
                    <a:lnTo>
                      <a:pt x="33638" y="233558"/>
                    </a:lnTo>
                    <a:lnTo>
                      <a:pt x="34907" y="234828"/>
                    </a:lnTo>
                    <a:lnTo>
                      <a:pt x="36177" y="236732"/>
                    </a:lnTo>
                    <a:lnTo>
                      <a:pt x="39350" y="244348"/>
                    </a:lnTo>
                    <a:lnTo>
                      <a:pt x="41888" y="251329"/>
                    </a:lnTo>
                    <a:lnTo>
                      <a:pt x="43158" y="254502"/>
                    </a:lnTo>
                    <a:lnTo>
                      <a:pt x="45061" y="256406"/>
                    </a:lnTo>
                    <a:lnTo>
                      <a:pt x="47600" y="259580"/>
                    </a:lnTo>
                    <a:lnTo>
                      <a:pt x="38080" y="276081"/>
                    </a:lnTo>
                    <a:lnTo>
                      <a:pt x="34272" y="279889"/>
                    </a:lnTo>
                    <a:lnTo>
                      <a:pt x="38080" y="287505"/>
                    </a:lnTo>
                    <a:lnTo>
                      <a:pt x="37446" y="312892"/>
                    </a:lnTo>
                    <a:lnTo>
                      <a:pt x="40619" y="322412"/>
                    </a:lnTo>
                    <a:lnTo>
                      <a:pt x="41254" y="319873"/>
                    </a:lnTo>
                    <a:lnTo>
                      <a:pt x="43158" y="317969"/>
                    </a:lnTo>
                    <a:lnTo>
                      <a:pt x="44427" y="317335"/>
                    </a:lnTo>
                    <a:lnTo>
                      <a:pt x="46331" y="318604"/>
                    </a:lnTo>
                    <a:lnTo>
                      <a:pt x="46331" y="318604"/>
                    </a:lnTo>
                    <a:lnTo>
                      <a:pt x="46966" y="321777"/>
                    </a:lnTo>
                    <a:lnTo>
                      <a:pt x="46966" y="326220"/>
                    </a:lnTo>
                    <a:lnTo>
                      <a:pt x="50139" y="338913"/>
                    </a:lnTo>
                    <a:lnTo>
                      <a:pt x="52043" y="342721"/>
                    </a:lnTo>
                    <a:lnTo>
                      <a:pt x="54581" y="346530"/>
                    </a:lnTo>
                    <a:lnTo>
                      <a:pt x="57755" y="349703"/>
                    </a:lnTo>
                    <a:lnTo>
                      <a:pt x="59659" y="352241"/>
                    </a:lnTo>
                    <a:lnTo>
                      <a:pt x="60294" y="354780"/>
                    </a:lnTo>
                    <a:lnTo>
                      <a:pt x="60928" y="357954"/>
                    </a:lnTo>
                    <a:lnTo>
                      <a:pt x="60294" y="362396"/>
                    </a:lnTo>
                    <a:lnTo>
                      <a:pt x="60294" y="365570"/>
                    </a:lnTo>
                    <a:lnTo>
                      <a:pt x="62198" y="368108"/>
                    </a:lnTo>
                    <a:lnTo>
                      <a:pt x="66640" y="370647"/>
                    </a:lnTo>
                    <a:lnTo>
                      <a:pt x="68545" y="372551"/>
                    </a:lnTo>
                    <a:lnTo>
                      <a:pt x="69814" y="375090"/>
                    </a:lnTo>
                    <a:lnTo>
                      <a:pt x="71083" y="382071"/>
                    </a:lnTo>
                    <a:lnTo>
                      <a:pt x="71718" y="380802"/>
                    </a:lnTo>
                    <a:lnTo>
                      <a:pt x="71718" y="382706"/>
                    </a:lnTo>
                    <a:lnTo>
                      <a:pt x="68545" y="408727"/>
                    </a:lnTo>
                    <a:lnTo>
                      <a:pt x="68545" y="410631"/>
                    </a:lnTo>
                    <a:lnTo>
                      <a:pt x="68545" y="413805"/>
                    </a:lnTo>
                    <a:lnTo>
                      <a:pt x="69814" y="418882"/>
                    </a:lnTo>
                    <a:lnTo>
                      <a:pt x="71083" y="421421"/>
                    </a:lnTo>
                    <a:lnTo>
                      <a:pt x="72352" y="423959"/>
                    </a:lnTo>
                    <a:lnTo>
                      <a:pt x="74257" y="425863"/>
                    </a:lnTo>
                    <a:lnTo>
                      <a:pt x="74891" y="426498"/>
                    </a:lnTo>
                    <a:lnTo>
                      <a:pt x="75526" y="426498"/>
                    </a:lnTo>
                    <a:lnTo>
                      <a:pt x="76160" y="426498"/>
                    </a:lnTo>
                    <a:lnTo>
                      <a:pt x="78065" y="425228"/>
                    </a:lnTo>
                    <a:lnTo>
                      <a:pt x="79334" y="422690"/>
                    </a:lnTo>
                    <a:lnTo>
                      <a:pt x="79968" y="422055"/>
                    </a:lnTo>
                    <a:lnTo>
                      <a:pt x="80603" y="420786"/>
                    </a:lnTo>
                    <a:lnTo>
                      <a:pt x="80603" y="419516"/>
                    </a:lnTo>
                    <a:lnTo>
                      <a:pt x="80603" y="415074"/>
                    </a:lnTo>
                    <a:lnTo>
                      <a:pt x="80603" y="413170"/>
                    </a:lnTo>
                    <a:lnTo>
                      <a:pt x="81238" y="411900"/>
                    </a:lnTo>
                    <a:lnTo>
                      <a:pt x="81873" y="411266"/>
                    </a:lnTo>
                    <a:lnTo>
                      <a:pt x="83142" y="410631"/>
                    </a:lnTo>
                    <a:lnTo>
                      <a:pt x="84411" y="409996"/>
                    </a:lnTo>
                    <a:lnTo>
                      <a:pt x="85680" y="409362"/>
                    </a:lnTo>
                    <a:lnTo>
                      <a:pt x="86950" y="408727"/>
                    </a:lnTo>
                    <a:lnTo>
                      <a:pt x="89488" y="408727"/>
                    </a:lnTo>
                    <a:lnTo>
                      <a:pt x="91393" y="409362"/>
                    </a:lnTo>
                    <a:lnTo>
                      <a:pt x="92662" y="409996"/>
                    </a:lnTo>
                    <a:lnTo>
                      <a:pt x="93931" y="411266"/>
                    </a:lnTo>
                    <a:lnTo>
                      <a:pt x="98374" y="418882"/>
                    </a:lnTo>
                    <a:lnTo>
                      <a:pt x="100278" y="420786"/>
                    </a:lnTo>
                    <a:lnTo>
                      <a:pt x="101547" y="420786"/>
                    </a:lnTo>
                    <a:lnTo>
                      <a:pt x="103451" y="422690"/>
                    </a:lnTo>
                    <a:lnTo>
                      <a:pt x="105355" y="423959"/>
                    </a:lnTo>
                    <a:lnTo>
                      <a:pt x="106625" y="429037"/>
                    </a:lnTo>
                    <a:lnTo>
                      <a:pt x="106625" y="430941"/>
                    </a:lnTo>
                    <a:lnTo>
                      <a:pt x="107894" y="436018"/>
                    </a:lnTo>
                    <a:lnTo>
                      <a:pt x="109798" y="443634"/>
                    </a:lnTo>
                    <a:lnTo>
                      <a:pt x="111702" y="453789"/>
                    </a:lnTo>
                    <a:lnTo>
                      <a:pt x="114875" y="465213"/>
                    </a:lnTo>
                    <a:lnTo>
                      <a:pt x="117414" y="478541"/>
                    </a:lnTo>
                    <a:lnTo>
                      <a:pt x="120587" y="492503"/>
                    </a:lnTo>
                    <a:lnTo>
                      <a:pt x="127568" y="521698"/>
                    </a:lnTo>
                    <a:lnTo>
                      <a:pt x="130107" y="535661"/>
                    </a:lnTo>
                    <a:lnTo>
                      <a:pt x="133281" y="548989"/>
                    </a:lnTo>
                    <a:lnTo>
                      <a:pt x="135819" y="561048"/>
                    </a:lnTo>
                    <a:lnTo>
                      <a:pt x="138358" y="571202"/>
                    </a:lnTo>
                    <a:lnTo>
                      <a:pt x="139627" y="578819"/>
                    </a:lnTo>
                    <a:lnTo>
                      <a:pt x="140897" y="583896"/>
                    </a:lnTo>
                    <a:lnTo>
                      <a:pt x="141532" y="585165"/>
                    </a:lnTo>
                    <a:lnTo>
                      <a:pt x="142166" y="587704"/>
                    </a:lnTo>
                    <a:lnTo>
                      <a:pt x="142166" y="592147"/>
                    </a:lnTo>
                    <a:lnTo>
                      <a:pt x="142166" y="601032"/>
                    </a:lnTo>
                    <a:lnTo>
                      <a:pt x="147244" y="608013"/>
                    </a:lnTo>
                    <a:lnTo>
                      <a:pt x="151052" y="614360"/>
                    </a:lnTo>
                    <a:lnTo>
                      <a:pt x="178342" y="608648"/>
                    </a:lnTo>
                    <a:lnTo>
                      <a:pt x="187227" y="606744"/>
                    </a:lnTo>
                    <a:lnTo>
                      <a:pt x="196113" y="604840"/>
                    </a:lnTo>
                    <a:lnTo>
                      <a:pt x="205633" y="602936"/>
                    </a:lnTo>
                    <a:lnTo>
                      <a:pt x="214519" y="601032"/>
                    </a:lnTo>
                    <a:lnTo>
                      <a:pt x="223404" y="599128"/>
                    </a:lnTo>
                    <a:lnTo>
                      <a:pt x="232289" y="597224"/>
                    </a:lnTo>
                    <a:lnTo>
                      <a:pt x="241174" y="595320"/>
                    </a:lnTo>
                    <a:lnTo>
                      <a:pt x="250694" y="593416"/>
                    </a:lnTo>
                    <a:lnTo>
                      <a:pt x="259580" y="591512"/>
                    </a:lnTo>
                    <a:lnTo>
                      <a:pt x="268465" y="588973"/>
                    </a:lnTo>
                    <a:lnTo>
                      <a:pt x="277351" y="587704"/>
                    </a:lnTo>
                    <a:lnTo>
                      <a:pt x="286871" y="585165"/>
                    </a:lnTo>
                    <a:lnTo>
                      <a:pt x="295756" y="583261"/>
                    </a:lnTo>
                    <a:lnTo>
                      <a:pt x="295756" y="583261"/>
                    </a:lnTo>
                    <a:lnTo>
                      <a:pt x="292582" y="576915"/>
                    </a:lnTo>
                    <a:lnTo>
                      <a:pt x="288140" y="572472"/>
                    </a:lnTo>
                    <a:lnTo>
                      <a:pt x="277986" y="566760"/>
                    </a:lnTo>
                    <a:lnTo>
                      <a:pt x="276081" y="564856"/>
                    </a:lnTo>
                    <a:lnTo>
                      <a:pt x="274178" y="562952"/>
                    </a:lnTo>
                    <a:lnTo>
                      <a:pt x="272908" y="560413"/>
                    </a:lnTo>
                    <a:lnTo>
                      <a:pt x="271639" y="556605"/>
                    </a:lnTo>
                    <a:lnTo>
                      <a:pt x="271004" y="552162"/>
                    </a:lnTo>
                    <a:lnTo>
                      <a:pt x="271004" y="548989"/>
                    </a:lnTo>
                    <a:lnTo>
                      <a:pt x="271639" y="546450"/>
                    </a:lnTo>
                    <a:lnTo>
                      <a:pt x="272273" y="542642"/>
                    </a:lnTo>
                    <a:lnTo>
                      <a:pt x="271004" y="531853"/>
                    </a:lnTo>
                    <a:lnTo>
                      <a:pt x="271004" y="527410"/>
                    </a:lnTo>
                    <a:lnTo>
                      <a:pt x="273542" y="524872"/>
                    </a:lnTo>
                    <a:lnTo>
                      <a:pt x="277351" y="522333"/>
                    </a:lnTo>
                    <a:lnTo>
                      <a:pt x="278620" y="517890"/>
                    </a:lnTo>
                    <a:lnTo>
                      <a:pt x="276081" y="507101"/>
                    </a:lnTo>
                    <a:lnTo>
                      <a:pt x="276081" y="493138"/>
                    </a:lnTo>
                    <a:lnTo>
                      <a:pt x="275447" y="487426"/>
                    </a:lnTo>
                    <a:lnTo>
                      <a:pt x="272908" y="481714"/>
                    </a:lnTo>
                    <a:lnTo>
                      <a:pt x="271639" y="478541"/>
                    </a:lnTo>
                    <a:lnTo>
                      <a:pt x="270369" y="468386"/>
                    </a:lnTo>
                    <a:lnTo>
                      <a:pt x="271639" y="467117"/>
                    </a:lnTo>
                    <a:lnTo>
                      <a:pt x="271639" y="465847"/>
                    </a:lnTo>
                    <a:lnTo>
                      <a:pt x="271639" y="463943"/>
                    </a:lnTo>
                    <a:lnTo>
                      <a:pt x="271639" y="462674"/>
                    </a:lnTo>
                    <a:lnTo>
                      <a:pt x="271004" y="462039"/>
                    </a:lnTo>
                    <a:lnTo>
                      <a:pt x="270369" y="462039"/>
                    </a:lnTo>
                    <a:lnTo>
                      <a:pt x="269735" y="461405"/>
                    </a:lnTo>
                    <a:lnTo>
                      <a:pt x="269735" y="458231"/>
                    </a:lnTo>
                    <a:lnTo>
                      <a:pt x="269735" y="455693"/>
                    </a:lnTo>
                    <a:lnTo>
                      <a:pt x="270369" y="452519"/>
                    </a:lnTo>
                    <a:lnTo>
                      <a:pt x="271639" y="449981"/>
                    </a:lnTo>
                    <a:lnTo>
                      <a:pt x="272908" y="445538"/>
                    </a:lnTo>
                    <a:lnTo>
                      <a:pt x="271639" y="439826"/>
                    </a:lnTo>
                    <a:lnTo>
                      <a:pt x="269100" y="430941"/>
                    </a:lnTo>
                    <a:lnTo>
                      <a:pt x="260214" y="390322"/>
                    </a:lnTo>
                    <a:lnTo>
                      <a:pt x="259580" y="383975"/>
                    </a:lnTo>
                    <a:lnTo>
                      <a:pt x="260214" y="380167"/>
                    </a:lnTo>
                    <a:lnTo>
                      <a:pt x="265292" y="372551"/>
                    </a:lnTo>
                    <a:lnTo>
                      <a:pt x="266561" y="368108"/>
                    </a:lnTo>
                    <a:lnTo>
                      <a:pt x="267196" y="363031"/>
                    </a:lnTo>
                    <a:lnTo>
                      <a:pt x="265927" y="352876"/>
                    </a:lnTo>
                    <a:lnTo>
                      <a:pt x="264658" y="343991"/>
                    </a:lnTo>
                    <a:lnTo>
                      <a:pt x="265292" y="341452"/>
                    </a:lnTo>
                    <a:lnTo>
                      <a:pt x="269100" y="336375"/>
                    </a:lnTo>
                    <a:lnTo>
                      <a:pt x="270369" y="332567"/>
                    </a:lnTo>
                    <a:lnTo>
                      <a:pt x="277986" y="321777"/>
                    </a:lnTo>
                    <a:lnTo>
                      <a:pt x="278620" y="317969"/>
                    </a:lnTo>
                    <a:lnTo>
                      <a:pt x="279255" y="312892"/>
                    </a:lnTo>
                    <a:lnTo>
                      <a:pt x="278620" y="307180"/>
                    </a:lnTo>
                    <a:lnTo>
                      <a:pt x="277986" y="302103"/>
                    </a:lnTo>
                    <a:lnTo>
                      <a:pt x="277986" y="297025"/>
                    </a:lnTo>
                    <a:lnTo>
                      <a:pt x="279255" y="291313"/>
                    </a:lnTo>
                    <a:lnTo>
                      <a:pt x="286871" y="272273"/>
                    </a:lnTo>
                    <a:lnTo>
                      <a:pt x="286871" y="270369"/>
                    </a:lnTo>
                    <a:lnTo>
                      <a:pt x="284967" y="269100"/>
                    </a:lnTo>
                    <a:lnTo>
                      <a:pt x="283062" y="268465"/>
                    </a:lnTo>
                    <a:lnTo>
                      <a:pt x="281793" y="266561"/>
                    </a:lnTo>
                    <a:lnTo>
                      <a:pt x="281793" y="262753"/>
                    </a:lnTo>
                    <a:lnTo>
                      <a:pt x="286236" y="247521"/>
                    </a:lnTo>
                    <a:lnTo>
                      <a:pt x="286871" y="239270"/>
                    </a:lnTo>
                    <a:lnTo>
                      <a:pt x="285601" y="229750"/>
                    </a:lnTo>
                    <a:lnTo>
                      <a:pt x="280524" y="209441"/>
                    </a:lnTo>
                    <a:lnTo>
                      <a:pt x="278620" y="196747"/>
                    </a:lnTo>
                    <a:lnTo>
                      <a:pt x="280524" y="187227"/>
                    </a:lnTo>
                    <a:lnTo>
                      <a:pt x="285601" y="180881"/>
                    </a:lnTo>
                    <a:lnTo>
                      <a:pt x="293852" y="176438"/>
                    </a:lnTo>
                    <a:lnTo>
                      <a:pt x="302738" y="174534"/>
                    </a:lnTo>
                    <a:lnTo>
                      <a:pt x="307180" y="172630"/>
                    </a:lnTo>
                    <a:lnTo>
                      <a:pt x="309719" y="169457"/>
                    </a:lnTo>
                    <a:lnTo>
                      <a:pt x="314161" y="161206"/>
                    </a:lnTo>
                    <a:lnTo>
                      <a:pt x="316066" y="158033"/>
                    </a:lnTo>
                    <a:lnTo>
                      <a:pt x="329394" y="144070"/>
                    </a:lnTo>
                    <a:lnTo>
                      <a:pt x="333201" y="141531"/>
                    </a:lnTo>
                    <a:lnTo>
                      <a:pt x="334471" y="138993"/>
                    </a:lnTo>
                    <a:lnTo>
                      <a:pt x="336375" y="133281"/>
                    </a:lnTo>
                    <a:lnTo>
                      <a:pt x="340818" y="126299"/>
                    </a:lnTo>
                    <a:lnTo>
                      <a:pt x="343356" y="121222"/>
                    </a:lnTo>
                    <a:lnTo>
                      <a:pt x="342722" y="117414"/>
                    </a:lnTo>
                    <a:lnTo>
                      <a:pt x="340818" y="112971"/>
                    </a:lnTo>
                    <a:lnTo>
                      <a:pt x="340818" y="108528"/>
                    </a:lnTo>
                    <a:lnTo>
                      <a:pt x="342722" y="106624"/>
                    </a:lnTo>
                    <a:lnTo>
                      <a:pt x="344626" y="105990"/>
                    </a:lnTo>
                    <a:lnTo>
                      <a:pt x="346529" y="105355"/>
                    </a:lnTo>
                    <a:lnTo>
                      <a:pt x="347799" y="102182"/>
                    </a:lnTo>
                    <a:lnTo>
                      <a:pt x="347165" y="100278"/>
                    </a:lnTo>
                    <a:lnTo>
                      <a:pt x="345260" y="97739"/>
                    </a:lnTo>
                    <a:lnTo>
                      <a:pt x="342087" y="95200"/>
                    </a:lnTo>
                    <a:lnTo>
                      <a:pt x="333201" y="83142"/>
                    </a:lnTo>
                    <a:lnTo>
                      <a:pt x="331298" y="79968"/>
                    </a:lnTo>
                    <a:lnTo>
                      <a:pt x="328759" y="76160"/>
                    </a:lnTo>
                    <a:lnTo>
                      <a:pt x="325586" y="73622"/>
                    </a:lnTo>
                    <a:lnTo>
                      <a:pt x="323047" y="70448"/>
                    </a:lnTo>
                    <a:lnTo>
                      <a:pt x="322412" y="64102"/>
                    </a:lnTo>
                    <a:lnTo>
                      <a:pt x="324316" y="54582"/>
                    </a:lnTo>
                    <a:lnTo>
                      <a:pt x="330028" y="41254"/>
                    </a:lnTo>
                    <a:lnTo>
                      <a:pt x="335106" y="28560"/>
                    </a:lnTo>
                    <a:lnTo>
                      <a:pt x="335106" y="22213"/>
                    </a:lnTo>
                    <a:lnTo>
                      <a:pt x="332567" y="19040"/>
                    </a:lnTo>
                    <a:lnTo>
                      <a:pt x="328759" y="15867"/>
                    </a:lnTo>
                    <a:lnTo>
                      <a:pt x="326220" y="10789"/>
                    </a:lnTo>
                    <a:lnTo>
                      <a:pt x="325586" y="4443"/>
                    </a:lnTo>
                    <a:lnTo>
                      <a:pt x="326220" y="1904"/>
                    </a:lnTo>
                    <a:lnTo>
                      <a:pt x="329394" y="0"/>
                    </a:lnTo>
                    <a:lnTo>
                      <a:pt x="311623" y="4443"/>
                    </a:lnTo>
                    <a:lnTo>
                      <a:pt x="293852" y="9520"/>
                    </a:lnTo>
                    <a:lnTo>
                      <a:pt x="276081" y="13963"/>
                    </a:lnTo>
                    <a:lnTo>
                      <a:pt x="258945" y="19040"/>
                    </a:lnTo>
                    <a:lnTo>
                      <a:pt x="241174" y="23483"/>
                    </a:lnTo>
                    <a:lnTo>
                      <a:pt x="223404" y="28560"/>
                    </a:lnTo>
                    <a:lnTo>
                      <a:pt x="205633" y="33003"/>
                    </a:lnTo>
                    <a:lnTo>
                      <a:pt x="187862" y="37446"/>
                    </a:lnTo>
                    <a:lnTo>
                      <a:pt x="170726" y="41888"/>
                    </a:lnTo>
                    <a:lnTo>
                      <a:pt x="152955" y="46966"/>
                    </a:lnTo>
                    <a:lnTo>
                      <a:pt x="135185" y="51408"/>
                    </a:lnTo>
                    <a:lnTo>
                      <a:pt x="117414" y="55851"/>
                    </a:lnTo>
                    <a:lnTo>
                      <a:pt x="81873" y="65371"/>
                    </a:lnTo>
                    <a:lnTo>
                      <a:pt x="64101" y="69814"/>
                    </a:lnTo>
                    <a:lnTo>
                      <a:pt x="48235" y="73622"/>
                    </a:lnTo>
                    <a:lnTo>
                      <a:pt x="46966" y="74256"/>
                    </a:lnTo>
                    <a:lnTo>
                      <a:pt x="40619" y="75526"/>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60" name="Google Shape;460;p51"/>
              <p:cNvSpPr/>
              <p:nvPr/>
            </p:nvSpPr>
            <p:spPr>
              <a:xfrm>
                <a:off x="1086366" y="2193917"/>
                <a:ext cx="1162353" cy="905388"/>
              </a:xfrm>
              <a:custGeom>
                <a:avLst/>
                <a:gdLst/>
                <a:ahLst/>
                <a:cxnLst/>
                <a:rect l="l" t="t" r="r" b="b"/>
                <a:pathLst>
                  <a:path w="1596193" h="1243317" extrusionOk="0">
                    <a:moveTo>
                      <a:pt x="427767" y="40619"/>
                    </a:moveTo>
                    <a:lnTo>
                      <a:pt x="439191" y="41254"/>
                    </a:lnTo>
                    <a:lnTo>
                      <a:pt x="442365" y="43158"/>
                    </a:lnTo>
                    <a:lnTo>
                      <a:pt x="444269" y="45696"/>
                    </a:lnTo>
                    <a:lnTo>
                      <a:pt x="449346" y="51408"/>
                    </a:lnTo>
                    <a:lnTo>
                      <a:pt x="451885" y="53312"/>
                    </a:lnTo>
                    <a:lnTo>
                      <a:pt x="456962" y="55216"/>
                    </a:lnTo>
                    <a:lnTo>
                      <a:pt x="462039" y="59024"/>
                    </a:lnTo>
                    <a:lnTo>
                      <a:pt x="467117" y="63467"/>
                    </a:lnTo>
                    <a:lnTo>
                      <a:pt x="470925" y="67910"/>
                    </a:lnTo>
                    <a:lnTo>
                      <a:pt x="473463" y="72352"/>
                    </a:lnTo>
                    <a:lnTo>
                      <a:pt x="475367" y="77430"/>
                    </a:lnTo>
                    <a:lnTo>
                      <a:pt x="476637" y="83142"/>
                    </a:lnTo>
                    <a:lnTo>
                      <a:pt x="476637" y="92662"/>
                    </a:lnTo>
                    <a:lnTo>
                      <a:pt x="478541" y="95835"/>
                    </a:lnTo>
                    <a:lnTo>
                      <a:pt x="481079" y="98374"/>
                    </a:lnTo>
                    <a:lnTo>
                      <a:pt x="482984" y="102182"/>
                    </a:lnTo>
                    <a:lnTo>
                      <a:pt x="482984" y="105990"/>
                    </a:lnTo>
                    <a:lnTo>
                      <a:pt x="482349" y="116779"/>
                    </a:lnTo>
                    <a:lnTo>
                      <a:pt x="483618" y="125665"/>
                    </a:lnTo>
                    <a:lnTo>
                      <a:pt x="482349" y="130107"/>
                    </a:lnTo>
                    <a:lnTo>
                      <a:pt x="480445" y="134550"/>
                    </a:lnTo>
                    <a:lnTo>
                      <a:pt x="479175" y="139627"/>
                    </a:lnTo>
                    <a:lnTo>
                      <a:pt x="481714" y="147243"/>
                    </a:lnTo>
                    <a:lnTo>
                      <a:pt x="481714" y="149782"/>
                    </a:lnTo>
                    <a:lnTo>
                      <a:pt x="481079" y="152321"/>
                    </a:lnTo>
                    <a:lnTo>
                      <a:pt x="479175" y="156763"/>
                    </a:lnTo>
                    <a:lnTo>
                      <a:pt x="478541" y="159302"/>
                    </a:lnTo>
                    <a:lnTo>
                      <a:pt x="477272" y="168822"/>
                    </a:lnTo>
                    <a:lnTo>
                      <a:pt x="477272" y="174534"/>
                    </a:lnTo>
                    <a:lnTo>
                      <a:pt x="477906" y="178977"/>
                    </a:lnTo>
                    <a:lnTo>
                      <a:pt x="480445" y="182785"/>
                    </a:lnTo>
                    <a:lnTo>
                      <a:pt x="484253" y="186593"/>
                    </a:lnTo>
                    <a:lnTo>
                      <a:pt x="488061" y="189766"/>
                    </a:lnTo>
                    <a:lnTo>
                      <a:pt x="501389" y="194844"/>
                    </a:lnTo>
                    <a:lnTo>
                      <a:pt x="509005" y="194844"/>
                    </a:lnTo>
                    <a:lnTo>
                      <a:pt x="511544" y="195478"/>
                    </a:lnTo>
                    <a:lnTo>
                      <a:pt x="516621" y="199286"/>
                    </a:lnTo>
                    <a:lnTo>
                      <a:pt x="525506" y="203094"/>
                    </a:lnTo>
                    <a:lnTo>
                      <a:pt x="529949" y="206902"/>
                    </a:lnTo>
                    <a:lnTo>
                      <a:pt x="545181" y="210076"/>
                    </a:lnTo>
                    <a:lnTo>
                      <a:pt x="558509" y="218326"/>
                    </a:lnTo>
                    <a:lnTo>
                      <a:pt x="562317" y="218326"/>
                    </a:lnTo>
                    <a:lnTo>
                      <a:pt x="566125" y="217057"/>
                    </a:lnTo>
                    <a:lnTo>
                      <a:pt x="580088" y="215788"/>
                    </a:lnTo>
                    <a:lnTo>
                      <a:pt x="614360" y="210710"/>
                    </a:lnTo>
                    <a:lnTo>
                      <a:pt x="622611" y="208172"/>
                    </a:lnTo>
                    <a:lnTo>
                      <a:pt x="636573" y="201190"/>
                    </a:lnTo>
                    <a:lnTo>
                      <a:pt x="644824" y="198652"/>
                    </a:lnTo>
                    <a:lnTo>
                      <a:pt x="649902" y="198652"/>
                    </a:lnTo>
                    <a:lnTo>
                      <a:pt x="662595" y="203729"/>
                    </a:lnTo>
                    <a:lnTo>
                      <a:pt x="689886" y="204364"/>
                    </a:lnTo>
                    <a:lnTo>
                      <a:pt x="741929" y="219596"/>
                    </a:lnTo>
                    <a:lnTo>
                      <a:pt x="750179" y="224038"/>
                    </a:lnTo>
                    <a:lnTo>
                      <a:pt x="753353" y="227846"/>
                    </a:lnTo>
                    <a:lnTo>
                      <a:pt x="754622" y="231654"/>
                    </a:lnTo>
                    <a:lnTo>
                      <a:pt x="755257" y="236097"/>
                    </a:lnTo>
                    <a:lnTo>
                      <a:pt x="756526" y="241174"/>
                    </a:lnTo>
                    <a:lnTo>
                      <a:pt x="759065" y="243713"/>
                    </a:lnTo>
                    <a:lnTo>
                      <a:pt x="762873" y="244348"/>
                    </a:lnTo>
                    <a:lnTo>
                      <a:pt x="780009" y="240540"/>
                    </a:lnTo>
                    <a:lnTo>
                      <a:pt x="780643" y="240540"/>
                    </a:lnTo>
                    <a:lnTo>
                      <a:pt x="784452" y="241174"/>
                    </a:lnTo>
                    <a:lnTo>
                      <a:pt x="786355" y="241809"/>
                    </a:lnTo>
                    <a:lnTo>
                      <a:pt x="786990" y="241809"/>
                    </a:lnTo>
                    <a:lnTo>
                      <a:pt x="792702" y="242444"/>
                    </a:lnTo>
                    <a:lnTo>
                      <a:pt x="794606" y="243078"/>
                    </a:lnTo>
                    <a:lnTo>
                      <a:pt x="797145" y="244982"/>
                    </a:lnTo>
                    <a:lnTo>
                      <a:pt x="804761" y="247521"/>
                    </a:lnTo>
                    <a:lnTo>
                      <a:pt x="813012" y="246886"/>
                    </a:lnTo>
                    <a:lnTo>
                      <a:pt x="815550" y="247521"/>
                    </a:lnTo>
                    <a:lnTo>
                      <a:pt x="816820" y="247521"/>
                    </a:lnTo>
                    <a:lnTo>
                      <a:pt x="825705" y="243078"/>
                    </a:lnTo>
                    <a:lnTo>
                      <a:pt x="826974" y="243078"/>
                    </a:lnTo>
                    <a:lnTo>
                      <a:pt x="840302" y="243078"/>
                    </a:lnTo>
                    <a:lnTo>
                      <a:pt x="849188" y="241174"/>
                    </a:lnTo>
                    <a:lnTo>
                      <a:pt x="850457" y="239270"/>
                    </a:lnTo>
                    <a:lnTo>
                      <a:pt x="851727" y="238001"/>
                    </a:lnTo>
                    <a:lnTo>
                      <a:pt x="856804" y="236097"/>
                    </a:lnTo>
                    <a:lnTo>
                      <a:pt x="858708" y="236097"/>
                    </a:lnTo>
                    <a:lnTo>
                      <a:pt x="884729" y="246252"/>
                    </a:lnTo>
                    <a:lnTo>
                      <a:pt x="886633" y="246252"/>
                    </a:lnTo>
                    <a:lnTo>
                      <a:pt x="891076" y="244982"/>
                    </a:lnTo>
                    <a:lnTo>
                      <a:pt x="892980" y="244982"/>
                    </a:lnTo>
                    <a:lnTo>
                      <a:pt x="901865" y="248156"/>
                    </a:lnTo>
                    <a:lnTo>
                      <a:pt x="903769" y="248156"/>
                    </a:lnTo>
                    <a:lnTo>
                      <a:pt x="908212" y="247521"/>
                    </a:lnTo>
                    <a:lnTo>
                      <a:pt x="915828" y="244982"/>
                    </a:lnTo>
                    <a:lnTo>
                      <a:pt x="917732" y="244982"/>
                    </a:lnTo>
                    <a:lnTo>
                      <a:pt x="920271" y="245617"/>
                    </a:lnTo>
                    <a:lnTo>
                      <a:pt x="925348" y="247521"/>
                    </a:lnTo>
                    <a:lnTo>
                      <a:pt x="927887" y="247521"/>
                    </a:lnTo>
                    <a:lnTo>
                      <a:pt x="932964" y="246252"/>
                    </a:lnTo>
                    <a:lnTo>
                      <a:pt x="938041" y="243713"/>
                    </a:lnTo>
                    <a:lnTo>
                      <a:pt x="944388" y="239905"/>
                    </a:lnTo>
                    <a:lnTo>
                      <a:pt x="948196" y="238636"/>
                    </a:lnTo>
                    <a:lnTo>
                      <a:pt x="956447" y="238636"/>
                    </a:lnTo>
                    <a:lnTo>
                      <a:pt x="984372" y="232924"/>
                    </a:lnTo>
                    <a:lnTo>
                      <a:pt x="1034511" y="233558"/>
                    </a:lnTo>
                    <a:lnTo>
                      <a:pt x="1042762" y="229116"/>
                    </a:lnTo>
                    <a:lnTo>
                      <a:pt x="1049109" y="224038"/>
                    </a:lnTo>
                    <a:lnTo>
                      <a:pt x="1052282" y="223404"/>
                    </a:lnTo>
                    <a:lnTo>
                      <a:pt x="1057359" y="223404"/>
                    </a:lnTo>
                    <a:lnTo>
                      <a:pt x="1069418" y="225942"/>
                    </a:lnTo>
                    <a:lnTo>
                      <a:pt x="1078938" y="225942"/>
                    </a:lnTo>
                    <a:lnTo>
                      <a:pt x="1094805" y="225942"/>
                    </a:lnTo>
                    <a:lnTo>
                      <a:pt x="1139232" y="232924"/>
                    </a:lnTo>
                    <a:lnTo>
                      <a:pt x="1148752" y="230385"/>
                    </a:lnTo>
                    <a:lnTo>
                      <a:pt x="1157637" y="223404"/>
                    </a:lnTo>
                    <a:lnTo>
                      <a:pt x="1159541" y="223404"/>
                    </a:lnTo>
                    <a:lnTo>
                      <a:pt x="1167792" y="224673"/>
                    </a:lnTo>
                    <a:lnTo>
                      <a:pt x="1190640" y="228481"/>
                    </a:lnTo>
                    <a:lnTo>
                      <a:pt x="1213488" y="232289"/>
                    </a:lnTo>
                    <a:lnTo>
                      <a:pt x="1236336" y="236097"/>
                    </a:lnTo>
                    <a:lnTo>
                      <a:pt x="1259184" y="239905"/>
                    </a:lnTo>
                    <a:lnTo>
                      <a:pt x="1282032" y="243713"/>
                    </a:lnTo>
                    <a:lnTo>
                      <a:pt x="1304880" y="247521"/>
                    </a:lnTo>
                    <a:lnTo>
                      <a:pt x="1327729" y="251329"/>
                    </a:lnTo>
                    <a:lnTo>
                      <a:pt x="1350577" y="255137"/>
                    </a:lnTo>
                    <a:lnTo>
                      <a:pt x="1373425" y="258945"/>
                    </a:lnTo>
                    <a:lnTo>
                      <a:pt x="1396273" y="262753"/>
                    </a:lnTo>
                    <a:lnTo>
                      <a:pt x="1419121" y="266561"/>
                    </a:lnTo>
                    <a:lnTo>
                      <a:pt x="1441969" y="270369"/>
                    </a:lnTo>
                    <a:lnTo>
                      <a:pt x="1464817" y="274177"/>
                    </a:lnTo>
                    <a:lnTo>
                      <a:pt x="1487665" y="277985"/>
                    </a:lnTo>
                    <a:lnTo>
                      <a:pt x="1510513" y="281793"/>
                    </a:lnTo>
                    <a:lnTo>
                      <a:pt x="1534631" y="285601"/>
                    </a:lnTo>
                    <a:lnTo>
                      <a:pt x="1534631" y="286871"/>
                    </a:lnTo>
                    <a:lnTo>
                      <a:pt x="1535265" y="294487"/>
                    </a:lnTo>
                    <a:lnTo>
                      <a:pt x="1538439" y="308449"/>
                    </a:lnTo>
                    <a:lnTo>
                      <a:pt x="1547324" y="320508"/>
                    </a:lnTo>
                    <a:lnTo>
                      <a:pt x="1547959" y="324316"/>
                    </a:lnTo>
                    <a:lnTo>
                      <a:pt x="1549228" y="327489"/>
                    </a:lnTo>
                    <a:lnTo>
                      <a:pt x="1561922" y="331932"/>
                    </a:lnTo>
                    <a:lnTo>
                      <a:pt x="1563191" y="333836"/>
                    </a:lnTo>
                    <a:lnTo>
                      <a:pt x="1566364" y="338279"/>
                    </a:lnTo>
                    <a:lnTo>
                      <a:pt x="1575884" y="345895"/>
                    </a:lnTo>
                    <a:lnTo>
                      <a:pt x="1582866" y="348434"/>
                    </a:lnTo>
                    <a:lnTo>
                      <a:pt x="1585404" y="350972"/>
                    </a:lnTo>
                    <a:lnTo>
                      <a:pt x="1587308" y="354146"/>
                    </a:lnTo>
                    <a:lnTo>
                      <a:pt x="1589212" y="359223"/>
                    </a:lnTo>
                    <a:lnTo>
                      <a:pt x="1591116" y="369378"/>
                    </a:lnTo>
                    <a:lnTo>
                      <a:pt x="1595559" y="382071"/>
                    </a:lnTo>
                    <a:lnTo>
                      <a:pt x="1596194" y="387148"/>
                    </a:lnTo>
                    <a:lnTo>
                      <a:pt x="1595559" y="392226"/>
                    </a:lnTo>
                    <a:lnTo>
                      <a:pt x="1593655" y="396668"/>
                    </a:lnTo>
                    <a:lnTo>
                      <a:pt x="1590482" y="399842"/>
                    </a:lnTo>
                    <a:lnTo>
                      <a:pt x="1584135" y="404919"/>
                    </a:lnTo>
                    <a:lnTo>
                      <a:pt x="1582866" y="406188"/>
                    </a:lnTo>
                    <a:lnTo>
                      <a:pt x="1578423" y="413804"/>
                    </a:lnTo>
                    <a:lnTo>
                      <a:pt x="1576519" y="418882"/>
                    </a:lnTo>
                    <a:lnTo>
                      <a:pt x="1575884" y="421421"/>
                    </a:lnTo>
                    <a:lnTo>
                      <a:pt x="1565730" y="430306"/>
                    </a:lnTo>
                    <a:lnTo>
                      <a:pt x="1561922" y="437922"/>
                    </a:lnTo>
                    <a:lnTo>
                      <a:pt x="1554940" y="443634"/>
                    </a:lnTo>
                    <a:lnTo>
                      <a:pt x="1551767" y="447442"/>
                    </a:lnTo>
                    <a:lnTo>
                      <a:pt x="1550497" y="452519"/>
                    </a:lnTo>
                    <a:lnTo>
                      <a:pt x="1548594" y="462674"/>
                    </a:lnTo>
                    <a:lnTo>
                      <a:pt x="1546055" y="466482"/>
                    </a:lnTo>
                    <a:lnTo>
                      <a:pt x="1542882" y="470290"/>
                    </a:lnTo>
                    <a:lnTo>
                      <a:pt x="1537804" y="484253"/>
                    </a:lnTo>
                    <a:lnTo>
                      <a:pt x="1532727" y="493138"/>
                    </a:lnTo>
                    <a:lnTo>
                      <a:pt x="1513687" y="519160"/>
                    </a:lnTo>
                    <a:lnTo>
                      <a:pt x="1511783" y="521698"/>
                    </a:lnTo>
                    <a:lnTo>
                      <a:pt x="1511148" y="524237"/>
                    </a:lnTo>
                    <a:lnTo>
                      <a:pt x="1511148" y="526776"/>
                    </a:lnTo>
                    <a:lnTo>
                      <a:pt x="1511783" y="528680"/>
                    </a:lnTo>
                    <a:lnTo>
                      <a:pt x="1512417" y="529949"/>
                    </a:lnTo>
                    <a:lnTo>
                      <a:pt x="1512417" y="530584"/>
                    </a:lnTo>
                    <a:lnTo>
                      <a:pt x="1511783" y="535661"/>
                    </a:lnTo>
                    <a:lnTo>
                      <a:pt x="1507975" y="546450"/>
                    </a:lnTo>
                    <a:lnTo>
                      <a:pt x="1505436" y="550893"/>
                    </a:lnTo>
                    <a:lnTo>
                      <a:pt x="1500359" y="558509"/>
                    </a:lnTo>
                    <a:lnTo>
                      <a:pt x="1488300" y="572472"/>
                    </a:lnTo>
                    <a:lnTo>
                      <a:pt x="1485127" y="575011"/>
                    </a:lnTo>
                    <a:lnTo>
                      <a:pt x="1481319" y="577549"/>
                    </a:lnTo>
                    <a:lnTo>
                      <a:pt x="1469260" y="582627"/>
                    </a:lnTo>
                    <a:lnTo>
                      <a:pt x="1465452" y="585800"/>
                    </a:lnTo>
                    <a:lnTo>
                      <a:pt x="1462913" y="588973"/>
                    </a:lnTo>
                    <a:lnTo>
                      <a:pt x="1455932" y="600397"/>
                    </a:lnTo>
                    <a:lnTo>
                      <a:pt x="1450220" y="608013"/>
                    </a:lnTo>
                    <a:lnTo>
                      <a:pt x="1447681" y="613091"/>
                    </a:lnTo>
                    <a:lnTo>
                      <a:pt x="1444508" y="621976"/>
                    </a:lnTo>
                    <a:lnTo>
                      <a:pt x="1441969" y="626419"/>
                    </a:lnTo>
                    <a:lnTo>
                      <a:pt x="1438796" y="630227"/>
                    </a:lnTo>
                    <a:lnTo>
                      <a:pt x="1436257" y="632765"/>
                    </a:lnTo>
                    <a:lnTo>
                      <a:pt x="1433718" y="633400"/>
                    </a:lnTo>
                    <a:lnTo>
                      <a:pt x="1431814" y="633400"/>
                    </a:lnTo>
                    <a:lnTo>
                      <a:pt x="1429910" y="634035"/>
                    </a:lnTo>
                    <a:lnTo>
                      <a:pt x="1428641" y="637208"/>
                    </a:lnTo>
                    <a:lnTo>
                      <a:pt x="1428006" y="638478"/>
                    </a:lnTo>
                    <a:lnTo>
                      <a:pt x="1426102" y="639747"/>
                    </a:lnTo>
                    <a:lnTo>
                      <a:pt x="1424833" y="641016"/>
                    </a:lnTo>
                    <a:lnTo>
                      <a:pt x="1425468" y="647998"/>
                    </a:lnTo>
                    <a:lnTo>
                      <a:pt x="1423564" y="651806"/>
                    </a:lnTo>
                    <a:lnTo>
                      <a:pt x="1421025" y="656248"/>
                    </a:lnTo>
                    <a:lnTo>
                      <a:pt x="1419756" y="661960"/>
                    </a:lnTo>
                    <a:lnTo>
                      <a:pt x="1420390" y="664499"/>
                    </a:lnTo>
                    <a:lnTo>
                      <a:pt x="1422294" y="669576"/>
                    </a:lnTo>
                    <a:lnTo>
                      <a:pt x="1422294" y="672750"/>
                    </a:lnTo>
                    <a:lnTo>
                      <a:pt x="1421660" y="675288"/>
                    </a:lnTo>
                    <a:lnTo>
                      <a:pt x="1420390" y="678462"/>
                    </a:lnTo>
                    <a:lnTo>
                      <a:pt x="1419756" y="681000"/>
                    </a:lnTo>
                    <a:lnTo>
                      <a:pt x="1420390" y="685443"/>
                    </a:lnTo>
                    <a:lnTo>
                      <a:pt x="1422929" y="689251"/>
                    </a:lnTo>
                    <a:lnTo>
                      <a:pt x="1429276" y="694963"/>
                    </a:lnTo>
                    <a:lnTo>
                      <a:pt x="1431180" y="693059"/>
                    </a:lnTo>
                    <a:lnTo>
                      <a:pt x="1433084" y="691155"/>
                    </a:lnTo>
                    <a:lnTo>
                      <a:pt x="1434988" y="689886"/>
                    </a:lnTo>
                    <a:lnTo>
                      <a:pt x="1437526" y="689251"/>
                    </a:lnTo>
                    <a:lnTo>
                      <a:pt x="1440065" y="689886"/>
                    </a:lnTo>
                    <a:lnTo>
                      <a:pt x="1441334" y="692424"/>
                    </a:lnTo>
                    <a:lnTo>
                      <a:pt x="1441969" y="694963"/>
                    </a:lnTo>
                    <a:lnTo>
                      <a:pt x="1443238" y="696867"/>
                    </a:lnTo>
                    <a:lnTo>
                      <a:pt x="1447046" y="698771"/>
                    </a:lnTo>
                    <a:lnTo>
                      <a:pt x="1450220" y="698136"/>
                    </a:lnTo>
                    <a:lnTo>
                      <a:pt x="1454028" y="697502"/>
                    </a:lnTo>
                    <a:lnTo>
                      <a:pt x="1458470" y="697502"/>
                    </a:lnTo>
                    <a:lnTo>
                      <a:pt x="1460374" y="698771"/>
                    </a:lnTo>
                    <a:lnTo>
                      <a:pt x="1461009" y="701310"/>
                    </a:lnTo>
                    <a:lnTo>
                      <a:pt x="1460374" y="703848"/>
                    </a:lnTo>
                    <a:lnTo>
                      <a:pt x="1460374" y="706387"/>
                    </a:lnTo>
                    <a:lnTo>
                      <a:pt x="1461009" y="710195"/>
                    </a:lnTo>
                    <a:lnTo>
                      <a:pt x="1461644" y="711464"/>
                    </a:lnTo>
                    <a:lnTo>
                      <a:pt x="1465452" y="714003"/>
                    </a:lnTo>
                    <a:lnTo>
                      <a:pt x="1467990" y="716542"/>
                    </a:lnTo>
                    <a:lnTo>
                      <a:pt x="1471164" y="720350"/>
                    </a:lnTo>
                    <a:lnTo>
                      <a:pt x="1471798" y="722889"/>
                    </a:lnTo>
                    <a:lnTo>
                      <a:pt x="1471164" y="724792"/>
                    </a:lnTo>
                    <a:lnTo>
                      <a:pt x="1469895" y="726062"/>
                    </a:lnTo>
                    <a:lnTo>
                      <a:pt x="1469260" y="727331"/>
                    </a:lnTo>
                    <a:lnTo>
                      <a:pt x="1468625" y="729870"/>
                    </a:lnTo>
                    <a:lnTo>
                      <a:pt x="1467990" y="732409"/>
                    </a:lnTo>
                    <a:lnTo>
                      <a:pt x="1466721" y="734947"/>
                    </a:lnTo>
                    <a:lnTo>
                      <a:pt x="1464817" y="737486"/>
                    </a:lnTo>
                    <a:lnTo>
                      <a:pt x="1462278" y="738121"/>
                    </a:lnTo>
                    <a:lnTo>
                      <a:pt x="1459740" y="737486"/>
                    </a:lnTo>
                    <a:lnTo>
                      <a:pt x="1457201" y="737486"/>
                    </a:lnTo>
                    <a:lnTo>
                      <a:pt x="1454663" y="739390"/>
                    </a:lnTo>
                    <a:lnTo>
                      <a:pt x="1454028" y="743198"/>
                    </a:lnTo>
                    <a:lnTo>
                      <a:pt x="1457836" y="752083"/>
                    </a:lnTo>
                    <a:lnTo>
                      <a:pt x="1458470" y="757161"/>
                    </a:lnTo>
                    <a:lnTo>
                      <a:pt x="1457836" y="759699"/>
                    </a:lnTo>
                    <a:lnTo>
                      <a:pt x="1457201" y="761603"/>
                    </a:lnTo>
                    <a:lnTo>
                      <a:pt x="1455932" y="763507"/>
                    </a:lnTo>
                    <a:lnTo>
                      <a:pt x="1454663" y="766046"/>
                    </a:lnTo>
                    <a:lnTo>
                      <a:pt x="1452124" y="775566"/>
                    </a:lnTo>
                    <a:lnTo>
                      <a:pt x="1448316" y="783182"/>
                    </a:lnTo>
                    <a:lnTo>
                      <a:pt x="1447046" y="788894"/>
                    </a:lnTo>
                    <a:lnTo>
                      <a:pt x="1443873" y="793972"/>
                    </a:lnTo>
                    <a:lnTo>
                      <a:pt x="1441334" y="796510"/>
                    </a:lnTo>
                    <a:lnTo>
                      <a:pt x="1436892" y="799049"/>
                    </a:lnTo>
                    <a:lnTo>
                      <a:pt x="1433084" y="802857"/>
                    </a:lnTo>
                    <a:lnTo>
                      <a:pt x="1433718" y="808569"/>
                    </a:lnTo>
                    <a:lnTo>
                      <a:pt x="1433718" y="810473"/>
                    </a:lnTo>
                    <a:lnTo>
                      <a:pt x="1433718" y="810473"/>
                    </a:lnTo>
                    <a:lnTo>
                      <a:pt x="1433718" y="813646"/>
                    </a:lnTo>
                    <a:lnTo>
                      <a:pt x="1430545" y="835225"/>
                    </a:lnTo>
                    <a:lnTo>
                      <a:pt x="1428641" y="846014"/>
                    </a:lnTo>
                    <a:lnTo>
                      <a:pt x="1424833" y="870766"/>
                    </a:lnTo>
                    <a:lnTo>
                      <a:pt x="1421025" y="895519"/>
                    </a:lnTo>
                    <a:lnTo>
                      <a:pt x="1417217" y="920905"/>
                    </a:lnTo>
                    <a:lnTo>
                      <a:pt x="1413409" y="945657"/>
                    </a:lnTo>
                    <a:lnTo>
                      <a:pt x="1409601" y="970410"/>
                    </a:lnTo>
                    <a:lnTo>
                      <a:pt x="1405793" y="995162"/>
                    </a:lnTo>
                    <a:lnTo>
                      <a:pt x="1401985" y="1019914"/>
                    </a:lnTo>
                    <a:lnTo>
                      <a:pt x="1398177" y="1044666"/>
                    </a:lnTo>
                    <a:lnTo>
                      <a:pt x="1394369" y="1069418"/>
                    </a:lnTo>
                    <a:lnTo>
                      <a:pt x="1390561" y="1094170"/>
                    </a:lnTo>
                    <a:lnTo>
                      <a:pt x="1386753" y="1118922"/>
                    </a:lnTo>
                    <a:lnTo>
                      <a:pt x="1382945" y="1143674"/>
                    </a:lnTo>
                    <a:lnTo>
                      <a:pt x="1379137" y="1168426"/>
                    </a:lnTo>
                    <a:lnTo>
                      <a:pt x="1375329" y="1193813"/>
                    </a:lnTo>
                    <a:lnTo>
                      <a:pt x="1371521" y="1218565"/>
                    </a:lnTo>
                    <a:lnTo>
                      <a:pt x="1367713" y="1243318"/>
                    </a:lnTo>
                    <a:lnTo>
                      <a:pt x="1332806" y="1238240"/>
                    </a:lnTo>
                    <a:lnTo>
                      <a:pt x="1297899" y="1232528"/>
                    </a:lnTo>
                    <a:lnTo>
                      <a:pt x="1262992" y="1226816"/>
                    </a:lnTo>
                    <a:lnTo>
                      <a:pt x="1228085" y="1221104"/>
                    </a:lnTo>
                    <a:lnTo>
                      <a:pt x="1193179" y="1215392"/>
                    </a:lnTo>
                    <a:lnTo>
                      <a:pt x="1158272" y="1209680"/>
                    </a:lnTo>
                    <a:lnTo>
                      <a:pt x="1123365" y="1203968"/>
                    </a:lnTo>
                    <a:lnTo>
                      <a:pt x="1088458" y="1198256"/>
                    </a:lnTo>
                    <a:lnTo>
                      <a:pt x="1053551" y="1192544"/>
                    </a:lnTo>
                    <a:lnTo>
                      <a:pt x="1018644" y="1186197"/>
                    </a:lnTo>
                    <a:lnTo>
                      <a:pt x="983738" y="1180485"/>
                    </a:lnTo>
                    <a:lnTo>
                      <a:pt x="948831" y="1174139"/>
                    </a:lnTo>
                    <a:lnTo>
                      <a:pt x="913924" y="1167792"/>
                    </a:lnTo>
                    <a:lnTo>
                      <a:pt x="879017" y="1161445"/>
                    </a:lnTo>
                    <a:lnTo>
                      <a:pt x="844110" y="1155099"/>
                    </a:lnTo>
                    <a:lnTo>
                      <a:pt x="809204" y="1148752"/>
                    </a:lnTo>
                    <a:lnTo>
                      <a:pt x="760334" y="1139866"/>
                    </a:lnTo>
                    <a:lnTo>
                      <a:pt x="711465" y="1130981"/>
                    </a:lnTo>
                    <a:lnTo>
                      <a:pt x="662595" y="1122096"/>
                    </a:lnTo>
                    <a:lnTo>
                      <a:pt x="613725" y="1112576"/>
                    </a:lnTo>
                    <a:lnTo>
                      <a:pt x="564856" y="1103056"/>
                    </a:lnTo>
                    <a:lnTo>
                      <a:pt x="515986" y="1093536"/>
                    </a:lnTo>
                    <a:lnTo>
                      <a:pt x="467117" y="1084015"/>
                    </a:lnTo>
                    <a:lnTo>
                      <a:pt x="418247" y="1073861"/>
                    </a:lnTo>
                    <a:lnTo>
                      <a:pt x="369378" y="1063706"/>
                    </a:lnTo>
                    <a:lnTo>
                      <a:pt x="320508" y="1053551"/>
                    </a:lnTo>
                    <a:lnTo>
                      <a:pt x="271638" y="1043397"/>
                    </a:lnTo>
                    <a:lnTo>
                      <a:pt x="223404" y="1033242"/>
                    </a:lnTo>
                    <a:lnTo>
                      <a:pt x="174534" y="1023087"/>
                    </a:lnTo>
                    <a:lnTo>
                      <a:pt x="126299" y="1012298"/>
                    </a:lnTo>
                    <a:lnTo>
                      <a:pt x="78064" y="1001508"/>
                    </a:lnTo>
                    <a:lnTo>
                      <a:pt x="29830" y="990719"/>
                    </a:lnTo>
                    <a:lnTo>
                      <a:pt x="29195" y="990084"/>
                    </a:lnTo>
                    <a:lnTo>
                      <a:pt x="24117" y="988815"/>
                    </a:lnTo>
                    <a:lnTo>
                      <a:pt x="22848" y="983103"/>
                    </a:lnTo>
                    <a:lnTo>
                      <a:pt x="13328" y="972948"/>
                    </a:lnTo>
                    <a:lnTo>
                      <a:pt x="6981" y="960890"/>
                    </a:lnTo>
                    <a:lnTo>
                      <a:pt x="4443" y="958986"/>
                    </a:lnTo>
                    <a:lnTo>
                      <a:pt x="3808" y="956447"/>
                    </a:lnTo>
                    <a:lnTo>
                      <a:pt x="5077" y="929791"/>
                    </a:lnTo>
                    <a:lnTo>
                      <a:pt x="3808" y="924079"/>
                    </a:lnTo>
                    <a:lnTo>
                      <a:pt x="1269" y="920905"/>
                    </a:lnTo>
                    <a:lnTo>
                      <a:pt x="1904" y="918367"/>
                    </a:lnTo>
                    <a:lnTo>
                      <a:pt x="2539" y="913289"/>
                    </a:lnTo>
                    <a:lnTo>
                      <a:pt x="2539" y="903769"/>
                    </a:lnTo>
                    <a:lnTo>
                      <a:pt x="1904" y="903135"/>
                    </a:lnTo>
                    <a:lnTo>
                      <a:pt x="635" y="901231"/>
                    </a:lnTo>
                    <a:lnTo>
                      <a:pt x="0" y="899327"/>
                    </a:lnTo>
                    <a:lnTo>
                      <a:pt x="2539" y="898057"/>
                    </a:lnTo>
                    <a:lnTo>
                      <a:pt x="3808" y="896153"/>
                    </a:lnTo>
                    <a:lnTo>
                      <a:pt x="6347" y="892345"/>
                    </a:lnTo>
                    <a:lnTo>
                      <a:pt x="7616" y="889807"/>
                    </a:lnTo>
                    <a:lnTo>
                      <a:pt x="8251" y="885999"/>
                    </a:lnTo>
                    <a:lnTo>
                      <a:pt x="9520" y="877748"/>
                    </a:lnTo>
                    <a:lnTo>
                      <a:pt x="9520" y="874575"/>
                    </a:lnTo>
                    <a:lnTo>
                      <a:pt x="10155" y="872036"/>
                    </a:lnTo>
                    <a:lnTo>
                      <a:pt x="11424" y="868863"/>
                    </a:lnTo>
                    <a:lnTo>
                      <a:pt x="17771" y="860612"/>
                    </a:lnTo>
                    <a:lnTo>
                      <a:pt x="19040" y="857438"/>
                    </a:lnTo>
                    <a:lnTo>
                      <a:pt x="22213" y="849822"/>
                    </a:lnTo>
                    <a:lnTo>
                      <a:pt x="22213" y="837764"/>
                    </a:lnTo>
                    <a:lnTo>
                      <a:pt x="23483" y="830148"/>
                    </a:lnTo>
                    <a:lnTo>
                      <a:pt x="23483" y="825705"/>
                    </a:lnTo>
                    <a:lnTo>
                      <a:pt x="22213" y="823166"/>
                    </a:lnTo>
                    <a:lnTo>
                      <a:pt x="19675" y="820628"/>
                    </a:lnTo>
                    <a:lnTo>
                      <a:pt x="17771" y="818089"/>
                    </a:lnTo>
                    <a:lnTo>
                      <a:pt x="16501" y="813646"/>
                    </a:lnTo>
                    <a:lnTo>
                      <a:pt x="15232" y="806030"/>
                    </a:lnTo>
                    <a:lnTo>
                      <a:pt x="13963" y="802222"/>
                    </a:lnTo>
                    <a:lnTo>
                      <a:pt x="9520" y="804761"/>
                    </a:lnTo>
                    <a:lnTo>
                      <a:pt x="8251" y="801588"/>
                    </a:lnTo>
                    <a:lnTo>
                      <a:pt x="8251" y="787625"/>
                    </a:lnTo>
                    <a:lnTo>
                      <a:pt x="7616" y="784451"/>
                    </a:lnTo>
                    <a:lnTo>
                      <a:pt x="6347" y="781913"/>
                    </a:lnTo>
                    <a:lnTo>
                      <a:pt x="3808" y="779374"/>
                    </a:lnTo>
                    <a:lnTo>
                      <a:pt x="7616" y="777470"/>
                    </a:lnTo>
                    <a:lnTo>
                      <a:pt x="21579" y="757795"/>
                    </a:lnTo>
                    <a:lnTo>
                      <a:pt x="31099" y="745102"/>
                    </a:lnTo>
                    <a:lnTo>
                      <a:pt x="34272" y="741929"/>
                    </a:lnTo>
                    <a:lnTo>
                      <a:pt x="37445" y="739390"/>
                    </a:lnTo>
                    <a:lnTo>
                      <a:pt x="40619" y="736217"/>
                    </a:lnTo>
                    <a:lnTo>
                      <a:pt x="42523" y="731139"/>
                    </a:lnTo>
                    <a:lnTo>
                      <a:pt x="43792" y="726062"/>
                    </a:lnTo>
                    <a:lnTo>
                      <a:pt x="47600" y="715907"/>
                    </a:lnTo>
                    <a:lnTo>
                      <a:pt x="62198" y="684808"/>
                    </a:lnTo>
                    <a:lnTo>
                      <a:pt x="64736" y="674654"/>
                    </a:lnTo>
                    <a:lnTo>
                      <a:pt x="65371" y="670846"/>
                    </a:lnTo>
                    <a:lnTo>
                      <a:pt x="66006" y="668942"/>
                    </a:lnTo>
                    <a:lnTo>
                      <a:pt x="67910" y="666403"/>
                    </a:lnTo>
                    <a:lnTo>
                      <a:pt x="70448" y="664499"/>
                    </a:lnTo>
                    <a:lnTo>
                      <a:pt x="74256" y="663230"/>
                    </a:lnTo>
                    <a:lnTo>
                      <a:pt x="76160" y="661960"/>
                    </a:lnTo>
                    <a:lnTo>
                      <a:pt x="78064" y="662595"/>
                    </a:lnTo>
                    <a:lnTo>
                      <a:pt x="76160" y="675923"/>
                    </a:lnTo>
                    <a:lnTo>
                      <a:pt x="78699" y="679096"/>
                    </a:lnTo>
                    <a:lnTo>
                      <a:pt x="79968" y="679731"/>
                    </a:lnTo>
                    <a:lnTo>
                      <a:pt x="81238" y="673384"/>
                    </a:lnTo>
                    <a:lnTo>
                      <a:pt x="81872" y="670846"/>
                    </a:lnTo>
                    <a:lnTo>
                      <a:pt x="81238" y="667672"/>
                    </a:lnTo>
                    <a:lnTo>
                      <a:pt x="83142" y="668307"/>
                    </a:lnTo>
                    <a:lnTo>
                      <a:pt x="84411" y="668307"/>
                    </a:lnTo>
                    <a:lnTo>
                      <a:pt x="85046" y="667672"/>
                    </a:lnTo>
                    <a:lnTo>
                      <a:pt x="86315" y="665768"/>
                    </a:lnTo>
                    <a:lnTo>
                      <a:pt x="84411" y="662595"/>
                    </a:lnTo>
                    <a:lnTo>
                      <a:pt x="87584" y="657518"/>
                    </a:lnTo>
                    <a:lnTo>
                      <a:pt x="93296" y="652440"/>
                    </a:lnTo>
                    <a:lnTo>
                      <a:pt x="98374" y="651171"/>
                    </a:lnTo>
                    <a:lnTo>
                      <a:pt x="100912" y="652440"/>
                    </a:lnTo>
                    <a:lnTo>
                      <a:pt x="100912" y="654979"/>
                    </a:lnTo>
                    <a:lnTo>
                      <a:pt x="100278" y="658152"/>
                    </a:lnTo>
                    <a:lnTo>
                      <a:pt x="100912" y="662595"/>
                    </a:lnTo>
                    <a:lnTo>
                      <a:pt x="102817" y="665134"/>
                    </a:lnTo>
                    <a:lnTo>
                      <a:pt x="105990" y="667672"/>
                    </a:lnTo>
                    <a:lnTo>
                      <a:pt x="109798" y="668942"/>
                    </a:lnTo>
                    <a:lnTo>
                      <a:pt x="112971" y="668307"/>
                    </a:lnTo>
                    <a:lnTo>
                      <a:pt x="108529" y="658152"/>
                    </a:lnTo>
                    <a:lnTo>
                      <a:pt x="108529" y="651806"/>
                    </a:lnTo>
                    <a:lnTo>
                      <a:pt x="107894" y="649902"/>
                    </a:lnTo>
                    <a:lnTo>
                      <a:pt x="107259" y="647998"/>
                    </a:lnTo>
                    <a:lnTo>
                      <a:pt x="107259" y="646728"/>
                    </a:lnTo>
                    <a:lnTo>
                      <a:pt x="107894" y="644824"/>
                    </a:lnTo>
                    <a:lnTo>
                      <a:pt x="111067" y="640382"/>
                    </a:lnTo>
                    <a:lnTo>
                      <a:pt x="104086" y="642920"/>
                    </a:lnTo>
                    <a:lnTo>
                      <a:pt x="95835" y="647998"/>
                    </a:lnTo>
                    <a:lnTo>
                      <a:pt x="88219" y="654344"/>
                    </a:lnTo>
                    <a:lnTo>
                      <a:pt x="82507" y="660056"/>
                    </a:lnTo>
                    <a:lnTo>
                      <a:pt x="81872" y="658152"/>
                    </a:lnTo>
                    <a:lnTo>
                      <a:pt x="86315" y="653075"/>
                    </a:lnTo>
                    <a:lnTo>
                      <a:pt x="104720" y="623245"/>
                    </a:lnTo>
                    <a:lnTo>
                      <a:pt x="105355" y="620707"/>
                    </a:lnTo>
                    <a:lnTo>
                      <a:pt x="108529" y="616264"/>
                    </a:lnTo>
                    <a:lnTo>
                      <a:pt x="112337" y="605475"/>
                    </a:lnTo>
                    <a:lnTo>
                      <a:pt x="114241" y="602301"/>
                    </a:lnTo>
                    <a:lnTo>
                      <a:pt x="116779" y="599763"/>
                    </a:lnTo>
                    <a:lnTo>
                      <a:pt x="121857" y="596589"/>
                    </a:lnTo>
                    <a:lnTo>
                      <a:pt x="124395" y="594051"/>
                    </a:lnTo>
                    <a:lnTo>
                      <a:pt x="126299" y="590877"/>
                    </a:lnTo>
                    <a:lnTo>
                      <a:pt x="128203" y="587704"/>
                    </a:lnTo>
                    <a:lnTo>
                      <a:pt x="130107" y="585800"/>
                    </a:lnTo>
                    <a:lnTo>
                      <a:pt x="132646" y="585800"/>
                    </a:lnTo>
                    <a:lnTo>
                      <a:pt x="132646" y="586435"/>
                    </a:lnTo>
                    <a:lnTo>
                      <a:pt x="132011" y="588339"/>
                    </a:lnTo>
                    <a:lnTo>
                      <a:pt x="132011" y="590243"/>
                    </a:lnTo>
                    <a:lnTo>
                      <a:pt x="133281" y="590877"/>
                    </a:lnTo>
                    <a:lnTo>
                      <a:pt x="141531" y="592781"/>
                    </a:lnTo>
                    <a:lnTo>
                      <a:pt x="142166" y="591512"/>
                    </a:lnTo>
                    <a:lnTo>
                      <a:pt x="140262" y="588973"/>
                    </a:lnTo>
                    <a:lnTo>
                      <a:pt x="136454" y="585165"/>
                    </a:lnTo>
                    <a:lnTo>
                      <a:pt x="132646" y="582627"/>
                    </a:lnTo>
                    <a:lnTo>
                      <a:pt x="128838" y="583261"/>
                    </a:lnTo>
                    <a:lnTo>
                      <a:pt x="126299" y="587069"/>
                    </a:lnTo>
                    <a:lnTo>
                      <a:pt x="123126" y="592147"/>
                    </a:lnTo>
                    <a:lnTo>
                      <a:pt x="120587" y="594685"/>
                    </a:lnTo>
                    <a:lnTo>
                      <a:pt x="119952" y="590243"/>
                    </a:lnTo>
                    <a:lnTo>
                      <a:pt x="121222" y="585165"/>
                    </a:lnTo>
                    <a:lnTo>
                      <a:pt x="126299" y="575645"/>
                    </a:lnTo>
                    <a:lnTo>
                      <a:pt x="136454" y="547720"/>
                    </a:lnTo>
                    <a:lnTo>
                      <a:pt x="140262" y="538200"/>
                    </a:lnTo>
                    <a:lnTo>
                      <a:pt x="141531" y="534392"/>
                    </a:lnTo>
                    <a:lnTo>
                      <a:pt x="144070" y="524237"/>
                    </a:lnTo>
                    <a:lnTo>
                      <a:pt x="144705" y="522333"/>
                    </a:lnTo>
                    <a:lnTo>
                      <a:pt x="147243" y="521698"/>
                    </a:lnTo>
                    <a:lnTo>
                      <a:pt x="148513" y="519160"/>
                    </a:lnTo>
                    <a:lnTo>
                      <a:pt x="148513" y="517890"/>
                    </a:lnTo>
                    <a:lnTo>
                      <a:pt x="147878" y="510909"/>
                    </a:lnTo>
                    <a:lnTo>
                      <a:pt x="147878" y="507736"/>
                    </a:lnTo>
                    <a:lnTo>
                      <a:pt x="148513" y="505832"/>
                    </a:lnTo>
                    <a:lnTo>
                      <a:pt x="149147" y="503928"/>
                    </a:lnTo>
                    <a:lnTo>
                      <a:pt x="152321" y="496946"/>
                    </a:lnTo>
                    <a:lnTo>
                      <a:pt x="159302" y="477271"/>
                    </a:lnTo>
                    <a:lnTo>
                      <a:pt x="161841" y="462039"/>
                    </a:lnTo>
                    <a:lnTo>
                      <a:pt x="165014" y="453789"/>
                    </a:lnTo>
                    <a:lnTo>
                      <a:pt x="165014" y="452519"/>
                    </a:lnTo>
                    <a:lnTo>
                      <a:pt x="164379" y="449981"/>
                    </a:lnTo>
                    <a:lnTo>
                      <a:pt x="164379" y="448711"/>
                    </a:lnTo>
                    <a:lnTo>
                      <a:pt x="165014" y="447442"/>
                    </a:lnTo>
                    <a:lnTo>
                      <a:pt x="166918" y="445538"/>
                    </a:lnTo>
                    <a:lnTo>
                      <a:pt x="167553" y="444269"/>
                    </a:lnTo>
                    <a:lnTo>
                      <a:pt x="173899" y="430941"/>
                    </a:lnTo>
                    <a:lnTo>
                      <a:pt x="175169" y="426498"/>
                    </a:lnTo>
                    <a:lnTo>
                      <a:pt x="177073" y="423325"/>
                    </a:lnTo>
                    <a:lnTo>
                      <a:pt x="180246" y="423959"/>
                    </a:lnTo>
                    <a:lnTo>
                      <a:pt x="185958" y="428402"/>
                    </a:lnTo>
                    <a:lnTo>
                      <a:pt x="185324" y="421421"/>
                    </a:lnTo>
                    <a:lnTo>
                      <a:pt x="182785" y="420786"/>
                    </a:lnTo>
                    <a:lnTo>
                      <a:pt x="178977" y="421421"/>
                    </a:lnTo>
                    <a:lnTo>
                      <a:pt x="176438" y="418882"/>
                    </a:lnTo>
                    <a:lnTo>
                      <a:pt x="176438" y="414439"/>
                    </a:lnTo>
                    <a:lnTo>
                      <a:pt x="177707" y="408727"/>
                    </a:lnTo>
                    <a:lnTo>
                      <a:pt x="189766" y="378898"/>
                    </a:lnTo>
                    <a:lnTo>
                      <a:pt x="191670" y="378898"/>
                    </a:lnTo>
                    <a:lnTo>
                      <a:pt x="194844" y="382071"/>
                    </a:lnTo>
                    <a:lnTo>
                      <a:pt x="198017" y="383975"/>
                    </a:lnTo>
                    <a:lnTo>
                      <a:pt x="199286" y="380167"/>
                    </a:lnTo>
                    <a:lnTo>
                      <a:pt x="198651" y="376994"/>
                    </a:lnTo>
                    <a:lnTo>
                      <a:pt x="196748" y="376994"/>
                    </a:lnTo>
                    <a:lnTo>
                      <a:pt x="194209" y="377628"/>
                    </a:lnTo>
                    <a:lnTo>
                      <a:pt x="191670" y="376994"/>
                    </a:lnTo>
                    <a:lnTo>
                      <a:pt x="190401" y="373820"/>
                    </a:lnTo>
                    <a:lnTo>
                      <a:pt x="191036" y="371282"/>
                    </a:lnTo>
                    <a:lnTo>
                      <a:pt x="191670" y="368743"/>
                    </a:lnTo>
                    <a:lnTo>
                      <a:pt x="191036" y="365570"/>
                    </a:lnTo>
                    <a:lnTo>
                      <a:pt x="191036" y="362396"/>
                    </a:lnTo>
                    <a:lnTo>
                      <a:pt x="194844" y="351607"/>
                    </a:lnTo>
                    <a:lnTo>
                      <a:pt x="195478" y="346530"/>
                    </a:lnTo>
                    <a:lnTo>
                      <a:pt x="195478" y="342087"/>
                    </a:lnTo>
                    <a:lnTo>
                      <a:pt x="198017" y="327489"/>
                    </a:lnTo>
                    <a:lnTo>
                      <a:pt x="199921" y="323681"/>
                    </a:lnTo>
                    <a:lnTo>
                      <a:pt x="203094" y="319873"/>
                    </a:lnTo>
                    <a:lnTo>
                      <a:pt x="206268" y="315431"/>
                    </a:lnTo>
                    <a:lnTo>
                      <a:pt x="207537" y="310988"/>
                    </a:lnTo>
                    <a:lnTo>
                      <a:pt x="208172" y="309084"/>
                    </a:lnTo>
                    <a:lnTo>
                      <a:pt x="210076" y="308449"/>
                    </a:lnTo>
                    <a:lnTo>
                      <a:pt x="211345" y="307180"/>
                    </a:lnTo>
                    <a:lnTo>
                      <a:pt x="212614" y="303372"/>
                    </a:lnTo>
                    <a:lnTo>
                      <a:pt x="212614" y="302103"/>
                    </a:lnTo>
                    <a:lnTo>
                      <a:pt x="211980" y="300833"/>
                    </a:lnTo>
                    <a:lnTo>
                      <a:pt x="214518" y="295756"/>
                    </a:lnTo>
                    <a:lnTo>
                      <a:pt x="217057" y="288775"/>
                    </a:lnTo>
                    <a:lnTo>
                      <a:pt x="220865" y="277985"/>
                    </a:lnTo>
                    <a:lnTo>
                      <a:pt x="219596" y="274812"/>
                    </a:lnTo>
                    <a:lnTo>
                      <a:pt x="220230" y="272273"/>
                    </a:lnTo>
                    <a:lnTo>
                      <a:pt x="222769" y="268465"/>
                    </a:lnTo>
                    <a:lnTo>
                      <a:pt x="227212" y="264023"/>
                    </a:lnTo>
                    <a:lnTo>
                      <a:pt x="229750" y="258945"/>
                    </a:lnTo>
                    <a:lnTo>
                      <a:pt x="232289" y="253233"/>
                    </a:lnTo>
                    <a:lnTo>
                      <a:pt x="232924" y="249425"/>
                    </a:lnTo>
                    <a:lnTo>
                      <a:pt x="233558" y="243713"/>
                    </a:lnTo>
                    <a:lnTo>
                      <a:pt x="233558" y="241174"/>
                    </a:lnTo>
                    <a:lnTo>
                      <a:pt x="234193" y="238001"/>
                    </a:lnTo>
                    <a:lnTo>
                      <a:pt x="236732" y="229116"/>
                    </a:lnTo>
                    <a:lnTo>
                      <a:pt x="237366" y="228481"/>
                    </a:lnTo>
                    <a:lnTo>
                      <a:pt x="238001" y="228481"/>
                    </a:lnTo>
                    <a:lnTo>
                      <a:pt x="239270" y="227846"/>
                    </a:lnTo>
                    <a:lnTo>
                      <a:pt x="239905" y="226577"/>
                    </a:lnTo>
                    <a:lnTo>
                      <a:pt x="239905" y="225308"/>
                    </a:lnTo>
                    <a:lnTo>
                      <a:pt x="241174" y="218326"/>
                    </a:lnTo>
                    <a:lnTo>
                      <a:pt x="241809" y="212614"/>
                    </a:lnTo>
                    <a:lnTo>
                      <a:pt x="240540" y="210710"/>
                    </a:lnTo>
                    <a:lnTo>
                      <a:pt x="238001" y="208806"/>
                    </a:lnTo>
                    <a:lnTo>
                      <a:pt x="235462" y="208172"/>
                    </a:lnTo>
                    <a:lnTo>
                      <a:pt x="236097" y="206268"/>
                    </a:lnTo>
                    <a:lnTo>
                      <a:pt x="239905" y="205633"/>
                    </a:lnTo>
                    <a:lnTo>
                      <a:pt x="241809" y="203094"/>
                    </a:lnTo>
                    <a:lnTo>
                      <a:pt x="243078" y="199286"/>
                    </a:lnTo>
                    <a:lnTo>
                      <a:pt x="244348" y="196113"/>
                    </a:lnTo>
                    <a:lnTo>
                      <a:pt x="245617" y="193574"/>
                    </a:lnTo>
                    <a:lnTo>
                      <a:pt x="246252" y="192305"/>
                    </a:lnTo>
                    <a:lnTo>
                      <a:pt x="246886" y="191036"/>
                    </a:lnTo>
                    <a:lnTo>
                      <a:pt x="247521" y="191670"/>
                    </a:lnTo>
                    <a:lnTo>
                      <a:pt x="246886" y="192305"/>
                    </a:lnTo>
                    <a:lnTo>
                      <a:pt x="244348" y="199286"/>
                    </a:lnTo>
                    <a:lnTo>
                      <a:pt x="248156" y="197382"/>
                    </a:lnTo>
                    <a:lnTo>
                      <a:pt x="251329" y="194209"/>
                    </a:lnTo>
                    <a:lnTo>
                      <a:pt x="254502" y="191670"/>
                    </a:lnTo>
                    <a:lnTo>
                      <a:pt x="248791" y="186593"/>
                    </a:lnTo>
                    <a:lnTo>
                      <a:pt x="246886" y="181516"/>
                    </a:lnTo>
                    <a:lnTo>
                      <a:pt x="249425" y="171361"/>
                    </a:lnTo>
                    <a:lnTo>
                      <a:pt x="252598" y="166918"/>
                    </a:lnTo>
                    <a:lnTo>
                      <a:pt x="255137" y="159302"/>
                    </a:lnTo>
                    <a:lnTo>
                      <a:pt x="256406" y="157398"/>
                    </a:lnTo>
                    <a:lnTo>
                      <a:pt x="255137" y="165014"/>
                    </a:lnTo>
                    <a:lnTo>
                      <a:pt x="255137" y="171361"/>
                    </a:lnTo>
                    <a:lnTo>
                      <a:pt x="257041" y="175169"/>
                    </a:lnTo>
                    <a:lnTo>
                      <a:pt x="259580" y="176438"/>
                    </a:lnTo>
                    <a:lnTo>
                      <a:pt x="262118" y="178977"/>
                    </a:lnTo>
                    <a:lnTo>
                      <a:pt x="263388" y="178342"/>
                    </a:lnTo>
                    <a:lnTo>
                      <a:pt x="264657" y="176438"/>
                    </a:lnTo>
                    <a:lnTo>
                      <a:pt x="268465" y="175169"/>
                    </a:lnTo>
                    <a:lnTo>
                      <a:pt x="268465" y="173265"/>
                    </a:lnTo>
                    <a:lnTo>
                      <a:pt x="264657" y="171995"/>
                    </a:lnTo>
                    <a:lnTo>
                      <a:pt x="262753" y="168822"/>
                    </a:lnTo>
                    <a:lnTo>
                      <a:pt x="263388" y="164379"/>
                    </a:lnTo>
                    <a:lnTo>
                      <a:pt x="265292" y="159302"/>
                    </a:lnTo>
                    <a:lnTo>
                      <a:pt x="260214" y="159302"/>
                    </a:lnTo>
                    <a:lnTo>
                      <a:pt x="257041" y="154859"/>
                    </a:lnTo>
                    <a:lnTo>
                      <a:pt x="255772" y="152955"/>
                    </a:lnTo>
                    <a:lnTo>
                      <a:pt x="256406" y="149782"/>
                    </a:lnTo>
                    <a:lnTo>
                      <a:pt x="259580" y="142801"/>
                    </a:lnTo>
                    <a:lnTo>
                      <a:pt x="262118" y="137723"/>
                    </a:lnTo>
                    <a:lnTo>
                      <a:pt x="266561" y="134550"/>
                    </a:lnTo>
                    <a:lnTo>
                      <a:pt x="268465" y="132646"/>
                    </a:lnTo>
                    <a:lnTo>
                      <a:pt x="270369" y="131377"/>
                    </a:lnTo>
                    <a:lnTo>
                      <a:pt x="272908" y="130742"/>
                    </a:lnTo>
                    <a:lnTo>
                      <a:pt x="275447" y="130107"/>
                    </a:lnTo>
                    <a:lnTo>
                      <a:pt x="277985" y="127569"/>
                    </a:lnTo>
                    <a:lnTo>
                      <a:pt x="276716" y="127569"/>
                    </a:lnTo>
                    <a:lnTo>
                      <a:pt x="276081" y="127569"/>
                    </a:lnTo>
                    <a:lnTo>
                      <a:pt x="275447" y="127569"/>
                    </a:lnTo>
                    <a:lnTo>
                      <a:pt x="274177" y="128203"/>
                    </a:lnTo>
                    <a:lnTo>
                      <a:pt x="271638" y="125665"/>
                    </a:lnTo>
                    <a:lnTo>
                      <a:pt x="269100" y="125665"/>
                    </a:lnTo>
                    <a:lnTo>
                      <a:pt x="267196" y="127569"/>
                    </a:lnTo>
                    <a:lnTo>
                      <a:pt x="265926" y="128838"/>
                    </a:lnTo>
                    <a:lnTo>
                      <a:pt x="264023" y="131377"/>
                    </a:lnTo>
                    <a:lnTo>
                      <a:pt x="265926" y="124395"/>
                    </a:lnTo>
                    <a:lnTo>
                      <a:pt x="265926" y="117414"/>
                    </a:lnTo>
                    <a:lnTo>
                      <a:pt x="263388" y="111702"/>
                    </a:lnTo>
                    <a:lnTo>
                      <a:pt x="259580" y="108529"/>
                    </a:lnTo>
                    <a:lnTo>
                      <a:pt x="265926" y="100912"/>
                    </a:lnTo>
                    <a:lnTo>
                      <a:pt x="268465" y="96470"/>
                    </a:lnTo>
                    <a:lnTo>
                      <a:pt x="272273" y="83142"/>
                    </a:lnTo>
                    <a:lnTo>
                      <a:pt x="272908" y="77430"/>
                    </a:lnTo>
                    <a:lnTo>
                      <a:pt x="272273" y="71718"/>
                    </a:lnTo>
                    <a:lnTo>
                      <a:pt x="269735" y="66640"/>
                    </a:lnTo>
                    <a:lnTo>
                      <a:pt x="271638" y="64102"/>
                    </a:lnTo>
                    <a:lnTo>
                      <a:pt x="273543" y="63467"/>
                    </a:lnTo>
                    <a:lnTo>
                      <a:pt x="275447" y="62832"/>
                    </a:lnTo>
                    <a:lnTo>
                      <a:pt x="280524" y="59659"/>
                    </a:lnTo>
                    <a:lnTo>
                      <a:pt x="281793" y="58390"/>
                    </a:lnTo>
                    <a:lnTo>
                      <a:pt x="283697" y="55851"/>
                    </a:lnTo>
                    <a:lnTo>
                      <a:pt x="285601" y="50774"/>
                    </a:lnTo>
                    <a:lnTo>
                      <a:pt x="286871" y="45696"/>
                    </a:lnTo>
                    <a:lnTo>
                      <a:pt x="287505" y="39984"/>
                    </a:lnTo>
                    <a:lnTo>
                      <a:pt x="288140" y="34907"/>
                    </a:lnTo>
                    <a:lnTo>
                      <a:pt x="287505" y="25387"/>
                    </a:lnTo>
                    <a:lnTo>
                      <a:pt x="283063" y="5077"/>
                    </a:lnTo>
                    <a:lnTo>
                      <a:pt x="283063" y="0"/>
                    </a:lnTo>
                    <a:lnTo>
                      <a:pt x="286871" y="0"/>
                    </a:lnTo>
                    <a:lnTo>
                      <a:pt x="286236" y="635"/>
                    </a:lnTo>
                    <a:lnTo>
                      <a:pt x="285601" y="1269"/>
                    </a:lnTo>
                    <a:lnTo>
                      <a:pt x="284967" y="3173"/>
                    </a:lnTo>
                    <a:lnTo>
                      <a:pt x="289409" y="4443"/>
                    </a:lnTo>
                    <a:lnTo>
                      <a:pt x="293852" y="8251"/>
                    </a:lnTo>
                    <a:lnTo>
                      <a:pt x="297660" y="12693"/>
                    </a:lnTo>
                    <a:lnTo>
                      <a:pt x="300199" y="16501"/>
                    </a:lnTo>
                    <a:lnTo>
                      <a:pt x="302737" y="19040"/>
                    </a:lnTo>
                    <a:lnTo>
                      <a:pt x="309084" y="19675"/>
                    </a:lnTo>
                    <a:lnTo>
                      <a:pt x="310988" y="21579"/>
                    </a:lnTo>
                    <a:lnTo>
                      <a:pt x="311623" y="25387"/>
                    </a:lnTo>
                    <a:lnTo>
                      <a:pt x="310988" y="28560"/>
                    </a:lnTo>
                    <a:lnTo>
                      <a:pt x="310353" y="31733"/>
                    </a:lnTo>
                    <a:lnTo>
                      <a:pt x="312257" y="34907"/>
                    </a:lnTo>
                    <a:lnTo>
                      <a:pt x="312892" y="31733"/>
                    </a:lnTo>
                    <a:lnTo>
                      <a:pt x="313527" y="29195"/>
                    </a:lnTo>
                    <a:lnTo>
                      <a:pt x="315431" y="27925"/>
                    </a:lnTo>
                    <a:lnTo>
                      <a:pt x="317969" y="27925"/>
                    </a:lnTo>
                    <a:lnTo>
                      <a:pt x="318604" y="26656"/>
                    </a:lnTo>
                    <a:lnTo>
                      <a:pt x="317335" y="24752"/>
                    </a:lnTo>
                    <a:lnTo>
                      <a:pt x="314796" y="19675"/>
                    </a:lnTo>
                    <a:lnTo>
                      <a:pt x="314161" y="17771"/>
                    </a:lnTo>
                    <a:lnTo>
                      <a:pt x="312257" y="17136"/>
                    </a:lnTo>
                    <a:lnTo>
                      <a:pt x="310353" y="16501"/>
                    </a:lnTo>
                    <a:lnTo>
                      <a:pt x="309084" y="15232"/>
                    </a:lnTo>
                    <a:lnTo>
                      <a:pt x="307815" y="13328"/>
                    </a:lnTo>
                    <a:lnTo>
                      <a:pt x="311623" y="12693"/>
                    </a:lnTo>
                    <a:lnTo>
                      <a:pt x="318604" y="13328"/>
                    </a:lnTo>
                    <a:lnTo>
                      <a:pt x="321778" y="12059"/>
                    </a:lnTo>
                    <a:lnTo>
                      <a:pt x="324316" y="11424"/>
                    </a:lnTo>
                    <a:lnTo>
                      <a:pt x="326220" y="13963"/>
                    </a:lnTo>
                    <a:lnTo>
                      <a:pt x="328759" y="19675"/>
                    </a:lnTo>
                    <a:lnTo>
                      <a:pt x="331298" y="21579"/>
                    </a:lnTo>
                    <a:lnTo>
                      <a:pt x="333836" y="22213"/>
                    </a:lnTo>
                    <a:lnTo>
                      <a:pt x="350338" y="22848"/>
                    </a:lnTo>
                    <a:lnTo>
                      <a:pt x="353511" y="22213"/>
                    </a:lnTo>
                    <a:lnTo>
                      <a:pt x="351607" y="19040"/>
                    </a:lnTo>
                    <a:lnTo>
                      <a:pt x="350338" y="18405"/>
                    </a:lnTo>
                    <a:lnTo>
                      <a:pt x="352876" y="17771"/>
                    </a:lnTo>
                    <a:lnTo>
                      <a:pt x="358588" y="19040"/>
                    </a:lnTo>
                    <a:lnTo>
                      <a:pt x="361762" y="19040"/>
                    </a:lnTo>
                    <a:lnTo>
                      <a:pt x="366839" y="16501"/>
                    </a:lnTo>
                    <a:lnTo>
                      <a:pt x="369378" y="15867"/>
                    </a:lnTo>
                    <a:lnTo>
                      <a:pt x="373186" y="15867"/>
                    </a:lnTo>
                    <a:lnTo>
                      <a:pt x="375090" y="17136"/>
                    </a:lnTo>
                    <a:lnTo>
                      <a:pt x="376994" y="19040"/>
                    </a:lnTo>
                    <a:lnTo>
                      <a:pt x="383340" y="33638"/>
                    </a:lnTo>
                    <a:lnTo>
                      <a:pt x="383975" y="35542"/>
                    </a:lnTo>
                    <a:lnTo>
                      <a:pt x="386514" y="38715"/>
                    </a:lnTo>
                    <a:lnTo>
                      <a:pt x="404285" y="45696"/>
                    </a:lnTo>
                    <a:lnTo>
                      <a:pt x="414439" y="48235"/>
                    </a:lnTo>
                    <a:lnTo>
                      <a:pt x="416978" y="47600"/>
                    </a:lnTo>
                    <a:lnTo>
                      <a:pt x="423325" y="42523"/>
                    </a:lnTo>
                    <a:lnTo>
                      <a:pt x="427767" y="40619"/>
                    </a:lnTo>
                    <a:lnTo>
                      <a:pt x="427767" y="40619"/>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61" name="Google Shape;461;p51"/>
              <p:cNvSpPr/>
              <p:nvPr/>
            </p:nvSpPr>
            <p:spPr>
              <a:xfrm>
                <a:off x="2365648" y="1905062"/>
                <a:ext cx="1542256" cy="857784"/>
              </a:xfrm>
              <a:custGeom>
                <a:avLst/>
                <a:gdLst/>
                <a:ahLst/>
                <a:cxnLst/>
                <a:rect l="l" t="t" r="r" b="b"/>
                <a:pathLst>
                  <a:path w="2117892" h="1177946" extrusionOk="0">
                    <a:moveTo>
                      <a:pt x="2097583" y="917097"/>
                    </a:moveTo>
                    <a:lnTo>
                      <a:pt x="2096948" y="943119"/>
                    </a:lnTo>
                    <a:lnTo>
                      <a:pt x="2096313" y="969140"/>
                    </a:lnTo>
                    <a:lnTo>
                      <a:pt x="2095679" y="995162"/>
                    </a:lnTo>
                    <a:lnTo>
                      <a:pt x="2095044" y="1021183"/>
                    </a:lnTo>
                    <a:lnTo>
                      <a:pt x="2094409" y="1047205"/>
                    </a:lnTo>
                    <a:lnTo>
                      <a:pt x="2093775" y="1073226"/>
                    </a:lnTo>
                    <a:lnTo>
                      <a:pt x="2093140" y="1099882"/>
                    </a:lnTo>
                    <a:lnTo>
                      <a:pt x="2092505" y="1125904"/>
                    </a:lnTo>
                    <a:lnTo>
                      <a:pt x="2091871" y="1140501"/>
                    </a:lnTo>
                    <a:lnTo>
                      <a:pt x="2091871" y="1143674"/>
                    </a:lnTo>
                    <a:lnTo>
                      <a:pt x="2086159" y="1143040"/>
                    </a:lnTo>
                    <a:lnTo>
                      <a:pt x="2066484" y="1142405"/>
                    </a:lnTo>
                    <a:lnTo>
                      <a:pt x="2046809" y="1141770"/>
                    </a:lnTo>
                    <a:lnTo>
                      <a:pt x="2027134" y="1141136"/>
                    </a:lnTo>
                    <a:lnTo>
                      <a:pt x="2007459" y="1140501"/>
                    </a:lnTo>
                    <a:lnTo>
                      <a:pt x="1987150" y="1139866"/>
                    </a:lnTo>
                    <a:lnTo>
                      <a:pt x="1967475" y="1139232"/>
                    </a:lnTo>
                    <a:lnTo>
                      <a:pt x="1947801" y="1138597"/>
                    </a:lnTo>
                    <a:lnTo>
                      <a:pt x="1928126" y="1137962"/>
                    </a:lnTo>
                    <a:lnTo>
                      <a:pt x="1908451" y="1137328"/>
                    </a:lnTo>
                    <a:lnTo>
                      <a:pt x="1888777" y="1136693"/>
                    </a:lnTo>
                    <a:lnTo>
                      <a:pt x="1868467" y="1136058"/>
                    </a:lnTo>
                    <a:lnTo>
                      <a:pt x="1848792" y="1135424"/>
                    </a:lnTo>
                    <a:lnTo>
                      <a:pt x="1829117" y="1134154"/>
                    </a:lnTo>
                    <a:lnTo>
                      <a:pt x="1809443" y="1133520"/>
                    </a:lnTo>
                    <a:lnTo>
                      <a:pt x="1789768" y="1132885"/>
                    </a:lnTo>
                    <a:lnTo>
                      <a:pt x="1770093" y="1131616"/>
                    </a:lnTo>
                    <a:lnTo>
                      <a:pt x="1749784" y="1130346"/>
                    </a:lnTo>
                    <a:lnTo>
                      <a:pt x="1730109" y="1129712"/>
                    </a:lnTo>
                    <a:lnTo>
                      <a:pt x="1710434" y="1128442"/>
                    </a:lnTo>
                    <a:lnTo>
                      <a:pt x="1690760" y="1127173"/>
                    </a:lnTo>
                    <a:lnTo>
                      <a:pt x="1671085" y="1125904"/>
                    </a:lnTo>
                    <a:lnTo>
                      <a:pt x="1651410" y="1124634"/>
                    </a:lnTo>
                    <a:lnTo>
                      <a:pt x="1631101" y="1123365"/>
                    </a:lnTo>
                    <a:lnTo>
                      <a:pt x="1611426" y="1122096"/>
                    </a:lnTo>
                    <a:lnTo>
                      <a:pt x="1591751" y="1120826"/>
                    </a:lnTo>
                    <a:lnTo>
                      <a:pt x="1571442" y="1119557"/>
                    </a:lnTo>
                    <a:lnTo>
                      <a:pt x="1551767" y="1118288"/>
                    </a:lnTo>
                    <a:lnTo>
                      <a:pt x="1532092" y="1117018"/>
                    </a:lnTo>
                    <a:lnTo>
                      <a:pt x="1512417" y="1115749"/>
                    </a:lnTo>
                    <a:lnTo>
                      <a:pt x="1492743" y="1114480"/>
                    </a:lnTo>
                    <a:lnTo>
                      <a:pt x="1473068" y="1113210"/>
                    </a:lnTo>
                    <a:lnTo>
                      <a:pt x="1453393" y="1111941"/>
                    </a:lnTo>
                    <a:lnTo>
                      <a:pt x="1433718" y="1110672"/>
                    </a:lnTo>
                    <a:lnTo>
                      <a:pt x="1414044" y="1109402"/>
                    </a:lnTo>
                    <a:lnTo>
                      <a:pt x="1394369" y="1108133"/>
                    </a:lnTo>
                    <a:lnTo>
                      <a:pt x="1374694" y="1106864"/>
                    </a:lnTo>
                    <a:lnTo>
                      <a:pt x="1355019" y="1105594"/>
                    </a:lnTo>
                    <a:lnTo>
                      <a:pt x="1335345" y="1104325"/>
                    </a:lnTo>
                    <a:lnTo>
                      <a:pt x="1315670" y="1103056"/>
                    </a:lnTo>
                    <a:lnTo>
                      <a:pt x="1295995" y="1101786"/>
                    </a:lnTo>
                    <a:lnTo>
                      <a:pt x="1276321" y="1099882"/>
                    </a:lnTo>
                    <a:lnTo>
                      <a:pt x="1256646" y="1098613"/>
                    </a:lnTo>
                    <a:lnTo>
                      <a:pt x="1236971" y="1097344"/>
                    </a:lnTo>
                    <a:lnTo>
                      <a:pt x="1217296" y="1095440"/>
                    </a:lnTo>
                    <a:lnTo>
                      <a:pt x="1197621" y="1094170"/>
                    </a:lnTo>
                    <a:lnTo>
                      <a:pt x="1177947" y="1092266"/>
                    </a:lnTo>
                    <a:lnTo>
                      <a:pt x="1158272" y="1090362"/>
                    </a:lnTo>
                    <a:lnTo>
                      <a:pt x="1138597" y="1088458"/>
                    </a:lnTo>
                    <a:lnTo>
                      <a:pt x="1118922" y="1086554"/>
                    </a:lnTo>
                    <a:lnTo>
                      <a:pt x="1099248" y="1084650"/>
                    </a:lnTo>
                    <a:lnTo>
                      <a:pt x="1079573" y="1082746"/>
                    </a:lnTo>
                    <a:lnTo>
                      <a:pt x="1059898" y="1080842"/>
                    </a:lnTo>
                    <a:lnTo>
                      <a:pt x="1040223" y="1078938"/>
                    </a:lnTo>
                    <a:lnTo>
                      <a:pt x="1020548" y="1077034"/>
                    </a:lnTo>
                    <a:lnTo>
                      <a:pt x="1000874" y="1075130"/>
                    </a:lnTo>
                    <a:lnTo>
                      <a:pt x="981199" y="1073226"/>
                    </a:lnTo>
                    <a:lnTo>
                      <a:pt x="961524" y="1071322"/>
                    </a:lnTo>
                    <a:lnTo>
                      <a:pt x="941850" y="1069418"/>
                    </a:lnTo>
                    <a:lnTo>
                      <a:pt x="922175" y="1067514"/>
                    </a:lnTo>
                    <a:lnTo>
                      <a:pt x="902500" y="1065610"/>
                    </a:lnTo>
                    <a:lnTo>
                      <a:pt x="882825" y="1063706"/>
                    </a:lnTo>
                    <a:lnTo>
                      <a:pt x="863150" y="1061802"/>
                    </a:lnTo>
                    <a:lnTo>
                      <a:pt x="843476" y="1059898"/>
                    </a:lnTo>
                    <a:lnTo>
                      <a:pt x="823801" y="1057994"/>
                    </a:lnTo>
                    <a:lnTo>
                      <a:pt x="814281" y="1057359"/>
                    </a:lnTo>
                    <a:lnTo>
                      <a:pt x="813646" y="1061167"/>
                    </a:lnTo>
                    <a:lnTo>
                      <a:pt x="813012" y="1068783"/>
                    </a:lnTo>
                    <a:lnTo>
                      <a:pt x="812377" y="1075765"/>
                    </a:lnTo>
                    <a:lnTo>
                      <a:pt x="811742" y="1083381"/>
                    </a:lnTo>
                    <a:lnTo>
                      <a:pt x="811108" y="1090362"/>
                    </a:lnTo>
                    <a:lnTo>
                      <a:pt x="810473" y="1097978"/>
                    </a:lnTo>
                    <a:lnTo>
                      <a:pt x="809838" y="1104960"/>
                    </a:lnTo>
                    <a:lnTo>
                      <a:pt x="809204" y="1112576"/>
                    </a:lnTo>
                    <a:lnTo>
                      <a:pt x="808569" y="1119557"/>
                    </a:lnTo>
                    <a:lnTo>
                      <a:pt x="807934" y="1127173"/>
                    </a:lnTo>
                    <a:lnTo>
                      <a:pt x="807300" y="1134154"/>
                    </a:lnTo>
                    <a:lnTo>
                      <a:pt x="806665" y="1141136"/>
                    </a:lnTo>
                    <a:lnTo>
                      <a:pt x="806030" y="1148752"/>
                    </a:lnTo>
                    <a:lnTo>
                      <a:pt x="805396" y="1155733"/>
                    </a:lnTo>
                    <a:lnTo>
                      <a:pt x="804761" y="1163349"/>
                    </a:lnTo>
                    <a:lnTo>
                      <a:pt x="804126" y="1170965"/>
                    </a:lnTo>
                    <a:lnTo>
                      <a:pt x="803492" y="1177947"/>
                    </a:lnTo>
                    <a:lnTo>
                      <a:pt x="795876" y="1174773"/>
                    </a:lnTo>
                    <a:lnTo>
                      <a:pt x="793337" y="1172234"/>
                    </a:lnTo>
                    <a:lnTo>
                      <a:pt x="788894" y="1165253"/>
                    </a:lnTo>
                    <a:lnTo>
                      <a:pt x="786356" y="1159541"/>
                    </a:lnTo>
                    <a:lnTo>
                      <a:pt x="783817" y="1156368"/>
                    </a:lnTo>
                    <a:lnTo>
                      <a:pt x="781913" y="1154464"/>
                    </a:lnTo>
                    <a:lnTo>
                      <a:pt x="779374" y="1152560"/>
                    </a:lnTo>
                    <a:lnTo>
                      <a:pt x="778105" y="1151290"/>
                    </a:lnTo>
                    <a:lnTo>
                      <a:pt x="777470" y="1150021"/>
                    </a:lnTo>
                    <a:lnTo>
                      <a:pt x="776836" y="1148752"/>
                    </a:lnTo>
                    <a:lnTo>
                      <a:pt x="776201" y="1147482"/>
                    </a:lnTo>
                    <a:lnTo>
                      <a:pt x="776201" y="1146213"/>
                    </a:lnTo>
                    <a:lnTo>
                      <a:pt x="776201" y="1143040"/>
                    </a:lnTo>
                    <a:lnTo>
                      <a:pt x="776201" y="1141136"/>
                    </a:lnTo>
                    <a:lnTo>
                      <a:pt x="776201" y="1139866"/>
                    </a:lnTo>
                    <a:lnTo>
                      <a:pt x="775566" y="1137962"/>
                    </a:lnTo>
                    <a:lnTo>
                      <a:pt x="774932" y="1136693"/>
                    </a:lnTo>
                    <a:lnTo>
                      <a:pt x="773662" y="1135424"/>
                    </a:lnTo>
                    <a:lnTo>
                      <a:pt x="771758" y="1134789"/>
                    </a:lnTo>
                    <a:lnTo>
                      <a:pt x="771123" y="1133520"/>
                    </a:lnTo>
                    <a:lnTo>
                      <a:pt x="769854" y="1130346"/>
                    </a:lnTo>
                    <a:lnTo>
                      <a:pt x="763507" y="1118288"/>
                    </a:lnTo>
                    <a:lnTo>
                      <a:pt x="762238" y="1113845"/>
                    </a:lnTo>
                    <a:lnTo>
                      <a:pt x="760334" y="1112576"/>
                    </a:lnTo>
                    <a:lnTo>
                      <a:pt x="753987" y="1108133"/>
                    </a:lnTo>
                    <a:lnTo>
                      <a:pt x="751449" y="1107498"/>
                    </a:lnTo>
                    <a:lnTo>
                      <a:pt x="750179" y="1107498"/>
                    </a:lnTo>
                    <a:lnTo>
                      <a:pt x="749545" y="1108133"/>
                    </a:lnTo>
                    <a:lnTo>
                      <a:pt x="747006" y="1111306"/>
                    </a:lnTo>
                    <a:lnTo>
                      <a:pt x="745737" y="1111941"/>
                    </a:lnTo>
                    <a:lnTo>
                      <a:pt x="744467" y="1112576"/>
                    </a:lnTo>
                    <a:lnTo>
                      <a:pt x="727966" y="1112576"/>
                    </a:lnTo>
                    <a:lnTo>
                      <a:pt x="726697" y="1113210"/>
                    </a:lnTo>
                    <a:lnTo>
                      <a:pt x="724158" y="1114480"/>
                    </a:lnTo>
                    <a:lnTo>
                      <a:pt x="722254" y="1115749"/>
                    </a:lnTo>
                    <a:lnTo>
                      <a:pt x="721619" y="1117018"/>
                    </a:lnTo>
                    <a:lnTo>
                      <a:pt x="720985" y="1118288"/>
                    </a:lnTo>
                    <a:lnTo>
                      <a:pt x="721619" y="1119557"/>
                    </a:lnTo>
                    <a:lnTo>
                      <a:pt x="722254" y="1120826"/>
                    </a:lnTo>
                    <a:lnTo>
                      <a:pt x="722889" y="1121461"/>
                    </a:lnTo>
                    <a:lnTo>
                      <a:pt x="723523" y="1122730"/>
                    </a:lnTo>
                    <a:lnTo>
                      <a:pt x="723523" y="1124000"/>
                    </a:lnTo>
                    <a:lnTo>
                      <a:pt x="723523" y="1125269"/>
                    </a:lnTo>
                    <a:lnTo>
                      <a:pt x="723523" y="1126538"/>
                    </a:lnTo>
                    <a:lnTo>
                      <a:pt x="722889" y="1127808"/>
                    </a:lnTo>
                    <a:lnTo>
                      <a:pt x="722254" y="1128442"/>
                    </a:lnTo>
                    <a:lnTo>
                      <a:pt x="720985" y="1129077"/>
                    </a:lnTo>
                    <a:lnTo>
                      <a:pt x="715907" y="1130346"/>
                    </a:lnTo>
                    <a:lnTo>
                      <a:pt x="715273" y="1130981"/>
                    </a:lnTo>
                    <a:lnTo>
                      <a:pt x="714638" y="1131616"/>
                    </a:lnTo>
                    <a:lnTo>
                      <a:pt x="714003" y="1134154"/>
                    </a:lnTo>
                    <a:lnTo>
                      <a:pt x="713369" y="1135424"/>
                    </a:lnTo>
                    <a:lnTo>
                      <a:pt x="711465" y="1137962"/>
                    </a:lnTo>
                    <a:lnTo>
                      <a:pt x="710830" y="1139232"/>
                    </a:lnTo>
                    <a:lnTo>
                      <a:pt x="710195" y="1140501"/>
                    </a:lnTo>
                    <a:lnTo>
                      <a:pt x="710195" y="1141770"/>
                    </a:lnTo>
                    <a:lnTo>
                      <a:pt x="710195" y="1143040"/>
                    </a:lnTo>
                    <a:lnTo>
                      <a:pt x="710830" y="1145578"/>
                    </a:lnTo>
                    <a:lnTo>
                      <a:pt x="710830" y="1146848"/>
                    </a:lnTo>
                    <a:lnTo>
                      <a:pt x="711465" y="1147482"/>
                    </a:lnTo>
                    <a:lnTo>
                      <a:pt x="712099" y="1148117"/>
                    </a:lnTo>
                    <a:lnTo>
                      <a:pt x="712734" y="1148752"/>
                    </a:lnTo>
                    <a:lnTo>
                      <a:pt x="714003" y="1149386"/>
                    </a:lnTo>
                    <a:lnTo>
                      <a:pt x="717811" y="1151290"/>
                    </a:lnTo>
                    <a:lnTo>
                      <a:pt x="718446" y="1151925"/>
                    </a:lnTo>
                    <a:lnTo>
                      <a:pt x="719080" y="1152560"/>
                    </a:lnTo>
                    <a:lnTo>
                      <a:pt x="719080" y="1153829"/>
                    </a:lnTo>
                    <a:lnTo>
                      <a:pt x="717811" y="1154464"/>
                    </a:lnTo>
                    <a:lnTo>
                      <a:pt x="715907" y="1155098"/>
                    </a:lnTo>
                    <a:lnTo>
                      <a:pt x="712734" y="1155098"/>
                    </a:lnTo>
                    <a:lnTo>
                      <a:pt x="710830" y="1154464"/>
                    </a:lnTo>
                    <a:lnTo>
                      <a:pt x="709560" y="1153829"/>
                    </a:lnTo>
                    <a:lnTo>
                      <a:pt x="707656" y="1151925"/>
                    </a:lnTo>
                    <a:lnTo>
                      <a:pt x="702579" y="1148752"/>
                    </a:lnTo>
                    <a:lnTo>
                      <a:pt x="700040" y="1148117"/>
                    </a:lnTo>
                    <a:lnTo>
                      <a:pt x="680366" y="1145578"/>
                    </a:lnTo>
                    <a:lnTo>
                      <a:pt x="677827" y="1145578"/>
                    </a:lnTo>
                    <a:lnTo>
                      <a:pt x="668942" y="1150021"/>
                    </a:lnTo>
                    <a:lnTo>
                      <a:pt x="667672" y="1150656"/>
                    </a:lnTo>
                    <a:lnTo>
                      <a:pt x="664499" y="1151290"/>
                    </a:lnTo>
                    <a:lnTo>
                      <a:pt x="660691" y="1151290"/>
                    </a:lnTo>
                    <a:lnTo>
                      <a:pt x="658787" y="1151925"/>
                    </a:lnTo>
                    <a:lnTo>
                      <a:pt x="654979" y="1153194"/>
                    </a:lnTo>
                    <a:lnTo>
                      <a:pt x="653075" y="1153194"/>
                    </a:lnTo>
                    <a:lnTo>
                      <a:pt x="651806" y="1152560"/>
                    </a:lnTo>
                    <a:lnTo>
                      <a:pt x="651171" y="1151925"/>
                    </a:lnTo>
                    <a:lnTo>
                      <a:pt x="650536" y="1150656"/>
                    </a:lnTo>
                    <a:lnTo>
                      <a:pt x="649902" y="1149386"/>
                    </a:lnTo>
                    <a:lnTo>
                      <a:pt x="648632" y="1147482"/>
                    </a:lnTo>
                    <a:lnTo>
                      <a:pt x="647363" y="1146213"/>
                    </a:lnTo>
                    <a:lnTo>
                      <a:pt x="645459" y="1144944"/>
                    </a:lnTo>
                    <a:lnTo>
                      <a:pt x="642286" y="1143674"/>
                    </a:lnTo>
                    <a:lnTo>
                      <a:pt x="634669" y="1142405"/>
                    </a:lnTo>
                    <a:lnTo>
                      <a:pt x="632766" y="1142405"/>
                    </a:lnTo>
                    <a:lnTo>
                      <a:pt x="631496" y="1142405"/>
                    </a:lnTo>
                    <a:lnTo>
                      <a:pt x="630862" y="1143040"/>
                    </a:lnTo>
                    <a:lnTo>
                      <a:pt x="629592" y="1143674"/>
                    </a:lnTo>
                    <a:lnTo>
                      <a:pt x="627688" y="1144309"/>
                    </a:lnTo>
                    <a:lnTo>
                      <a:pt x="623880" y="1144309"/>
                    </a:lnTo>
                    <a:lnTo>
                      <a:pt x="620707" y="1143674"/>
                    </a:lnTo>
                    <a:lnTo>
                      <a:pt x="602936" y="1144944"/>
                    </a:lnTo>
                    <a:lnTo>
                      <a:pt x="601032" y="1144309"/>
                    </a:lnTo>
                    <a:lnTo>
                      <a:pt x="596589" y="1142405"/>
                    </a:lnTo>
                    <a:lnTo>
                      <a:pt x="591512" y="1140501"/>
                    </a:lnTo>
                    <a:lnTo>
                      <a:pt x="588339" y="1139866"/>
                    </a:lnTo>
                    <a:lnTo>
                      <a:pt x="583896" y="1139232"/>
                    </a:lnTo>
                    <a:lnTo>
                      <a:pt x="581992" y="1138597"/>
                    </a:lnTo>
                    <a:lnTo>
                      <a:pt x="580723" y="1137962"/>
                    </a:lnTo>
                    <a:lnTo>
                      <a:pt x="578184" y="1135424"/>
                    </a:lnTo>
                    <a:lnTo>
                      <a:pt x="575645" y="1134154"/>
                    </a:lnTo>
                    <a:lnTo>
                      <a:pt x="573741" y="1134154"/>
                    </a:lnTo>
                    <a:lnTo>
                      <a:pt x="572472" y="1134789"/>
                    </a:lnTo>
                    <a:lnTo>
                      <a:pt x="570568" y="1136058"/>
                    </a:lnTo>
                    <a:lnTo>
                      <a:pt x="569933" y="1136693"/>
                    </a:lnTo>
                    <a:lnTo>
                      <a:pt x="568664" y="1137328"/>
                    </a:lnTo>
                    <a:lnTo>
                      <a:pt x="563586" y="1137962"/>
                    </a:lnTo>
                    <a:lnTo>
                      <a:pt x="560413" y="1138597"/>
                    </a:lnTo>
                    <a:lnTo>
                      <a:pt x="557875" y="1139232"/>
                    </a:lnTo>
                    <a:lnTo>
                      <a:pt x="556605" y="1139866"/>
                    </a:lnTo>
                    <a:lnTo>
                      <a:pt x="555971" y="1140501"/>
                    </a:lnTo>
                    <a:lnTo>
                      <a:pt x="555336" y="1141770"/>
                    </a:lnTo>
                    <a:lnTo>
                      <a:pt x="553432" y="1147482"/>
                    </a:lnTo>
                    <a:lnTo>
                      <a:pt x="549624" y="1155098"/>
                    </a:lnTo>
                    <a:lnTo>
                      <a:pt x="548355" y="1156368"/>
                    </a:lnTo>
                    <a:lnTo>
                      <a:pt x="546451" y="1157002"/>
                    </a:lnTo>
                    <a:lnTo>
                      <a:pt x="543277" y="1157637"/>
                    </a:lnTo>
                    <a:lnTo>
                      <a:pt x="541373" y="1157637"/>
                    </a:lnTo>
                    <a:lnTo>
                      <a:pt x="539469" y="1157002"/>
                    </a:lnTo>
                    <a:lnTo>
                      <a:pt x="538835" y="1156368"/>
                    </a:lnTo>
                    <a:lnTo>
                      <a:pt x="538200" y="1155733"/>
                    </a:lnTo>
                    <a:lnTo>
                      <a:pt x="536931" y="1154464"/>
                    </a:lnTo>
                    <a:lnTo>
                      <a:pt x="537565" y="1157002"/>
                    </a:lnTo>
                    <a:lnTo>
                      <a:pt x="534392" y="1155733"/>
                    </a:lnTo>
                    <a:lnTo>
                      <a:pt x="531853" y="1155098"/>
                    </a:lnTo>
                    <a:lnTo>
                      <a:pt x="526776" y="1155098"/>
                    </a:lnTo>
                    <a:lnTo>
                      <a:pt x="525506" y="1154464"/>
                    </a:lnTo>
                    <a:lnTo>
                      <a:pt x="524237" y="1152560"/>
                    </a:lnTo>
                    <a:lnTo>
                      <a:pt x="523602" y="1151925"/>
                    </a:lnTo>
                    <a:lnTo>
                      <a:pt x="522333" y="1151290"/>
                    </a:lnTo>
                    <a:lnTo>
                      <a:pt x="500119" y="1146213"/>
                    </a:lnTo>
                    <a:lnTo>
                      <a:pt x="493773" y="1143674"/>
                    </a:lnTo>
                    <a:lnTo>
                      <a:pt x="491869" y="1143674"/>
                    </a:lnTo>
                    <a:lnTo>
                      <a:pt x="490599" y="1143674"/>
                    </a:lnTo>
                    <a:lnTo>
                      <a:pt x="486792" y="1145578"/>
                    </a:lnTo>
                    <a:lnTo>
                      <a:pt x="485522" y="1146213"/>
                    </a:lnTo>
                    <a:lnTo>
                      <a:pt x="480445" y="1146848"/>
                    </a:lnTo>
                    <a:lnTo>
                      <a:pt x="479175" y="1147482"/>
                    </a:lnTo>
                    <a:lnTo>
                      <a:pt x="467751" y="1156368"/>
                    </a:lnTo>
                    <a:lnTo>
                      <a:pt x="467117" y="1157002"/>
                    </a:lnTo>
                    <a:lnTo>
                      <a:pt x="466482" y="1157637"/>
                    </a:lnTo>
                    <a:lnTo>
                      <a:pt x="465848" y="1158906"/>
                    </a:lnTo>
                    <a:lnTo>
                      <a:pt x="465213" y="1160176"/>
                    </a:lnTo>
                    <a:lnTo>
                      <a:pt x="465213" y="1161445"/>
                    </a:lnTo>
                    <a:lnTo>
                      <a:pt x="465848" y="1162714"/>
                    </a:lnTo>
                    <a:lnTo>
                      <a:pt x="468386" y="1168426"/>
                    </a:lnTo>
                    <a:lnTo>
                      <a:pt x="467751" y="1169696"/>
                    </a:lnTo>
                    <a:lnTo>
                      <a:pt x="467117" y="1170965"/>
                    </a:lnTo>
                    <a:lnTo>
                      <a:pt x="463944" y="1172234"/>
                    </a:lnTo>
                    <a:lnTo>
                      <a:pt x="462039" y="1171600"/>
                    </a:lnTo>
                    <a:lnTo>
                      <a:pt x="461405" y="1170965"/>
                    </a:lnTo>
                    <a:lnTo>
                      <a:pt x="457597" y="1164618"/>
                    </a:lnTo>
                    <a:lnTo>
                      <a:pt x="456962" y="1163984"/>
                    </a:lnTo>
                    <a:lnTo>
                      <a:pt x="455058" y="1163349"/>
                    </a:lnTo>
                    <a:lnTo>
                      <a:pt x="446807" y="1159541"/>
                    </a:lnTo>
                    <a:lnTo>
                      <a:pt x="445538" y="1158906"/>
                    </a:lnTo>
                    <a:lnTo>
                      <a:pt x="444904" y="1158272"/>
                    </a:lnTo>
                    <a:lnTo>
                      <a:pt x="442365" y="1154464"/>
                    </a:lnTo>
                    <a:lnTo>
                      <a:pt x="441730" y="1153194"/>
                    </a:lnTo>
                    <a:lnTo>
                      <a:pt x="440461" y="1151925"/>
                    </a:lnTo>
                    <a:lnTo>
                      <a:pt x="437287" y="1150656"/>
                    </a:lnTo>
                    <a:lnTo>
                      <a:pt x="436018" y="1149386"/>
                    </a:lnTo>
                    <a:lnTo>
                      <a:pt x="435383" y="1148117"/>
                    </a:lnTo>
                    <a:lnTo>
                      <a:pt x="435383" y="1145578"/>
                    </a:lnTo>
                    <a:lnTo>
                      <a:pt x="435383" y="1144309"/>
                    </a:lnTo>
                    <a:lnTo>
                      <a:pt x="434114" y="1141136"/>
                    </a:lnTo>
                    <a:lnTo>
                      <a:pt x="434114" y="1139866"/>
                    </a:lnTo>
                    <a:lnTo>
                      <a:pt x="434114" y="1139232"/>
                    </a:lnTo>
                    <a:lnTo>
                      <a:pt x="434749" y="1136693"/>
                    </a:lnTo>
                    <a:lnTo>
                      <a:pt x="437287" y="1132885"/>
                    </a:lnTo>
                    <a:lnTo>
                      <a:pt x="437922" y="1131616"/>
                    </a:lnTo>
                    <a:lnTo>
                      <a:pt x="437287" y="1130346"/>
                    </a:lnTo>
                    <a:lnTo>
                      <a:pt x="436018" y="1129077"/>
                    </a:lnTo>
                    <a:lnTo>
                      <a:pt x="433479" y="1127173"/>
                    </a:lnTo>
                    <a:lnTo>
                      <a:pt x="432210" y="1125904"/>
                    </a:lnTo>
                    <a:lnTo>
                      <a:pt x="431575" y="1124634"/>
                    </a:lnTo>
                    <a:lnTo>
                      <a:pt x="432210" y="1122096"/>
                    </a:lnTo>
                    <a:lnTo>
                      <a:pt x="432210" y="1120826"/>
                    </a:lnTo>
                    <a:lnTo>
                      <a:pt x="431575" y="1119557"/>
                    </a:lnTo>
                    <a:lnTo>
                      <a:pt x="427132" y="1113845"/>
                    </a:lnTo>
                    <a:lnTo>
                      <a:pt x="426498" y="1112576"/>
                    </a:lnTo>
                    <a:lnTo>
                      <a:pt x="426498" y="1111306"/>
                    </a:lnTo>
                    <a:lnTo>
                      <a:pt x="426498" y="1110037"/>
                    </a:lnTo>
                    <a:lnTo>
                      <a:pt x="427132" y="1109402"/>
                    </a:lnTo>
                    <a:lnTo>
                      <a:pt x="427767" y="1108768"/>
                    </a:lnTo>
                    <a:lnTo>
                      <a:pt x="429671" y="1107498"/>
                    </a:lnTo>
                    <a:lnTo>
                      <a:pt x="430306" y="1106864"/>
                    </a:lnTo>
                    <a:lnTo>
                      <a:pt x="430941" y="1106229"/>
                    </a:lnTo>
                    <a:lnTo>
                      <a:pt x="430941" y="1104960"/>
                    </a:lnTo>
                    <a:lnTo>
                      <a:pt x="430941" y="1103690"/>
                    </a:lnTo>
                    <a:lnTo>
                      <a:pt x="430941" y="1102421"/>
                    </a:lnTo>
                    <a:lnTo>
                      <a:pt x="430306" y="1099882"/>
                    </a:lnTo>
                    <a:lnTo>
                      <a:pt x="428402" y="1096709"/>
                    </a:lnTo>
                    <a:lnTo>
                      <a:pt x="427767" y="1095440"/>
                    </a:lnTo>
                    <a:lnTo>
                      <a:pt x="427132" y="1091631"/>
                    </a:lnTo>
                    <a:lnTo>
                      <a:pt x="426498" y="1090362"/>
                    </a:lnTo>
                    <a:lnTo>
                      <a:pt x="425863" y="1089093"/>
                    </a:lnTo>
                    <a:lnTo>
                      <a:pt x="424594" y="1087189"/>
                    </a:lnTo>
                    <a:lnTo>
                      <a:pt x="423959" y="1085919"/>
                    </a:lnTo>
                    <a:lnTo>
                      <a:pt x="423325" y="1084650"/>
                    </a:lnTo>
                    <a:lnTo>
                      <a:pt x="423325" y="1083381"/>
                    </a:lnTo>
                    <a:lnTo>
                      <a:pt x="423325" y="1082111"/>
                    </a:lnTo>
                    <a:lnTo>
                      <a:pt x="423325" y="1080842"/>
                    </a:lnTo>
                    <a:lnTo>
                      <a:pt x="422690" y="1079573"/>
                    </a:lnTo>
                    <a:lnTo>
                      <a:pt x="422055" y="1078303"/>
                    </a:lnTo>
                    <a:lnTo>
                      <a:pt x="419517" y="1075765"/>
                    </a:lnTo>
                    <a:lnTo>
                      <a:pt x="418882" y="1074495"/>
                    </a:lnTo>
                    <a:lnTo>
                      <a:pt x="416978" y="1070053"/>
                    </a:lnTo>
                    <a:lnTo>
                      <a:pt x="416343" y="1068783"/>
                    </a:lnTo>
                    <a:lnTo>
                      <a:pt x="413170" y="1064975"/>
                    </a:lnTo>
                    <a:lnTo>
                      <a:pt x="409362" y="1061167"/>
                    </a:lnTo>
                    <a:lnTo>
                      <a:pt x="404919" y="1057994"/>
                    </a:lnTo>
                    <a:lnTo>
                      <a:pt x="401111" y="1056725"/>
                    </a:lnTo>
                    <a:lnTo>
                      <a:pt x="397938" y="1056090"/>
                    </a:lnTo>
                    <a:lnTo>
                      <a:pt x="396668" y="1056725"/>
                    </a:lnTo>
                    <a:lnTo>
                      <a:pt x="395399" y="1057359"/>
                    </a:lnTo>
                    <a:lnTo>
                      <a:pt x="394764" y="1057994"/>
                    </a:lnTo>
                    <a:lnTo>
                      <a:pt x="390957" y="1060533"/>
                    </a:lnTo>
                    <a:lnTo>
                      <a:pt x="389687" y="1061167"/>
                    </a:lnTo>
                    <a:lnTo>
                      <a:pt x="387783" y="1061802"/>
                    </a:lnTo>
                    <a:lnTo>
                      <a:pt x="384610" y="1061802"/>
                    </a:lnTo>
                    <a:lnTo>
                      <a:pt x="382706" y="1061167"/>
                    </a:lnTo>
                    <a:lnTo>
                      <a:pt x="382071" y="1059898"/>
                    </a:lnTo>
                    <a:lnTo>
                      <a:pt x="382071" y="1055455"/>
                    </a:lnTo>
                    <a:lnTo>
                      <a:pt x="382071" y="1054186"/>
                    </a:lnTo>
                    <a:lnTo>
                      <a:pt x="380802" y="1052917"/>
                    </a:lnTo>
                    <a:lnTo>
                      <a:pt x="378263" y="1051013"/>
                    </a:lnTo>
                    <a:lnTo>
                      <a:pt x="370012" y="1045935"/>
                    </a:lnTo>
                    <a:lnTo>
                      <a:pt x="368108" y="1044031"/>
                    </a:lnTo>
                    <a:lnTo>
                      <a:pt x="366839" y="1042127"/>
                    </a:lnTo>
                    <a:lnTo>
                      <a:pt x="366204" y="1039589"/>
                    </a:lnTo>
                    <a:lnTo>
                      <a:pt x="364300" y="1031973"/>
                    </a:lnTo>
                    <a:lnTo>
                      <a:pt x="363666" y="1029434"/>
                    </a:lnTo>
                    <a:lnTo>
                      <a:pt x="362397" y="1027530"/>
                    </a:lnTo>
                    <a:lnTo>
                      <a:pt x="361127" y="1025626"/>
                    </a:lnTo>
                    <a:lnTo>
                      <a:pt x="360492" y="1024357"/>
                    </a:lnTo>
                    <a:lnTo>
                      <a:pt x="360492" y="1023087"/>
                    </a:lnTo>
                    <a:lnTo>
                      <a:pt x="361127" y="1021818"/>
                    </a:lnTo>
                    <a:lnTo>
                      <a:pt x="361762" y="1021183"/>
                    </a:lnTo>
                    <a:lnTo>
                      <a:pt x="362397" y="1020548"/>
                    </a:lnTo>
                    <a:lnTo>
                      <a:pt x="366204" y="1019279"/>
                    </a:lnTo>
                    <a:lnTo>
                      <a:pt x="366839" y="1018644"/>
                    </a:lnTo>
                    <a:lnTo>
                      <a:pt x="367474" y="1018010"/>
                    </a:lnTo>
                    <a:lnTo>
                      <a:pt x="368108" y="1016740"/>
                    </a:lnTo>
                    <a:lnTo>
                      <a:pt x="368743" y="1015471"/>
                    </a:lnTo>
                    <a:lnTo>
                      <a:pt x="370647" y="1009759"/>
                    </a:lnTo>
                    <a:lnTo>
                      <a:pt x="371282" y="1008490"/>
                    </a:lnTo>
                    <a:lnTo>
                      <a:pt x="371282" y="1007855"/>
                    </a:lnTo>
                    <a:lnTo>
                      <a:pt x="370647" y="1004047"/>
                    </a:lnTo>
                    <a:lnTo>
                      <a:pt x="370647" y="1002778"/>
                    </a:lnTo>
                    <a:lnTo>
                      <a:pt x="368743" y="995796"/>
                    </a:lnTo>
                    <a:lnTo>
                      <a:pt x="368108" y="993258"/>
                    </a:lnTo>
                    <a:lnTo>
                      <a:pt x="363031" y="985007"/>
                    </a:lnTo>
                    <a:lnTo>
                      <a:pt x="362397" y="983738"/>
                    </a:lnTo>
                    <a:lnTo>
                      <a:pt x="361762" y="979295"/>
                    </a:lnTo>
                    <a:lnTo>
                      <a:pt x="360492" y="977391"/>
                    </a:lnTo>
                    <a:lnTo>
                      <a:pt x="359223" y="976756"/>
                    </a:lnTo>
                    <a:lnTo>
                      <a:pt x="353511" y="976122"/>
                    </a:lnTo>
                    <a:lnTo>
                      <a:pt x="352242" y="975487"/>
                    </a:lnTo>
                    <a:lnTo>
                      <a:pt x="351607" y="974852"/>
                    </a:lnTo>
                    <a:lnTo>
                      <a:pt x="351607" y="973583"/>
                    </a:lnTo>
                    <a:lnTo>
                      <a:pt x="352242" y="970410"/>
                    </a:lnTo>
                    <a:lnTo>
                      <a:pt x="352242" y="969140"/>
                    </a:lnTo>
                    <a:lnTo>
                      <a:pt x="351607" y="968506"/>
                    </a:lnTo>
                    <a:lnTo>
                      <a:pt x="350338" y="965967"/>
                    </a:lnTo>
                    <a:lnTo>
                      <a:pt x="350338" y="964698"/>
                    </a:lnTo>
                    <a:lnTo>
                      <a:pt x="350338" y="963428"/>
                    </a:lnTo>
                    <a:lnTo>
                      <a:pt x="350338" y="962159"/>
                    </a:lnTo>
                    <a:lnTo>
                      <a:pt x="349703" y="959620"/>
                    </a:lnTo>
                    <a:lnTo>
                      <a:pt x="349068" y="958351"/>
                    </a:lnTo>
                    <a:lnTo>
                      <a:pt x="348434" y="956447"/>
                    </a:lnTo>
                    <a:lnTo>
                      <a:pt x="345895" y="953273"/>
                    </a:lnTo>
                    <a:lnTo>
                      <a:pt x="343356" y="950735"/>
                    </a:lnTo>
                    <a:lnTo>
                      <a:pt x="340183" y="946292"/>
                    </a:lnTo>
                    <a:lnTo>
                      <a:pt x="337644" y="943753"/>
                    </a:lnTo>
                    <a:lnTo>
                      <a:pt x="337010" y="942484"/>
                    </a:lnTo>
                    <a:lnTo>
                      <a:pt x="337010" y="941215"/>
                    </a:lnTo>
                    <a:lnTo>
                      <a:pt x="337010" y="938676"/>
                    </a:lnTo>
                    <a:lnTo>
                      <a:pt x="337010" y="937407"/>
                    </a:lnTo>
                    <a:lnTo>
                      <a:pt x="336375" y="936137"/>
                    </a:lnTo>
                    <a:lnTo>
                      <a:pt x="335105" y="934868"/>
                    </a:lnTo>
                    <a:lnTo>
                      <a:pt x="331298" y="931695"/>
                    </a:lnTo>
                    <a:lnTo>
                      <a:pt x="330663" y="930425"/>
                    </a:lnTo>
                    <a:lnTo>
                      <a:pt x="330028" y="929156"/>
                    </a:lnTo>
                    <a:lnTo>
                      <a:pt x="329394" y="927887"/>
                    </a:lnTo>
                    <a:lnTo>
                      <a:pt x="329394" y="925348"/>
                    </a:lnTo>
                    <a:lnTo>
                      <a:pt x="329394" y="924079"/>
                    </a:lnTo>
                    <a:lnTo>
                      <a:pt x="330028" y="921540"/>
                    </a:lnTo>
                    <a:lnTo>
                      <a:pt x="331298" y="915828"/>
                    </a:lnTo>
                    <a:lnTo>
                      <a:pt x="331932" y="912655"/>
                    </a:lnTo>
                    <a:lnTo>
                      <a:pt x="331298" y="910751"/>
                    </a:lnTo>
                    <a:lnTo>
                      <a:pt x="330028" y="908847"/>
                    </a:lnTo>
                    <a:lnTo>
                      <a:pt x="325585" y="904404"/>
                    </a:lnTo>
                    <a:lnTo>
                      <a:pt x="324951" y="902500"/>
                    </a:lnTo>
                    <a:lnTo>
                      <a:pt x="324951" y="899961"/>
                    </a:lnTo>
                    <a:lnTo>
                      <a:pt x="324951" y="898692"/>
                    </a:lnTo>
                    <a:lnTo>
                      <a:pt x="324951" y="897423"/>
                    </a:lnTo>
                    <a:lnTo>
                      <a:pt x="324951" y="896153"/>
                    </a:lnTo>
                    <a:lnTo>
                      <a:pt x="325585" y="894884"/>
                    </a:lnTo>
                    <a:lnTo>
                      <a:pt x="326220" y="893615"/>
                    </a:lnTo>
                    <a:lnTo>
                      <a:pt x="327490" y="891076"/>
                    </a:lnTo>
                    <a:lnTo>
                      <a:pt x="328124" y="889807"/>
                    </a:lnTo>
                    <a:lnTo>
                      <a:pt x="328124" y="888537"/>
                    </a:lnTo>
                    <a:lnTo>
                      <a:pt x="328124" y="884729"/>
                    </a:lnTo>
                    <a:lnTo>
                      <a:pt x="328124" y="883460"/>
                    </a:lnTo>
                    <a:lnTo>
                      <a:pt x="328124" y="883460"/>
                    </a:lnTo>
                    <a:lnTo>
                      <a:pt x="327490" y="881556"/>
                    </a:lnTo>
                    <a:lnTo>
                      <a:pt x="325585" y="879652"/>
                    </a:lnTo>
                    <a:lnTo>
                      <a:pt x="320508" y="876479"/>
                    </a:lnTo>
                    <a:lnTo>
                      <a:pt x="319239" y="875209"/>
                    </a:lnTo>
                    <a:lnTo>
                      <a:pt x="318604" y="873940"/>
                    </a:lnTo>
                    <a:lnTo>
                      <a:pt x="319239" y="872670"/>
                    </a:lnTo>
                    <a:lnTo>
                      <a:pt x="319874" y="869497"/>
                    </a:lnTo>
                    <a:lnTo>
                      <a:pt x="321143" y="866958"/>
                    </a:lnTo>
                    <a:lnTo>
                      <a:pt x="321778" y="865689"/>
                    </a:lnTo>
                    <a:lnTo>
                      <a:pt x="323681" y="863785"/>
                    </a:lnTo>
                    <a:lnTo>
                      <a:pt x="324316" y="862516"/>
                    </a:lnTo>
                    <a:lnTo>
                      <a:pt x="324951" y="861246"/>
                    </a:lnTo>
                    <a:lnTo>
                      <a:pt x="324951" y="859977"/>
                    </a:lnTo>
                    <a:lnTo>
                      <a:pt x="324316" y="858708"/>
                    </a:lnTo>
                    <a:lnTo>
                      <a:pt x="323047" y="856804"/>
                    </a:lnTo>
                    <a:lnTo>
                      <a:pt x="321778" y="855534"/>
                    </a:lnTo>
                    <a:lnTo>
                      <a:pt x="320508" y="854900"/>
                    </a:lnTo>
                    <a:lnTo>
                      <a:pt x="311623" y="850457"/>
                    </a:lnTo>
                    <a:lnTo>
                      <a:pt x="309719" y="849188"/>
                    </a:lnTo>
                    <a:lnTo>
                      <a:pt x="308450" y="847918"/>
                    </a:lnTo>
                    <a:lnTo>
                      <a:pt x="308450" y="845380"/>
                    </a:lnTo>
                    <a:lnTo>
                      <a:pt x="308450" y="844110"/>
                    </a:lnTo>
                    <a:lnTo>
                      <a:pt x="307815" y="842841"/>
                    </a:lnTo>
                    <a:lnTo>
                      <a:pt x="303372" y="838398"/>
                    </a:lnTo>
                    <a:lnTo>
                      <a:pt x="297660" y="833321"/>
                    </a:lnTo>
                    <a:lnTo>
                      <a:pt x="294487" y="831417"/>
                    </a:lnTo>
                    <a:lnTo>
                      <a:pt x="291948" y="830148"/>
                    </a:lnTo>
                    <a:lnTo>
                      <a:pt x="290679" y="830148"/>
                    </a:lnTo>
                    <a:lnTo>
                      <a:pt x="290044" y="830782"/>
                    </a:lnTo>
                    <a:lnTo>
                      <a:pt x="289410" y="831417"/>
                    </a:lnTo>
                    <a:lnTo>
                      <a:pt x="288775" y="832686"/>
                    </a:lnTo>
                    <a:lnTo>
                      <a:pt x="288775" y="833956"/>
                    </a:lnTo>
                    <a:lnTo>
                      <a:pt x="288775" y="835225"/>
                    </a:lnTo>
                    <a:lnTo>
                      <a:pt x="288775" y="836494"/>
                    </a:lnTo>
                    <a:lnTo>
                      <a:pt x="289410" y="838398"/>
                    </a:lnTo>
                    <a:lnTo>
                      <a:pt x="289410" y="839668"/>
                    </a:lnTo>
                    <a:lnTo>
                      <a:pt x="289410" y="840937"/>
                    </a:lnTo>
                    <a:lnTo>
                      <a:pt x="288775" y="841572"/>
                    </a:lnTo>
                    <a:lnTo>
                      <a:pt x="288140" y="842206"/>
                    </a:lnTo>
                    <a:lnTo>
                      <a:pt x="287505" y="842841"/>
                    </a:lnTo>
                    <a:lnTo>
                      <a:pt x="282428" y="843476"/>
                    </a:lnTo>
                    <a:lnTo>
                      <a:pt x="281159" y="844110"/>
                    </a:lnTo>
                    <a:lnTo>
                      <a:pt x="279889" y="844745"/>
                    </a:lnTo>
                    <a:lnTo>
                      <a:pt x="279255" y="845380"/>
                    </a:lnTo>
                    <a:lnTo>
                      <a:pt x="278620" y="846014"/>
                    </a:lnTo>
                    <a:lnTo>
                      <a:pt x="277351" y="848553"/>
                    </a:lnTo>
                    <a:lnTo>
                      <a:pt x="276716" y="849822"/>
                    </a:lnTo>
                    <a:lnTo>
                      <a:pt x="276081" y="851092"/>
                    </a:lnTo>
                    <a:lnTo>
                      <a:pt x="275447" y="852361"/>
                    </a:lnTo>
                    <a:lnTo>
                      <a:pt x="274812" y="852996"/>
                    </a:lnTo>
                    <a:lnTo>
                      <a:pt x="271638" y="854265"/>
                    </a:lnTo>
                    <a:lnTo>
                      <a:pt x="270369" y="854900"/>
                    </a:lnTo>
                    <a:lnTo>
                      <a:pt x="269735" y="856169"/>
                    </a:lnTo>
                    <a:lnTo>
                      <a:pt x="269100" y="857438"/>
                    </a:lnTo>
                    <a:lnTo>
                      <a:pt x="268465" y="858708"/>
                    </a:lnTo>
                    <a:lnTo>
                      <a:pt x="267831" y="859342"/>
                    </a:lnTo>
                    <a:lnTo>
                      <a:pt x="266561" y="859977"/>
                    </a:lnTo>
                    <a:lnTo>
                      <a:pt x="258945" y="861881"/>
                    </a:lnTo>
                    <a:lnTo>
                      <a:pt x="254503" y="863785"/>
                    </a:lnTo>
                    <a:lnTo>
                      <a:pt x="253233" y="864420"/>
                    </a:lnTo>
                    <a:lnTo>
                      <a:pt x="251964" y="864420"/>
                    </a:lnTo>
                    <a:lnTo>
                      <a:pt x="248791" y="863785"/>
                    </a:lnTo>
                    <a:lnTo>
                      <a:pt x="247521" y="863785"/>
                    </a:lnTo>
                    <a:lnTo>
                      <a:pt x="246252" y="864420"/>
                    </a:lnTo>
                    <a:lnTo>
                      <a:pt x="244983" y="865054"/>
                    </a:lnTo>
                    <a:lnTo>
                      <a:pt x="244348" y="865689"/>
                    </a:lnTo>
                    <a:lnTo>
                      <a:pt x="243713" y="866324"/>
                    </a:lnTo>
                    <a:lnTo>
                      <a:pt x="243078" y="867593"/>
                    </a:lnTo>
                    <a:lnTo>
                      <a:pt x="240540" y="872670"/>
                    </a:lnTo>
                    <a:lnTo>
                      <a:pt x="239905" y="873940"/>
                    </a:lnTo>
                    <a:lnTo>
                      <a:pt x="239905" y="873940"/>
                    </a:lnTo>
                    <a:lnTo>
                      <a:pt x="239270" y="874574"/>
                    </a:lnTo>
                    <a:lnTo>
                      <a:pt x="234828" y="875844"/>
                    </a:lnTo>
                    <a:lnTo>
                      <a:pt x="233558" y="876479"/>
                    </a:lnTo>
                    <a:lnTo>
                      <a:pt x="231654" y="877113"/>
                    </a:lnTo>
                    <a:lnTo>
                      <a:pt x="229750" y="877113"/>
                    </a:lnTo>
                    <a:lnTo>
                      <a:pt x="225943" y="876479"/>
                    </a:lnTo>
                    <a:lnTo>
                      <a:pt x="224038" y="875844"/>
                    </a:lnTo>
                    <a:lnTo>
                      <a:pt x="222769" y="874574"/>
                    </a:lnTo>
                    <a:lnTo>
                      <a:pt x="222134" y="873940"/>
                    </a:lnTo>
                    <a:lnTo>
                      <a:pt x="221500" y="872036"/>
                    </a:lnTo>
                    <a:lnTo>
                      <a:pt x="215788" y="868228"/>
                    </a:lnTo>
                    <a:lnTo>
                      <a:pt x="213884" y="866958"/>
                    </a:lnTo>
                    <a:lnTo>
                      <a:pt x="213249" y="865689"/>
                    </a:lnTo>
                    <a:lnTo>
                      <a:pt x="213249" y="864420"/>
                    </a:lnTo>
                    <a:lnTo>
                      <a:pt x="213249" y="863150"/>
                    </a:lnTo>
                    <a:lnTo>
                      <a:pt x="212614" y="861881"/>
                    </a:lnTo>
                    <a:lnTo>
                      <a:pt x="206902" y="856804"/>
                    </a:lnTo>
                    <a:lnTo>
                      <a:pt x="204998" y="856169"/>
                    </a:lnTo>
                    <a:lnTo>
                      <a:pt x="196748" y="853630"/>
                    </a:lnTo>
                    <a:lnTo>
                      <a:pt x="192940" y="852996"/>
                    </a:lnTo>
                    <a:lnTo>
                      <a:pt x="190401" y="852361"/>
                    </a:lnTo>
                    <a:lnTo>
                      <a:pt x="189766" y="851726"/>
                    </a:lnTo>
                    <a:lnTo>
                      <a:pt x="189766" y="851092"/>
                    </a:lnTo>
                    <a:lnTo>
                      <a:pt x="192305" y="848553"/>
                    </a:lnTo>
                    <a:lnTo>
                      <a:pt x="192940" y="847284"/>
                    </a:lnTo>
                    <a:lnTo>
                      <a:pt x="193574" y="846014"/>
                    </a:lnTo>
                    <a:lnTo>
                      <a:pt x="193574" y="844745"/>
                    </a:lnTo>
                    <a:lnTo>
                      <a:pt x="192940" y="843476"/>
                    </a:lnTo>
                    <a:lnTo>
                      <a:pt x="192305" y="840937"/>
                    </a:lnTo>
                    <a:lnTo>
                      <a:pt x="192305" y="839668"/>
                    </a:lnTo>
                    <a:lnTo>
                      <a:pt x="192940" y="838398"/>
                    </a:lnTo>
                    <a:lnTo>
                      <a:pt x="193574" y="837764"/>
                    </a:lnTo>
                    <a:lnTo>
                      <a:pt x="197382" y="835225"/>
                    </a:lnTo>
                    <a:lnTo>
                      <a:pt x="199921" y="833321"/>
                    </a:lnTo>
                    <a:lnTo>
                      <a:pt x="200556" y="832686"/>
                    </a:lnTo>
                    <a:lnTo>
                      <a:pt x="201190" y="832052"/>
                    </a:lnTo>
                    <a:lnTo>
                      <a:pt x="201825" y="830782"/>
                    </a:lnTo>
                    <a:lnTo>
                      <a:pt x="202460" y="829513"/>
                    </a:lnTo>
                    <a:lnTo>
                      <a:pt x="202460" y="828244"/>
                    </a:lnTo>
                    <a:lnTo>
                      <a:pt x="201825" y="825705"/>
                    </a:lnTo>
                    <a:lnTo>
                      <a:pt x="201825" y="824436"/>
                    </a:lnTo>
                    <a:lnTo>
                      <a:pt x="202460" y="821897"/>
                    </a:lnTo>
                    <a:lnTo>
                      <a:pt x="202460" y="819993"/>
                    </a:lnTo>
                    <a:lnTo>
                      <a:pt x="201825" y="818089"/>
                    </a:lnTo>
                    <a:lnTo>
                      <a:pt x="198017" y="813012"/>
                    </a:lnTo>
                    <a:lnTo>
                      <a:pt x="197382" y="811742"/>
                    </a:lnTo>
                    <a:lnTo>
                      <a:pt x="197382" y="810473"/>
                    </a:lnTo>
                    <a:lnTo>
                      <a:pt x="196748" y="807299"/>
                    </a:lnTo>
                    <a:lnTo>
                      <a:pt x="195478" y="804761"/>
                    </a:lnTo>
                    <a:lnTo>
                      <a:pt x="195478" y="802857"/>
                    </a:lnTo>
                    <a:lnTo>
                      <a:pt x="196113" y="801588"/>
                    </a:lnTo>
                    <a:lnTo>
                      <a:pt x="196748" y="800953"/>
                    </a:lnTo>
                    <a:lnTo>
                      <a:pt x="198651" y="799683"/>
                    </a:lnTo>
                    <a:lnTo>
                      <a:pt x="199921" y="799049"/>
                    </a:lnTo>
                    <a:lnTo>
                      <a:pt x="200556" y="797779"/>
                    </a:lnTo>
                    <a:lnTo>
                      <a:pt x="201190" y="796510"/>
                    </a:lnTo>
                    <a:lnTo>
                      <a:pt x="202460" y="794606"/>
                    </a:lnTo>
                    <a:lnTo>
                      <a:pt x="204998" y="792067"/>
                    </a:lnTo>
                    <a:lnTo>
                      <a:pt x="206268" y="790163"/>
                    </a:lnTo>
                    <a:lnTo>
                      <a:pt x="206902" y="789529"/>
                    </a:lnTo>
                    <a:lnTo>
                      <a:pt x="207537" y="788894"/>
                    </a:lnTo>
                    <a:lnTo>
                      <a:pt x="209441" y="787625"/>
                    </a:lnTo>
                    <a:lnTo>
                      <a:pt x="210710" y="786990"/>
                    </a:lnTo>
                    <a:lnTo>
                      <a:pt x="211980" y="786990"/>
                    </a:lnTo>
                    <a:lnTo>
                      <a:pt x="218326" y="787625"/>
                    </a:lnTo>
                    <a:lnTo>
                      <a:pt x="219596" y="787625"/>
                    </a:lnTo>
                    <a:lnTo>
                      <a:pt x="220865" y="786990"/>
                    </a:lnTo>
                    <a:lnTo>
                      <a:pt x="222134" y="786355"/>
                    </a:lnTo>
                    <a:lnTo>
                      <a:pt x="227212" y="782547"/>
                    </a:lnTo>
                    <a:lnTo>
                      <a:pt x="227846" y="781913"/>
                    </a:lnTo>
                    <a:lnTo>
                      <a:pt x="228481" y="780643"/>
                    </a:lnTo>
                    <a:lnTo>
                      <a:pt x="228481" y="778739"/>
                    </a:lnTo>
                    <a:lnTo>
                      <a:pt x="225308" y="772393"/>
                    </a:lnTo>
                    <a:lnTo>
                      <a:pt x="224673" y="771123"/>
                    </a:lnTo>
                    <a:lnTo>
                      <a:pt x="224673" y="769854"/>
                    </a:lnTo>
                    <a:lnTo>
                      <a:pt x="224673" y="768585"/>
                    </a:lnTo>
                    <a:lnTo>
                      <a:pt x="225308" y="767315"/>
                    </a:lnTo>
                    <a:lnTo>
                      <a:pt x="225943" y="766046"/>
                    </a:lnTo>
                    <a:lnTo>
                      <a:pt x="226577" y="764777"/>
                    </a:lnTo>
                    <a:lnTo>
                      <a:pt x="229116" y="761603"/>
                    </a:lnTo>
                    <a:lnTo>
                      <a:pt x="229750" y="760334"/>
                    </a:lnTo>
                    <a:lnTo>
                      <a:pt x="229750" y="758430"/>
                    </a:lnTo>
                    <a:lnTo>
                      <a:pt x="229116" y="757161"/>
                    </a:lnTo>
                    <a:lnTo>
                      <a:pt x="227846" y="756526"/>
                    </a:lnTo>
                    <a:lnTo>
                      <a:pt x="223404" y="754622"/>
                    </a:lnTo>
                    <a:lnTo>
                      <a:pt x="219596" y="752083"/>
                    </a:lnTo>
                    <a:lnTo>
                      <a:pt x="218326" y="750179"/>
                    </a:lnTo>
                    <a:lnTo>
                      <a:pt x="217692" y="748910"/>
                    </a:lnTo>
                    <a:lnTo>
                      <a:pt x="218326" y="747641"/>
                    </a:lnTo>
                    <a:lnTo>
                      <a:pt x="218961" y="746371"/>
                    </a:lnTo>
                    <a:lnTo>
                      <a:pt x="218961" y="738121"/>
                    </a:lnTo>
                    <a:lnTo>
                      <a:pt x="217692" y="735582"/>
                    </a:lnTo>
                    <a:lnTo>
                      <a:pt x="217057" y="733678"/>
                    </a:lnTo>
                    <a:lnTo>
                      <a:pt x="217057" y="732409"/>
                    </a:lnTo>
                    <a:lnTo>
                      <a:pt x="217692" y="731139"/>
                    </a:lnTo>
                    <a:lnTo>
                      <a:pt x="218326" y="729870"/>
                    </a:lnTo>
                    <a:lnTo>
                      <a:pt x="222769" y="725427"/>
                    </a:lnTo>
                    <a:lnTo>
                      <a:pt x="223404" y="724158"/>
                    </a:lnTo>
                    <a:lnTo>
                      <a:pt x="224038" y="722889"/>
                    </a:lnTo>
                    <a:lnTo>
                      <a:pt x="224673" y="721619"/>
                    </a:lnTo>
                    <a:lnTo>
                      <a:pt x="224673" y="720350"/>
                    </a:lnTo>
                    <a:lnTo>
                      <a:pt x="224038" y="719080"/>
                    </a:lnTo>
                    <a:lnTo>
                      <a:pt x="223404" y="717811"/>
                    </a:lnTo>
                    <a:lnTo>
                      <a:pt x="217057" y="709560"/>
                    </a:lnTo>
                    <a:lnTo>
                      <a:pt x="216423" y="708291"/>
                    </a:lnTo>
                    <a:lnTo>
                      <a:pt x="216423" y="706387"/>
                    </a:lnTo>
                    <a:lnTo>
                      <a:pt x="217057" y="705118"/>
                    </a:lnTo>
                    <a:lnTo>
                      <a:pt x="217692" y="704483"/>
                    </a:lnTo>
                    <a:lnTo>
                      <a:pt x="218326" y="703848"/>
                    </a:lnTo>
                    <a:lnTo>
                      <a:pt x="218961" y="703214"/>
                    </a:lnTo>
                    <a:lnTo>
                      <a:pt x="220230" y="702579"/>
                    </a:lnTo>
                    <a:lnTo>
                      <a:pt x="226577" y="702579"/>
                    </a:lnTo>
                    <a:lnTo>
                      <a:pt x="227846" y="702579"/>
                    </a:lnTo>
                    <a:lnTo>
                      <a:pt x="229116" y="701944"/>
                    </a:lnTo>
                    <a:lnTo>
                      <a:pt x="229750" y="701310"/>
                    </a:lnTo>
                    <a:lnTo>
                      <a:pt x="230385" y="700675"/>
                    </a:lnTo>
                    <a:lnTo>
                      <a:pt x="231020" y="699406"/>
                    </a:lnTo>
                    <a:lnTo>
                      <a:pt x="231020" y="698136"/>
                    </a:lnTo>
                    <a:lnTo>
                      <a:pt x="231020" y="695598"/>
                    </a:lnTo>
                    <a:lnTo>
                      <a:pt x="231020" y="691155"/>
                    </a:lnTo>
                    <a:lnTo>
                      <a:pt x="231020" y="689886"/>
                    </a:lnTo>
                    <a:lnTo>
                      <a:pt x="231020" y="688616"/>
                    </a:lnTo>
                    <a:lnTo>
                      <a:pt x="230385" y="686078"/>
                    </a:lnTo>
                    <a:lnTo>
                      <a:pt x="229750" y="684174"/>
                    </a:lnTo>
                    <a:lnTo>
                      <a:pt x="229116" y="682904"/>
                    </a:lnTo>
                    <a:lnTo>
                      <a:pt x="229116" y="681635"/>
                    </a:lnTo>
                    <a:lnTo>
                      <a:pt x="229750" y="680366"/>
                    </a:lnTo>
                    <a:lnTo>
                      <a:pt x="230385" y="679731"/>
                    </a:lnTo>
                    <a:lnTo>
                      <a:pt x="232289" y="677827"/>
                    </a:lnTo>
                    <a:lnTo>
                      <a:pt x="232924" y="676558"/>
                    </a:lnTo>
                    <a:lnTo>
                      <a:pt x="233558" y="675288"/>
                    </a:lnTo>
                    <a:lnTo>
                      <a:pt x="234193" y="672750"/>
                    </a:lnTo>
                    <a:lnTo>
                      <a:pt x="234828" y="671480"/>
                    </a:lnTo>
                    <a:lnTo>
                      <a:pt x="235463" y="670211"/>
                    </a:lnTo>
                    <a:lnTo>
                      <a:pt x="239905" y="665768"/>
                    </a:lnTo>
                    <a:lnTo>
                      <a:pt x="240540" y="665134"/>
                    </a:lnTo>
                    <a:lnTo>
                      <a:pt x="241174" y="663864"/>
                    </a:lnTo>
                    <a:lnTo>
                      <a:pt x="241174" y="662595"/>
                    </a:lnTo>
                    <a:lnTo>
                      <a:pt x="241174" y="659422"/>
                    </a:lnTo>
                    <a:lnTo>
                      <a:pt x="241809" y="656248"/>
                    </a:lnTo>
                    <a:lnTo>
                      <a:pt x="242444" y="653710"/>
                    </a:lnTo>
                    <a:lnTo>
                      <a:pt x="243713" y="651171"/>
                    </a:lnTo>
                    <a:lnTo>
                      <a:pt x="248791" y="643555"/>
                    </a:lnTo>
                    <a:lnTo>
                      <a:pt x="249425" y="642285"/>
                    </a:lnTo>
                    <a:lnTo>
                      <a:pt x="250060" y="641016"/>
                    </a:lnTo>
                    <a:lnTo>
                      <a:pt x="250694" y="639747"/>
                    </a:lnTo>
                    <a:lnTo>
                      <a:pt x="250694" y="636573"/>
                    </a:lnTo>
                    <a:lnTo>
                      <a:pt x="250694" y="635304"/>
                    </a:lnTo>
                    <a:lnTo>
                      <a:pt x="250060" y="634035"/>
                    </a:lnTo>
                    <a:lnTo>
                      <a:pt x="249425" y="632765"/>
                    </a:lnTo>
                    <a:lnTo>
                      <a:pt x="246887" y="629592"/>
                    </a:lnTo>
                    <a:lnTo>
                      <a:pt x="246252" y="628323"/>
                    </a:lnTo>
                    <a:lnTo>
                      <a:pt x="246252" y="627688"/>
                    </a:lnTo>
                    <a:lnTo>
                      <a:pt x="246252" y="627688"/>
                    </a:lnTo>
                    <a:lnTo>
                      <a:pt x="246887" y="626419"/>
                    </a:lnTo>
                    <a:lnTo>
                      <a:pt x="247521" y="625784"/>
                    </a:lnTo>
                    <a:lnTo>
                      <a:pt x="248791" y="625149"/>
                    </a:lnTo>
                    <a:lnTo>
                      <a:pt x="253868" y="623880"/>
                    </a:lnTo>
                    <a:lnTo>
                      <a:pt x="255137" y="623245"/>
                    </a:lnTo>
                    <a:lnTo>
                      <a:pt x="256407" y="622611"/>
                    </a:lnTo>
                    <a:lnTo>
                      <a:pt x="257041" y="621976"/>
                    </a:lnTo>
                    <a:lnTo>
                      <a:pt x="257676" y="621341"/>
                    </a:lnTo>
                    <a:lnTo>
                      <a:pt x="258311" y="620072"/>
                    </a:lnTo>
                    <a:lnTo>
                      <a:pt x="258311" y="618803"/>
                    </a:lnTo>
                    <a:lnTo>
                      <a:pt x="258311" y="617533"/>
                    </a:lnTo>
                    <a:lnTo>
                      <a:pt x="257676" y="616264"/>
                    </a:lnTo>
                    <a:lnTo>
                      <a:pt x="257676" y="614995"/>
                    </a:lnTo>
                    <a:lnTo>
                      <a:pt x="257676" y="613725"/>
                    </a:lnTo>
                    <a:lnTo>
                      <a:pt x="258311" y="612456"/>
                    </a:lnTo>
                    <a:lnTo>
                      <a:pt x="260214" y="610552"/>
                    </a:lnTo>
                    <a:lnTo>
                      <a:pt x="260849" y="609283"/>
                    </a:lnTo>
                    <a:lnTo>
                      <a:pt x="261484" y="608013"/>
                    </a:lnTo>
                    <a:lnTo>
                      <a:pt x="261484" y="606744"/>
                    </a:lnTo>
                    <a:lnTo>
                      <a:pt x="261484" y="605475"/>
                    </a:lnTo>
                    <a:lnTo>
                      <a:pt x="261484" y="604205"/>
                    </a:lnTo>
                    <a:lnTo>
                      <a:pt x="262118" y="602936"/>
                    </a:lnTo>
                    <a:lnTo>
                      <a:pt x="262753" y="601667"/>
                    </a:lnTo>
                    <a:lnTo>
                      <a:pt x="264023" y="599128"/>
                    </a:lnTo>
                    <a:lnTo>
                      <a:pt x="264657" y="596589"/>
                    </a:lnTo>
                    <a:lnTo>
                      <a:pt x="265292" y="592147"/>
                    </a:lnTo>
                    <a:lnTo>
                      <a:pt x="265292" y="590877"/>
                    </a:lnTo>
                    <a:lnTo>
                      <a:pt x="265292" y="589608"/>
                    </a:lnTo>
                    <a:lnTo>
                      <a:pt x="264657" y="587704"/>
                    </a:lnTo>
                    <a:lnTo>
                      <a:pt x="264023" y="586435"/>
                    </a:lnTo>
                    <a:lnTo>
                      <a:pt x="262753" y="585800"/>
                    </a:lnTo>
                    <a:lnTo>
                      <a:pt x="261484" y="585165"/>
                    </a:lnTo>
                    <a:lnTo>
                      <a:pt x="260214" y="585165"/>
                    </a:lnTo>
                    <a:lnTo>
                      <a:pt x="247521" y="586435"/>
                    </a:lnTo>
                    <a:lnTo>
                      <a:pt x="246252" y="586435"/>
                    </a:lnTo>
                    <a:lnTo>
                      <a:pt x="243078" y="588339"/>
                    </a:lnTo>
                    <a:lnTo>
                      <a:pt x="240540" y="588973"/>
                    </a:lnTo>
                    <a:lnTo>
                      <a:pt x="239270" y="588973"/>
                    </a:lnTo>
                    <a:lnTo>
                      <a:pt x="238001" y="588973"/>
                    </a:lnTo>
                    <a:lnTo>
                      <a:pt x="236732" y="588339"/>
                    </a:lnTo>
                    <a:lnTo>
                      <a:pt x="234193" y="587069"/>
                    </a:lnTo>
                    <a:lnTo>
                      <a:pt x="232924" y="586435"/>
                    </a:lnTo>
                    <a:lnTo>
                      <a:pt x="231654" y="586435"/>
                    </a:lnTo>
                    <a:lnTo>
                      <a:pt x="227212" y="587069"/>
                    </a:lnTo>
                    <a:lnTo>
                      <a:pt x="224673" y="587704"/>
                    </a:lnTo>
                    <a:lnTo>
                      <a:pt x="221500" y="587704"/>
                    </a:lnTo>
                    <a:lnTo>
                      <a:pt x="218961" y="587069"/>
                    </a:lnTo>
                    <a:lnTo>
                      <a:pt x="216423" y="585800"/>
                    </a:lnTo>
                    <a:lnTo>
                      <a:pt x="212614" y="582627"/>
                    </a:lnTo>
                    <a:lnTo>
                      <a:pt x="210710" y="580723"/>
                    </a:lnTo>
                    <a:lnTo>
                      <a:pt x="209441" y="578819"/>
                    </a:lnTo>
                    <a:lnTo>
                      <a:pt x="209441" y="577549"/>
                    </a:lnTo>
                    <a:lnTo>
                      <a:pt x="209441" y="576280"/>
                    </a:lnTo>
                    <a:lnTo>
                      <a:pt x="210076" y="575011"/>
                    </a:lnTo>
                    <a:lnTo>
                      <a:pt x="210710" y="573741"/>
                    </a:lnTo>
                    <a:lnTo>
                      <a:pt x="213249" y="571202"/>
                    </a:lnTo>
                    <a:lnTo>
                      <a:pt x="213884" y="569933"/>
                    </a:lnTo>
                    <a:lnTo>
                      <a:pt x="213884" y="568029"/>
                    </a:lnTo>
                    <a:lnTo>
                      <a:pt x="212614" y="565491"/>
                    </a:lnTo>
                    <a:lnTo>
                      <a:pt x="211980" y="564221"/>
                    </a:lnTo>
                    <a:lnTo>
                      <a:pt x="208172" y="560413"/>
                    </a:lnTo>
                    <a:lnTo>
                      <a:pt x="206902" y="559778"/>
                    </a:lnTo>
                    <a:lnTo>
                      <a:pt x="205633" y="559144"/>
                    </a:lnTo>
                    <a:lnTo>
                      <a:pt x="204364" y="559144"/>
                    </a:lnTo>
                    <a:lnTo>
                      <a:pt x="203094" y="559144"/>
                    </a:lnTo>
                    <a:lnTo>
                      <a:pt x="201825" y="559778"/>
                    </a:lnTo>
                    <a:lnTo>
                      <a:pt x="198651" y="561682"/>
                    </a:lnTo>
                    <a:lnTo>
                      <a:pt x="194209" y="565491"/>
                    </a:lnTo>
                    <a:lnTo>
                      <a:pt x="192940" y="566125"/>
                    </a:lnTo>
                    <a:lnTo>
                      <a:pt x="191670" y="566125"/>
                    </a:lnTo>
                    <a:lnTo>
                      <a:pt x="189766" y="565491"/>
                    </a:lnTo>
                    <a:lnTo>
                      <a:pt x="189131" y="564221"/>
                    </a:lnTo>
                    <a:lnTo>
                      <a:pt x="188497" y="562952"/>
                    </a:lnTo>
                    <a:lnTo>
                      <a:pt x="188497" y="561682"/>
                    </a:lnTo>
                    <a:lnTo>
                      <a:pt x="190401" y="555970"/>
                    </a:lnTo>
                    <a:lnTo>
                      <a:pt x="190401" y="554701"/>
                    </a:lnTo>
                    <a:lnTo>
                      <a:pt x="190401" y="552797"/>
                    </a:lnTo>
                    <a:lnTo>
                      <a:pt x="189766" y="550893"/>
                    </a:lnTo>
                    <a:lnTo>
                      <a:pt x="189131" y="549624"/>
                    </a:lnTo>
                    <a:lnTo>
                      <a:pt x="187862" y="548989"/>
                    </a:lnTo>
                    <a:lnTo>
                      <a:pt x="182785" y="547085"/>
                    </a:lnTo>
                    <a:lnTo>
                      <a:pt x="180246" y="545816"/>
                    </a:lnTo>
                    <a:lnTo>
                      <a:pt x="178342" y="543912"/>
                    </a:lnTo>
                    <a:lnTo>
                      <a:pt x="175804" y="540738"/>
                    </a:lnTo>
                    <a:lnTo>
                      <a:pt x="173900" y="538834"/>
                    </a:lnTo>
                    <a:lnTo>
                      <a:pt x="168822" y="535026"/>
                    </a:lnTo>
                    <a:lnTo>
                      <a:pt x="167553" y="533757"/>
                    </a:lnTo>
                    <a:lnTo>
                      <a:pt x="166918" y="532488"/>
                    </a:lnTo>
                    <a:lnTo>
                      <a:pt x="165649" y="528680"/>
                    </a:lnTo>
                    <a:lnTo>
                      <a:pt x="165014" y="526141"/>
                    </a:lnTo>
                    <a:lnTo>
                      <a:pt x="165014" y="523602"/>
                    </a:lnTo>
                    <a:lnTo>
                      <a:pt x="165014" y="519794"/>
                    </a:lnTo>
                    <a:lnTo>
                      <a:pt x="165649" y="518525"/>
                    </a:lnTo>
                    <a:lnTo>
                      <a:pt x="166283" y="517256"/>
                    </a:lnTo>
                    <a:lnTo>
                      <a:pt x="166918" y="515986"/>
                    </a:lnTo>
                    <a:lnTo>
                      <a:pt x="167553" y="514717"/>
                    </a:lnTo>
                    <a:lnTo>
                      <a:pt x="167553" y="513448"/>
                    </a:lnTo>
                    <a:lnTo>
                      <a:pt x="166918" y="512178"/>
                    </a:lnTo>
                    <a:lnTo>
                      <a:pt x="163110" y="509005"/>
                    </a:lnTo>
                    <a:lnTo>
                      <a:pt x="156763" y="509640"/>
                    </a:lnTo>
                    <a:lnTo>
                      <a:pt x="155494" y="508370"/>
                    </a:lnTo>
                    <a:lnTo>
                      <a:pt x="151686" y="501389"/>
                    </a:lnTo>
                    <a:lnTo>
                      <a:pt x="151051" y="500120"/>
                    </a:lnTo>
                    <a:lnTo>
                      <a:pt x="149782" y="499485"/>
                    </a:lnTo>
                    <a:lnTo>
                      <a:pt x="146609" y="498215"/>
                    </a:lnTo>
                    <a:lnTo>
                      <a:pt x="144070" y="496946"/>
                    </a:lnTo>
                    <a:lnTo>
                      <a:pt x="142801" y="495677"/>
                    </a:lnTo>
                    <a:lnTo>
                      <a:pt x="142166" y="494407"/>
                    </a:lnTo>
                    <a:lnTo>
                      <a:pt x="142166" y="493773"/>
                    </a:lnTo>
                    <a:lnTo>
                      <a:pt x="142166" y="493138"/>
                    </a:lnTo>
                    <a:lnTo>
                      <a:pt x="141531" y="488695"/>
                    </a:lnTo>
                    <a:lnTo>
                      <a:pt x="141531" y="487426"/>
                    </a:lnTo>
                    <a:lnTo>
                      <a:pt x="128203" y="469021"/>
                    </a:lnTo>
                    <a:lnTo>
                      <a:pt x="126299" y="463309"/>
                    </a:lnTo>
                    <a:lnTo>
                      <a:pt x="122491" y="456327"/>
                    </a:lnTo>
                    <a:lnTo>
                      <a:pt x="120587" y="454423"/>
                    </a:lnTo>
                    <a:lnTo>
                      <a:pt x="116144" y="450615"/>
                    </a:lnTo>
                    <a:lnTo>
                      <a:pt x="114875" y="448711"/>
                    </a:lnTo>
                    <a:lnTo>
                      <a:pt x="113606" y="446173"/>
                    </a:lnTo>
                    <a:lnTo>
                      <a:pt x="112971" y="444903"/>
                    </a:lnTo>
                    <a:lnTo>
                      <a:pt x="111702" y="443634"/>
                    </a:lnTo>
                    <a:lnTo>
                      <a:pt x="109798" y="442365"/>
                    </a:lnTo>
                    <a:lnTo>
                      <a:pt x="109163" y="441095"/>
                    </a:lnTo>
                    <a:lnTo>
                      <a:pt x="108529" y="439826"/>
                    </a:lnTo>
                    <a:lnTo>
                      <a:pt x="108529" y="437287"/>
                    </a:lnTo>
                    <a:lnTo>
                      <a:pt x="107894" y="436018"/>
                    </a:lnTo>
                    <a:lnTo>
                      <a:pt x="107259" y="434749"/>
                    </a:lnTo>
                    <a:lnTo>
                      <a:pt x="106624" y="433479"/>
                    </a:lnTo>
                    <a:lnTo>
                      <a:pt x="105990" y="432210"/>
                    </a:lnTo>
                    <a:lnTo>
                      <a:pt x="104720" y="428402"/>
                    </a:lnTo>
                    <a:lnTo>
                      <a:pt x="103451" y="425229"/>
                    </a:lnTo>
                    <a:lnTo>
                      <a:pt x="102182" y="423959"/>
                    </a:lnTo>
                    <a:lnTo>
                      <a:pt x="100913" y="422690"/>
                    </a:lnTo>
                    <a:lnTo>
                      <a:pt x="85680" y="414439"/>
                    </a:lnTo>
                    <a:lnTo>
                      <a:pt x="76795" y="411900"/>
                    </a:lnTo>
                    <a:lnTo>
                      <a:pt x="74256" y="410631"/>
                    </a:lnTo>
                    <a:lnTo>
                      <a:pt x="72987" y="409362"/>
                    </a:lnTo>
                    <a:lnTo>
                      <a:pt x="72352" y="408092"/>
                    </a:lnTo>
                    <a:lnTo>
                      <a:pt x="71083" y="404919"/>
                    </a:lnTo>
                    <a:lnTo>
                      <a:pt x="69814" y="401111"/>
                    </a:lnTo>
                    <a:lnTo>
                      <a:pt x="67275" y="396668"/>
                    </a:lnTo>
                    <a:lnTo>
                      <a:pt x="62198" y="389687"/>
                    </a:lnTo>
                    <a:lnTo>
                      <a:pt x="60929" y="388418"/>
                    </a:lnTo>
                    <a:lnTo>
                      <a:pt x="48870" y="378263"/>
                    </a:lnTo>
                    <a:lnTo>
                      <a:pt x="42523" y="375090"/>
                    </a:lnTo>
                    <a:lnTo>
                      <a:pt x="39984" y="373186"/>
                    </a:lnTo>
                    <a:lnTo>
                      <a:pt x="38715" y="371916"/>
                    </a:lnTo>
                    <a:lnTo>
                      <a:pt x="38715" y="370647"/>
                    </a:lnTo>
                    <a:lnTo>
                      <a:pt x="39350" y="369378"/>
                    </a:lnTo>
                    <a:lnTo>
                      <a:pt x="39984" y="368743"/>
                    </a:lnTo>
                    <a:lnTo>
                      <a:pt x="40619" y="368108"/>
                    </a:lnTo>
                    <a:lnTo>
                      <a:pt x="41254" y="367474"/>
                    </a:lnTo>
                    <a:lnTo>
                      <a:pt x="42523" y="367474"/>
                    </a:lnTo>
                    <a:lnTo>
                      <a:pt x="50139" y="368108"/>
                    </a:lnTo>
                    <a:lnTo>
                      <a:pt x="51408" y="368108"/>
                    </a:lnTo>
                    <a:lnTo>
                      <a:pt x="52677" y="367474"/>
                    </a:lnTo>
                    <a:lnTo>
                      <a:pt x="53947" y="366839"/>
                    </a:lnTo>
                    <a:lnTo>
                      <a:pt x="54582" y="366204"/>
                    </a:lnTo>
                    <a:lnTo>
                      <a:pt x="55216" y="364935"/>
                    </a:lnTo>
                    <a:lnTo>
                      <a:pt x="54582" y="363031"/>
                    </a:lnTo>
                    <a:lnTo>
                      <a:pt x="53312" y="361762"/>
                    </a:lnTo>
                    <a:lnTo>
                      <a:pt x="50774" y="359858"/>
                    </a:lnTo>
                    <a:lnTo>
                      <a:pt x="49504" y="358588"/>
                    </a:lnTo>
                    <a:lnTo>
                      <a:pt x="49504" y="358588"/>
                    </a:lnTo>
                    <a:lnTo>
                      <a:pt x="49504" y="353511"/>
                    </a:lnTo>
                    <a:lnTo>
                      <a:pt x="48235" y="350972"/>
                    </a:lnTo>
                    <a:lnTo>
                      <a:pt x="46966" y="349068"/>
                    </a:lnTo>
                    <a:lnTo>
                      <a:pt x="42523" y="345260"/>
                    </a:lnTo>
                    <a:lnTo>
                      <a:pt x="41888" y="343991"/>
                    </a:lnTo>
                    <a:lnTo>
                      <a:pt x="41888" y="342721"/>
                    </a:lnTo>
                    <a:lnTo>
                      <a:pt x="42523" y="342087"/>
                    </a:lnTo>
                    <a:lnTo>
                      <a:pt x="43792" y="341452"/>
                    </a:lnTo>
                    <a:lnTo>
                      <a:pt x="48235" y="339548"/>
                    </a:lnTo>
                    <a:lnTo>
                      <a:pt x="48870" y="338913"/>
                    </a:lnTo>
                    <a:lnTo>
                      <a:pt x="49504" y="338279"/>
                    </a:lnTo>
                    <a:lnTo>
                      <a:pt x="50139" y="337644"/>
                    </a:lnTo>
                    <a:lnTo>
                      <a:pt x="51408" y="335105"/>
                    </a:lnTo>
                    <a:lnTo>
                      <a:pt x="52043" y="333836"/>
                    </a:lnTo>
                    <a:lnTo>
                      <a:pt x="52043" y="331932"/>
                    </a:lnTo>
                    <a:lnTo>
                      <a:pt x="51408" y="329393"/>
                    </a:lnTo>
                    <a:lnTo>
                      <a:pt x="47600" y="321777"/>
                    </a:lnTo>
                    <a:lnTo>
                      <a:pt x="46966" y="319873"/>
                    </a:lnTo>
                    <a:lnTo>
                      <a:pt x="48235" y="314161"/>
                    </a:lnTo>
                    <a:lnTo>
                      <a:pt x="48235" y="312257"/>
                    </a:lnTo>
                    <a:lnTo>
                      <a:pt x="47600" y="310353"/>
                    </a:lnTo>
                    <a:lnTo>
                      <a:pt x="46966" y="307815"/>
                    </a:lnTo>
                    <a:lnTo>
                      <a:pt x="45696" y="306545"/>
                    </a:lnTo>
                    <a:lnTo>
                      <a:pt x="41254" y="302737"/>
                    </a:lnTo>
                    <a:lnTo>
                      <a:pt x="40619" y="301468"/>
                    </a:lnTo>
                    <a:lnTo>
                      <a:pt x="39984" y="299564"/>
                    </a:lnTo>
                    <a:lnTo>
                      <a:pt x="39984" y="297660"/>
                    </a:lnTo>
                    <a:lnTo>
                      <a:pt x="39350" y="295121"/>
                    </a:lnTo>
                    <a:lnTo>
                      <a:pt x="38080" y="293852"/>
                    </a:lnTo>
                    <a:lnTo>
                      <a:pt x="33637" y="290679"/>
                    </a:lnTo>
                    <a:lnTo>
                      <a:pt x="32368" y="289409"/>
                    </a:lnTo>
                    <a:lnTo>
                      <a:pt x="31733" y="288140"/>
                    </a:lnTo>
                    <a:lnTo>
                      <a:pt x="29830" y="276081"/>
                    </a:lnTo>
                    <a:lnTo>
                      <a:pt x="29195" y="274812"/>
                    </a:lnTo>
                    <a:lnTo>
                      <a:pt x="28560" y="272908"/>
                    </a:lnTo>
                    <a:lnTo>
                      <a:pt x="27291" y="271639"/>
                    </a:lnTo>
                    <a:lnTo>
                      <a:pt x="23483" y="268465"/>
                    </a:lnTo>
                    <a:lnTo>
                      <a:pt x="22213" y="266561"/>
                    </a:lnTo>
                    <a:lnTo>
                      <a:pt x="20944" y="264023"/>
                    </a:lnTo>
                    <a:lnTo>
                      <a:pt x="19040" y="262118"/>
                    </a:lnTo>
                    <a:lnTo>
                      <a:pt x="17136" y="260214"/>
                    </a:lnTo>
                    <a:lnTo>
                      <a:pt x="16502" y="258945"/>
                    </a:lnTo>
                    <a:lnTo>
                      <a:pt x="15867" y="257676"/>
                    </a:lnTo>
                    <a:lnTo>
                      <a:pt x="15232" y="255137"/>
                    </a:lnTo>
                    <a:lnTo>
                      <a:pt x="11424" y="249425"/>
                    </a:lnTo>
                    <a:lnTo>
                      <a:pt x="9520" y="245617"/>
                    </a:lnTo>
                    <a:lnTo>
                      <a:pt x="5077" y="238636"/>
                    </a:lnTo>
                    <a:lnTo>
                      <a:pt x="1904" y="234828"/>
                    </a:lnTo>
                    <a:lnTo>
                      <a:pt x="635" y="232289"/>
                    </a:lnTo>
                    <a:lnTo>
                      <a:pt x="0" y="231020"/>
                    </a:lnTo>
                    <a:lnTo>
                      <a:pt x="1904" y="219596"/>
                    </a:lnTo>
                    <a:lnTo>
                      <a:pt x="5712" y="191670"/>
                    </a:lnTo>
                    <a:lnTo>
                      <a:pt x="9520" y="164379"/>
                    </a:lnTo>
                    <a:lnTo>
                      <a:pt x="13328" y="136454"/>
                    </a:lnTo>
                    <a:lnTo>
                      <a:pt x="17136" y="109163"/>
                    </a:lnTo>
                    <a:lnTo>
                      <a:pt x="20944" y="81238"/>
                    </a:lnTo>
                    <a:lnTo>
                      <a:pt x="24752" y="53947"/>
                    </a:lnTo>
                    <a:lnTo>
                      <a:pt x="29830" y="27291"/>
                    </a:lnTo>
                    <a:lnTo>
                      <a:pt x="33637" y="0"/>
                    </a:lnTo>
                    <a:lnTo>
                      <a:pt x="69179" y="5077"/>
                    </a:lnTo>
                    <a:lnTo>
                      <a:pt x="107259" y="10789"/>
                    </a:lnTo>
                    <a:lnTo>
                      <a:pt x="145339" y="16501"/>
                    </a:lnTo>
                    <a:lnTo>
                      <a:pt x="183420" y="21579"/>
                    </a:lnTo>
                    <a:lnTo>
                      <a:pt x="221500" y="26656"/>
                    </a:lnTo>
                    <a:lnTo>
                      <a:pt x="259580" y="31733"/>
                    </a:lnTo>
                    <a:lnTo>
                      <a:pt x="297660" y="36811"/>
                    </a:lnTo>
                    <a:lnTo>
                      <a:pt x="335740" y="41888"/>
                    </a:lnTo>
                    <a:lnTo>
                      <a:pt x="373820" y="46966"/>
                    </a:lnTo>
                    <a:lnTo>
                      <a:pt x="376994" y="47600"/>
                    </a:lnTo>
                    <a:lnTo>
                      <a:pt x="411901" y="52043"/>
                    </a:lnTo>
                    <a:lnTo>
                      <a:pt x="449981" y="57120"/>
                    </a:lnTo>
                    <a:lnTo>
                      <a:pt x="488061" y="61563"/>
                    </a:lnTo>
                    <a:lnTo>
                      <a:pt x="526141" y="66006"/>
                    </a:lnTo>
                    <a:lnTo>
                      <a:pt x="564221" y="70448"/>
                    </a:lnTo>
                    <a:lnTo>
                      <a:pt x="602301" y="74891"/>
                    </a:lnTo>
                    <a:lnTo>
                      <a:pt x="640382" y="79334"/>
                    </a:lnTo>
                    <a:lnTo>
                      <a:pt x="678462" y="83776"/>
                    </a:lnTo>
                    <a:lnTo>
                      <a:pt x="716542" y="87584"/>
                    </a:lnTo>
                    <a:lnTo>
                      <a:pt x="754622" y="92027"/>
                    </a:lnTo>
                    <a:lnTo>
                      <a:pt x="792702" y="95835"/>
                    </a:lnTo>
                    <a:lnTo>
                      <a:pt x="830782" y="99643"/>
                    </a:lnTo>
                    <a:lnTo>
                      <a:pt x="868863" y="103451"/>
                    </a:lnTo>
                    <a:lnTo>
                      <a:pt x="906943" y="107259"/>
                    </a:lnTo>
                    <a:lnTo>
                      <a:pt x="945023" y="111067"/>
                    </a:lnTo>
                    <a:lnTo>
                      <a:pt x="983103" y="114875"/>
                    </a:lnTo>
                    <a:lnTo>
                      <a:pt x="1021183" y="118683"/>
                    </a:lnTo>
                    <a:lnTo>
                      <a:pt x="1059264" y="122491"/>
                    </a:lnTo>
                    <a:lnTo>
                      <a:pt x="1081477" y="124395"/>
                    </a:lnTo>
                    <a:lnTo>
                      <a:pt x="1097978" y="125665"/>
                    </a:lnTo>
                    <a:lnTo>
                      <a:pt x="1136058" y="129473"/>
                    </a:lnTo>
                    <a:lnTo>
                      <a:pt x="1174139" y="132646"/>
                    </a:lnTo>
                    <a:lnTo>
                      <a:pt x="1212219" y="135819"/>
                    </a:lnTo>
                    <a:lnTo>
                      <a:pt x="1250299" y="138993"/>
                    </a:lnTo>
                    <a:lnTo>
                      <a:pt x="1288379" y="142166"/>
                    </a:lnTo>
                    <a:lnTo>
                      <a:pt x="1326459" y="145339"/>
                    </a:lnTo>
                    <a:lnTo>
                      <a:pt x="1364539" y="148513"/>
                    </a:lnTo>
                    <a:lnTo>
                      <a:pt x="1402620" y="151051"/>
                    </a:lnTo>
                    <a:lnTo>
                      <a:pt x="1440700" y="153590"/>
                    </a:lnTo>
                    <a:lnTo>
                      <a:pt x="1478780" y="156129"/>
                    </a:lnTo>
                    <a:lnTo>
                      <a:pt x="1516860" y="158667"/>
                    </a:lnTo>
                    <a:lnTo>
                      <a:pt x="1554940" y="161206"/>
                    </a:lnTo>
                    <a:lnTo>
                      <a:pt x="1593020" y="163745"/>
                    </a:lnTo>
                    <a:lnTo>
                      <a:pt x="1631101" y="166283"/>
                    </a:lnTo>
                    <a:lnTo>
                      <a:pt x="1669181" y="168822"/>
                    </a:lnTo>
                    <a:lnTo>
                      <a:pt x="1707896" y="171361"/>
                    </a:lnTo>
                    <a:lnTo>
                      <a:pt x="1745976" y="173899"/>
                    </a:lnTo>
                    <a:lnTo>
                      <a:pt x="1784056" y="175803"/>
                    </a:lnTo>
                    <a:lnTo>
                      <a:pt x="1822136" y="177707"/>
                    </a:lnTo>
                    <a:lnTo>
                      <a:pt x="1860851" y="179611"/>
                    </a:lnTo>
                    <a:lnTo>
                      <a:pt x="1898931" y="181515"/>
                    </a:lnTo>
                    <a:lnTo>
                      <a:pt x="1937011" y="183419"/>
                    </a:lnTo>
                    <a:lnTo>
                      <a:pt x="1975726" y="185323"/>
                    </a:lnTo>
                    <a:lnTo>
                      <a:pt x="2013806" y="187227"/>
                    </a:lnTo>
                    <a:lnTo>
                      <a:pt x="2051886" y="188497"/>
                    </a:lnTo>
                    <a:lnTo>
                      <a:pt x="2090601" y="189766"/>
                    </a:lnTo>
                    <a:lnTo>
                      <a:pt x="2117892" y="191036"/>
                    </a:lnTo>
                    <a:lnTo>
                      <a:pt x="2116623" y="236097"/>
                    </a:lnTo>
                    <a:lnTo>
                      <a:pt x="2115353" y="281159"/>
                    </a:lnTo>
                    <a:lnTo>
                      <a:pt x="2114084" y="326220"/>
                    </a:lnTo>
                    <a:lnTo>
                      <a:pt x="2112815" y="371282"/>
                    </a:lnTo>
                    <a:lnTo>
                      <a:pt x="2111545" y="416343"/>
                    </a:lnTo>
                    <a:lnTo>
                      <a:pt x="2110276" y="461405"/>
                    </a:lnTo>
                    <a:lnTo>
                      <a:pt x="2109007" y="507101"/>
                    </a:lnTo>
                    <a:lnTo>
                      <a:pt x="2107738" y="552797"/>
                    </a:lnTo>
                    <a:lnTo>
                      <a:pt x="2106468" y="598493"/>
                    </a:lnTo>
                    <a:lnTo>
                      <a:pt x="2105199" y="644189"/>
                    </a:lnTo>
                    <a:lnTo>
                      <a:pt x="2103929" y="689886"/>
                    </a:lnTo>
                    <a:lnTo>
                      <a:pt x="2102660" y="735582"/>
                    </a:lnTo>
                    <a:lnTo>
                      <a:pt x="2101391" y="781278"/>
                    </a:lnTo>
                    <a:lnTo>
                      <a:pt x="2100121" y="826974"/>
                    </a:lnTo>
                    <a:lnTo>
                      <a:pt x="2098852" y="871401"/>
                    </a:lnTo>
                    <a:lnTo>
                      <a:pt x="2097583" y="917097"/>
                    </a:lnTo>
                    <a:lnTo>
                      <a:pt x="2097583" y="917097"/>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62" name="Google Shape;462;p51"/>
              <p:cNvSpPr/>
              <p:nvPr/>
            </p:nvSpPr>
            <p:spPr>
              <a:xfrm>
                <a:off x="5714521" y="4450686"/>
                <a:ext cx="526410" cy="900766"/>
              </a:xfrm>
              <a:custGeom>
                <a:avLst/>
                <a:gdLst/>
                <a:ahLst/>
                <a:cxnLst/>
                <a:rect l="l" t="t" r="r" b="b"/>
                <a:pathLst>
                  <a:path w="722888" h="1236970" extrusionOk="0">
                    <a:moveTo>
                      <a:pt x="583896" y="1198256"/>
                    </a:moveTo>
                    <a:lnTo>
                      <a:pt x="581992" y="1202699"/>
                    </a:lnTo>
                    <a:lnTo>
                      <a:pt x="576915" y="1204603"/>
                    </a:lnTo>
                    <a:lnTo>
                      <a:pt x="565490" y="1205237"/>
                    </a:lnTo>
                    <a:lnTo>
                      <a:pt x="565490" y="1207141"/>
                    </a:lnTo>
                    <a:lnTo>
                      <a:pt x="572472" y="1206506"/>
                    </a:lnTo>
                    <a:lnTo>
                      <a:pt x="575645" y="1207141"/>
                    </a:lnTo>
                    <a:lnTo>
                      <a:pt x="577549" y="1209680"/>
                    </a:lnTo>
                    <a:lnTo>
                      <a:pt x="578818" y="1207776"/>
                    </a:lnTo>
                    <a:lnTo>
                      <a:pt x="580723" y="1209680"/>
                    </a:lnTo>
                    <a:lnTo>
                      <a:pt x="580088" y="1210949"/>
                    </a:lnTo>
                    <a:lnTo>
                      <a:pt x="578818" y="1212219"/>
                    </a:lnTo>
                    <a:lnTo>
                      <a:pt x="578184" y="1212853"/>
                    </a:lnTo>
                    <a:lnTo>
                      <a:pt x="578818" y="1213488"/>
                    </a:lnTo>
                    <a:lnTo>
                      <a:pt x="579453" y="1214123"/>
                    </a:lnTo>
                    <a:lnTo>
                      <a:pt x="580088" y="1214123"/>
                    </a:lnTo>
                    <a:lnTo>
                      <a:pt x="580723" y="1214123"/>
                    </a:lnTo>
                    <a:lnTo>
                      <a:pt x="583896" y="1206506"/>
                    </a:lnTo>
                    <a:lnTo>
                      <a:pt x="584530" y="1203968"/>
                    </a:lnTo>
                    <a:lnTo>
                      <a:pt x="583896" y="1201429"/>
                    </a:lnTo>
                    <a:lnTo>
                      <a:pt x="584530" y="1200795"/>
                    </a:lnTo>
                    <a:lnTo>
                      <a:pt x="585799" y="1200160"/>
                    </a:lnTo>
                    <a:lnTo>
                      <a:pt x="585165" y="1198891"/>
                    </a:lnTo>
                    <a:lnTo>
                      <a:pt x="583896" y="1198256"/>
                    </a:lnTo>
                    <a:close/>
                    <a:moveTo>
                      <a:pt x="507101" y="1233798"/>
                    </a:moveTo>
                    <a:lnTo>
                      <a:pt x="505831" y="1236336"/>
                    </a:lnTo>
                    <a:lnTo>
                      <a:pt x="507736" y="1236971"/>
                    </a:lnTo>
                    <a:lnTo>
                      <a:pt x="509005" y="1234432"/>
                    </a:lnTo>
                    <a:lnTo>
                      <a:pt x="508370" y="1233163"/>
                    </a:lnTo>
                    <a:lnTo>
                      <a:pt x="507101" y="1233798"/>
                    </a:lnTo>
                    <a:close/>
                    <a:moveTo>
                      <a:pt x="606109" y="1206506"/>
                    </a:moveTo>
                    <a:lnTo>
                      <a:pt x="605475" y="1207141"/>
                    </a:lnTo>
                    <a:lnTo>
                      <a:pt x="611186" y="1205872"/>
                    </a:lnTo>
                    <a:lnTo>
                      <a:pt x="614360" y="1204603"/>
                    </a:lnTo>
                    <a:lnTo>
                      <a:pt x="611822" y="1204603"/>
                    </a:lnTo>
                    <a:lnTo>
                      <a:pt x="606109" y="1206506"/>
                    </a:lnTo>
                    <a:close/>
                    <a:moveTo>
                      <a:pt x="705752" y="1196352"/>
                    </a:moveTo>
                    <a:lnTo>
                      <a:pt x="712733" y="1196986"/>
                    </a:lnTo>
                    <a:lnTo>
                      <a:pt x="720350" y="1196352"/>
                    </a:lnTo>
                    <a:lnTo>
                      <a:pt x="721619" y="1194448"/>
                    </a:lnTo>
                    <a:lnTo>
                      <a:pt x="705118" y="1194448"/>
                    </a:lnTo>
                    <a:lnTo>
                      <a:pt x="705752" y="1196352"/>
                    </a:lnTo>
                    <a:close/>
                    <a:moveTo>
                      <a:pt x="722889" y="1151291"/>
                    </a:moveTo>
                    <a:lnTo>
                      <a:pt x="715907" y="1104959"/>
                    </a:lnTo>
                    <a:lnTo>
                      <a:pt x="712099" y="1081477"/>
                    </a:lnTo>
                    <a:lnTo>
                      <a:pt x="708291" y="1057994"/>
                    </a:lnTo>
                    <a:lnTo>
                      <a:pt x="704483" y="1034511"/>
                    </a:lnTo>
                    <a:lnTo>
                      <a:pt x="700675" y="1011028"/>
                    </a:lnTo>
                    <a:lnTo>
                      <a:pt x="696867" y="987546"/>
                    </a:lnTo>
                    <a:lnTo>
                      <a:pt x="693059" y="964063"/>
                    </a:lnTo>
                    <a:lnTo>
                      <a:pt x="686078" y="917732"/>
                    </a:lnTo>
                    <a:lnTo>
                      <a:pt x="682270" y="894249"/>
                    </a:lnTo>
                    <a:lnTo>
                      <a:pt x="678462" y="870767"/>
                    </a:lnTo>
                    <a:lnTo>
                      <a:pt x="674653" y="847284"/>
                    </a:lnTo>
                    <a:lnTo>
                      <a:pt x="670845" y="823801"/>
                    </a:lnTo>
                    <a:lnTo>
                      <a:pt x="667037" y="800318"/>
                    </a:lnTo>
                    <a:lnTo>
                      <a:pt x="663230" y="776836"/>
                    </a:lnTo>
                    <a:lnTo>
                      <a:pt x="663230" y="777470"/>
                    </a:lnTo>
                    <a:lnTo>
                      <a:pt x="663230" y="771123"/>
                    </a:lnTo>
                    <a:lnTo>
                      <a:pt x="663230" y="760969"/>
                    </a:lnTo>
                    <a:lnTo>
                      <a:pt x="663230" y="747641"/>
                    </a:lnTo>
                    <a:lnTo>
                      <a:pt x="663230" y="730504"/>
                    </a:lnTo>
                    <a:lnTo>
                      <a:pt x="663230" y="710830"/>
                    </a:lnTo>
                    <a:lnTo>
                      <a:pt x="663230" y="687982"/>
                    </a:lnTo>
                    <a:lnTo>
                      <a:pt x="663230" y="663230"/>
                    </a:lnTo>
                    <a:lnTo>
                      <a:pt x="663230" y="635939"/>
                    </a:lnTo>
                    <a:lnTo>
                      <a:pt x="663230" y="606744"/>
                    </a:lnTo>
                    <a:lnTo>
                      <a:pt x="663230" y="576280"/>
                    </a:lnTo>
                    <a:lnTo>
                      <a:pt x="663230" y="543912"/>
                    </a:lnTo>
                    <a:lnTo>
                      <a:pt x="663230" y="510909"/>
                    </a:lnTo>
                    <a:lnTo>
                      <a:pt x="663864" y="476637"/>
                    </a:lnTo>
                    <a:lnTo>
                      <a:pt x="663864" y="441730"/>
                    </a:lnTo>
                    <a:lnTo>
                      <a:pt x="664499" y="371916"/>
                    </a:lnTo>
                    <a:lnTo>
                      <a:pt x="664499" y="337644"/>
                    </a:lnTo>
                    <a:lnTo>
                      <a:pt x="664499" y="303372"/>
                    </a:lnTo>
                    <a:lnTo>
                      <a:pt x="664499" y="270369"/>
                    </a:lnTo>
                    <a:lnTo>
                      <a:pt x="664499" y="238001"/>
                    </a:lnTo>
                    <a:lnTo>
                      <a:pt x="664499" y="206902"/>
                    </a:lnTo>
                    <a:lnTo>
                      <a:pt x="664499" y="177707"/>
                    </a:lnTo>
                    <a:lnTo>
                      <a:pt x="664499" y="150417"/>
                    </a:lnTo>
                    <a:lnTo>
                      <a:pt x="664499" y="125030"/>
                    </a:lnTo>
                    <a:lnTo>
                      <a:pt x="664499" y="102182"/>
                    </a:lnTo>
                    <a:lnTo>
                      <a:pt x="664499" y="82507"/>
                    </a:lnTo>
                    <a:lnTo>
                      <a:pt x="664499" y="65371"/>
                    </a:lnTo>
                    <a:lnTo>
                      <a:pt x="664499" y="41888"/>
                    </a:lnTo>
                    <a:lnTo>
                      <a:pt x="664499" y="35541"/>
                    </a:lnTo>
                    <a:lnTo>
                      <a:pt x="664499" y="24117"/>
                    </a:lnTo>
                    <a:lnTo>
                      <a:pt x="664499" y="20310"/>
                    </a:lnTo>
                    <a:lnTo>
                      <a:pt x="660691" y="20310"/>
                    </a:lnTo>
                    <a:lnTo>
                      <a:pt x="653710" y="16501"/>
                    </a:lnTo>
                    <a:lnTo>
                      <a:pt x="647997" y="9520"/>
                    </a:lnTo>
                    <a:lnTo>
                      <a:pt x="642920" y="0"/>
                    </a:lnTo>
                    <a:lnTo>
                      <a:pt x="641016" y="0"/>
                    </a:lnTo>
                    <a:lnTo>
                      <a:pt x="633400" y="635"/>
                    </a:lnTo>
                    <a:lnTo>
                      <a:pt x="606744" y="3173"/>
                    </a:lnTo>
                    <a:lnTo>
                      <a:pt x="580088" y="5712"/>
                    </a:lnTo>
                    <a:lnTo>
                      <a:pt x="553431" y="8251"/>
                    </a:lnTo>
                    <a:lnTo>
                      <a:pt x="526776" y="10789"/>
                    </a:lnTo>
                    <a:lnTo>
                      <a:pt x="500119" y="13328"/>
                    </a:lnTo>
                    <a:lnTo>
                      <a:pt x="473463" y="15867"/>
                    </a:lnTo>
                    <a:lnTo>
                      <a:pt x="446807" y="18406"/>
                    </a:lnTo>
                    <a:lnTo>
                      <a:pt x="420151" y="20944"/>
                    </a:lnTo>
                    <a:lnTo>
                      <a:pt x="393495" y="23483"/>
                    </a:lnTo>
                    <a:lnTo>
                      <a:pt x="366838" y="26021"/>
                    </a:lnTo>
                    <a:lnTo>
                      <a:pt x="340183" y="28560"/>
                    </a:lnTo>
                    <a:lnTo>
                      <a:pt x="313527" y="31099"/>
                    </a:lnTo>
                    <a:lnTo>
                      <a:pt x="286870" y="33637"/>
                    </a:lnTo>
                    <a:lnTo>
                      <a:pt x="260214" y="36176"/>
                    </a:lnTo>
                    <a:lnTo>
                      <a:pt x="233558" y="38715"/>
                    </a:lnTo>
                    <a:lnTo>
                      <a:pt x="206902" y="41254"/>
                    </a:lnTo>
                    <a:lnTo>
                      <a:pt x="207537" y="42523"/>
                    </a:lnTo>
                    <a:lnTo>
                      <a:pt x="214518" y="49504"/>
                    </a:lnTo>
                    <a:lnTo>
                      <a:pt x="215153" y="59659"/>
                    </a:lnTo>
                    <a:lnTo>
                      <a:pt x="208806" y="68544"/>
                    </a:lnTo>
                    <a:lnTo>
                      <a:pt x="199921" y="75526"/>
                    </a:lnTo>
                    <a:lnTo>
                      <a:pt x="177707" y="86315"/>
                    </a:lnTo>
                    <a:lnTo>
                      <a:pt x="175803" y="90123"/>
                    </a:lnTo>
                    <a:lnTo>
                      <a:pt x="177073" y="93931"/>
                    </a:lnTo>
                    <a:lnTo>
                      <a:pt x="179611" y="99008"/>
                    </a:lnTo>
                    <a:lnTo>
                      <a:pt x="180881" y="103451"/>
                    </a:lnTo>
                    <a:lnTo>
                      <a:pt x="178342" y="107259"/>
                    </a:lnTo>
                    <a:lnTo>
                      <a:pt x="176438" y="109798"/>
                    </a:lnTo>
                    <a:lnTo>
                      <a:pt x="171995" y="111702"/>
                    </a:lnTo>
                    <a:lnTo>
                      <a:pt x="167553" y="111702"/>
                    </a:lnTo>
                    <a:lnTo>
                      <a:pt x="163744" y="109163"/>
                    </a:lnTo>
                    <a:lnTo>
                      <a:pt x="161206" y="110433"/>
                    </a:lnTo>
                    <a:lnTo>
                      <a:pt x="158667" y="115510"/>
                    </a:lnTo>
                    <a:lnTo>
                      <a:pt x="156129" y="124395"/>
                    </a:lnTo>
                    <a:lnTo>
                      <a:pt x="155494" y="135185"/>
                    </a:lnTo>
                    <a:lnTo>
                      <a:pt x="160571" y="152321"/>
                    </a:lnTo>
                    <a:lnTo>
                      <a:pt x="159936" y="173265"/>
                    </a:lnTo>
                    <a:lnTo>
                      <a:pt x="160571" y="182150"/>
                    </a:lnTo>
                    <a:lnTo>
                      <a:pt x="159936" y="189131"/>
                    </a:lnTo>
                    <a:lnTo>
                      <a:pt x="153590" y="196748"/>
                    </a:lnTo>
                    <a:lnTo>
                      <a:pt x="146608" y="201825"/>
                    </a:lnTo>
                    <a:lnTo>
                      <a:pt x="142166" y="204364"/>
                    </a:lnTo>
                    <a:lnTo>
                      <a:pt x="133915" y="206268"/>
                    </a:lnTo>
                    <a:lnTo>
                      <a:pt x="131376" y="206268"/>
                    </a:lnTo>
                    <a:lnTo>
                      <a:pt x="129473" y="205633"/>
                    </a:lnTo>
                    <a:lnTo>
                      <a:pt x="126934" y="203729"/>
                    </a:lnTo>
                    <a:lnTo>
                      <a:pt x="126299" y="204998"/>
                    </a:lnTo>
                    <a:lnTo>
                      <a:pt x="126299" y="207537"/>
                    </a:lnTo>
                    <a:lnTo>
                      <a:pt x="127568" y="211345"/>
                    </a:lnTo>
                    <a:lnTo>
                      <a:pt x="130107" y="215788"/>
                    </a:lnTo>
                    <a:lnTo>
                      <a:pt x="130742" y="218961"/>
                    </a:lnTo>
                    <a:lnTo>
                      <a:pt x="130107" y="220865"/>
                    </a:lnTo>
                    <a:lnTo>
                      <a:pt x="127568" y="225942"/>
                    </a:lnTo>
                    <a:lnTo>
                      <a:pt x="126934" y="228481"/>
                    </a:lnTo>
                    <a:lnTo>
                      <a:pt x="126299" y="229750"/>
                    </a:lnTo>
                    <a:lnTo>
                      <a:pt x="124395" y="229750"/>
                    </a:lnTo>
                    <a:lnTo>
                      <a:pt x="120587" y="228481"/>
                    </a:lnTo>
                    <a:lnTo>
                      <a:pt x="118048" y="229116"/>
                    </a:lnTo>
                    <a:lnTo>
                      <a:pt x="116779" y="229750"/>
                    </a:lnTo>
                    <a:lnTo>
                      <a:pt x="116144" y="231020"/>
                    </a:lnTo>
                    <a:lnTo>
                      <a:pt x="109797" y="250060"/>
                    </a:lnTo>
                    <a:lnTo>
                      <a:pt x="107259" y="252598"/>
                    </a:lnTo>
                    <a:lnTo>
                      <a:pt x="104086" y="253868"/>
                    </a:lnTo>
                    <a:lnTo>
                      <a:pt x="93931" y="260849"/>
                    </a:lnTo>
                    <a:lnTo>
                      <a:pt x="91393" y="263388"/>
                    </a:lnTo>
                    <a:lnTo>
                      <a:pt x="92027" y="270369"/>
                    </a:lnTo>
                    <a:lnTo>
                      <a:pt x="107894" y="276716"/>
                    </a:lnTo>
                    <a:lnTo>
                      <a:pt x="109163" y="286236"/>
                    </a:lnTo>
                    <a:lnTo>
                      <a:pt x="106624" y="290679"/>
                    </a:lnTo>
                    <a:lnTo>
                      <a:pt x="103451" y="293217"/>
                    </a:lnTo>
                    <a:lnTo>
                      <a:pt x="99643" y="293852"/>
                    </a:lnTo>
                    <a:lnTo>
                      <a:pt x="94566" y="294487"/>
                    </a:lnTo>
                    <a:lnTo>
                      <a:pt x="90123" y="295756"/>
                    </a:lnTo>
                    <a:lnTo>
                      <a:pt x="78699" y="302737"/>
                    </a:lnTo>
                    <a:lnTo>
                      <a:pt x="67909" y="305911"/>
                    </a:lnTo>
                    <a:lnTo>
                      <a:pt x="66006" y="307815"/>
                    </a:lnTo>
                    <a:lnTo>
                      <a:pt x="67275" y="311623"/>
                    </a:lnTo>
                    <a:lnTo>
                      <a:pt x="69814" y="312892"/>
                    </a:lnTo>
                    <a:lnTo>
                      <a:pt x="72352" y="313527"/>
                    </a:lnTo>
                    <a:lnTo>
                      <a:pt x="75526" y="314796"/>
                    </a:lnTo>
                    <a:lnTo>
                      <a:pt x="79334" y="321777"/>
                    </a:lnTo>
                    <a:lnTo>
                      <a:pt x="76795" y="328124"/>
                    </a:lnTo>
                    <a:lnTo>
                      <a:pt x="72987" y="333836"/>
                    </a:lnTo>
                    <a:lnTo>
                      <a:pt x="74891" y="342087"/>
                    </a:lnTo>
                    <a:lnTo>
                      <a:pt x="77429" y="345895"/>
                    </a:lnTo>
                    <a:lnTo>
                      <a:pt x="79334" y="350338"/>
                    </a:lnTo>
                    <a:lnTo>
                      <a:pt x="76795" y="356049"/>
                    </a:lnTo>
                    <a:lnTo>
                      <a:pt x="74891" y="356684"/>
                    </a:lnTo>
                    <a:lnTo>
                      <a:pt x="69179" y="357319"/>
                    </a:lnTo>
                    <a:lnTo>
                      <a:pt x="66640" y="357954"/>
                    </a:lnTo>
                    <a:lnTo>
                      <a:pt x="64736" y="359858"/>
                    </a:lnTo>
                    <a:lnTo>
                      <a:pt x="60928" y="364935"/>
                    </a:lnTo>
                    <a:lnTo>
                      <a:pt x="59659" y="365569"/>
                    </a:lnTo>
                    <a:lnTo>
                      <a:pt x="57755" y="367474"/>
                    </a:lnTo>
                    <a:lnTo>
                      <a:pt x="50774" y="378898"/>
                    </a:lnTo>
                    <a:lnTo>
                      <a:pt x="46966" y="382071"/>
                    </a:lnTo>
                    <a:lnTo>
                      <a:pt x="43792" y="383975"/>
                    </a:lnTo>
                    <a:lnTo>
                      <a:pt x="43157" y="386514"/>
                    </a:lnTo>
                    <a:lnTo>
                      <a:pt x="47600" y="390322"/>
                    </a:lnTo>
                    <a:lnTo>
                      <a:pt x="56486" y="394130"/>
                    </a:lnTo>
                    <a:lnTo>
                      <a:pt x="60294" y="397303"/>
                    </a:lnTo>
                    <a:lnTo>
                      <a:pt x="61563" y="403650"/>
                    </a:lnTo>
                    <a:lnTo>
                      <a:pt x="60294" y="408727"/>
                    </a:lnTo>
                    <a:lnTo>
                      <a:pt x="57120" y="411266"/>
                    </a:lnTo>
                    <a:lnTo>
                      <a:pt x="52677" y="412535"/>
                    </a:lnTo>
                    <a:lnTo>
                      <a:pt x="47600" y="413170"/>
                    </a:lnTo>
                    <a:lnTo>
                      <a:pt x="44427" y="415074"/>
                    </a:lnTo>
                    <a:lnTo>
                      <a:pt x="45696" y="418882"/>
                    </a:lnTo>
                    <a:lnTo>
                      <a:pt x="49504" y="422690"/>
                    </a:lnTo>
                    <a:lnTo>
                      <a:pt x="53312" y="423959"/>
                    </a:lnTo>
                    <a:lnTo>
                      <a:pt x="57120" y="425229"/>
                    </a:lnTo>
                    <a:lnTo>
                      <a:pt x="61563" y="428402"/>
                    </a:lnTo>
                    <a:lnTo>
                      <a:pt x="69179" y="435383"/>
                    </a:lnTo>
                    <a:lnTo>
                      <a:pt x="69814" y="439826"/>
                    </a:lnTo>
                    <a:lnTo>
                      <a:pt x="70448" y="446807"/>
                    </a:lnTo>
                    <a:lnTo>
                      <a:pt x="70448" y="454423"/>
                    </a:lnTo>
                    <a:lnTo>
                      <a:pt x="69814" y="459501"/>
                    </a:lnTo>
                    <a:lnTo>
                      <a:pt x="62832" y="470290"/>
                    </a:lnTo>
                    <a:lnTo>
                      <a:pt x="60928" y="476002"/>
                    </a:lnTo>
                    <a:lnTo>
                      <a:pt x="64101" y="480445"/>
                    </a:lnTo>
                    <a:lnTo>
                      <a:pt x="66640" y="480445"/>
                    </a:lnTo>
                    <a:lnTo>
                      <a:pt x="72987" y="482349"/>
                    </a:lnTo>
                    <a:lnTo>
                      <a:pt x="76160" y="484253"/>
                    </a:lnTo>
                    <a:lnTo>
                      <a:pt x="77429" y="487426"/>
                    </a:lnTo>
                    <a:lnTo>
                      <a:pt x="78699" y="500119"/>
                    </a:lnTo>
                    <a:lnTo>
                      <a:pt x="81873" y="508370"/>
                    </a:lnTo>
                    <a:lnTo>
                      <a:pt x="82507" y="512178"/>
                    </a:lnTo>
                    <a:lnTo>
                      <a:pt x="81873" y="516621"/>
                    </a:lnTo>
                    <a:lnTo>
                      <a:pt x="79334" y="518525"/>
                    </a:lnTo>
                    <a:lnTo>
                      <a:pt x="74891" y="519794"/>
                    </a:lnTo>
                    <a:lnTo>
                      <a:pt x="71083" y="522333"/>
                    </a:lnTo>
                    <a:lnTo>
                      <a:pt x="69814" y="525506"/>
                    </a:lnTo>
                    <a:lnTo>
                      <a:pt x="70448" y="551528"/>
                    </a:lnTo>
                    <a:lnTo>
                      <a:pt x="70448" y="559779"/>
                    </a:lnTo>
                    <a:lnTo>
                      <a:pt x="71717" y="562317"/>
                    </a:lnTo>
                    <a:lnTo>
                      <a:pt x="74891" y="564221"/>
                    </a:lnTo>
                    <a:lnTo>
                      <a:pt x="78699" y="564856"/>
                    </a:lnTo>
                    <a:lnTo>
                      <a:pt x="81873" y="564856"/>
                    </a:lnTo>
                    <a:lnTo>
                      <a:pt x="84411" y="565490"/>
                    </a:lnTo>
                    <a:lnTo>
                      <a:pt x="86949" y="568029"/>
                    </a:lnTo>
                    <a:lnTo>
                      <a:pt x="91393" y="572472"/>
                    </a:lnTo>
                    <a:lnTo>
                      <a:pt x="89488" y="576915"/>
                    </a:lnTo>
                    <a:lnTo>
                      <a:pt x="86949" y="581357"/>
                    </a:lnTo>
                    <a:lnTo>
                      <a:pt x="83776" y="585165"/>
                    </a:lnTo>
                    <a:lnTo>
                      <a:pt x="81237" y="587069"/>
                    </a:lnTo>
                    <a:lnTo>
                      <a:pt x="79334" y="589608"/>
                    </a:lnTo>
                    <a:lnTo>
                      <a:pt x="76795" y="601667"/>
                    </a:lnTo>
                    <a:lnTo>
                      <a:pt x="76160" y="611822"/>
                    </a:lnTo>
                    <a:lnTo>
                      <a:pt x="76795" y="615629"/>
                    </a:lnTo>
                    <a:lnTo>
                      <a:pt x="79334" y="617533"/>
                    </a:lnTo>
                    <a:lnTo>
                      <a:pt x="90123" y="618168"/>
                    </a:lnTo>
                    <a:lnTo>
                      <a:pt x="93931" y="620707"/>
                    </a:lnTo>
                    <a:lnTo>
                      <a:pt x="95200" y="625149"/>
                    </a:lnTo>
                    <a:lnTo>
                      <a:pt x="92027" y="630862"/>
                    </a:lnTo>
                    <a:lnTo>
                      <a:pt x="88219" y="632131"/>
                    </a:lnTo>
                    <a:lnTo>
                      <a:pt x="82507" y="632766"/>
                    </a:lnTo>
                    <a:lnTo>
                      <a:pt x="77429" y="634035"/>
                    </a:lnTo>
                    <a:lnTo>
                      <a:pt x="75526" y="637843"/>
                    </a:lnTo>
                    <a:lnTo>
                      <a:pt x="76160" y="643555"/>
                    </a:lnTo>
                    <a:lnTo>
                      <a:pt x="77429" y="647997"/>
                    </a:lnTo>
                    <a:lnTo>
                      <a:pt x="79334" y="651806"/>
                    </a:lnTo>
                    <a:lnTo>
                      <a:pt x="81873" y="654979"/>
                    </a:lnTo>
                    <a:lnTo>
                      <a:pt x="84411" y="656883"/>
                    </a:lnTo>
                    <a:lnTo>
                      <a:pt x="89488" y="659422"/>
                    </a:lnTo>
                    <a:lnTo>
                      <a:pt x="91393" y="661326"/>
                    </a:lnTo>
                    <a:lnTo>
                      <a:pt x="92027" y="663864"/>
                    </a:lnTo>
                    <a:lnTo>
                      <a:pt x="91393" y="667037"/>
                    </a:lnTo>
                    <a:lnTo>
                      <a:pt x="90757" y="669576"/>
                    </a:lnTo>
                    <a:lnTo>
                      <a:pt x="90123" y="672115"/>
                    </a:lnTo>
                    <a:lnTo>
                      <a:pt x="90757" y="682270"/>
                    </a:lnTo>
                    <a:lnTo>
                      <a:pt x="91393" y="686078"/>
                    </a:lnTo>
                    <a:lnTo>
                      <a:pt x="93931" y="689251"/>
                    </a:lnTo>
                    <a:lnTo>
                      <a:pt x="101547" y="693059"/>
                    </a:lnTo>
                    <a:lnTo>
                      <a:pt x="108528" y="695598"/>
                    </a:lnTo>
                    <a:lnTo>
                      <a:pt x="113606" y="700040"/>
                    </a:lnTo>
                    <a:lnTo>
                      <a:pt x="116144" y="709560"/>
                    </a:lnTo>
                    <a:lnTo>
                      <a:pt x="118048" y="711464"/>
                    </a:lnTo>
                    <a:lnTo>
                      <a:pt x="121856" y="712734"/>
                    </a:lnTo>
                    <a:lnTo>
                      <a:pt x="129473" y="713369"/>
                    </a:lnTo>
                    <a:lnTo>
                      <a:pt x="134550" y="714638"/>
                    </a:lnTo>
                    <a:lnTo>
                      <a:pt x="136454" y="718446"/>
                    </a:lnTo>
                    <a:lnTo>
                      <a:pt x="135819" y="722254"/>
                    </a:lnTo>
                    <a:lnTo>
                      <a:pt x="133915" y="722889"/>
                    </a:lnTo>
                    <a:lnTo>
                      <a:pt x="133915" y="724793"/>
                    </a:lnTo>
                    <a:lnTo>
                      <a:pt x="125030" y="734947"/>
                    </a:lnTo>
                    <a:lnTo>
                      <a:pt x="119953" y="751449"/>
                    </a:lnTo>
                    <a:lnTo>
                      <a:pt x="113606" y="764777"/>
                    </a:lnTo>
                    <a:lnTo>
                      <a:pt x="102182" y="765411"/>
                    </a:lnTo>
                    <a:lnTo>
                      <a:pt x="100277" y="767950"/>
                    </a:lnTo>
                    <a:lnTo>
                      <a:pt x="99643" y="770489"/>
                    </a:lnTo>
                    <a:lnTo>
                      <a:pt x="99643" y="773027"/>
                    </a:lnTo>
                    <a:lnTo>
                      <a:pt x="99643" y="774931"/>
                    </a:lnTo>
                    <a:lnTo>
                      <a:pt x="106624" y="781913"/>
                    </a:lnTo>
                    <a:lnTo>
                      <a:pt x="107259" y="790798"/>
                    </a:lnTo>
                    <a:lnTo>
                      <a:pt x="103451" y="799684"/>
                    </a:lnTo>
                    <a:lnTo>
                      <a:pt x="96469" y="806030"/>
                    </a:lnTo>
                    <a:lnTo>
                      <a:pt x="90123" y="808569"/>
                    </a:lnTo>
                    <a:lnTo>
                      <a:pt x="88219" y="809838"/>
                    </a:lnTo>
                    <a:lnTo>
                      <a:pt x="86949" y="812377"/>
                    </a:lnTo>
                    <a:lnTo>
                      <a:pt x="85046" y="817454"/>
                    </a:lnTo>
                    <a:lnTo>
                      <a:pt x="83776" y="819993"/>
                    </a:lnTo>
                    <a:lnTo>
                      <a:pt x="74891" y="832051"/>
                    </a:lnTo>
                    <a:lnTo>
                      <a:pt x="71083" y="835860"/>
                    </a:lnTo>
                    <a:lnTo>
                      <a:pt x="67275" y="837764"/>
                    </a:lnTo>
                    <a:lnTo>
                      <a:pt x="58389" y="840303"/>
                    </a:lnTo>
                    <a:lnTo>
                      <a:pt x="54581" y="842841"/>
                    </a:lnTo>
                    <a:lnTo>
                      <a:pt x="52043" y="847284"/>
                    </a:lnTo>
                    <a:lnTo>
                      <a:pt x="50139" y="851726"/>
                    </a:lnTo>
                    <a:lnTo>
                      <a:pt x="48235" y="861247"/>
                    </a:lnTo>
                    <a:lnTo>
                      <a:pt x="42523" y="873940"/>
                    </a:lnTo>
                    <a:lnTo>
                      <a:pt x="41888" y="878383"/>
                    </a:lnTo>
                    <a:lnTo>
                      <a:pt x="41888" y="883460"/>
                    </a:lnTo>
                    <a:lnTo>
                      <a:pt x="39349" y="905673"/>
                    </a:lnTo>
                    <a:lnTo>
                      <a:pt x="39984" y="911385"/>
                    </a:lnTo>
                    <a:lnTo>
                      <a:pt x="39349" y="913924"/>
                    </a:lnTo>
                    <a:lnTo>
                      <a:pt x="39349" y="915828"/>
                    </a:lnTo>
                    <a:lnTo>
                      <a:pt x="25387" y="927887"/>
                    </a:lnTo>
                    <a:lnTo>
                      <a:pt x="20944" y="935503"/>
                    </a:lnTo>
                    <a:lnTo>
                      <a:pt x="22848" y="946292"/>
                    </a:lnTo>
                    <a:lnTo>
                      <a:pt x="24117" y="948196"/>
                    </a:lnTo>
                    <a:lnTo>
                      <a:pt x="26656" y="950735"/>
                    </a:lnTo>
                    <a:lnTo>
                      <a:pt x="29829" y="955812"/>
                    </a:lnTo>
                    <a:lnTo>
                      <a:pt x="30464" y="957081"/>
                    </a:lnTo>
                    <a:lnTo>
                      <a:pt x="30464" y="962159"/>
                    </a:lnTo>
                    <a:lnTo>
                      <a:pt x="29829" y="964698"/>
                    </a:lnTo>
                    <a:lnTo>
                      <a:pt x="27926" y="967236"/>
                    </a:lnTo>
                    <a:lnTo>
                      <a:pt x="26656" y="983738"/>
                    </a:lnTo>
                    <a:lnTo>
                      <a:pt x="25387" y="987546"/>
                    </a:lnTo>
                    <a:lnTo>
                      <a:pt x="22848" y="990719"/>
                    </a:lnTo>
                    <a:lnTo>
                      <a:pt x="18406" y="991988"/>
                    </a:lnTo>
                    <a:lnTo>
                      <a:pt x="8250" y="992623"/>
                    </a:lnTo>
                    <a:lnTo>
                      <a:pt x="3173" y="993258"/>
                    </a:lnTo>
                    <a:lnTo>
                      <a:pt x="0" y="995162"/>
                    </a:lnTo>
                    <a:lnTo>
                      <a:pt x="0" y="998970"/>
                    </a:lnTo>
                    <a:lnTo>
                      <a:pt x="2539" y="1004047"/>
                    </a:lnTo>
                    <a:lnTo>
                      <a:pt x="6347" y="1007855"/>
                    </a:lnTo>
                    <a:lnTo>
                      <a:pt x="9520" y="1009759"/>
                    </a:lnTo>
                    <a:lnTo>
                      <a:pt x="10789" y="1011028"/>
                    </a:lnTo>
                    <a:lnTo>
                      <a:pt x="10789" y="1013567"/>
                    </a:lnTo>
                    <a:lnTo>
                      <a:pt x="10155" y="1016106"/>
                    </a:lnTo>
                    <a:lnTo>
                      <a:pt x="9520" y="1016741"/>
                    </a:lnTo>
                    <a:lnTo>
                      <a:pt x="8886" y="1019279"/>
                    </a:lnTo>
                    <a:lnTo>
                      <a:pt x="6981" y="1023722"/>
                    </a:lnTo>
                    <a:lnTo>
                      <a:pt x="6981" y="1026261"/>
                    </a:lnTo>
                    <a:lnTo>
                      <a:pt x="10155" y="1033242"/>
                    </a:lnTo>
                    <a:lnTo>
                      <a:pt x="17136" y="1040858"/>
                    </a:lnTo>
                    <a:lnTo>
                      <a:pt x="19040" y="1047205"/>
                    </a:lnTo>
                    <a:lnTo>
                      <a:pt x="3173" y="1062437"/>
                    </a:lnTo>
                    <a:lnTo>
                      <a:pt x="4442" y="1062437"/>
                    </a:lnTo>
                    <a:lnTo>
                      <a:pt x="14597" y="1061802"/>
                    </a:lnTo>
                    <a:lnTo>
                      <a:pt x="19040" y="1061167"/>
                    </a:lnTo>
                    <a:lnTo>
                      <a:pt x="31099" y="1060533"/>
                    </a:lnTo>
                    <a:lnTo>
                      <a:pt x="50139" y="1059263"/>
                    </a:lnTo>
                    <a:lnTo>
                      <a:pt x="74891" y="1057359"/>
                    </a:lnTo>
                    <a:lnTo>
                      <a:pt x="104086" y="1054821"/>
                    </a:lnTo>
                    <a:lnTo>
                      <a:pt x="136454" y="1052282"/>
                    </a:lnTo>
                    <a:lnTo>
                      <a:pt x="170726" y="1049743"/>
                    </a:lnTo>
                    <a:lnTo>
                      <a:pt x="206268" y="1046570"/>
                    </a:lnTo>
                    <a:lnTo>
                      <a:pt x="241809" y="1043397"/>
                    </a:lnTo>
                    <a:lnTo>
                      <a:pt x="276081" y="1040223"/>
                    </a:lnTo>
                    <a:lnTo>
                      <a:pt x="308449" y="1037685"/>
                    </a:lnTo>
                    <a:lnTo>
                      <a:pt x="337644" y="1035146"/>
                    </a:lnTo>
                    <a:lnTo>
                      <a:pt x="361762" y="1032607"/>
                    </a:lnTo>
                    <a:lnTo>
                      <a:pt x="380802" y="1030703"/>
                    </a:lnTo>
                    <a:lnTo>
                      <a:pt x="392861" y="1029434"/>
                    </a:lnTo>
                    <a:lnTo>
                      <a:pt x="397303" y="1028799"/>
                    </a:lnTo>
                    <a:lnTo>
                      <a:pt x="406823" y="1028165"/>
                    </a:lnTo>
                    <a:lnTo>
                      <a:pt x="415074" y="1027530"/>
                    </a:lnTo>
                    <a:lnTo>
                      <a:pt x="415709" y="1031338"/>
                    </a:lnTo>
                    <a:lnTo>
                      <a:pt x="415074" y="1040223"/>
                    </a:lnTo>
                    <a:lnTo>
                      <a:pt x="413170" y="1049109"/>
                    </a:lnTo>
                    <a:lnTo>
                      <a:pt x="409362" y="1058629"/>
                    </a:lnTo>
                    <a:lnTo>
                      <a:pt x="407457" y="1073226"/>
                    </a:lnTo>
                    <a:lnTo>
                      <a:pt x="403015" y="1080208"/>
                    </a:lnTo>
                    <a:lnTo>
                      <a:pt x="401745" y="1084650"/>
                    </a:lnTo>
                    <a:lnTo>
                      <a:pt x="403650" y="1089093"/>
                    </a:lnTo>
                    <a:lnTo>
                      <a:pt x="400476" y="1098613"/>
                    </a:lnTo>
                    <a:lnTo>
                      <a:pt x="399207" y="1104325"/>
                    </a:lnTo>
                    <a:lnTo>
                      <a:pt x="399207" y="1108768"/>
                    </a:lnTo>
                    <a:lnTo>
                      <a:pt x="401745" y="1112575"/>
                    </a:lnTo>
                    <a:lnTo>
                      <a:pt x="405554" y="1116384"/>
                    </a:lnTo>
                    <a:lnTo>
                      <a:pt x="408092" y="1120192"/>
                    </a:lnTo>
                    <a:lnTo>
                      <a:pt x="405554" y="1125269"/>
                    </a:lnTo>
                    <a:lnTo>
                      <a:pt x="412535" y="1136693"/>
                    </a:lnTo>
                    <a:lnTo>
                      <a:pt x="416343" y="1139866"/>
                    </a:lnTo>
                    <a:lnTo>
                      <a:pt x="423324" y="1141771"/>
                    </a:lnTo>
                    <a:lnTo>
                      <a:pt x="427132" y="1144309"/>
                    </a:lnTo>
                    <a:lnTo>
                      <a:pt x="430941" y="1151925"/>
                    </a:lnTo>
                    <a:lnTo>
                      <a:pt x="437287" y="1155733"/>
                    </a:lnTo>
                    <a:lnTo>
                      <a:pt x="441095" y="1162080"/>
                    </a:lnTo>
                    <a:lnTo>
                      <a:pt x="441730" y="1163984"/>
                    </a:lnTo>
                    <a:lnTo>
                      <a:pt x="442364" y="1165888"/>
                    </a:lnTo>
                    <a:lnTo>
                      <a:pt x="442364" y="1170331"/>
                    </a:lnTo>
                    <a:lnTo>
                      <a:pt x="442999" y="1172235"/>
                    </a:lnTo>
                    <a:lnTo>
                      <a:pt x="444903" y="1176042"/>
                    </a:lnTo>
                    <a:lnTo>
                      <a:pt x="451884" y="1184928"/>
                    </a:lnTo>
                    <a:lnTo>
                      <a:pt x="453154" y="1188736"/>
                    </a:lnTo>
                    <a:lnTo>
                      <a:pt x="453789" y="1198891"/>
                    </a:lnTo>
                    <a:lnTo>
                      <a:pt x="458866" y="1205872"/>
                    </a:lnTo>
                    <a:lnTo>
                      <a:pt x="466482" y="1220469"/>
                    </a:lnTo>
                    <a:lnTo>
                      <a:pt x="472194" y="1225547"/>
                    </a:lnTo>
                    <a:lnTo>
                      <a:pt x="473463" y="1223008"/>
                    </a:lnTo>
                    <a:lnTo>
                      <a:pt x="476002" y="1221739"/>
                    </a:lnTo>
                    <a:lnTo>
                      <a:pt x="478541" y="1222373"/>
                    </a:lnTo>
                    <a:lnTo>
                      <a:pt x="480444" y="1223643"/>
                    </a:lnTo>
                    <a:lnTo>
                      <a:pt x="481079" y="1223008"/>
                    </a:lnTo>
                    <a:lnTo>
                      <a:pt x="482349" y="1223008"/>
                    </a:lnTo>
                    <a:lnTo>
                      <a:pt x="484888" y="1224278"/>
                    </a:lnTo>
                    <a:lnTo>
                      <a:pt x="488061" y="1224278"/>
                    </a:lnTo>
                    <a:lnTo>
                      <a:pt x="491234" y="1223008"/>
                    </a:lnTo>
                    <a:lnTo>
                      <a:pt x="493138" y="1220469"/>
                    </a:lnTo>
                    <a:lnTo>
                      <a:pt x="495042" y="1221739"/>
                    </a:lnTo>
                    <a:lnTo>
                      <a:pt x="495677" y="1222373"/>
                    </a:lnTo>
                    <a:lnTo>
                      <a:pt x="495042" y="1223643"/>
                    </a:lnTo>
                    <a:lnTo>
                      <a:pt x="496946" y="1225547"/>
                    </a:lnTo>
                    <a:lnTo>
                      <a:pt x="499485" y="1223008"/>
                    </a:lnTo>
                    <a:lnTo>
                      <a:pt x="500119" y="1221104"/>
                    </a:lnTo>
                    <a:lnTo>
                      <a:pt x="500119" y="1219200"/>
                    </a:lnTo>
                    <a:lnTo>
                      <a:pt x="500754" y="1216661"/>
                    </a:lnTo>
                    <a:lnTo>
                      <a:pt x="503928" y="1211584"/>
                    </a:lnTo>
                    <a:lnTo>
                      <a:pt x="504562" y="1209045"/>
                    </a:lnTo>
                    <a:lnTo>
                      <a:pt x="502658" y="1205872"/>
                    </a:lnTo>
                    <a:lnTo>
                      <a:pt x="521063" y="1192544"/>
                    </a:lnTo>
                    <a:lnTo>
                      <a:pt x="522968" y="1190005"/>
                    </a:lnTo>
                    <a:lnTo>
                      <a:pt x="522968" y="1186832"/>
                    </a:lnTo>
                    <a:lnTo>
                      <a:pt x="522333" y="1181755"/>
                    </a:lnTo>
                    <a:lnTo>
                      <a:pt x="521063" y="1181120"/>
                    </a:lnTo>
                    <a:lnTo>
                      <a:pt x="515986" y="1181755"/>
                    </a:lnTo>
                    <a:lnTo>
                      <a:pt x="514082" y="1181120"/>
                    </a:lnTo>
                    <a:lnTo>
                      <a:pt x="514082" y="1179216"/>
                    </a:lnTo>
                    <a:lnTo>
                      <a:pt x="515986" y="1176677"/>
                    </a:lnTo>
                    <a:lnTo>
                      <a:pt x="518525" y="1174139"/>
                    </a:lnTo>
                    <a:lnTo>
                      <a:pt x="521063" y="1172869"/>
                    </a:lnTo>
                    <a:lnTo>
                      <a:pt x="525506" y="1173504"/>
                    </a:lnTo>
                    <a:lnTo>
                      <a:pt x="533122" y="1177946"/>
                    </a:lnTo>
                    <a:lnTo>
                      <a:pt x="536930" y="1179851"/>
                    </a:lnTo>
                    <a:lnTo>
                      <a:pt x="533757" y="1181755"/>
                    </a:lnTo>
                    <a:lnTo>
                      <a:pt x="531853" y="1184293"/>
                    </a:lnTo>
                    <a:lnTo>
                      <a:pt x="532488" y="1186197"/>
                    </a:lnTo>
                    <a:lnTo>
                      <a:pt x="536296" y="1186832"/>
                    </a:lnTo>
                    <a:lnTo>
                      <a:pt x="538835" y="1186197"/>
                    </a:lnTo>
                    <a:lnTo>
                      <a:pt x="551528" y="1180485"/>
                    </a:lnTo>
                    <a:lnTo>
                      <a:pt x="564856" y="1175408"/>
                    </a:lnTo>
                    <a:lnTo>
                      <a:pt x="579453" y="1168426"/>
                    </a:lnTo>
                    <a:lnTo>
                      <a:pt x="583261" y="1167792"/>
                    </a:lnTo>
                    <a:lnTo>
                      <a:pt x="585799" y="1167157"/>
                    </a:lnTo>
                    <a:lnTo>
                      <a:pt x="592146" y="1163349"/>
                    </a:lnTo>
                    <a:lnTo>
                      <a:pt x="594685" y="1162080"/>
                    </a:lnTo>
                    <a:lnTo>
                      <a:pt x="608013" y="1161445"/>
                    </a:lnTo>
                    <a:lnTo>
                      <a:pt x="614360" y="1160176"/>
                    </a:lnTo>
                    <a:lnTo>
                      <a:pt x="617533" y="1156368"/>
                    </a:lnTo>
                    <a:lnTo>
                      <a:pt x="590877" y="1155733"/>
                    </a:lnTo>
                    <a:lnTo>
                      <a:pt x="590877" y="1153829"/>
                    </a:lnTo>
                    <a:lnTo>
                      <a:pt x="594685" y="1153194"/>
                    </a:lnTo>
                    <a:lnTo>
                      <a:pt x="597858" y="1151925"/>
                    </a:lnTo>
                    <a:lnTo>
                      <a:pt x="602936" y="1148752"/>
                    </a:lnTo>
                    <a:lnTo>
                      <a:pt x="620706" y="1151925"/>
                    </a:lnTo>
                    <a:lnTo>
                      <a:pt x="644824" y="1166522"/>
                    </a:lnTo>
                    <a:lnTo>
                      <a:pt x="651805" y="1167157"/>
                    </a:lnTo>
                    <a:lnTo>
                      <a:pt x="661960" y="1165253"/>
                    </a:lnTo>
                    <a:lnTo>
                      <a:pt x="671480" y="1160176"/>
                    </a:lnTo>
                    <a:lnTo>
                      <a:pt x="674653" y="1153194"/>
                    </a:lnTo>
                    <a:lnTo>
                      <a:pt x="676558" y="1153194"/>
                    </a:lnTo>
                    <a:lnTo>
                      <a:pt x="677192" y="1155733"/>
                    </a:lnTo>
                    <a:lnTo>
                      <a:pt x="680365" y="1157637"/>
                    </a:lnTo>
                    <a:lnTo>
                      <a:pt x="682270" y="1162715"/>
                    </a:lnTo>
                    <a:lnTo>
                      <a:pt x="684173" y="1163984"/>
                    </a:lnTo>
                    <a:lnTo>
                      <a:pt x="686712" y="1163984"/>
                    </a:lnTo>
                    <a:lnTo>
                      <a:pt x="689251" y="1163349"/>
                    </a:lnTo>
                    <a:lnTo>
                      <a:pt x="694963" y="1163984"/>
                    </a:lnTo>
                    <a:lnTo>
                      <a:pt x="699405" y="1165888"/>
                    </a:lnTo>
                    <a:lnTo>
                      <a:pt x="703213" y="1167157"/>
                    </a:lnTo>
                    <a:lnTo>
                      <a:pt x="707656" y="1164618"/>
                    </a:lnTo>
                    <a:lnTo>
                      <a:pt x="708925" y="1162715"/>
                    </a:lnTo>
                    <a:lnTo>
                      <a:pt x="709560" y="1160811"/>
                    </a:lnTo>
                    <a:lnTo>
                      <a:pt x="710830" y="1159541"/>
                    </a:lnTo>
                    <a:lnTo>
                      <a:pt x="713369" y="1158906"/>
                    </a:lnTo>
                    <a:lnTo>
                      <a:pt x="715272" y="1157637"/>
                    </a:lnTo>
                    <a:lnTo>
                      <a:pt x="715272" y="1155098"/>
                    </a:lnTo>
                    <a:lnTo>
                      <a:pt x="714638" y="1152560"/>
                    </a:lnTo>
                    <a:lnTo>
                      <a:pt x="722889" y="1151291"/>
                    </a:lnTo>
                    <a:lnTo>
                      <a:pt x="722889" y="1151291"/>
                    </a:lnTo>
                    <a:close/>
                    <a:moveTo>
                      <a:pt x="679731" y="1195083"/>
                    </a:moveTo>
                    <a:lnTo>
                      <a:pt x="674653" y="1193179"/>
                    </a:lnTo>
                    <a:lnTo>
                      <a:pt x="669576" y="1190640"/>
                    </a:lnTo>
                    <a:lnTo>
                      <a:pt x="662595" y="1190005"/>
                    </a:lnTo>
                    <a:lnTo>
                      <a:pt x="655613" y="1190640"/>
                    </a:lnTo>
                    <a:lnTo>
                      <a:pt x="650536" y="1193179"/>
                    </a:lnTo>
                    <a:lnTo>
                      <a:pt x="650536" y="1194448"/>
                    </a:lnTo>
                    <a:lnTo>
                      <a:pt x="694329" y="1196986"/>
                    </a:lnTo>
                    <a:lnTo>
                      <a:pt x="696232" y="1195717"/>
                    </a:lnTo>
                    <a:lnTo>
                      <a:pt x="698136" y="1194448"/>
                    </a:lnTo>
                    <a:lnTo>
                      <a:pt x="693059" y="1193179"/>
                    </a:lnTo>
                    <a:lnTo>
                      <a:pt x="679731" y="1195083"/>
                    </a:lnTo>
                    <a:close/>
                    <a:moveTo>
                      <a:pt x="621976" y="1198891"/>
                    </a:moveTo>
                    <a:lnTo>
                      <a:pt x="620706" y="1200160"/>
                    </a:lnTo>
                    <a:lnTo>
                      <a:pt x="619437" y="1202699"/>
                    </a:lnTo>
                    <a:lnTo>
                      <a:pt x="621342" y="1202064"/>
                    </a:lnTo>
                    <a:lnTo>
                      <a:pt x="624515" y="1198891"/>
                    </a:lnTo>
                    <a:lnTo>
                      <a:pt x="624515" y="1198256"/>
                    </a:lnTo>
                    <a:lnTo>
                      <a:pt x="621976" y="1198891"/>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63" name="Google Shape;463;p51"/>
              <p:cNvSpPr/>
              <p:nvPr/>
            </p:nvSpPr>
            <p:spPr>
              <a:xfrm>
                <a:off x="5011563" y="3487065"/>
                <a:ext cx="998283" cy="817576"/>
              </a:xfrm>
              <a:custGeom>
                <a:avLst/>
                <a:gdLst/>
                <a:ahLst/>
                <a:cxnLst/>
                <a:rect l="l" t="t" r="r" b="b"/>
                <a:pathLst>
                  <a:path w="1370885" h="1122730" extrusionOk="0">
                    <a:moveTo>
                      <a:pt x="842841" y="52677"/>
                    </a:moveTo>
                    <a:lnTo>
                      <a:pt x="842841" y="52677"/>
                    </a:lnTo>
                    <a:lnTo>
                      <a:pt x="837128" y="58390"/>
                    </a:lnTo>
                    <a:lnTo>
                      <a:pt x="833321" y="69814"/>
                    </a:lnTo>
                    <a:lnTo>
                      <a:pt x="831417" y="82507"/>
                    </a:lnTo>
                    <a:lnTo>
                      <a:pt x="830782" y="92662"/>
                    </a:lnTo>
                    <a:lnTo>
                      <a:pt x="831417" y="104086"/>
                    </a:lnTo>
                    <a:lnTo>
                      <a:pt x="839667" y="144070"/>
                    </a:lnTo>
                    <a:lnTo>
                      <a:pt x="840937" y="147878"/>
                    </a:lnTo>
                    <a:lnTo>
                      <a:pt x="844110" y="151686"/>
                    </a:lnTo>
                    <a:lnTo>
                      <a:pt x="847918" y="155494"/>
                    </a:lnTo>
                    <a:lnTo>
                      <a:pt x="849187" y="157398"/>
                    </a:lnTo>
                    <a:lnTo>
                      <a:pt x="850457" y="159302"/>
                    </a:lnTo>
                    <a:lnTo>
                      <a:pt x="851092" y="161206"/>
                    </a:lnTo>
                    <a:lnTo>
                      <a:pt x="851726" y="163745"/>
                    </a:lnTo>
                    <a:lnTo>
                      <a:pt x="852361" y="169457"/>
                    </a:lnTo>
                    <a:lnTo>
                      <a:pt x="851726" y="177073"/>
                    </a:lnTo>
                    <a:lnTo>
                      <a:pt x="852361" y="179611"/>
                    </a:lnTo>
                    <a:lnTo>
                      <a:pt x="852995" y="181516"/>
                    </a:lnTo>
                    <a:lnTo>
                      <a:pt x="855534" y="184054"/>
                    </a:lnTo>
                    <a:lnTo>
                      <a:pt x="857438" y="187227"/>
                    </a:lnTo>
                    <a:lnTo>
                      <a:pt x="863150" y="191670"/>
                    </a:lnTo>
                    <a:lnTo>
                      <a:pt x="864420" y="194209"/>
                    </a:lnTo>
                    <a:lnTo>
                      <a:pt x="865054" y="196748"/>
                    </a:lnTo>
                    <a:lnTo>
                      <a:pt x="865689" y="202460"/>
                    </a:lnTo>
                    <a:lnTo>
                      <a:pt x="868862" y="210710"/>
                    </a:lnTo>
                    <a:lnTo>
                      <a:pt x="873305" y="216422"/>
                    </a:lnTo>
                    <a:lnTo>
                      <a:pt x="925348" y="256406"/>
                    </a:lnTo>
                    <a:lnTo>
                      <a:pt x="928521" y="260214"/>
                    </a:lnTo>
                    <a:lnTo>
                      <a:pt x="931060" y="264657"/>
                    </a:lnTo>
                    <a:lnTo>
                      <a:pt x="932329" y="269735"/>
                    </a:lnTo>
                    <a:lnTo>
                      <a:pt x="933599" y="272908"/>
                    </a:lnTo>
                    <a:lnTo>
                      <a:pt x="936772" y="275447"/>
                    </a:lnTo>
                    <a:lnTo>
                      <a:pt x="984372" y="304641"/>
                    </a:lnTo>
                    <a:lnTo>
                      <a:pt x="988815" y="308449"/>
                    </a:lnTo>
                    <a:lnTo>
                      <a:pt x="993892" y="314161"/>
                    </a:lnTo>
                    <a:lnTo>
                      <a:pt x="999604" y="323047"/>
                    </a:lnTo>
                    <a:lnTo>
                      <a:pt x="1002142" y="328124"/>
                    </a:lnTo>
                    <a:lnTo>
                      <a:pt x="1004047" y="333201"/>
                    </a:lnTo>
                    <a:lnTo>
                      <a:pt x="1004681" y="336375"/>
                    </a:lnTo>
                    <a:lnTo>
                      <a:pt x="1004681" y="343356"/>
                    </a:lnTo>
                    <a:lnTo>
                      <a:pt x="1005316" y="346530"/>
                    </a:lnTo>
                    <a:lnTo>
                      <a:pt x="1006586" y="349703"/>
                    </a:lnTo>
                    <a:lnTo>
                      <a:pt x="1010393" y="354780"/>
                    </a:lnTo>
                    <a:lnTo>
                      <a:pt x="1011028" y="357319"/>
                    </a:lnTo>
                    <a:lnTo>
                      <a:pt x="1010393" y="359858"/>
                    </a:lnTo>
                    <a:lnTo>
                      <a:pt x="1009124" y="363031"/>
                    </a:lnTo>
                    <a:lnTo>
                      <a:pt x="1008489" y="366204"/>
                    </a:lnTo>
                    <a:lnTo>
                      <a:pt x="1009759" y="369378"/>
                    </a:lnTo>
                    <a:lnTo>
                      <a:pt x="1011663" y="371916"/>
                    </a:lnTo>
                    <a:lnTo>
                      <a:pt x="1012932" y="375724"/>
                    </a:lnTo>
                    <a:lnTo>
                      <a:pt x="1013567" y="379532"/>
                    </a:lnTo>
                    <a:lnTo>
                      <a:pt x="1012932" y="382706"/>
                    </a:lnTo>
                    <a:lnTo>
                      <a:pt x="1023087" y="400476"/>
                    </a:lnTo>
                    <a:lnTo>
                      <a:pt x="1030068" y="407458"/>
                    </a:lnTo>
                    <a:lnTo>
                      <a:pt x="1038319" y="409997"/>
                    </a:lnTo>
                    <a:lnTo>
                      <a:pt x="1046569" y="405554"/>
                    </a:lnTo>
                    <a:lnTo>
                      <a:pt x="1057359" y="388418"/>
                    </a:lnTo>
                    <a:lnTo>
                      <a:pt x="1066879" y="385244"/>
                    </a:lnTo>
                    <a:lnTo>
                      <a:pt x="1070687" y="386514"/>
                    </a:lnTo>
                    <a:lnTo>
                      <a:pt x="1077668" y="390322"/>
                    </a:lnTo>
                    <a:lnTo>
                      <a:pt x="1081476" y="390956"/>
                    </a:lnTo>
                    <a:lnTo>
                      <a:pt x="1085919" y="390956"/>
                    </a:lnTo>
                    <a:lnTo>
                      <a:pt x="1096074" y="392860"/>
                    </a:lnTo>
                    <a:lnTo>
                      <a:pt x="1116383" y="401746"/>
                    </a:lnTo>
                    <a:lnTo>
                      <a:pt x="1124634" y="407458"/>
                    </a:lnTo>
                    <a:lnTo>
                      <a:pt x="1128442" y="413805"/>
                    </a:lnTo>
                    <a:lnTo>
                      <a:pt x="1127173" y="418247"/>
                    </a:lnTo>
                    <a:lnTo>
                      <a:pt x="1124634" y="424594"/>
                    </a:lnTo>
                    <a:lnTo>
                      <a:pt x="1121461" y="430306"/>
                    </a:lnTo>
                    <a:lnTo>
                      <a:pt x="1118922" y="432845"/>
                    </a:lnTo>
                    <a:lnTo>
                      <a:pt x="1116383" y="436018"/>
                    </a:lnTo>
                    <a:lnTo>
                      <a:pt x="1116383" y="442365"/>
                    </a:lnTo>
                    <a:lnTo>
                      <a:pt x="1118287" y="452519"/>
                    </a:lnTo>
                    <a:lnTo>
                      <a:pt x="1118922" y="462674"/>
                    </a:lnTo>
                    <a:lnTo>
                      <a:pt x="1116383" y="470925"/>
                    </a:lnTo>
                    <a:lnTo>
                      <a:pt x="1108133" y="487426"/>
                    </a:lnTo>
                    <a:lnTo>
                      <a:pt x="1100516" y="515986"/>
                    </a:lnTo>
                    <a:lnTo>
                      <a:pt x="1092266" y="531853"/>
                    </a:lnTo>
                    <a:lnTo>
                      <a:pt x="1089727" y="540104"/>
                    </a:lnTo>
                    <a:lnTo>
                      <a:pt x="1089727" y="549624"/>
                    </a:lnTo>
                    <a:lnTo>
                      <a:pt x="1092266" y="561048"/>
                    </a:lnTo>
                    <a:lnTo>
                      <a:pt x="1093535" y="564856"/>
                    </a:lnTo>
                    <a:lnTo>
                      <a:pt x="1094805" y="567394"/>
                    </a:lnTo>
                    <a:lnTo>
                      <a:pt x="1096074" y="569933"/>
                    </a:lnTo>
                    <a:lnTo>
                      <a:pt x="1097978" y="572472"/>
                    </a:lnTo>
                    <a:lnTo>
                      <a:pt x="1109402" y="580723"/>
                    </a:lnTo>
                    <a:lnTo>
                      <a:pt x="1110672" y="583261"/>
                    </a:lnTo>
                    <a:lnTo>
                      <a:pt x="1117018" y="588339"/>
                    </a:lnTo>
                    <a:lnTo>
                      <a:pt x="1118287" y="590243"/>
                    </a:lnTo>
                    <a:lnTo>
                      <a:pt x="1120192" y="594051"/>
                    </a:lnTo>
                    <a:lnTo>
                      <a:pt x="1123999" y="596589"/>
                    </a:lnTo>
                    <a:lnTo>
                      <a:pt x="1131615" y="600397"/>
                    </a:lnTo>
                    <a:lnTo>
                      <a:pt x="1137327" y="604840"/>
                    </a:lnTo>
                    <a:lnTo>
                      <a:pt x="1142405" y="610552"/>
                    </a:lnTo>
                    <a:lnTo>
                      <a:pt x="1148116" y="614995"/>
                    </a:lnTo>
                    <a:lnTo>
                      <a:pt x="1155098" y="616899"/>
                    </a:lnTo>
                    <a:lnTo>
                      <a:pt x="1166522" y="625149"/>
                    </a:lnTo>
                    <a:lnTo>
                      <a:pt x="1169695" y="626419"/>
                    </a:lnTo>
                    <a:lnTo>
                      <a:pt x="1176677" y="625784"/>
                    </a:lnTo>
                    <a:lnTo>
                      <a:pt x="1179215" y="626419"/>
                    </a:lnTo>
                    <a:lnTo>
                      <a:pt x="1185562" y="627688"/>
                    </a:lnTo>
                    <a:lnTo>
                      <a:pt x="1192543" y="632131"/>
                    </a:lnTo>
                    <a:lnTo>
                      <a:pt x="1205237" y="642920"/>
                    </a:lnTo>
                    <a:lnTo>
                      <a:pt x="1210314" y="645459"/>
                    </a:lnTo>
                    <a:lnTo>
                      <a:pt x="1223008" y="649267"/>
                    </a:lnTo>
                    <a:lnTo>
                      <a:pt x="1228085" y="652440"/>
                    </a:lnTo>
                    <a:lnTo>
                      <a:pt x="1233797" y="658787"/>
                    </a:lnTo>
                    <a:lnTo>
                      <a:pt x="1240779" y="671480"/>
                    </a:lnTo>
                    <a:lnTo>
                      <a:pt x="1245856" y="675923"/>
                    </a:lnTo>
                    <a:lnTo>
                      <a:pt x="1266166" y="682904"/>
                    </a:lnTo>
                    <a:lnTo>
                      <a:pt x="1271877" y="686712"/>
                    </a:lnTo>
                    <a:lnTo>
                      <a:pt x="1270608" y="689886"/>
                    </a:lnTo>
                    <a:lnTo>
                      <a:pt x="1271877" y="693694"/>
                    </a:lnTo>
                    <a:lnTo>
                      <a:pt x="1273781" y="698136"/>
                    </a:lnTo>
                    <a:lnTo>
                      <a:pt x="1275050" y="702579"/>
                    </a:lnTo>
                    <a:lnTo>
                      <a:pt x="1275050" y="706387"/>
                    </a:lnTo>
                    <a:lnTo>
                      <a:pt x="1274416" y="710830"/>
                    </a:lnTo>
                    <a:lnTo>
                      <a:pt x="1274416" y="715273"/>
                    </a:lnTo>
                    <a:lnTo>
                      <a:pt x="1275686" y="720350"/>
                    </a:lnTo>
                    <a:lnTo>
                      <a:pt x="1280763" y="728600"/>
                    </a:lnTo>
                    <a:lnTo>
                      <a:pt x="1287109" y="736217"/>
                    </a:lnTo>
                    <a:lnTo>
                      <a:pt x="1292187" y="744467"/>
                    </a:lnTo>
                    <a:lnTo>
                      <a:pt x="1295360" y="754622"/>
                    </a:lnTo>
                    <a:lnTo>
                      <a:pt x="1292821" y="764142"/>
                    </a:lnTo>
                    <a:lnTo>
                      <a:pt x="1286475" y="771758"/>
                    </a:lnTo>
                    <a:lnTo>
                      <a:pt x="1281397" y="779374"/>
                    </a:lnTo>
                    <a:lnTo>
                      <a:pt x="1282032" y="788894"/>
                    </a:lnTo>
                    <a:lnTo>
                      <a:pt x="1283301" y="789529"/>
                    </a:lnTo>
                    <a:lnTo>
                      <a:pt x="1287109" y="790798"/>
                    </a:lnTo>
                    <a:lnTo>
                      <a:pt x="1289014" y="791433"/>
                    </a:lnTo>
                    <a:lnTo>
                      <a:pt x="1292187" y="793972"/>
                    </a:lnTo>
                    <a:lnTo>
                      <a:pt x="1292187" y="797145"/>
                    </a:lnTo>
                    <a:lnTo>
                      <a:pt x="1293456" y="800953"/>
                    </a:lnTo>
                    <a:lnTo>
                      <a:pt x="1295360" y="804761"/>
                    </a:lnTo>
                    <a:lnTo>
                      <a:pt x="1300437" y="812377"/>
                    </a:lnTo>
                    <a:lnTo>
                      <a:pt x="1309323" y="822532"/>
                    </a:lnTo>
                    <a:lnTo>
                      <a:pt x="1313131" y="829513"/>
                    </a:lnTo>
                    <a:lnTo>
                      <a:pt x="1312496" y="837129"/>
                    </a:lnTo>
                    <a:lnTo>
                      <a:pt x="1316304" y="840302"/>
                    </a:lnTo>
                    <a:lnTo>
                      <a:pt x="1327094" y="847284"/>
                    </a:lnTo>
                    <a:lnTo>
                      <a:pt x="1335344" y="849822"/>
                    </a:lnTo>
                    <a:lnTo>
                      <a:pt x="1337883" y="849822"/>
                    </a:lnTo>
                    <a:lnTo>
                      <a:pt x="1338517" y="847284"/>
                    </a:lnTo>
                    <a:lnTo>
                      <a:pt x="1337883" y="843476"/>
                    </a:lnTo>
                    <a:lnTo>
                      <a:pt x="1335979" y="841572"/>
                    </a:lnTo>
                    <a:lnTo>
                      <a:pt x="1334075" y="840302"/>
                    </a:lnTo>
                    <a:lnTo>
                      <a:pt x="1332171" y="838398"/>
                    </a:lnTo>
                    <a:lnTo>
                      <a:pt x="1329633" y="833321"/>
                    </a:lnTo>
                    <a:lnTo>
                      <a:pt x="1330267" y="830782"/>
                    </a:lnTo>
                    <a:lnTo>
                      <a:pt x="1334075" y="830148"/>
                    </a:lnTo>
                    <a:lnTo>
                      <a:pt x="1339153" y="829513"/>
                    </a:lnTo>
                    <a:lnTo>
                      <a:pt x="1340422" y="830782"/>
                    </a:lnTo>
                    <a:lnTo>
                      <a:pt x="1341691" y="836494"/>
                    </a:lnTo>
                    <a:lnTo>
                      <a:pt x="1342326" y="838398"/>
                    </a:lnTo>
                    <a:lnTo>
                      <a:pt x="1344229" y="839668"/>
                    </a:lnTo>
                    <a:lnTo>
                      <a:pt x="1348673" y="842206"/>
                    </a:lnTo>
                    <a:lnTo>
                      <a:pt x="1350576" y="843476"/>
                    </a:lnTo>
                    <a:lnTo>
                      <a:pt x="1351846" y="846014"/>
                    </a:lnTo>
                    <a:lnTo>
                      <a:pt x="1352480" y="848553"/>
                    </a:lnTo>
                    <a:lnTo>
                      <a:pt x="1353115" y="851092"/>
                    </a:lnTo>
                    <a:lnTo>
                      <a:pt x="1355019" y="852996"/>
                    </a:lnTo>
                    <a:lnTo>
                      <a:pt x="1357557" y="853630"/>
                    </a:lnTo>
                    <a:lnTo>
                      <a:pt x="1360096" y="852996"/>
                    </a:lnTo>
                    <a:lnTo>
                      <a:pt x="1362635" y="851726"/>
                    </a:lnTo>
                    <a:lnTo>
                      <a:pt x="1364539" y="851092"/>
                    </a:lnTo>
                    <a:lnTo>
                      <a:pt x="1368347" y="852361"/>
                    </a:lnTo>
                    <a:lnTo>
                      <a:pt x="1369616" y="856804"/>
                    </a:lnTo>
                    <a:lnTo>
                      <a:pt x="1368982" y="867593"/>
                    </a:lnTo>
                    <a:lnTo>
                      <a:pt x="1370251" y="875209"/>
                    </a:lnTo>
                    <a:lnTo>
                      <a:pt x="1370251" y="877748"/>
                    </a:lnTo>
                    <a:lnTo>
                      <a:pt x="1369616" y="879652"/>
                    </a:lnTo>
                    <a:lnTo>
                      <a:pt x="1367713" y="882191"/>
                    </a:lnTo>
                    <a:lnTo>
                      <a:pt x="1365808" y="884729"/>
                    </a:lnTo>
                    <a:lnTo>
                      <a:pt x="1365174" y="887903"/>
                    </a:lnTo>
                    <a:lnTo>
                      <a:pt x="1366443" y="892980"/>
                    </a:lnTo>
                    <a:lnTo>
                      <a:pt x="1370251" y="901231"/>
                    </a:lnTo>
                    <a:lnTo>
                      <a:pt x="1370886" y="906943"/>
                    </a:lnTo>
                    <a:lnTo>
                      <a:pt x="1370251" y="913924"/>
                    </a:lnTo>
                    <a:lnTo>
                      <a:pt x="1363904" y="931695"/>
                    </a:lnTo>
                    <a:lnTo>
                      <a:pt x="1360096" y="946292"/>
                    </a:lnTo>
                    <a:lnTo>
                      <a:pt x="1356288" y="953274"/>
                    </a:lnTo>
                    <a:lnTo>
                      <a:pt x="1351211" y="956447"/>
                    </a:lnTo>
                    <a:lnTo>
                      <a:pt x="1344864" y="954543"/>
                    </a:lnTo>
                    <a:lnTo>
                      <a:pt x="1339153" y="950100"/>
                    </a:lnTo>
                    <a:lnTo>
                      <a:pt x="1333440" y="945023"/>
                    </a:lnTo>
                    <a:lnTo>
                      <a:pt x="1328363" y="941215"/>
                    </a:lnTo>
                    <a:lnTo>
                      <a:pt x="1326459" y="942484"/>
                    </a:lnTo>
                    <a:lnTo>
                      <a:pt x="1325189" y="943754"/>
                    </a:lnTo>
                    <a:lnTo>
                      <a:pt x="1323920" y="948196"/>
                    </a:lnTo>
                    <a:lnTo>
                      <a:pt x="1322016" y="957716"/>
                    </a:lnTo>
                    <a:lnTo>
                      <a:pt x="1322016" y="961524"/>
                    </a:lnTo>
                    <a:lnTo>
                      <a:pt x="1320113" y="973583"/>
                    </a:lnTo>
                    <a:lnTo>
                      <a:pt x="1319477" y="976756"/>
                    </a:lnTo>
                    <a:lnTo>
                      <a:pt x="1318843" y="978025"/>
                    </a:lnTo>
                    <a:lnTo>
                      <a:pt x="1315035" y="983738"/>
                    </a:lnTo>
                    <a:lnTo>
                      <a:pt x="1311861" y="987546"/>
                    </a:lnTo>
                    <a:lnTo>
                      <a:pt x="1309323" y="989450"/>
                    </a:lnTo>
                    <a:lnTo>
                      <a:pt x="1304246" y="988815"/>
                    </a:lnTo>
                    <a:lnTo>
                      <a:pt x="1303610" y="985007"/>
                    </a:lnTo>
                    <a:lnTo>
                      <a:pt x="1304880" y="979930"/>
                    </a:lnTo>
                    <a:lnTo>
                      <a:pt x="1305515" y="977391"/>
                    </a:lnTo>
                    <a:lnTo>
                      <a:pt x="1306149" y="974218"/>
                    </a:lnTo>
                    <a:lnTo>
                      <a:pt x="1302341" y="964698"/>
                    </a:lnTo>
                    <a:lnTo>
                      <a:pt x="1295360" y="962159"/>
                    </a:lnTo>
                    <a:lnTo>
                      <a:pt x="1289014" y="965332"/>
                    </a:lnTo>
                    <a:lnTo>
                      <a:pt x="1288379" y="974218"/>
                    </a:lnTo>
                    <a:lnTo>
                      <a:pt x="1290917" y="977391"/>
                    </a:lnTo>
                    <a:lnTo>
                      <a:pt x="1292821" y="979295"/>
                    </a:lnTo>
                    <a:lnTo>
                      <a:pt x="1293456" y="979930"/>
                    </a:lnTo>
                    <a:lnTo>
                      <a:pt x="1295360" y="983738"/>
                    </a:lnTo>
                    <a:lnTo>
                      <a:pt x="1294726" y="988815"/>
                    </a:lnTo>
                    <a:lnTo>
                      <a:pt x="1294726" y="992623"/>
                    </a:lnTo>
                    <a:lnTo>
                      <a:pt x="1299803" y="1002778"/>
                    </a:lnTo>
                    <a:lnTo>
                      <a:pt x="1301072" y="1007855"/>
                    </a:lnTo>
                    <a:lnTo>
                      <a:pt x="1299168" y="1013567"/>
                    </a:lnTo>
                    <a:lnTo>
                      <a:pt x="1295995" y="1016106"/>
                    </a:lnTo>
                    <a:lnTo>
                      <a:pt x="1290917" y="1017375"/>
                    </a:lnTo>
                    <a:lnTo>
                      <a:pt x="1285840" y="1018010"/>
                    </a:lnTo>
                    <a:lnTo>
                      <a:pt x="1282032" y="1020548"/>
                    </a:lnTo>
                    <a:lnTo>
                      <a:pt x="1282667" y="1024991"/>
                    </a:lnTo>
                    <a:lnTo>
                      <a:pt x="1286475" y="1030068"/>
                    </a:lnTo>
                    <a:lnTo>
                      <a:pt x="1290283" y="1033242"/>
                    </a:lnTo>
                    <a:lnTo>
                      <a:pt x="1295360" y="1034511"/>
                    </a:lnTo>
                    <a:lnTo>
                      <a:pt x="1297899" y="1035781"/>
                    </a:lnTo>
                    <a:lnTo>
                      <a:pt x="1297264" y="1038319"/>
                    </a:lnTo>
                    <a:lnTo>
                      <a:pt x="1295360" y="1040223"/>
                    </a:lnTo>
                    <a:lnTo>
                      <a:pt x="1292821" y="1040858"/>
                    </a:lnTo>
                    <a:lnTo>
                      <a:pt x="1274416" y="1043397"/>
                    </a:lnTo>
                    <a:lnTo>
                      <a:pt x="1270608" y="1045301"/>
                    </a:lnTo>
                    <a:lnTo>
                      <a:pt x="1283301" y="1060533"/>
                    </a:lnTo>
                    <a:lnTo>
                      <a:pt x="1289648" y="1070053"/>
                    </a:lnTo>
                    <a:lnTo>
                      <a:pt x="1288379" y="1075130"/>
                    </a:lnTo>
                    <a:lnTo>
                      <a:pt x="1285206" y="1075765"/>
                    </a:lnTo>
                    <a:lnTo>
                      <a:pt x="1281397" y="1078304"/>
                    </a:lnTo>
                    <a:lnTo>
                      <a:pt x="1278224" y="1080842"/>
                    </a:lnTo>
                    <a:lnTo>
                      <a:pt x="1276955" y="1083381"/>
                    </a:lnTo>
                    <a:lnTo>
                      <a:pt x="1276320" y="1087824"/>
                    </a:lnTo>
                    <a:lnTo>
                      <a:pt x="1271242" y="1098613"/>
                    </a:lnTo>
                    <a:lnTo>
                      <a:pt x="1270608" y="1107498"/>
                    </a:lnTo>
                    <a:lnTo>
                      <a:pt x="1269973" y="1107498"/>
                    </a:lnTo>
                    <a:lnTo>
                      <a:pt x="1269339" y="1107498"/>
                    </a:lnTo>
                    <a:lnTo>
                      <a:pt x="1268704" y="1107498"/>
                    </a:lnTo>
                    <a:lnTo>
                      <a:pt x="1268069" y="1107498"/>
                    </a:lnTo>
                    <a:lnTo>
                      <a:pt x="1239509" y="1110672"/>
                    </a:lnTo>
                    <a:lnTo>
                      <a:pt x="1210949" y="1114479"/>
                    </a:lnTo>
                    <a:lnTo>
                      <a:pt x="1182389" y="1117653"/>
                    </a:lnTo>
                    <a:lnTo>
                      <a:pt x="1153829" y="1120826"/>
                    </a:lnTo>
                    <a:lnTo>
                      <a:pt x="1139232" y="1122730"/>
                    </a:lnTo>
                    <a:lnTo>
                      <a:pt x="1137962" y="1122730"/>
                    </a:lnTo>
                    <a:lnTo>
                      <a:pt x="1137327" y="1121461"/>
                    </a:lnTo>
                    <a:lnTo>
                      <a:pt x="1137327" y="1120826"/>
                    </a:lnTo>
                    <a:lnTo>
                      <a:pt x="1137962" y="1118288"/>
                    </a:lnTo>
                    <a:lnTo>
                      <a:pt x="1143674" y="1103690"/>
                    </a:lnTo>
                    <a:lnTo>
                      <a:pt x="1145578" y="1101152"/>
                    </a:lnTo>
                    <a:lnTo>
                      <a:pt x="1148116" y="1095439"/>
                    </a:lnTo>
                    <a:lnTo>
                      <a:pt x="1150655" y="1092266"/>
                    </a:lnTo>
                    <a:lnTo>
                      <a:pt x="1151925" y="1090362"/>
                    </a:lnTo>
                    <a:lnTo>
                      <a:pt x="1152560" y="1089728"/>
                    </a:lnTo>
                    <a:lnTo>
                      <a:pt x="1153194" y="1089093"/>
                    </a:lnTo>
                    <a:lnTo>
                      <a:pt x="1153829" y="1088458"/>
                    </a:lnTo>
                    <a:lnTo>
                      <a:pt x="1157637" y="1087189"/>
                    </a:lnTo>
                    <a:lnTo>
                      <a:pt x="1158906" y="1086554"/>
                    </a:lnTo>
                    <a:lnTo>
                      <a:pt x="1159541" y="1085919"/>
                    </a:lnTo>
                    <a:lnTo>
                      <a:pt x="1160175" y="1085285"/>
                    </a:lnTo>
                    <a:lnTo>
                      <a:pt x="1160810" y="1084015"/>
                    </a:lnTo>
                    <a:lnTo>
                      <a:pt x="1161445" y="1082746"/>
                    </a:lnTo>
                    <a:lnTo>
                      <a:pt x="1162080" y="1081477"/>
                    </a:lnTo>
                    <a:lnTo>
                      <a:pt x="1162080" y="1080208"/>
                    </a:lnTo>
                    <a:lnTo>
                      <a:pt x="1162080" y="1077669"/>
                    </a:lnTo>
                    <a:lnTo>
                      <a:pt x="1162080" y="1076399"/>
                    </a:lnTo>
                    <a:lnTo>
                      <a:pt x="1162714" y="1075130"/>
                    </a:lnTo>
                    <a:lnTo>
                      <a:pt x="1163349" y="1073861"/>
                    </a:lnTo>
                    <a:lnTo>
                      <a:pt x="1163983" y="1073226"/>
                    </a:lnTo>
                    <a:lnTo>
                      <a:pt x="1165888" y="1071957"/>
                    </a:lnTo>
                    <a:lnTo>
                      <a:pt x="1166522" y="1071322"/>
                    </a:lnTo>
                    <a:lnTo>
                      <a:pt x="1169061" y="1070053"/>
                    </a:lnTo>
                    <a:lnTo>
                      <a:pt x="1173503" y="1067514"/>
                    </a:lnTo>
                    <a:lnTo>
                      <a:pt x="1179850" y="1063706"/>
                    </a:lnTo>
                    <a:lnTo>
                      <a:pt x="1180485" y="1063071"/>
                    </a:lnTo>
                    <a:lnTo>
                      <a:pt x="1181120" y="1062437"/>
                    </a:lnTo>
                    <a:lnTo>
                      <a:pt x="1181754" y="1061167"/>
                    </a:lnTo>
                    <a:lnTo>
                      <a:pt x="1182389" y="1059898"/>
                    </a:lnTo>
                    <a:lnTo>
                      <a:pt x="1183023" y="1054821"/>
                    </a:lnTo>
                    <a:lnTo>
                      <a:pt x="1183023" y="1053551"/>
                    </a:lnTo>
                    <a:lnTo>
                      <a:pt x="1183659" y="1052917"/>
                    </a:lnTo>
                    <a:lnTo>
                      <a:pt x="1184293" y="1052282"/>
                    </a:lnTo>
                    <a:lnTo>
                      <a:pt x="1189370" y="1050378"/>
                    </a:lnTo>
                    <a:lnTo>
                      <a:pt x="1190640" y="1049743"/>
                    </a:lnTo>
                    <a:lnTo>
                      <a:pt x="1191274" y="1049109"/>
                    </a:lnTo>
                    <a:lnTo>
                      <a:pt x="1191909" y="1048474"/>
                    </a:lnTo>
                    <a:lnTo>
                      <a:pt x="1192543" y="1047205"/>
                    </a:lnTo>
                    <a:lnTo>
                      <a:pt x="1193179" y="1045935"/>
                    </a:lnTo>
                    <a:lnTo>
                      <a:pt x="1193813" y="1044666"/>
                    </a:lnTo>
                    <a:lnTo>
                      <a:pt x="1193813" y="1043397"/>
                    </a:lnTo>
                    <a:lnTo>
                      <a:pt x="1193813" y="1042127"/>
                    </a:lnTo>
                    <a:lnTo>
                      <a:pt x="1192543" y="1035146"/>
                    </a:lnTo>
                    <a:lnTo>
                      <a:pt x="1192543" y="1033877"/>
                    </a:lnTo>
                    <a:lnTo>
                      <a:pt x="1193179" y="1027530"/>
                    </a:lnTo>
                    <a:lnTo>
                      <a:pt x="1193179" y="1026261"/>
                    </a:lnTo>
                    <a:lnTo>
                      <a:pt x="1193179" y="1024991"/>
                    </a:lnTo>
                    <a:lnTo>
                      <a:pt x="1192543" y="1023722"/>
                    </a:lnTo>
                    <a:lnTo>
                      <a:pt x="1191909" y="1022452"/>
                    </a:lnTo>
                    <a:lnTo>
                      <a:pt x="1191274" y="1021818"/>
                    </a:lnTo>
                    <a:lnTo>
                      <a:pt x="1190640" y="1021183"/>
                    </a:lnTo>
                    <a:lnTo>
                      <a:pt x="1190005" y="1020548"/>
                    </a:lnTo>
                    <a:lnTo>
                      <a:pt x="1188735" y="1019914"/>
                    </a:lnTo>
                    <a:lnTo>
                      <a:pt x="1181754" y="1016106"/>
                    </a:lnTo>
                    <a:lnTo>
                      <a:pt x="1181120" y="1015471"/>
                    </a:lnTo>
                    <a:lnTo>
                      <a:pt x="1180485" y="1014202"/>
                    </a:lnTo>
                    <a:lnTo>
                      <a:pt x="1179850" y="1012932"/>
                    </a:lnTo>
                    <a:lnTo>
                      <a:pt x="1179215" y="1011663"/>
                    </a:lnTo>
                    <a:lnTo>
                      <a:pt x="1178581" y="1007855"/>
                    </a:lnTo>
                    <a:lnTo>
                      <a:pt x="1177946" y="1006586"/>
                    </a:lnTo>
                    <a:lnTo>
                      <a:pt x="1177312" y="1005951"/>
                    </a:lnTo>
                    <a:lnTo>
                      <a:pt x="1176677" y="1005317"/>
                    </a:lnTo>
                    <a:lnTo>
                      <a:pt x="1175408" y="1004682"/>
                    </a:lnTo>
                    <a:lnTo>
                      <a:pt x="1174773" y="1004047"/>
                    </a:lnTo>
                    <a:lnTo>
                      <a:pt x="1174139" y="1003412"/>
                    </a:lnTo>
                    <a:lnTo>
                      <a:pt x="1171600" y="998335"/>
                    </a:lnTo>
                    <a:lnTo>
                      <a:pt x="1170330" y="996431"/>
                    </a:lnTo>
                    <a:lnTo>
                      <a:pt x="1169695" y="995797"/>
                    </a:lnTo>
                    <a:lnTo>
                      <a:pt x="1169061" y="995162"/>
                    </a:lnTo>
                    <a:lnTo>
                      <a:pt x="1155098" y="996431"/>
                    </a:lnTo>
                    <a:lnTo>
                      <a:pt x="1099882" y="1001508"/>
                    </a:lnTo>
                    <a:lnTo>
                      <a:pt x="1044666" y="1005951"/>
                    </a:lnTo>
                    <a:lnTo>
                      <a:pt x="989449" y="1010394"/>
                    </a:lnTo>
                    <a:lnTo>
                      <a:pt x="934233" y="1014837"/>
                    </a:lnTo>
                    <a:lnTo>
                      <a:pt x="879017" y="1019279"/>
                    </a:lnTo>
                    <a:lnTo>
                      <a:pt x="823801" y="1023087"/>
                    </a:lnTo>
                    <a:lnTo>
                      <a:pt x="768585" y="1026895"/>
                    </a:lnTo>
                    <a:lnTo>
                      <a:pt x="713368" y="1030703"/>
                    </a:lnTo>
                    <a:lnTo>
                      <a:pt x="658152" y="1034511"/>
                    </a:lnTo>
                    <a:lnTo>
                      <a:pt x="602936" y="1038319"/>
                    </a:lnTo>
                    <a:lnTo>
                      <a:pt x="547719" y="1041492"/>
                    </a:lnTo>
                    <a:lnTo>
                      <a:pt x="492503" y="1044666"/>
                    </a:lnTo>
                    <a:lnTo>
                      <a:pt x="437287" y="1047839"/>
                    </a:lnTo>
                    <a:lnTo>
                      <a:pt x="382071" y="1051012"/>
                    </a:lnTo>
                    <a:lnTo>
                      <a:pt x="326855" y="1053551"/>
                    </a:lnTo>
                    <a:lnTo>
                      <a:pt x="271638" y="1056090"/>
                    </a:lnTo>
                    <a:lnTo>
                      <a:pt x="270369" y="1024991"/>
                    </a:lnTo>
                    <a:lnTo>
                      <a:pt x="269099" y="993892"/>
                    </a:lnTo>
                    <a:lnTo>
                      <a:pt x="267830" y="962794"/>
                    </a:lnTo>
                    <a:lnTo>
                      <a:pt x="266561" y="931695"/>
                    </a:lnTo>
                    <a:lnTo>
                      <a:pt x="265291" y="899961"/>
                    </a:lnTo>
                    <a:lnTo>
                      <a:pt x="263388" y="868228"/>
                    </a:lnTo>
                    <a:lnTo>
                      <a:pt x="262118" y="836494"/>
                    </a:lnTo>
                    <a:lnTo>
                      <a:pt x="260849" y="804761"/>
                    </a:lnTo>
                    <a:lnTo>
                      <a:pt x="258945" y="773027"/>
                    </a:lnTo>
                    <a:lnTo>
                      <a:pt x="257676" y="741294"/>
                    </a:lnTo>
                    <a:lnTo>
                      <a:pt x="256406" y="709560"/>
                    </a:lnTo>
                    <a:lnTo>
                      <a:pt x="254502" y="677827"/>
                    </a:lnTo>
                    <a:lnTo>
                      <a:pt x="253232" y="646093"/>
                    </a:lnTo>
                    <a:lnTo>
                      <a:pt x="251963" y="614360"/>
                    </a:lnTo>
                    <a:lnTo>
                      <a:pt x="250694" y="582626"/>
                    </a:lnTo>
                    <a:lnTo>
                      <a:pt x="248790" y="550893"/>
                    </a:lnTo>
                    <a:lnTo>
                      <a:pt x="247521" y="519160"/>
                    </a:lnTo>
                    <a:lnTo>
                      <a:pt x="246251" y="487426"/>
                    </a:lnTo>
                    <a:lnTo>
                      <a:pt x="244982" y="455693"/>
                    </a:lnTo>
                    <a:lnTo>
                      <a:pt x="243078" y="423959"/>
                    </a:lnTo>
                    <a:lnTo>
                      <a:pt x="242443" y="405554"/>
                    </a:lnTo>
                    <a:lnTo>
                      <a:pt x="242443" y="403650"/>
                    </a:lnTo>
                    <a:lnTo>
                      <a:pt x="241809" y="403015"/>
                    </a:lnTo>
                    <a:lnTo>
                      <a:pt x="241809" y="402380"/>
                    </a:lnTo>
                    <a:lnTo>
                      <a:pt x="241809" y="399842"/>
                    </a:lnTo>
                    <a:lnTo>
                      <a:pt x="241174" y="399207"/>
                    </a:lnTo>
                    <a:lnTo>
                      <a:pt x="243712" y="396034"/>
                    </a:lnTo>
                    <a:lnTo>
                      <a:pt x="243078" y="394130"/>
                    </a:lnTo>
                    <a:lnTo>
                      <a:pt x="239905" y="392860"/>
                    </a:lnTo>
                    <a:lnTo>
                      <a:pt x="235462" y="392860"/>
                    </a:lnTo>
                    <a:lnTo>
                      <a:pt x="234828" y="392226"/>
                    </a:lnTo>
                    <a:lnTo>
                      <a:pt x="234192" y="390322"/>
                    </a:lnTo>
                    <a:lnTo>
                      <a:pt x="232923" y="389687"/>
                    </a:lnTo>
                    <a:lnTo>
                      <a:pt x="232289" y="389687"/>
                    </a:lnTo>
                    <a:lnTo>
                      <a:pt x="230385" y="390322"/>
                    </a:lnTo>
                    <a:lnTo>
                      <a:pt x="227211" y="390322"/>
                    </a:lnTo>
                    <a:lnTo>
                      <a:pt x="221499" y="390956"/>
                    </a:lnTo>
                    <a:lnTo>
                      <a:pt x="217057" y="389687"/>
                    </a:lnTo>
                    <a:lnTo>
                      <a:pt x="208171" y="384610"/>
                    </a:lnTo>
                    <a:lnTo>
                      <a:pt x="204363" y="383975"/>
                    </a:lnTo>
                    <a:lnTo>
                      <a:pt x="200555" y="381436"/>
                    </a:lnTo>
                    <a:lnTo>
                      <a:pt x="199286" y="376359"/>
                    </a:lnTo>
                    <a:lnTo>
                      <a:pt x="198651" y="371282"/>
                    </a:lnTo>
                    <a:lnTo>
                      <a:pt x="196748" y="368743"/>
                    </a:lnTo>
                    <a:lnTo>
                      <a:pt x="189766" y="364300"/>
                    </a:lnTo>
                    <a:lnTo>
                      <a:pt x="184689" y="354780"/>
                    </a:lnTo>
                    <a:lnTo>
                      <a:pt x="182784" y="344625"/>
                    </a:lnTo>
                    <a:lnTo>
                      <a:pt x="184689" y="340183"/>
                    </a:lnTo>
                    <a:lnTo>
                      <a:pt x="175803" y="338913"/>
                    </a:lnTo>
                    <a:lnTo>
                      <a:pt x="175169" y="337644"/>
                    </a:lnTo>
                    <a:lnTo>
                      <a:pt x="173899" y="333836"/>
                    </a:lnTo>
                    <a:lnTo>
                      <a:pt x="173264" y="332567"/>
                    </a:lnTo>
                    <a:lnTo>
                      <a:pt x="165014" y="327489"/>
                    </a:lnTo>
                    <a:lnTo>
                      <a:pt x="161205" y="326220"/>
                    </a:lnTo>
                    <a:lnTo>
                      <a:pt x="159936" y="325585"/>
                    </a:lnTo>
                    <a:lnTo>
                      <a:pt x="158032" y="323047"/>
                    </a:lnTo>
                    <a:lnTo>
                      <a:pt x="152955" y="314796"/>
                    </a:lnTo>
                    <a:lnTo>
                      <a:pt x="151685" y="312892"/>
                    </a:lnTo>
                    <a:lnTo>
                      <a:pt x="147878" y="311623"/>
                    </a:lnTo>
                    <a:lnTo>
                      <a:pt x="144070" y="307815"/>
                    </a:lnTo>
                    <a:lnTo>
                      <a:pt x="141531" y="302737"/>
                    </a:lnTo>
                    <a:lnTo>
                      <a:pt x="141531" y="297660"/>
                    </a:lnTo>
                    <a:lnTo>
                      <a:pt x="142801" y="297025"/>
                    </a:lnTo>
                    <a:lnTo>
                      <a:pt x="147878" y="296391"/>
                    </a:lnTo>
                    <a:lnTo>
                      <a:pt x="149782" y="295121"/>
                    </a:lnTo>
                    <a:lnTo>
                      <a:pt x="150416" y="293217"/>
                    </a:lnTo>
                    <a:lnTo>
                      <a:pt x="150416" y="290679"/>
                    </a:lnTo>
                    <a:lnTo>
                      <a:pt x="149782" y="285601"/>
                    </a:lnTo>
                    <a:lnTo>
                      <a:pt x="151051" y="281158"/>
                    </a:lnTo>
                    <a:lnTo>
                      <a:pt x="153590" y="276716"/>
                    </a:lnTo>
                    <a:lnTo>
                      <a:pt x="159302" y="270369"/>
                    </a:lnTo>
                    <a:lnTo>
                      <a:pt x="161205" y="269100"/>
                    </a:lnTo>
                    <a:lnTo>
                      <a:pt x="163110" y="268465"/>
                    </a:lnTo>
                    <a:lnTo>
                      <a:pt x="164379" y="267196"/>
                    </a:lnTo>
                    <a:lnTo>
                      <a:pt x="164379" y="260849"/>
                    </a:lnTo>
                    <a:lnTo>
                      <a:pt x="165014" y="258311"/>
                    </a:lnTo>
                    <a:lnTo>
                      <a:pt x="165649" y="256406"/>
                    </a:lnTo>
                    <a:lnTo>
                      <a:pt x="166918" y="255772"/>
                    </a:lnTo>
                    <a:lnTo>
                      <a:pt x="176438" y="258311"/>
                    </a:lnTo>
                    <a:lnTo>
                      <a:pt x="180881" y="258311"/>
                    </a:lnTo>
                    <a:lnTo>
                      <a:pt x="184054" y="255137"/>
                    </a:lnTo>
                    <a:lnTo>
                      <a:pt x="184054" y="252598"/>
                    </a:lnTo>
                    <a:lnTo>
                      <a:pt x="182784" y="250694"/>
                    </a:lnTo>
                    <a:lnTo>
                      <a:pt x="181515" y="248791"/>
                    </a:lnTo>
                    <a:lnTo>
                      <a:pt x="180881" y="245617"/>
                    </a:lnTo>
                    <a:lnTo>
                      <a:pt x="180881" y="243078"/>
                    </a:lnTo>
                    <a:lnTo>
                      <a:pt x="181515" y="238001"/>
                    </a:lnTo>
                    <a:lnTo>
                      <a:pt x="181515" y="235462"/>
                    </a:lnTo>
                    <a:lnTo>
                      <a:pt x="179611" y="232924"/>
                    </a:lnTo>
                    <a:lnTo>
                      <a:pt x="170725" y="228481"/>
                    </a:lnTo>
                    <a:lnTo>
                      <a:pt x="167552" y="225308"/>
                    </a:lnTo>
                    <a:lnTo>
                      <a:pt x="168822" y="222769"/>
                    </a:lnTo>
                    <a:lnTo>
                      <a:pt x="168822" y="219596"/>
                    </a:lnTo>
                    <a:lnTo>
                      <a:pt x="167552" y="217057"/>
                    </a:lnTo>
                    <a:lnTo>
                      <a:pt x="165014" y="215788"/>
                    </a:lnTo>
                    <a:lnTo>
                      <a:pt x="160571" y="216422"/>
                    </a:lnTo>
                    <a:lnTo>
                      <a:pt x="157398" y="217057"/>
                    </a:lnTo>
                    <a:lnTo>
                      <a:pt x="154859" y="218961"/>
                    </a:lnTo>
                    <a:lnTo>
                      <a:pt x="149147" y="224038"/>
                    </a:lnTo>
                    <a:lnTo>
                      <a:pt x="145339" y="226577"/>
                    </a:lnTo>
                    <a:lnTo>
                      <a:pt x="140896" y="227846"/>
                    </a:lnTo>
                    <a:lnTo>
                      <a:pt x="137088" y="225942"/>
                    </a:lnTo>
                    <a:lnTo>
                      <a:pt x="131376" y="220230"/>
                    </a:lnTo>
                    <a:lnTo>
                      <a:pt x="128837" y="218961"/>
                    </a:lnTo>
                    <a:lnTo>
                      <a:pt x="126299" y="218326"/>
                    </a:lnTo>
                    <a:lnTo>
                      <a:pt x="122491" y="217692"/>
                    </a:lnTo>
                    <a:lnTo>
                      <a:pt x="120587" y="217057"/>
                    </a:lnTo>
                    <a:lnTo>
                      <a:pt x="118683" y="215788"/>
                    </a:lnTo>
                    <a:lnTo>
                      <a:pt x="117414" y="213884"/>
                    </a:lnTo>
                    <a:lnTo>
                      <a:pt x="116779" y="211980"/>
                    </a:lnTo>
                    <a:lnTo>
                      <a:pt x="115510" y="210076"/>
                    </a:lnTo>
                    <a:lnTo>
                      <a:pt x="113605" y="209441"/>
                    </a:lnTo>
                    <a:lnTo>
                      <a:pt x="111067" y="208806"/>
                    </a:lnTo>
                    <a:lnTo>
                      <a:pt x="108528" y="208172"/>
                    </a:lnTo>
                    <a:lnTo>
                      <a:pt x="105989" y="204364"/>
                    </a:lnTo>
                    <a:lnTo>
                      <a:pt x="94565" y="194844"/>
                    </a:lnTo>
                    <a:lnTo>
                      <a:pt x="88854" y="190401"/>
                    </a:lnTo>
                    <a:lnTo>
                      <a:pt x="85680" y="188497"/>
                    </a:lnTo>
                    <a:lnTo>
                      <a:pt x="76795" y="187227"/>
                    </a:lnTo>
                    <a:lnTo>
                      <a:pt x="74256" y="184689"/>
                    </a:lnTo>
                    <a:lnTo>
                      <a:pt x="73622" y="180246"/>
                    </a:lnTo>
                    <a:lnTo>
                      <a:pt x="74256" y="174534"/>
                    </a:lnTo>
                    <a:lnTo>
                      <a:pt x="76160" y="170091"/>
                    </a:lnTo>
                    <a:lnTo>
                      <a:pt x="76795" y="167553"/>
                    </a:lnTo>
                    <a:lnTo>
                      <a:pt x="76160" y="166283"/>
                    </a:lnTo>
                    <a:lnTo>
                      <a:pt x="69814" y="160571"/>
                    </a:lnTo>
                    <a:lnTo>
                      <a:pt x="68544" y="156763"/>
                    </a:lnTo>
                    <a:lnTo>
                      <a:pt x="66005" y="152955"/>
                    </a:lnTo>
                    <a:lnTo>
                      <a:pt x="60294" y="146609"/>
                    </a:lnTo>
                    <a:lnTo>
                      <a:pt x="62832" y="140262"/>
                    </a:lnTo>
                    <a:lnTo>
                      <a:pt x="62832" y="137089"/>
                    </a:lnTo>
                    <a:lnTo>
                      <a:pt x="60294" y="134550"/>
                    </a:lnTo>
                    <a:lnTo>
                      <a:pt x="57120" y="133281"/>
                    </a:lnTo>
                    <a:lnTo>
                      <a:pt x="50138" y="133281"/>
                    </a:lnTo>
                    <a:lnTo>
                      <a:pt x="46965" y="132011"/>
                    </a:lnTo>
                    <a:lnTo>
                      <a:pt x="44427" y="128838"/>
                    </a:lnTo>
                    <a:lnTo>
                      <a:pt x="42523" y="125664"/>
                    </a:lnTo>
                    <a:lnTo>
                      <a:pt x="40618" y="122491"/>
                    </a:lnTo>
                    <a:lnTo>
                      <a:pt x="36810" y="119952"/>
                    </a:lnTo>
                    <a:lnTo>
                      <a:pt x="33003" y="119952"/>
                    </a:lnTo>
                    <a:lnTo>
                      <a:pt x="29195" y="120587"/>
                    </a:lnTo>
                    <a:lnTo>
                      <a:pt x="26021" y="119952"/>
                    </a:lnTo>
                    <a:lnTo>
                      <a:pt x="24751" y="116779"/>
                    </a:lnTo>
                    <a:lnTo>
                      <a:pt x="27290" y="114875"/>
                    </a:lnTo>
                    <a:lnTo>
                      <a:pt x="29195" y="112971"/>
                    </a:lnTo>
                    <a:lnTo>
                      <a:pt x="29829" y="111067"/>
                    </a:lnTo>
                    <a:lnTo>
                      <a:pt x="29195" y="110432"/>
                    </a:lnTo>
                    <a:lnTo>
                      <a:pt x="26656" y="103451"/>
                    </a:lnTo>
                    <a:lnTo>
                      <a:pt x="23482" y="99008"/>
                    </a:lnTo>
                    <a:lnTo>
                      <a:pt x="22848" y="97104"/>
                    </a:lnTo>
                    <a:lnTo>
                      <a:pt x="22848" y="95200"/>
                    </a:lnTo>
                    <a:lnTo>
                      <a:pt x="22848" y="91392"/>
                    </a:lnTo>
                    <a:lnTo>
                      <a:pt x="22848" y="90123"/>
                    </a:lnTo>
                    <a:lnTo>
                      <a:pt x="20944" y="86315"/>
                    </a:lnTo>
                    <a:lnTo>
                      <a:pt x="17136" y="82507"/>
                    </a:lnTo>
                    <a:lnTo>
                      <a:pt x="15231" y="78699"/>
                    </a:lnTo>
                    <a:lnTo>
                      <a:pt x="14597" y="74891"/>
                    </a:lnTo>
                    <a:lnTo>
                      <a:pt x="15231" y="72352"/>
                    </a:lnTo>
                    <a:lnTo>
                      <a:pt x="15231" y="69814"/>
                    </a:lnTo>
                    <a:lnTo>
                      <a:pt x="12058" y="67275"/>
                    </a:lnTo>
                    <a:lnTo>
                      <a:pt x="7616" y="66006"/>
                    </a:lnTo>
                    <a:lnTo>
                      <a:pt x="3808" y="65371"/>
                    </a:lnTo>
                    <a:lnTo>
                      <a:pt x="1269" y="62832"/>
                    </a:lnTo>
                    <a:lnTo>
                      <a:pt x="0" y="56486"/>
                    </a:lnTo>
                    <a:lnTo>
                      <a:pt x="635" y="50139"/>
                    </a:lnTo>
                    <a:lnTo>
                      <a:pt x="635" y="50139"/>
                    </a:lnTo>
                    <a:lnTo>
                      <a:pt x="635" y="50139"/>
                    </a:lnTo>
                    <a:lnTo>
                      <a:pt x="635" y="50139"/>
                    </a:lnTo>
                    <a:lnTo>
                      <a:pt x="635" y="50139"/>
                    </a:lnTo>
                    <a:lnTo>
                      <a:pt x="635" y="50139"/>
                    </a:lnTo>
                    <a:lnTo>
                      <a:pt x="635" y="50139"/>
                    </a:lnTo>
                    <a:lnTo>
                      <a:pt x="635" y="50139"/>
                    </a:lnTo>
                    <a:lnTo>
                      <a:pt x="635" y="50139"/>
                    </a:lnTo>
                    <a:lnTo>
                      <a:pt x="635" y="50139"/>
                    </a:lnTo>
                    <a:lnTo>
                      <a:pt x="635" y="50139"/>
                    </a:lnTo>
                    <a:lnTo>
                      <a:pt x="635" y="50139"/>
                    </a:lnTo>
                    <a:lnTo>
                      <a:pt x="635" y="50139"/>
                    </a:lnTo>
                    <a:lnTo>
                      <a:pt x="635" y="50139"/>
                    </a:lnTo>
                    <a:lnTo>
                      <a:pt x="635" y="50139"/>
                    </a:lnTo>
                    <a:lnTo>
                      <a:pt x="635" y="50139"/>
                    </a:lnTo>
                    <a:lnTo>
                      <a:pt x="635" y="50139"/>
                    </a:lnTo>
                    <a:lnTo>
                      <a:pt x="47600" y="47600"/>
                    </a:lnTo>
                    <a:lnTo>
                      <a:pt x="94565" y="45062"/>
                    </a:lnTo>
                    <a:lnTo>
                      <a:pt x="141531" y="42523"/>
                    </a:lnTo>
                    <a:lnTo>
                      <a:pt x="188497" y="39984"/>
                    </a:lnTo>
                    <a:lnTo>
                      <a:pt x="235462" y="37445"/>
                    </a:lnTo>
                    <a:lnTo>
                      <a:pt x="282428" y="34907"/>
                    </a:lnTo>
                    <a:lnTo>
                      <a:pt x="329393" y="32368"/>
                    </a:lnTo>
                    <a:lnTo>
                      <a:pt x="376359" y="29195"/>
                    </a:lnTo>
                    <a:lnTo>
                      <a:pt x="423324" y="26021"/>
                    </a:lnTo>
                    <a:lnTo>
                      <a:pt x="470290" y="22848"/>
                    </a:lnTo>
                    <a:lnTo>
                      <a:pt x="517256" y="19675"/>
                    </a:lnTo>
                    <a:lnTo>
                      <a:pt x="564221" y="16501"/>
                    </a:lnTo>
                    <a:lnTo>
                      <a:pt x="611186" y="13328"/>
                    </a:lnTo>
                    <a:lnTo>
                      <a:pt x="658152" y="9520"/>
                    </a:lnTo>
                    <a:lnTo>
                      <a:pt x="705118" y="5712"/>
                    </a:lnTo>
                    <a:lnTo>
                      <a:pt x="752083" y="1904"/>
                    </a:lnTo>
                    <a:lnTo>
                      <a:pt x="770488" y="635"/>
                    </a:lnTo>
                    <a:lnTo>
                      <a:pt x="778105" y="0"/>
                    </a:lnTo>
                    <a:lnTo>
                      <a:pt x="780008" y="3808"/>
                    </a:lnTo>
                    <a:lnTo>
                      <a:pt x="780643" y="5077"/>
                    </a:lnTo>
                    <a:lnTo>
                      <a:pt x="784451" y="7616"/>
                    </a:lnTo>
                    <a:lnTo>
                      <a:pt x="785086" y="8885"/>
                    </a:lnTo>
                    <a:lnTo>
                      <a:pt x="785720" y="12059"/>
                    </a:lnTo>
                    <a:lnTo>
                      <a:pt x="786355" y="14597"/>
                    </a:lnTo>
                    <a:lnTo>
                      <a:pt x="786990" y="16501"/>
                    </a:lnTo>
                    <a:lnTo>
                      <a:pt x="788894" y="18405"/>
                    </a:lnTo>
                    <a:lnTo>
                      <a:pt x="790798" y="19040"/>
                    </a:lnTo>
                    <a:lnTo>
                      <a:pt x="795240" y="19675"/>
                    </a:lnTo>
                    <a:lnTo>
                      <a:pt x="799684" y="22213"/>
                    </a:lnTo>
                    <a:lnTo>
                      <a:pt x="800318" y="22848"/>
                    </a:lnTo>
                    <a:lnTo>
                      <a:pt x="801587" y="26021"/>
                    </a:lnTo>
                    <a:lnTo>
                      <a:pt x="802222" y="27291"/>
                    </a:lnTo>
                    <a:lnTo>
                      <a:pt x="802857" y="27925"/>
                    </a:lnTo>
                    <a:lnTo>
                      <a:pt x="803491" y="27925"/>
                    </a:lnTo>
                    <a:lnTo>
                      <a:pt x="805395" y="27925"/>
                    </a:lnTo>
                    <a:lnTo>
                      <a:pt x="806665" y="28560"/>
                    </a:lnTo>
                    <a:lnTo>
                      <a:pt x="807299" y="29830"/>
                    </a:lnTo>
                    <a:lnTo>
                      <a:pt x="807934" y="31099"/>
                    </a:lnTo>
                    <a:lnTo>
                      <a:pt x="808568" y="32368"/>
                    </a:lnTo>
                    <a:lnTo>
                      <a:pt x="810473" y="33637"/>
                    </a:lnTo>
                    <a:lnTo>
                      <a:pt x="814280" y="34907"/>
                    </a:lnTo>
                    <a:lnTo>
                      <a:pt x="816185" y="36176"/>
                    </a:lnTo>
                    <a:lnTo>
                      <a:pt x="817454" y="38080"/>
                    </a:lnTo>
                    <a:lnTo>
                      <a:pt x="818088" y="39984"/>
                    </a:lnTo>
                    <a:lnTo>
                      <a:pt x="818088" y="41888"/>
                    </a:lnTo>
                    <a:lnTo>
                      <a:pt x="817454" y="43792"/>
                    </a:lnTo>
                    <a:lnTo>
                      <a:pt x="819358" y="46331"/>
                    </a:lnTo>
                    <a:lnTo>
                      <a:pt x="826974" y="52677"/>
                    </a:lnTo>
                    <a:lnTo>
                      <a:pt x="829513" y="54582"/>
                    </a:lnTo>
                    <a:lnTo>
                      <a:pt x="835225" y="56486"/>
                    </a:lnTo>
                    <a:lnTo>
                      <a:pt x="842841" y="52677"/>
                    </a:lnTo>
                    <a:lnTo>
                      <a:pt x="842841" y="52677"/>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64" name="Google Shape;464;p51"/>
              <p:cNvSpPr/>
              <p:nvPr/>
            </p:nvSpPr>
            <p:spPr>
              <a:xfrm>
                <a:off x="5336006" y="4856008"/>
                <a:ext cx="851314" cy="720520"/>
              </a:xfrm>
              <a:custGeom>
                <a:avLst/>
                <a:gdLst/>
                <a:ahLst/>
                <a:cxnLst/>
                <a:rect l="l" t="t" r="r" b="b"/>
                <a:pathLst>
                  <a:path w="1169060" h="989449" extrusionOk="0">
                    <a:moveTo>
                      <a:pt x="542008" y="859342"/>
                    </a:moveTo>
                    <a:lnTo>
                      <a:pt x="536296" y="859342"/>
                    </a:lnTo>
                    <a:lnTo>
                      <a:pt x="529315" y="858073"/>
                    </a:lnTo>
                    <a:lnTo>
                      <a:pt x="529315" y="857438"/>
                    </a:lnTo>
                    <a:lnTo>
                      <a:pt x="522333" y="854900"/>
                    </a:lnTo>
                    <a:lnTo>
                      <a:pt x="516621" y="849822"/>
                    </a:lnTo>
                    <a:lnTo>
                      <a:pt x="512813" y="847918"/>
                    </a:lnTo>
                    <a:lnTo>
                      <a:pt x="500754" y="846014"/>
                    </a:lnTo>
                    <a:lnTo>
                      <a:pt x="498216" y="846649"/>
                    </a:lnTo>
                    <a:lnTo>
                      <a:pt x="497581" y="847284"/>
                    </a:lnTo>
                    <a:lnTo>
                      <a:pt x="495677" y="850457"/>
                    </a:lnTo>
                    <a:lnTo>
                      <a:pt x="494408" y="851726"/>
                    </a:lnTo>
                    <a:lnTo>
                      <a:pt x="489330" y="853630"/>
                    </a:lnTo>
                    <a:lnTo>
                      <a:pt x="485522" y="854265"/>
                    </a:lnTo>
                    <a:lnTo>
                      <a:pt x="481714" y="855534"/>
                    </a:lnTo>
                    <a:lnTo>
                      <a:pt x="476637" y="860612"/>
                    </a:lnTo>
                    <a:lnTo>
                      <a:pt x="476637" y="864420"/>
                    </a:lnTo>
                    <a:lnTo>
                      <a:pt x="480444" y="867593"/>
                    </a:lnTo>
                    <a:lnTo>
                      <a:pt x="503293" y="875844"/>
                    </a:lnTo>
                    <a:lnTo>
                      <a:pt x="505831" y="877748"/>
                    </a:lnTo>
                    <a:lnTo>
                      <a:pt x="508370" y="878382"/>
                    </a:lnTo>
                    <a:lnTo>
                      <a:pt x="521063" y="885998"/>
                    </a:lnTo>
                    <a:lnTo>
                      <a:pt x="529315" y="883460"/>
                    </a:lnTo>
                    <a:lnTo>
                      <a:pt x="532488" y="882825"/>
                    </a:lnTo>
                    <a:lnTo>
                      <a:pt x="533757" y="882191"/>
                    </a:lnTo>
                    <a:lnTo>
                      <a:pt x="534391" y="880287"/>
                    </a:lnTo>
                    <a:lnTo>
                      <a:pt x="534391" y="877113"/>
                    </a:lnTo>
                    <a:lnTo>
                      <a:pt x="535027" y="872670"/>
                    </a:lnTo>
                    <a:lnTo>
                      <a:pt x="537565" y="870132"/>
                    </a:lnTo>
                    <a:lnTo>
                      <a:pt x="545181" y="865054"/>
                    </a:lnTo>
                    <a:lnTo>
                      <a:pt x="547085" y="861247"/>
                    </a:lnTo>
                    <a:lnTo>
                      <a:pt x="545816" y="859342"/>
                    </a:lnTo>
                    <a:lnTo>
                      <a:pt x="542008" y="859342"/>
                    </a:lnTo>
                    <a:close/>
                    <a:moveTo>
                      <a:pt x="723523" y="976122"/>
                    </a:moveTo>
                    <a:lnTo>
                      <a:pt x="723523" y="976122"/>
                    </a:lnTo>
                    <a:lnTo>
                      <a:pt x="720984" y="975487"/>
                    </a:lnTo>
                    <a:lnTo>
                      <a:pt x="723523" y="976122"/>
                    </a:lnTo>
                    <a:close/>
                    <a:moveTo>
                      <a:pt x="723523" y="976122"/>
                    </a:moveTo>
                    <a:lnTo>
                      <a:pt x="729870" y="978025"/>
                    </a:lnTo>
                    <a:lnTo>
                      <a:pt x="737486" y="977391"/>
                    </a:lnTo>
                    <a:lnTo>
                      <a:pt x="732409" y="976122"/>
                    </a:lnTo>
                    <a:lnTo>
                      <a:pt x="723523" y="976122"/>
                    </a:lnTo>
                    <a:close/>
                    <a:moveTo>
                      <a:pt x="748275" y="976756"/>
                    </a:moveTo>
                    <a:lnTo>
                      <a:pt x="746371" y="976122"/>
                    </a:lnTo>
                    <a:lnTo>
                      <a:pt x="745737" y="976756"/>
                    </a:lnTo>
                    <a:lnTo>
                      <a:pt x="746371" y="978025"/>
                    </a:lnTo>
                    <a:lnTo>
                      <a:pt x="747641" y="978660"/>
                    </a:lnTo>
                    <a:lnTo>
                      <a:pt x="749544" y="979295"/>
                    </a:lnTo>
                    <a:lnTo>
                      <a:pt x="750179" y="978660"/>
                    </a:lnTo>
                    <a:lnTo>
                      <a:pt x="749544" y="977391"/>
                    </a:lnTo>
                    <a:lnTo>
                      <a:pt x="748275" y="976756"/>
                    </a:lnTo>
                    <a:close/>
                    <a:moveTo>
                      <a:pt x="786990" y="969140"/>
                    </a:moveTo>
                    <a:lnTo>
                      <a:pt x="786356" y="969140"/>
                    </a:lnTo>
                    <a:lnTo>
                      <a:pt x="782548" y="969140"/>
                    </a:lnTo>
                    <a:lnTo>
                      <a:pt x="781912" y="969775"/>
                    </a:lnTo>
                    <a:lnTo>
                      <a:pt x="780643" y="971044"/>
                    </a:lnTo>
                    <a:lnTo>
                      <a:pt x="778105" y="971679"/>
                    </a:lnTo>
                    <a:lnTo>
                      <a:pt x="776201" y="971044"/>
                    </a:lnTo>
                    <a:lnTo>
                      <a:pt x="775566" y="970409"/>
                    </a:lnTo>
                    <a:lnTo>
                      <a:pt x="774297" y="970409"/>
                    </a:lnTo>
                    <a:lnTo>
                      <a:pt x="769854" y="972948"/>
                    </a:lnTo>
                    <a:lnTo>
                      <a:pt x="768585" y="974218"/>
                    </a:lnTo>
                    <a:lnTo>
                      <a:pt x="762872" y="976122"/>
                    </a:lnTo>
                    <a:lnTo>
                      <a:pt x="763508" y="977391"/>
                    </a:lnTo>
                    <a:lnTo>
                      <a:pt x="766681" y="976756"/>
                    </a:lnTo>
                    <a:lnTo>
                      <a:pt x="783182" y="971679"/>
                    </a:lnTo>
                    <a:lnTo>
                      <a:pt x="786990" y="969775"/>
                    </a:lnTo>
                    <a:lnTo>
                      <a:pt x="789529" y="967871"/>
                    </a:lnTo>
                    <a:lnTo>
                      <a:pt x="790163" y="967236"/>
                    </a:lnTo>
                    <a:lnTo>
                      <a:pt x="788894" y="967871"/>
                    </a:lnTo>
                    <a:lnTo>
                      <a:pt x="786990" y="969140"/>
                    </a:lnTo>
                    <a:close/>
                    <a:moveTo>
                      <a:pt x="838398" y="967871"/>
                    </a:moveTo>
                    <a:lnTo>
                      <a:pt x="835859" y="966601"/>
                    </a:lnTo>
                    <a:lnTo>
                      <a:pt x="830148" y="964698"/>
                    </a:lnTo>
                    <a:lnTo>
                      <a:pt x="817455" y="963428"/>
                    </a:lnTo>
                    <a:lnTo>
                      <a:pt x="817455" y="964698"/>
                    </a:lnTo>
                    <a:lnTo>
                      <a:pt x="828244" y="967871"/>
                    </a:lnTo>
                    <a:lnTo>
                      <a:pt x="838398" y="969140"/>
                    </a:lnTo>
                    <a:lnTo>
                      <a:pt x="839668" y="969140"/>
                    </a:lnTo>
                    <a:lnTo>
                      <a:pt x="839668" y="968505"/>
                    </a:lnTo>
                    <a:lnTo>
                      <a:pt x="838398" y="967871"/>
                    </a:lnTo>
                    <a:close/>
                    <a:moveTo>
                      <a:pt x="1139866" y="793337"/>
                    </a:moveTo>
                    <a:lnTo>
                      <a:pt x="1140501" y="792067"/>
                    </a:lnTo>
                    <a:lnTo>
                      <a:pt x="1139866" y="793337"/>
                    </a:lnTo>
                    <a:lnTo>
                      <a:pt x="1137963" y="795241"/>
                    </a:lnTo>
                    <a:lnTo>
                      <a:pt x="1137963" y="795241"/>
                    </a:lnTo>
                    <a:lnTo>
                      <a:pt x="1139866" y="793337"/>
                    </a:lnTo>
                    <a:close/>
                    <a:moveTo>
                      <a:pt x="1073860" y="726697"/>
                    </a:moveTo>
                    <a:lnTo>
                      <a:pt x="1075130" y="726062"/>
                    </a:lnTo>
                    <a:lnTo>
                      <a:pt x="1074496" y="724793"/>
                    </a:lnTo>
                    <a:lnTo>
                      <a:pt x="1074496" y="723523"/>
                    </a:lnTo>
                    <a:lnTo>
                      <a:pt x="1075130" y="721619"/>
                    </a:lnTo>
                    <a:lnTo>
                      <a:pt x="1069418" y="723523"/>
                    </a:lnTo>
                    <a:lnTo>
                      <a:pt x="1065610" y="725427"/>
                    </a:lnTo>
                    <a:lnTo>
                      <a:pt x="1062437" y="728600"/>
                    </a:lnTo>
                    <a:lnTo>
                      <a:pt x="1063071" y="729870"/>
                    </a:lnTo>
                    <a:lnTo>
                      <a:pt x="1064976" y="729235"/>
                    </a:lnTo>
                    <a:lnTo>
                      <a:pt x="1067514" y="728600"/>
                    </a:lnTo>
                    <a:lnTo>
                      <a:pt x="1071322" y="727331"/>
                    </a:lnTo>
                    <a:lnTo>
                      <a:pt x="1073860" y="726697"/>
                    </a:lnTo>
                    <a:close/>
                    <a:moveTo>
                      <a:pt x="1097344" y="839033"/>
                    </a:moveTo>
                    <a:lnTo>
                      <a:pt x="1100517" y="836494"/>
                    </a:lnTo>
                    <a:lnTo>
                      <a:pt x="1101786" y="832686"/>
                    </a:lnTo>
                    <a:lnTo>
                      <a:pt x="1101152" y="832051"/>
                    </a:lnTo>
                    <a:lnTo>
                      <a:pt x="1101152" y="831417"/>
                    </a:lnTo>
                    <a:lnTo>
                      <a:pt x="1100517" y="830782"/>
                    </a:lnTo>
                    <a:lnTo>
                      <a:pt x="1099883" y="831417"/>
                    </a:lnTo>
                    <a:lnTo>
                      <a:pt x="1099247" y="835225"/>
                    </a:lnTo>
                    <a:lnTo>
                      <a:pt x="1096074" y="837764"/>
                    </a:lnTo>
                    <a:lnTo>
                      <a:pt x="1089093" y="840937"/>
                    </a:lnTo>
                    <a:lnTo>
                      <a:pt x="1092901" y="840937"/>
                    </a:lnTo>
                    <a:lnTo>
                      <a:pt x="1097344" y="839033"/>
                    </a:lnTo>
                    <a:close/>
                    <a:moveTo>
                      <a:pt x="828244" y="921540"/>
                    </a:moveTo>
                    <a:lnTo>
                      <a:pt x="829513" y="920271"/>
                    </a:lnTo>
                    <a:lnTo>
                      <a:pt x="830782" y="918367"/>
                    </a:lnTo>
                    <a:lnTo>
                      <a:pt x="830148" y="915828"/>
                    </a:lnTo>
                    <a:lnTo>
                      <a:pt x="827609" y="917097"/>
                    </a:lnTo>
                    <a:lnTo>
                      <a:pt x="826339" y="922809"/>
                    </a:lnTo>
                    <a:lnTo>
                      <a:pt x="826975" y="926617"/>
                    </a:lnTo>
                    <a:lnTo>
                      <a:pt x="826975" y="924079"/>
                    </a:lnTo>
                    <a:lnTo>
                      <a:pt x="828244" y="921540"/>
                    </a:lnTo>
                    <a:close/>
                    <a:moveTo>
                      <a:pt x="1117653" y="823166"/>
                    </a:moveTo>
                    <a:lnTo>
                      <a:pt x="1123365" y="814915"/>
                    </a:lnTo>
                    <a:lnTo>
                      <a:pt x="1123999" y="813646"/>
                    </a:lnTo>
                    <a:lnTo>
                      <a:pt x="1122730" y="814281"/>
                    </a:lnTo>
                    <a:lnTo>
                      <a:pt x="1122096" y="814915"/>
                    </a:lnTo>
                    <a:lnTo>
                      <a:pt x="1113845" y="826340"/>
                    </a:lnTo>
                    <a:lnTo>
                      <a:pt x="1115114" y="825705"/>
                    </a:lnTo>
                    <a:lnTo>
                      <a:pt x="1117653" y="823166"/>
                    </a:lnTo>
                    <a:close/>
                    <a:moveTo>
                      <a:pt x="1051013" y="698771"/>
                    </a:moveTo>
                    <a:lnTo>
                      <a:pt x="1055456" y="697501"/>
                    </a:lnTo>
                    <a:lnTo>
                      <a:pt x="1055456" y="696867"/>
                    </a:lnTo>
                    <a:lnTo>
                      <a:pt x="1056090" y="695598"/>
                    </a:lnTo>
                    <a:lnTo>
                      <a:pt x="1057359" y="694328"/>
                    </a:lnTo>
                    <a:lnTo>
                      <a:pt x="1058629" y="693694"/>
                    </a:lnTo>
                    <a:lnTo>
                      <a:pt x="1059264" y="693694"/>
                    </a:lnTo>
                    <a:lnTo>
                      <a:pt x="1059898" y="694328"/>
                    </a:lnTo>
                    <a:lnTo>
                      <a:pt x="1060533" y="694963"/>
                    </a:lnTo>
                    <a:lnTo>
                      <a:pt x="1062437" y="694963"/>
                    </a:lnTo>
                    <a:lnTo>
                      <a:pt x="1062437" y="694328"/>
                    </a:lnTo>
                    <a:lnTo>
                      <a:pt x="1063071" y="693059"/>
                    </a:lnTo>
                    <a:lnTo>
                      <a:pt x="1063706" y="691790"/>
                    </a:lnTo>
                    <a:lnTo>
                      <a:pt x="1064976" y="691155"/>
                    </a:lnTo>
                    <a:lnTo>
                      <a:pt x="1066879" y="691790"/>
                    </a:lnTo>
                    <a:lnTo>
                      <a:pt x="1067514" y="693059"/>
                    </a:lnTo>
                    <a:lnTo>
                      <a:pt x="1068149" y="694963"/>
                    </a:lnTo>
                    <a:lnTo>
                      <a:pt x="1068784" y="696232"/>
                    </a:lnTo>
                    <a:lnTo>
                      <a:pt x="1071957" y="700040"/>
                    </a:lnTo>
                    <a:lnTo>
                      <a:pt x="1073226" y="700675"/>
                    </a:lnTo>
                    <a:lnTo>
                      <a:pt x="1074496" y="697501"/>
                    </a:lnTo>
                    <a:lnTo>
                      <a:pt x="1077669" y="698136"/>
                    </a:lnTo>
                    <a:lnTo>
                      <a:pt x="1079573" y="696232"/>
                    </a:lnTo>
                    <a:lnTo>
                      <a:pt x="1080207" y="692424"/>
                    </a:lnTo>
                    <a:lnTo>
                      <a:pt x="1079573" y="688616"/>
                    </a:lnTo>
                    <a:lnTo>
                      <a:pt x="1078304" y="688616"/>
                    </a:lnTo>
                    <a:lnTo>
                      <a:pt x="1077669" y="690520"/>
                    </a:lnTo>
                    <a:lnTo>
                      <a:pt x="1077034" y="691790"/>
                    </a:lnTo>
                    <a:lnTo>
                      <a:pt x="1075765" y="693059"/>
                    </a:lnTo>
                    <a:lnTo>
                      <a:pt x="1074496" y="694328"/>
                    </a:lnTo>
                    <a:lnTo>
                      <a:pt x="1073860" y="693059"/>
                    </a:lnTo>
                    <a:lnTo>
                      <a:pt x="1072591" y="690520"/>
                    </a:lnTo>
                    <a:lnTo>
                      <a:pt x="1073226" y="686712"/>
                    </a:lnTo>
                    <a:lnTo>
                      <a:pt x="1069418" y="685443"/>
                    </a:lnTo>
                    <a:lnTo>
                      <a:pt x="1066245" y="683539"/>
                    </a:lnTo>
                    <a:lnTo>
                      <a:pt x="1068784" y="678461"/>
                    </a:lnTo>
                    <a:lnTo>
                      <a:pt x="1073860" y="671480"/>
                    </a:lnTo>
                    <a:lnTo>
                      <a:pt x="1076399" y="668941"/>
                    </a:lnTo>
                    <a:lnTo>
                      <a:pt x="1078938" y="667037"/>
                    </a:lnTo>
                    <a:lnTo>
                      <a:pt x="1078304" y="665134"/>
                    </a:lnTo>
                    <a:lnTo>
                      <a:pt x="1075130" y="666403"/>
                    </a:lnTo>
                    <a:lnTo>
                      <a:pt x="1072591" y="668941"/>
                    </a:lnTo>
                    <a:lnTo>
                      <a:pt x="1068784" y="674654"/>
                    </a:lnTo>
                    <a:lnTo>
                      <a:pt x="1063706" y="679096"/>
                    </a:lnTo>
                    <a:lnTo>
                      <a:pt x="1060533" y="681000"/>
                    </a:lnTo>
                    <a:lnTo>
                      <a:pt x="1057359" y="682270"/>
                    </a:lnTo>
                    <a:lnTo>
                      <a:pt x="1059264" y="686078"/>
                    </a:lnTo>
                    <a:lnTo>
                      <a:pt x="1057359" y="687981"/>
                    </a:lnTo>
                    <a:lnTo>
                      <a:pt x="1054820" y="687981"/>
                    </a:lnTo>
                    <a:lnTo>
                      <a:pt x="1053551" y="688616"/>
                    </a:lnTo>
                    <a:lnTo>
                      <a:pt x="1052917" y="690520"/>
                    </a:lnTo>
                    <a:lnTo>
                      <a:pt x="1050378" y="691790"/>
                    </a:lnTo>
                    <a:lnTo>
                      <a:pt x="1047839" y="693059"/>
                    </a:lnTo>
                    <a:lnTo>
                      <a:pt x="1045300" y="693694"/>
                    </a:lnTo>
                    <a:lnTo>
                      <a:pt x="1047205" y="696867"/>
                    </a:lnTo>
                    <a:lnTo>
                      <a:pt x="1051013" y="698771"/>
                    </a:lnTo>
                    <a:close/>
                    <a:moveTo>
                      <a:pt x="1059898" y="727331"/>
                    </a:moveTo>
                    <a:lnTo>
                      <a:pt x="1061802" y="724793"/>
                    </a:lnTo>
                    <a:lnTo>
                      <a:pt x="1064340" y="718446"/>
                    </a:lnTo>
                    <a:lnTo>
                      <a:pt x="1065610" y="714003"/>
                    </a:lnTo>
                    <a:lnTo>
                      <a:pt x="1064340" y="714003"/>
                    </a:lnTo>
                    <a:lnTo>
                      <a:pt x="1061167" y="719715"/>
                    </a:lnTo>
                    <a:lnTo>
                      <a:pt x="1059264" y="724158"/>
                    </a:lnTo>
                    <a:lnTo>
                      <a:pt x="1058629" y="726697"/>
                    </a:lnTo>
                    <a:lnTo>
                      <a:pt x="1056725" y="729235"/>
                    </a:lnTo>
                    <a:lnTo>
                      <a:pt x="1054820" y="731774"/>
                    </a:lnTo>
                    <a:lnTo>
                      <a:pt x="1056090" y="731139"/>
                    </a:lnTo>
                    <a:lnTo>
                      <a:pt x="1059898" y="727331"/>
                    </a:lnTo>
                    <a:close/>
                    <a:moveTo>
                      <a:pt x="1068784" y="756526"/>
                    </a:moveTo>
                    <a:lnTo>
                      <a:pt x="1067514" y="757161"/>
                    </a:lnTo>
                    <a:lnTo>
                      <a:pt x="1065610" y="758430"/>
                    </a:lnTo>
                    <a:lnTo>
                      <a:pt x="1063071" y="759065"/>
                    </a:lnTo>
                    <a:lnTo>
                      <a:pt x="1056090" y="757795"/>
                    </a:lnTo>
                    <a:lnTo>
                      <a:pt x="1055456" y="759065"/>
                    </a:lnTo>
                    <a:lnTo>
                      <a:pt x="1066245" y="766681"/>
                    </a:lnTo>
                    <a:lnTo>
                      <a:pt x="1068784" y="756526"/>
                    </a:lnTo>
                    <a:close/>
                    <a:moveTo>
                      <a:pt x="756526" y="976122"/>
                    </a:moveTo>
                    <a:lnTo>
                      <a:pt x="755891" y="976756"/>
                    </a:lnTo>
                    <a:lnTo>
                      <a:pt x="755891" y="977391"/>
                    </a:lnTo>
                    <a:lnTo>
                      <a:pt x="755891" y="978025"/>
                    </a:lnTo>
                    <a:lnTo>
                      <a:pt x="756526" y="978025"/>
                    </a:lnTo>
                    <a:lnTo>
                      <a:pt x="758430" y="976122"/>
                    </a:lnTo>
                    <a:lnTo>
                      <a:pt x="759065" y="974218"/>
                    </a:lnTo>
                    <a:lnTo>
                      <a:pt x="758430" y="974218"/>
                    </a:lnTo>
                    <a:lnTo>
                      <a:pt x="756526" y="976122"/>
                    </a:lnTo>
                    <a:close/>
                    <a:moveTo>
                      <a:pt x="1133520" y="910116"/>
                    </a:moveTo>
                    <a:lnTo>
                      <a:pt x="1133520" y="912020"/>
                    </a:lnTo>
                    <a:lnTo>
                      <a:pt x="1135424" y="912020"/>
                    </a:lnTo>
                    <a:lnTo>
                      <a:pt x="1136058" y="909481"/>
                    </a:lnTo>
                    <a:lnTo>
                      <a:pt x="1137327" y="908847"/>
                    </a:lnTo>
                    <a:lnTo>
                      <a:pt x="1142405" y="909481"/>
                    </a:lnTo>
                    <a:lnTo>
                      <a:pt x="1140501" y="906942"/>
                    </a:lnTo>
                    <a:lnTo>
                      <a:pt x="1139866" y="906308"/>
                    </a:lnTo>
                    <a:lnTo>
                      <a:pt x="1137963" y="906308"/>
                    </a:lnTo>
                    <a:lnTo>
                      <a:pt x="1137963" y="904404"/>
                    </a:lnTo>
                    <a:lnTo>
                      <a:pt x="1142405" y="903769"/>
                    </a:lnTo>
                    <a:lnTo>
                      <a:pt x="1139866" y="900596"/>
                    </a:lnTo>
                    <a:lnTo>
                      <a:pt x="1137327" y="899327"/>
                    </a:lnTo>
                    <a:lnTo>
                      <a:pt x="1134154" y="899327"/>
                    </a:lnTo>
                    <a:lnTo>
                      <a:pt x="1130346" y="899961"/>
                    </a:lnTo>
                    <a:lnTo>
                      <a:pt x="1131616" y="902500"/>
                    </a:lnTo>
                    <a:lnTo>
                      <a:pt x="1132251" y="903769"/>
                    </a:lnTo>
                    <a:lnTo>
                      <a:pt x="1129712" y="903769"/>
                    </a:lnTo>
                    <a:lnTo>
                      <a:pt x="1125904" y="903135"/>
                    </a:lnTo>
                    <a:lnTo>
                      <a:pt x="1122730" y="901231"/>
                    </a:lnTo>
                    <a:lnTo>
                      <a:pt x="1121461" y="898692"/>
                    </a:lnTo>
                    <a:lnTo>
                      <a:pt x="1111941" y="896788"/>
                    </a:lnTo>
                    <a:lnTo>
                      <a:pt x="1111941" y="894884"/>
                    </a:lnTo>
                    <a:lnTo>
                      <a:pt x="1114479" y="894249"/>
                    </a:lnTo>
                    <a:lnTo>
                      <a:pt x="1116384" y="892980"/>
                    </a:lnTo>
                    <a:lnTo>
                      <a:pt x="1117653" y="891076"/>
                    </a:lnTo>
                    <a:lnTo>
                      <a:pt x="1118923" y="888537"/>
                    </a:lnTo>
                    <a:lnTo>
                      <a:pt x="1116384" y="887902"/>
                    </a:lnTo>
                    <a:lnTo>
                      <a:pt x="1115749" y="885998"/>
                    </a:lnTo>
                    <a:lnTo>
                      <a:pt x="1114479" y="883460"/>
                    </a:lnTo>
                    <a:lnTo>
                      <a:pt x="1111941" y="880921"/>
                    </a:lnTo>
                    <a:lnTo>
                      <a:pt x="1111306" y="881556"/>
                    </a:lnTo>
                    <a:lnTo>
                      <a:pt x="1109403" y="882825"/>
                    </a:lnTo>
                    <a:lnTo>
                      <a:pt x="1108767" y="879652"/>
                    </a:lnTo>
                    <a:lnTo>
                      <a:pt x="1107498" y="877748"/>
                    </a:lnTo>
                    <a:lnTo>
                      <a:pt x="1106229" y="876478"/>
                    </a:lnTo>
                    <a:lnTo>
                      <a:pt x="1104959" y="873940"/>
                    </a:lnTo>
                    <a:lnTo>
                      <a:pt x="1104325" y="874574"/>
                    </a:lnTo>
                    <a:lnTo>
                      <a:pt x="1102421" y="875844"/>
                    </a:lnTo>
                    <a:lnTo>
                      <a:pt x="1102421" y="873305"/>
                    </a:lnTo>
                    <a:lnTo>
                      <a:pt x="1101786" y="870767"/>
                    </a:lnTo>
                    <a:lnTo>
                      <a:pt x="1101152" y="869497"/>
                    </a:lnTo>
                    <a:lnTo>
                      <a:pt x="1100517" y="869497"/>
                    </a:lnTo>
                    <a:lnTo>
                      <a:pt x="1099883" y="868862"/>
                    </a:lnTo>
                    <a:lnTo>
                      <a:pt x="1099883" y="868228"/>
                    </a:lnTo>
                    <a:lnTo>
                      <a:pt x="1099247" y="867593"/>
                    </a:lnTo>
                    <a:lnTo>
                      <a:pt x="1098613" y="867593"/>
                    </a:lnTo>
                    <a:lnTo>
                      <a:pt x="1097344" y="872036"/>
                    </a:lnTo>
                    <a:lnTo>
                      <a:pt x="1094170" y="875844"/>
                    </a:lnTo>
                    <a:lnTo>
                      <a:pt x="1090362" y="877748"/>
                    </a:lnTo>
                    <a:lnTo>
                      <a:pt x="1087824" y="877113"/>
                    </a:lnTo>
                    <a:lnTo>
                      <a:pt x="1086554" y="875209"/>
                    </a:lnTo>
                    <a:lnTo>
                      <a:pt x="1085285" y="870767"/>
                    </a:lnTo>
                    <a:lnTo>
                      <a:pt x="1084016" y="868862"/>
                    </a:lnTo>
                    <a:lnTo>
                      <a:pt x="1081477" y="868228"/>
                    </a:lnTo>
                    <a:lnTo>
                      <a:pt x="1079573" y="868862"/>
                    </a:lnTo>
                    <a:lnTo>
                      <a:pt x="1077669" y="869497"/>
                    </a:lnTo>
                    <a:lnTo>
                      <a:pt x="1073226" y="870767"/>
                    </a:lnTo>
                    <a:lnTo>
                      <a:pt x="1070053" y="872036"/>
                    </a:lnTo>
                    <a:lnTo>
                      <a:pt x="1068149" y="872670"/>
                    </a:lnTo>
                    <a:lnTo>
                      <a:pt x="1065610" y="872670"/>
                    </a:lnTo>
                    <a:lnTo>
                      <a:pt x="1061802" y="870767"/>
                    </a:lnTo>
                    <a:lnTo>
                      <a:pt x="1059898" y="870132"/>
                    </a:lnTo>
                    <a:lnTo>
                      <a:pt x="1058629" y="869497"/>
                    </a:lnTo>
                    <a:lnTo>
                      <a:pt x="1058629" y="867593"/>
                    </a:lnTo>
                    <a:lnTo>
                      <a:pt x="1059898" y="865689"/>
                    </a:lnTo>
                    <a:lnTo>
                      <a:pt x="1062437" y="865054"/>
                    </a:lnTo>
                    <a:lnTo>
                      <a:pt x="1064976" y="865054"/>
                    </a:lnTo>
                    <a:lnTo>
                      <a:pt x="1066879" y="864420"/>
                    </a:lnTo>
                    <a:lnTo>
                      <a:pt x="1068149" y="863150"/>
                    </a:lnTo>
                    <a:lnTo>
                      <a:pt x="1068149" y="861881"/>
                    </a:lnTo>
                    <a:lnTo>
                      <a:pt x="1065610" y="861881"/>
                    </a:lnTo>
                    <a:lnTo>
                      <a:pt x="1063071" y="861881"/>
                    </a:lnTo>
                    <a:lnTo>
                      <a:pt x="1060533" y="862516"/>
                    </a:lnTo>
                    <a:lnTo>
                      <a:pt x="1058629" y="863785"/>
                    </a:lnTo>
                    <a:lnTo>
                      <a:pt x="1057359" y="863785"/>
                    </a:lnTo>
                    <a:lnTo>
                      <a:pt x="1056090" y="863150"/>
                    </a:lnTo>
                    <a:lnTo>
                      <a:pt x="1054186" y="863150"/>
                    </a:lnTo>
                    <a:lnTo>
                      <a:pt x="1052282" y="863785"/>
                    </a:lnTo>
                    <a:lnTo>
                      <a:pt x="1051647" y="863150"/>
                    </a:lnTo>
                    <a:lnTo>
                      <a:pt x="1047205" y="861247"/>
                    </a:lnTo>
                    <a:lnTo>
                      <a:pt x="1042127" y="861881"/>
                    </a:lnTo>
                    <a:lnTo>
                      <a:pt x="1029434" y="865689"/>
                    </a:lnTo>
                    <a:lnTo>
                      <a:pt x="1026260" y="865689"/>
                    </a:lnTo>
                    <a:lnTo>
                      <a:pt x="1023722" y="865054"/>
                    </a:lnTo>
                    <a:lnTo>
                      <a:pt x="1022452" y="862516"/>
                    </a:lnTo>
                    <a:lnTo>
                      <a:pt x="1023722" y="861881"/>
                    </a:lnTo>
                    <a:lnTo>
                      <a:pt x="1026260" y="861247"/>
                    </a:lnTo>
                    <a:lnTo>
                      <a:pt x="1028165" y="859342"/>
                    </a:lnTo>
                    <a:lnTo>
                      <a:pt x="1028165" y="855534"/>
                    </a:lnTo>
                    <a:lnTo>
                      <a:pt x="1024991" y="857438"/>
                    </a:lnTo>
                    <a:lnTo>
                      <a:pt x="1023722" y="855534"/>
                    </a:lnTo>
                    <a:lnTo>
                      <a:pt x="1024357" y="851726"/>
                    </a:lnTo>
                    <a:lnTo>
                      <a:pt x="1026260" y="847918"/>
                    </a:lnTo>
                    <a:lnTo>
                      <a:pt x="1026260" y="846014"/>
                    </a:lnTo>
                    <a:lnTo>
                      <a:pt x="1022452" y="846014"/>
                    </a:lnTo>
                    <a:lnTo>
                      <a:pt x="1016106" y="842841"/>
                    </a:lnTo>
                    <a:lnTo>
                      <a:pt x="1012298" y="842206"/>
                    </a:lnTo>
                    <a:lnTo>
                      <a:pt x="1012932" y="841572"/>
                    </a:lnTo>
                    <a:lnTo>
                      <a:pt x="1012932" y="841572"/>
                    </a:lnTo>
                    <a:lnTo>
                      <a:pt x="1013567" y="840937"/>
                    </a:lnTo>
                    <a:lnTo>
                      <a:pt x="1010393" y="839668"/>
                    </a:lnTo>
                    <a:lnTo>
                      <a:pt x="1005317" y="840937"/>
                    </a:lnTo>
                    <a:lnTo>
                      <a:pt x="1000239" y="838398"/>
                    </a:lnTo>
                    <a:lnTo>
                      <a:pt x="993892" y="837129"/>
                    </a:lnTo>
                    <a:lnTo>
                      <a:pt x="991353" y="835860"/>
                    </a:lnTo>
                    <a:lnTo>
                      <a:pt x="990084" y="833321"/>
                    </a:lnTo>
                    <a:lnTo>
                      <a:pt x="988180" y="828244"/>
                    </a:lnTo>
                    <a:lnTo>
                      <a:pt x="986911" y="825705"/>
                    </a:lnTo>
                    <a:lnTo>
                      <a:pt x="979930" y="818724"/>
                    </a:lnTo>
                    <a:lnTo>
                      <a:pt x="978660" y="816185"/>
                    </a:lnTo>
                    <a:lnTo>
                      <a:pt x="979295" y="816185"/>
                    </a:lnTo>
                    <a:lnTo>
                      <a:pt x="981199" y="816185"/>
                    </a:lnTo>
                    <a:lnTo>
                      <a:pt x="979295" y="813646"/>
                    </a:lnTo>
                    <a:lnTo>
                      <a:pt x="976756" y="813011"/>
                    </a:lnTo>
                    <a:lnTo>
                      <a:pt x="971679" y="812377"/>
                    </a:lnTo>
                    <a:lnTo>
                      <a:pt x="979295" y="809838"/>
                    </a:lnTo>
                    <a:lnTo>
                      <a:pt x="997700" y="813011"/>
                    </a:lnTo>
                    <a:lnTo>
                      <a:pt x="1001509" y="811107"/>
                    </a:lnTo>
                    <a:lnTo>
                      <a:pt x="995162" y="806030"/>
                    </a:lnTo>
                    <a:lnTo>
                      <a:pt x="994527" y="804761"/>
                    </a:lnTo>
                    <a:lnTo>
                      <a:pt x="994527" y="804126"/>
                    </a:lnTo>
                    <a:lnTo>
                      <a:pt x="994527" y="802857"/>
                    </a:lnTo>
                    <a:lnTo>
                      <a:pt x="990084" y="801587"/>
                    </a:lnTo>
                    <a:lnTo>
                      <a:pt x="991989" y="800318"/>
                    </a:lnTo>
                    <a:lnTo>
                      <a:pt x="992623" y="799684"/>
                    </a:lnTo>
                    <a:lnTo>
                      <a:pt x="989450" y="797145"/>
                    </a:lnTo>
                    <a:lnTo>
                      <a:pt x="983738" y="793971"/>
                    </a:lnTo>
                    <a:lnTo>
                      <a:pt x="981199" y="791433"/>
                    </a:lnTo>
                    <a:lnTo>
                      <a:pt x="988180" y="792702"/>
                    </a:lnTo>
                    <a:lnTo>
                      <a:pt x="999604" y="798414"/>
                    </a:lnTo>
                    <a:lnTo>
                      <a:pt x="1005951" y="799049"/>
                    </a:lnTo>
                    <a:lnTo>
                      <a:pt x="1011663" y="799049"/>
                    </a:lnTo>
                    <a:lnTo>
                      <a:pt x="1018644" y="799684"/>
                    </a:lnTo>
                    <a:lnTo>
                      <a:pt x="1021183" y="800953"/>
                    </a:lnTo>
                    <a:lnTo>
                      <a:pt x="1023722" y="803491"/>
                    </a:lnTo>
                    <a:lnTo>
                      <a:pt x="1026895" y="805395"/>
                    </a:lnTo>
                    <a:lnTo>
                      <a:pt x="1030703" y="805395"/>
                    </a:lnTo>
                    <a:lnTo>
                      <a:pt x="1030703" y="803491"/>
                    </a:lnTo>
                    <a:lnTo>
                      <a:pt x="1023087" y="797780"/>
                    </a:lnTo>
                    <a:lnTo>
                      <a:pt x="1019279" y="795875"/>
                    </a:lnTo>
                    <a:lnTo>
                      <a:pt x="1020549" y="795875"/>
                    </a:lnTo>
                    <a:lnTo>
                      <a:pt x="1021183" y="795875"/>
                    </a:lnTo>
                    <a:lnTo>
                      <a:pt x="1021818" y="795875"/>
                    </a:lnTo>
                    <a:lnTo>
                      <a:pt x="1023087" y="795875"/>
                    </a:lnTo>
                    <a:lnTo>
                      <a:pt x="1020549" y="793337"/>
                    </a:lnTo>
                    <a:lnTo>
                      <a:pt x="1016106" y="793337"/>
                    </a:lnTo>
                    <a:lnTo>
                      <a:pt x="1011029" y="793971"/>
                    </a:lnTo>
                    <a:lnTo>
                      <a:pt x="1006586" y="793971"/>
                    </a:lnTo>
                    <a:lnTo>
                      <a:pt x="1004047" y="791433"/>
                    </a:lnTo>
                    <a:lnTo>
                      <a:pt x="1002143" y="787625"/>
                    </a:lnTo>
                    <a:lnTo>
                      <a:pt x="1002143" y="783182"/>
                    </a:lnTo>
                    <a:lnTo>
                      <a:pt x="1005317" y="778739"/>
                    </a:lnTo>
                    <a:lnTo>
                      <a:pt x="1007220" y="778105"/>
                    </a:lnTo>
                    <a:lnTo>
                      <a:pt x="1012298" y="778105"/>
                    </a:lnTo>
                    <a:lnTo>
                      <a:pt x="1014202" y="777470"/>
                    </a:lnTo>
                    <a:lnTo>
                      <a:pt x="1016740" y="776201"/>
                    </a:lnTo>
                    <a:lnTo>
                      <a:pt x="1018010" y="774931"/>
                    </a:lnTo>
                    <a:lnTo>
                      <a:pt x="1019914" y="770488"/>
                    </a:lnTo>
                    <a:lnTo>
                      <a:pt x="1022452" y="766681"/>
                    </a:lnTo>
                    <a:lnTo>
                      <a:pt x="1025626" y="763507"/>
                    </a:lnTo>
                    <a:lnTo>
                      <a:pt x="1027530" y="760334"/>
                    </a:lnTo>
                    <a:lnTo>
                      <a:pt x="1026260" y="755891"/>
                    </a:lnTo>
                    <a:lnTo>
                      <a:pt x="1028799" y="755891"/>
                    </a:lnTo>
                    <a:lnTo>
                      <a:pt x="1031338" y="756526"/>
                    </a:lnTo>
                    <a:lnTo>
                      <a:pt x="1033877" y="757795"/>
                    </a:lnTo>
                    <a:lnTo>
                      <a:pt x="1035780" y="759699"/>
                    </a:lnTo>
                    <a:lnTo>
                      <a:pt x="1038319" y="763507"/>
                    </a:lnTo>
                    <a:lnTo>
                      <a:pt x="1040223" y="764777"/>
                    </a:lnTo>
                    <a:lnTo>
                      <a:pt x="1042762" y="764777"/>
                    </a:lnTo>
                    <a:lnTo>
                      <a:pt x="1042762" y="766681"/>
                    </a:lnTo>
                    <a:lnTo>
                      <a:pt x="1042762" y="770488"/>
                    </a:lnTo>
                    <a:lnTo>
                      <a:pt x="1042762" y="772393"/>
                    </a:lnTo>
                    <a:lnTo>
                      <a:pt x="1044666" y="770488"/>
                    </a:lnTo>
                    <a:lnTo>
                      <a:pt x="1045936" y="765411"/>
                    </a:lnTo>
                    <a:lnTo>
                      <a:pt x="1047839" y="763507"/>
                    </a:lnTo>
                    <a:lnTo>
                      <a:pt x="1049743" y="763507"/>
                    </a:lnTo>
                    <a:lnTo>
                      <a:pt x="1054820" y="764142"/>
                    </a:lnTo>
                    <a:lnTo>
                      <a:pt x="1057359" y="764142"/>
                    </a:lnTo>
                    <a:lnTo>
                      <a:pt x="1054186" y="762873"/>
                    </a:lnTo>
                    <a:lnTo>
                      <a:pt x="1052282" y="760334"/>
                    </a:lnTo>
                    <a:lnTo>
                      <a:pt x="1051013" y="757161"/>
                    </a:lnTo>
                    <a:lnTo>
                      <a:pt x="1049109" y="754622"/>
                    </a:lnTo>
                    <a:lnTo>
                      <a:pt x="1049743" y="752718"/>
                    </a:lnTo>
                    <a:lnTo>
                      <a:pt x="1051013" y="750814"/>
                    </a:lnTo>
                    <a:lnTo>
                      <a:pt x="1052917" y="749544"/>
                    </a:lnTo>
                    <a:lnTo>
                      <a:pt x="1055456" y="748910"/>
                    </a:lnTo>
                    <a:lnTo>
                      <a:pt x="1054820" y="747641"/>
                    </a:lnTo>
                    <a:lnTo>
                      <a:pt x="1054186" y="747006"/>
                    </a:lnTo>
                    <a:lnTo>
                      <a:pt x="1053551" y="746371"/>
                    </a:lnTo>
                    <a:lnTo>
                      <a:pt x="1052282" y="745737"/>
                    </a:lnTo>
                    <a:lnTo>
                      <a:pt x="1053551" y="745102"/>
                    </a:lnTo>
                    <a:lnTo>
                      <a:pt x="1057994" y="741928"/>
                    </a:lnTo>
                    <a:lnTo>
                      <a:pt x="1051647" y="740024"/>
                    </a:lnTo>
                    <a:lnTo>
                      <a:pt x="1050378" y="739390"/>
                    </a:lnTo>
                    <a:lnTo>
                      <a:pt x="1049109" y="741294"/>
                    </a:lnTo>
                    <a:lnTo>
                      <a:pt x="1047839" y="741928"/>
                    </a:lnTo>
                    <a:lnTo>
                      <a:pt x="1044666" y="743198"/>
                    </a:lnTo>
                    <a:lnTo>
                      <a:pt x="1044666" y="741294"/>
                    </a:lnTo>
                    <a:lnTo>
                      <a:pt x="1048474" y="738120"/>
                    </a:lnTo>
                    <a:lnTo>
                      <a:pt x="1049743" y="735582"/>
                    </a:lnTo>
                    <a:lnTo>
                      <a:pt x="1049109" y="733043"/>
                    </a:lnTo>
                    <a:lnTo>
                      <a:pt x="1047205" y="732408"/>
                    </a:lnTo>
                    <a:lnTo>
                      <a:pt x="1044666" y="733678"/>
                    </a:lnTo>
                    <a:lnTo>
                      <a:pt x="1042127" y="735582"/>
                    </a:lnTo>
                    <a:lnTo>
                      <a:pt x="1040858" y="737486"/>
                    </a:lnTo>
                    <a:lnTo>
                      <a:pt x="1039589" y="737486"/>
                    </a:lnTo>
                    <a:lnTo>
                      <a:pt x="1039589" y="736217"/>
                    </a:lnTo>
                    <a:lnTo>
                      <a:pt x="1038954" y="736217"/>
                    </a:lnTo>
                    <a:lnTo>
                      <a:pt x="1038954" y="736217"/>
                    </a:lnTo>
                    <a:lnTo>
                      <a:pt x="1037685" y="735582"/>
                    </a:lnTo>
                    <a:lnTo>
                      <a:pt x="1033877" y="731774"/>
                    </a:lnTo>
                    <a:lnTo>
                      <a:pt x="1033877" y="730504"/>
                    </a:lnTo>
                    <a:lnTo>
                      <a:pt x="1039589" y="726697"/>
                    </a:lnTo>
                    <a:lnTo>
                      <a:pt x="1041492" y="730504"/>
                    </a:lnTo>
                    <a:lnTo>
                      <a:pt x="1045300" y="729235"/>
                    </a:lnTo>
                    <a:lnTo>
                      <a:pt x="1047205" y="725427"/>
                    </a:lnTo>
                    <a:lnTo>
                      <a:pt x="1043397" y="720984"/>
                    </a:lnTo>
                    <a:lnTo>
                      <a:pt x="1040223" y="720350"/>
                    </a:lnTo>
                    <a:lnTo>
                      <a:pt x="1034511" y="722254"/>
                    </a:lnTo>
                    <a:lnTo>
                      <a:pt x="1031972" y="722254"/>
                    </a:lnTo>
                    <a:lnTo>
                      <a:pt x="1028799" y="720984"/>
                    </a:lnTo>
                    <a:lnTo>
                      <a:pt x="1029434" y="720350"/>
                    </a:lnTo>
                    <a:lnTo>
                      <a:pt x="1031338" y="719715"/>
                    </a:lnTo>
                    <a:lnTo>
                      <a:pt x="1032607" y="717811"/>
                    </a:lnTo>
                    <a:lnTo>
                      <a:pt x="1032607" y="715273"/>
                    </a:lnTo>
                    <a:lnTo>
                      <a:pt x="1031338" y="713368"/>
                    </a:lnTo>
                    <a:lnTo>
                      <a:pt x="1030703" y="711464"/>
                    </a:lnTo>
                    <a:lnTo>
                      <a:pt x="1031972" y="708926"/>
                    </a:lnTo>
                    <a:lnTo>
                      <a:pt x="1034511" y="707022"/>
                    </a:lnTo>
                    <a:lnTo>
                      <a:pt x="1040858" y="707022"/>
                    </a:lnTo>
                    <a:lnTo>
                      <a:pt x="1043397" y="705753"/>
                    </a:lnTo>
                    <a:lnTo>
                      <a:pt x="1045936" y="703214"/>
                    </a:lnTo>
                    <a:lnTo>
                      <a:pt x="1045936" y="701310"/>
                    </a:lnTo>
                    <a:lnTo>
                      <a:pt x="1044666" y="700040"/>
                    </a:lnTo>
                    <a:lnTo>
                      <a:pt x="1041492" y="699406"/>
                    </a:lnTo>
                    <a:lnTo>
                      <a:pt x="1040223" y="700040"/>
                    </a:lnTo>
                    <a:lnTo>
                      <a:pt x="1035780" y="703848"/>
                    </a:lnTo>
                    <a:lnTo>
                      <a:pt x="1034511" y="705118"/>
                    </a:lnTo>
                    <a:lnTo>
                      <a:pt x="1033242" y="705118"/>
                    </a:lnTo>
                    <a:lnTo>
                      <a:pt x="1032607" y="704483"/>
                    </a:lnTo>
                    <a:lnTo>
                      <a:pt x="1032607" y="704483"/>
                    </a:lnTo>
                    <a:lnTo>
                      <a:pt x="1031972" y="704483"/>
                    </a:lnTo>
                    <a:lnTo>
                      <a:pt x="1031338" y="703848"/>
                    </a:lnTo>
                    <a:lnTo>
                      <a:pt x="1031338" y="701944"/>
                    </a:lnTo>
                    <a:lnTo>
                      <a:pt x="1033242" y="701944"/>
                    </a:lnTo>
                    <a:lnTo>
                      <a:pt x="1033242" y="700675"/>
                    </a:lnTo>
                    <a:lnTo>
                      <a:pt x="1031338" y="700040"/>
                    </a:lnTo>
                    <a:lnTo>
                      <a:pt x="1026260" y="698136"/>
                    </a:lnTo>
                    <a:lnTo>
                      <a:pt x="1023722" y="698136"/>
                    </a:lnTo>
                    <a:lnTo>
                      <a:pt x="1022452" y="696867"/>
                    </a:lnTo>
                    <a:lnTo>
                      <a:pt x="1021183" y="696867"/>
                    </a:lnTo>
                    <a:lnTo>
                      <a:pt x="1019914" y="698136"/>
                    </a:lnTo>
                    <a:lnTo>
                      <a:pt x="1019279" y="699406"/>
                    </a:lnTo>
                    <a:lnTo>
                      <a:pt x="1019914" y="702579"/>
                    </a:lnTo>
                    <a:lnTo>
                      <a:pt x="1019914" y="703848"/>
                    </a:lnTo>
                    <a:lnTo>
                      <a:pt x="1019279" y="706387"/>
                    </a:lnTo>
                    <a:lnTo>
                      <a:pt x="1018644" y="708291"/>
                    </a:lnTo>
                    <a:lnTo>
                      <a:pt x="1018010" y="710195"/>
                    </a:lnTo>
                    <a:lnTo>
                      <a:pt x="1016740" y="712099"/>
                    </a:lnTo>
                    <a:lnTo>
                      <a:pt x="1014202" y="714003"/>
                    </a:lnTo>
                    <a:lnTo>
                      <a:pt x="1009759" y="715273"/>
                    </a:lnTo>
                    <a:lnTo>
                      <a:pt x="1007855" y="716542"/>
                    </a:lnTo>
                    <a:lnTo>
                      <a:pt x="1005317" y="719080"/>
                    </a:lnTo>
                    <a:lnTo>
                      <a:pt x="1004682" y="722254"/>
                    </a:lnTo>
                    <a:lnTo>
                      <a:pt x="1005317" y="731139"/>
                    </a:lnTo>
                    <a:lnTo>
                      <a:pt x="1004682" y="736217"/>
                    </a:lnTo>
                    <a:lnTo>
                      <a:pt x="1002778" y="741928"/>
                    </a:lnTo>
                    <a:lnTo>
                      <a:pt x="999604" y="747006"/>
                    </a:lnTo>
                    <a:lnTo>
                      <a:pt x="995797" y="750179"/>
                    </a:lnTo>
                    <a:lnTo>
                      <a:pt x="991353" y="752083"/>
                    </a:lnTo>
                    <a:lnTo>
                      <a:pt x="986277" y="752718"/>
                    </a:lnTo>
                    <a:lnTo>
                      <a:pt x="981199" y="751448"/>
                    </a:lnTo>
                    <a:lnTo>
                      <a:pt x="976756" y="748275"/>
                    </a:lnTo>
                    <a:lnTo>
                      <a:pt x="971044" y="742563"/>
                    </a:lnTo>
                    <a:lnTo>
                      <a:pt x="971679" y="739390"/>
                    </a:lnTo>
                    <a:lnTo>
                      <a:pt x="974218" y="734947"/>
                    </a:lnTo>
                    <a:lnTo>
                      <a:pt x="974852" y="733678"/>
                    </a:lnTo>
                    <a:lnTo>
                      <a:pt x="972949" y="733043"/>
                    </a:lnTo>
                    <a:lnTo>
                      <a:pt x="965967" y="736851"/>
                    </a:lnTo>
                    <a:lnTo>
                      <a:pt x="962793" y="738120"/>
                    </a:lnTo>
                    <a:lnTo>
                      <a:pt x="957082" y="738755"/>
                    </a:lnTo>
                    <a:lnTo>
                      <a:pt x="953273" y="738120"/>
                    </a:lnTo>
                    <a:lnTo>
                      <a:pt x="950735" y="735582"/>
                    </a:lnTo>
                    <a:lnTo>
                      <a:pt x="948196" y="731139"/>
                    </a:lnTo>
                    <a:lnTo>
                      <a:pt x="946292" y="726697"/>
                    </a:lnTo>
                    <a:lnTo>
                      <a:pt x="945658" y="722888"/>
                    </a:lnTo>
                    <a:lnTo>
                      <a:pt x="946292" y="719080"/>
                    </a:lnTo>
                    <a:lnTo>
                      <a:pt x="948831" y="715273"/>
                    </a:lnTo>
                    <a:lnTo>
                      <a:pt x="953273" y="712099"/>
                    </a:lnTo>
                    <a:lnTo>
                      <a:pt x="958985" y="711464"/>
                    </a:lnTo>
                    <a:lnTo>
                      <a:pt x="964698" y="713368"/>
                    </a:lnTo>
                    <a:lnTo>
                      <a:pt x="969140" y="717176"/>
                    </a:lnTo>
                    <a:lnTo>
                      <a:pt x="971044" y="714638"/>
                    </a:lnTo>
                    <a:lnTo>
                      <a:pt x="971044" y="712099"/>
                    </a:lnTo>
                    <a:lnTo>
                      <a:pt x="970410" y="709560"/>
                    </a:lnTo>
                    <a:lnTo>
                      <a:pt x="971044" y="707022"/>
                    </a:lnTo>
                    <a:lnTo>
                      <a:pt x="972949" y="705753"/>
                    </a:lnTo>
                    <a:lnTo>
                      <a:pt x="979295" y="703214"/>
                    </a:lnTo>
                    <a:lnTo>
                      <a:pt x="979930" y="696867"/>
                    </a:lnTo>
                    <a:lnTo>
                      <a:pt x="981833" y="693694"/>
                    </a:lnTo>
                    <a:lnTo>
                      <a:pt x="984372" y="691155"/>
                    </a:lnTo>
                    <a:lnTo>
                      <a:pt x="986911" y="686712"/>
                    </a:lnTo>
                    <a:lnTo>
                      <a:pt x="984372" y="685443"/>
                    </a:lnTo>
                    <a:lnTo>
                      <a:pt x="980564" y="681635"/>
                    </a:lnTo>
                    <a:lnTo>
                      <a:pt x="977391" y="681000"/>
                    </a:lnTo>
                    <a:lnTo>
                      <a:pt x="971679" y="683539"/>
                    </a:lnTo>
                    <a:lnTo>
                      <a:pt x="971044" y="685443"/>
                    </a:lnTo>
                    <a:lnTo>
                      <a:pt x="972313" y="686078"/>
                    </a:lnTo>
                    <a:lnTo>
                      <a:pt x="974218" y="686712"/>
                    </a:lnTo>
                    <a:lnTo>
                      <a:pt x="974852" y="686712"/>
                    </a:lnTo>
                    <a:lnTo>
                      <a:pt x="974852" y="685443"/>
                    </a:lnTo>
                    <a:lnTo>
                      <a:pt x="976122" y="684808"/>
                    </a:lnTo>
                    <a:lnTo>
                      <a:pt x="977391" y="685443"/>
                    </a:lnTo>
                    <a:lnTo>
                      <a:pt x="978025" y="686712"/>
                    </a:lnTo>
                    <a:lnTo>
                      <a:pt x="977391" y="688616"/>
                    </a:lnTo>
                    <a:lnTo>
                      <a:pt x="976756" y="689886"/>
                    </a:lnTo>
                    <a:lnTo>
                      <a:pt x="974218" y="692424"/>
                    </a:lnTo>
                    <a:lnTo>
                      <a:pt x="972949" y="693059"/>
                    </a:lnTo>
                    <a:lnTo>
                      <a:pt x="969775" y="693059"/>
                    </a:lnTo>
                    <a:lnTo>
                      <a:pt x="968505" y="693059"/>
                    </a:lnTo>
                    <a:lnTo>
                      <a:pt x="968505" y="693694"/>
                    </a:lnTo>
                    <a:lnTo>
                      <a:pt x="965967" y="700040"/>
                    </a:lnTo>
                    <a:lnTo>
                      <a:pt x="965332" y="698771"/>
                    </a:lnTo>
                    <a:lnTo>
                      <a:pt x="964698" y="698136"/>
                    </a:lnTo>
                    <a:lnTo>
                      <a:pt x="964063" y="697501"/>
                    </a:lnTo>
                    <a:lnTo>
                      <a:pt x="963429" y="696867"/>
                    </a:lnTo>
                    <a:lnTo>
                      <a:pt x="964698" y="694328"/>
                    </a:lnTo>
                    <a:lnTo>
                      <a:pt x="966602" y="687347"/>
                    </a:lnTo>
                    <a:lnTo>
                      <a:pt x="968505" y="684174"/>
                    </a:lnTo>
                    <a:lnTo>
                      <a:pt x="966602" y="681000"/>
                    </a:lnTo>
                    <a:lnTo>
                      <a:pt x="964698" y="681000"/>
                    </a:lnTo>
                    <a:lnTo>
                      <a:pt x="964063" y="684174"/>
                    </a:lnTo>
                    <a:lnTo>
                      <a:pt x="963429" y="687347"/>
                    </a:lnTo>
                    <a:lnTo>
                      <a:pt x="961524" y="690520"/>
                    </a:lnTo>
                    <a:lnTo>
                      <a:pt x="957716" y="697501"/>
                    </a:lnTo>
                    <a:lnTo>
                      <a:pt x="957082" y="699406"/>
                    </a:lnTo>
                    <a:lnTo>
                      <a:pt x="956447" y="700675"/>
                    </a:lnTo>
                    <a:lnTo>
                      <a:pt x="954543" y="700675"/>
                    </a:lnTo>
                    <a:lnTo>
                      <a:pt x="951370" y="700040"/>
                    </a:lnTo>
                    <a:lnTo>
                      <a:pt x="947562" y="698771"/>
                    </a:lnTo>
                    <a:lnTo>
                      <a:pt x="944388" y="696867"/>
                    </a:lnTo>
                    <a:lnTo>
                      <a:pt x="943119" y="694328"/>
                    </a:lnTo>
                    <a:lnTo>
                      <a:pt x="942484" y="690520"/>
                    </a:lnTo>
                    <a:lnTo>
                      <a:pt x="940580" y="689251"/>
                    </a:lnTo>
                    <a:lnTo>
                      <a:pt x="935503" y="688616"/>
                    </a:lnTo>
                    <a:lnTo>
                      <a:pt x="932330" y="696867"/>
                    </a:lnTo>
                    <a:lnTo>
                      <a:pt x="927252" y="703848"/>
                    </a:lnTo>
                    <a:lnTo>
                      <a:pt x="913290" y="715907"/>
                    </a:lnTo>
                    <a:lnTo>
                      <a:pt x="909482" y="718446"/>
                    </a:lnTo>
                    <a:lnTo>
                      <a:pt x="905039" y="719715"/>
                    </a:lnTo>
                    <a:lnTo>
                      <a:pt x="890442" y="722254"/>
                    </a:lnTo>
                    <a:lnTo>
                      <a:pt x="882191" y="726062"/>
                    </a:lnTo>
                    <a:lnTo>
                      <a:pt x="877113" y="726697"/>
                    </a:lnTo>
                    <a:lnTo>
                      <a:pt x="863150" y="724158"/>
                    </a:lnTo>
                    <a:lnTo>
                      <a:pt x="854899" y="719715"/>
                    </a:lnTo>
                    <a:lnTo>
                      <a:pt x="839033" y="719715"/>
                    </a:lnTo>
                    <a:lnTo>
                      <a:pt x="830148" y="717176"/>
                    </a:lnTo>
                    <a:lnTo>
                      <a:pt x="821897" y="711464"/>
                    </a:lnTo>
                    <a:lnTo>
                      <a:pt x="816819" y="702579"/>
                    </a:lnTo>
                    <a:lnTo>
                      <a:pt x="816819" y="691155"/>
                    </a:lnTo>
                    <a:lnTo>
                      <a:pt x="821262" y="682904"/>
                    </a:lnTo>
                    <a:lnTo>
                      <a:pt x="835859" y="667672"/>
                    </a:lnTo>
                    <a:lnTo>
                      <a:pt x="840937" y="660056"/>
                    </a:lnTo>
                    <a:lnTo>
                      <a:pt x="847918" y="647363"/>
                    </a:lnTo>
                    <a:lnTo>
                      <a:pt x="852361" y="641651"/>
                    </a:lnTo>
                    <a:lnTo>
                      <a:pt x="856804" y="637843"/>
                    </a:lnTo>
                    <a:lnTo>
                      <a:pt x="863785" y="636573"/>
                    </a:lnTo>
                    <a:lnTo>
                      <a:pt x="873940" y="637208"/>
                    </a:lnTo>
                    <a:lnTo>
                      <a:pt x="884095" y="639112"/>
                    </a:lnTo>
                    <a:lnTo>
                      <a:pt x="892345" y="641651"/>
                    </a:lnTo>
                    <a:lnTo>
                      <a:pt x="903135" y="649267"/>
                    </a:lnTo>
                    <a:lnTo>
                      <a:pt x="905039" y="649901"/>
                    </a:lnTo>
                    <a:lnTo>
                      <a:pt x="906308" y="652440"/>
                    </a:lnTo>
                    <a:lnTo>
                      <a:pt x="911385" y="661326"/>
                    </a:lnTo>
                    <a:lnTo>
                      <a:pt x="913924" y="663864"/>
                    </a:lnTo>
                    <a:lnTo>
                      <a:pt x="924079" y="664499"/>
                    </a:lnTo>
                    <a:lnTo>
                      <a:pt x="926617" y="663864"/>
                    </a:lnTo>
                    <a:lnTo>
                      <a:pt x="930425" y="662595"/>
                    </a:lnTo>
                    <a:lnTo>
                      <a:pt x="932964" y="661960"/>
                    </a:lnTo>
                    <a:lnTo>
                      <a:pt x="938042" y="663230"/>
                    </a:lnTo>
                    <a:lnTo>
                      <a:pt x="946292" y="668941"/>
                    </a:lnTo>
                    <a:lnTo>
                      <a:pt x="951370" y="668941"/>
                    </a:lnTo>
                    <a:lnTo>
                      <a:pt x="958351" y="665768"/>
                    </a:lnTo>
                    <a:lnTo>
                      <a:pt x="962159" y="665768"/>
                    </a:lnTo>
                    <a:lnTo>
                      <a:pt x="964698" y="670211"/>
                    </a:lnTo>
                    <a:lnTo>
                      <a:pt x="964698" y="672750"/>
                    </a:lnTo>
                    <a:lnTo>
                      <a:pt x="964063" y="674654"/>
                    </a:lnTo>
                    <a:lnTo>
                      <a:pt x="964063" y="676557"/>
                    </a:lnTo>
                    <a:lnTo>
                      <a:pt x="965332" y="678461"/>
                    </a:lnTo>
                    <a:lnTo>
                      <a:pt x="967236" y="679096"/>
                    </a:lnTo>
                    <a:lnTo>
                      <a:pt x="971679" y="680366"/>
                    </a:lnTo>
                    <a:lnTo>
                      <a:pt x="973583" y="681000"/>
                    </a:lnTo>
                    <a:lnTo>
                      <a:pt x="976756" y="679096"/>
                    </a:lnTo>
                    <a:lnTo>
                      <a:pt x="979930" y="679096"/>
                    </a:lnTo>
                    <a:lnTo>
                      <a:pt x="987546" y="679731"/>
                    </a:lnTo>
                    <a:lnTo>
                      <a:pt x="991353" y="678461"/>
                    </a:lnTo>
                    <a:lnTo>
                      <a:pt x="994527" y="676557"/>
                    </a:lnTo>
                    <a:lnTo>
                      <a:pt x="997700" y="675923"/>
                    </a:lnTo>
                    <a:lnTo>
                      <a:pt x="1000239" y="678461"/>
                    </a:lnTo>
                    <a:lnTo>
                      <a:pt x="997700" y="679731"/>
                    </a:lnTo>
                    <a:lnTo>
                      <a:pt x="996431" y="680366"/>
                    </a:lnTo>
                    <a:lnTo>
                      <a:pt x="994527" y="680366"/>
                    </a:lnTo>
                    <a:lnTo>
                      <a:pt x="998335" y="682904"/>
                    </a:lnTo>
                    <a:lnTo>
                      <a:pt x="1004682" y="680366"/>
                    </a:lnTo>
                    <a:lnTo>
                      <a:pt x="1010393" y="675923"/>
                    </a:lnTo>
                    <a:lnTo>
                      <a:pt x="1012298" y="672115"/>
                    </a:lnTo>
                    <a:lnTo>
                      <a:pt x="1010393" y="670846"/>
                    </a:lnTo>
                    <a:lnTo>
                      <a:pt x="1007855" y="670211"/>
                    </a:lnTo>
                    <a:lnTo>
                      <a:pt x="1005317" y="671480"/>
                    </a:lnTo>
                    <a:lnTo>
                      <a:pt x="1004047" y="674019"/>
                    </a:lnTo>
                    <a:lnTo>
                      <a:pt x="998335" y="668941"/>
                    </a:lnTo>
                    <a:lnTo>
                      <a:pt x="990719" y="654344"/>
                    </a:lnTo>
                    <a:lnTo>
                      <a:pt x="985642" y="647363"/>
                    </a:lnTo>
                    <a:lnTo>
                      <a:pt x="985007" y="637208"/>
                    </a:lnTo>
                    <a:lnTo>
                      <a:pt x="983738" y="633400"/>
                    </a:lnTo>
                    <a:lnTo>
                      <a:pt x="976756" y="624515"/>
                    </a:lnTo>
                    <a:lnTo>
                      <a:pt x="974852" y="620707"/>
                    </a:lnTo>
                    <a:lnTo>
                      <a:pt x="974218" y="618803"/>
                    </a:lnTo>
                    <a:lnTo>
                      <a:pt x="974218" y="614360"/>
                    </a:lnTo>
                    <a:lnTo>
                      <a:pt x="973583" y="612456"/>
                    </a:lnTo>
                    <a:lnTo>
                      <a:pt x="972949" y="610552"/>
                    </a:lnTo>
                    <a:lnTo>
                      <a:pt x="969140" y="604205"/>
                    </a:lnTo>
                    <a:lnTo>
                      <a:pt x="962793" y="600397"/>
                    </a:lnTo>
                    <a:lnTo>
                      <a:pt x="958985" y="592781"/>
                    </a:lnTo>
                    <a:lnTo>
                      <a:pt x="955178" y="590243"/>
                    </a:lnTo>
                    <a:lnTo>
                      <a:pt x="948196" y="588339"/>
                    </a:lnTo>
                    <a:lnTo>
                      <a:pt x="944388" y="585165"/>
                    </a:lnTo>
                    <a:lnTo>
                      <a:pt x="937406" y="573741"/>
                    </a:lnTo>
                    <a:lnTo>
                      <a:pt x="939945" y="568664"/>
                    </a:lnTo>
                    <a:lnTo>
                      <a:pt x="937406" y="564856"/>
                    </a:lnTo>
                    <a:lnTo>
                      <a:pt x="933599" y="561048"/>
                    </a:lnTo>
                    <a:lnTo>
                      <a:pt x="931060" y="557240"/>
                    </a:lnTo>
                    <a:lnTo>
                      <a:pt x="931060" y="552797"/>
                    </a:lnTo>
                    <a:lnTo>
                      <a:pt x="932330" y="547085"/>
                    </a:lnTo>
                    <a:lnTo>
                      <a:pt x="935503" y="537565"/>
                    </a:lnTo>
                    <a:lnTo>
                      <a:pt x="933599" y="533122"/>
                    </a:lnTo>
                    <a:lnTo>
                      <a:pt x="934868" y="528680"/>
                    </a:lnTo>
                    <a:lnTo>
                      <a:pt x="939311" y="521698"/>
                    </a:lnTo>
                    <a:lnTo>
                      <a:pt x="941215" y="507101"/>
                    </a:lnTo>
                    <a:lnTo>
                      <a:pt x="945023" y="497581"/>
                    </a:lnTo>
                    <a:lnTo>
                      <a:pt x="946927" y="488695"/>
                    </a:lnTo>
                    <a:lnTo>
                      <a:pt x="947562" y="479810"/>
                    </a:lnTo>
                    <a:lnTo>
                      <a:pt x="946927" y="476002"/>
                    </a:lnTo>
                    <a:lnTo>
                      <a:pt x="938676" y="476637"/>
                    </a:lnTo>
                    <a:lnTo>
                      <a:pt x="929156" y="477272"/>
                    </a:lnTo>
                    <a:lnTo>
                      <a:pt x="924713" y="477906"/>
                    </a:lnTo>
                    <a:lnTo>
                      <a:pt x="912655" y="479175"/>
                    </a:lnTo>
                    <a:lnTo>
                      <a:pt x="893615" y="481079"/>
                    </a:lnTo>
                    <a:lnTo>
                      <a:pt x="869497" y="483618"/>
                    </a:lnTo>
                    <a:lnTo>
                      <a:pt x="840303" y="486157"/>
                    </a:lnTo>
                    <a:lnTo>
                      <a:pt x="807935" y="488695"/>
                    </a:lnTo>
                    <a:lnTo>
                      <a:pt x="773662" y="491869"/>
                    </a:lnTo>
                    <a:lnTo>
                      <a:pt x="738121" y="495042"/>
                    </a:lnTo>
                    <a:lnTo>
                      <a:pt x="702579" y="498216"/>
                    </a:lnTo>
                    <a:lnTo>
                      <a:pt x="668307" y="500754"/>
                    </a:lnTo>
                    <a:lnTo>
                      <a:pt x="635939" y="503293"/>
                    </a:lnTo>
                    <a:lnTo>
                      <a:pt x="606744" y="505832"/>
                    </a:lnTo>
                    <a:lnTo>
                      <a:pt x="581992" y="507736"/>
                    </a:lnTo>
                    <a:lnTo>
                      <a:pt x="562952" y="509005"/>
                    </a:lnTo>
                    <a:lnTo>
                      <a:pt x="550893" y="509639"/>
                    </a:lnTo>
                    <a:lnTo>
                      <a:pt x="546450" y="510274"/>
                    </a:lnTo>
                    <a:lnTo>
                      <a:pt x="536296" y="510909"/>
                    </a:lnTo>
                    <a:lnTo>
                      <a:pt x="535027" y="510909"/>
                    </a:lnTo>
                    <a:lnTo>
                      <a:pt x="550893" y="495677"/>
                    </a:lnTo>
                    <a:lnTo>
                      <a:pt x="548989" y="489330"/>
                    </a:lnTo>
                    <a:lnTo>
                      <a:pt x="542008" y="481714"/>
                    </a:lnTo>
                    <a:lnTo>
                      <a:pt x="538835" y="474733"/>
                    </a:lnTo>
                    <a:lnTo>
                      <a:pt x="538835" y="472194"/>
                    </a:lnTo>
                    <a:lnTo>
                      <a:pt x="540738" y="467751"/>
                    </a:lnTo>
                    <a:lnTo>
                      <a:pt x="541373" y="465213"/>
                    </a:lnTo>
                    <a:lnTo>
                      <a:pt x="542008" y="464578"/>
                    </a:lnTo>
                    <a:lnTo>
                      <a:pt x="542642" y="462039"/>
                    </a:lnTo>
                    <a:lnTo>
                      <a:pt x="542642" y="459500"/>
                    </a:lnTo>
                    <a:lnTo>
                      <a:pt x="541373" y="458231"/>
                    </a:lnTo>
                    <a:lnTo>
                      <a:pt x="538200" y="456327"/>
                    </a:lnTo>
                    <a:lnTo>
                      <a:pt x="534391" y="452519"/>
                    </a:lnTo>
                    <a:lnTo>
                      <a:pt x="531853" y="447442"/>
                    </a:lnTo>
                    <a:lnTo>
                      <a:pt x="531853" y="443634"/>
                    </a:lnTo>
                    <a:lnTo>
                      <a:pt x="535027" y="441730"/>
                    </a:lnTo>
                    <a:lnTo>
                      <a:pt x="540104" y="441095"/>
                    </a:lnTo>
                    <a:lnTo>
                      <a:pt x="550258" y="440460"/>
                    </a:lnTo>
                    <a:lnTo>
                      <a:pt x="554701" y="439191"/>
                    </a:lnTo>
                    <a:lnTo>
                      <a:pt x="557240" y="436018"/>
                    </a:lnTo>
                    <a:lnTo>
                      <a:pt x="558509" y="432210"/>
                    </a:lnTo>
                    <a:lnTo>
                      <a:pt x="559778" y="415708"/>
                    </a:lnTo>
                    <a:lnTo>
                      <a:pt x="561682" y="413170"/>
                    </a:lnTo>
                    <a:lnTo>
                      <a:pt x="562317" y="410631"/>
                    </a:lnTo>
                    <a:lnTo>
                      <a:pt x="562317" y="405554"/>
                    </a:lnTo>
                    <a:lnTo>
                      <a:pt x="561682" y="404285"/>
                    </a:lnTo>
                    <a:lnTo>
                      <a:pt x="558509" y="399207"/>
                    </a:lnTo>
                    <a:lnTo>
                      <a:pt x="555970" y="396668"/>
                    </a:lnTo>
                    <a:lnTo>
                      <a:pt x="554701" y="394764"/>
                    </a:lnTo>
                    <a:lnTo>
                      <a:pt x="552797" y="383975"/>
                    </a:lnTo>
                    <a:lnTo>
                      <a:pt x="557240" y="376359"/>
                    </a:lnTo>
                    <a:lnTo>
                      <a:pt x="571203" y="364300"/>
                    </a:lnTo>
                    <a:lnTo>
                      <a:pt x="571203" y="362396"/>
                    </a:lnTo>
                    <a:lnTo>
                      <a:pt x="571837" y="359858"/>
                    </a:lnTo>
                    <a:lnTo>
                      <a:pt x="571203" y="354145"/>
                    </a:lnTo>
                    <a:lnTo>
                      <a:pt x="573741" y="331932"/>
                    </a:lnTo>
                    <a:lnTo>
                      <a:pt x="573741" y="326855"/>
                    </a:lnTo>
                    <a:lnTo>
                      <a:pt x="574376" y="322412"/>
                    </a:lnTo>
                    <a:lnTo>
                      <a:pt x="580088" y="309719"/>
                    </a:lnTo>
                    <a:lnTo>
                      <a:pt x="581992" y="300199"/>
                    </a:lnTo>
                    <a:lnTo>
                      <a:pt x="583896" y="295756"/>
                    </a:lnTo>
                    <a:lnTo>
                      <a:pt x="586435" y="291313"/>
                    </a:lnTo>
                    <a:lnTo>
                      <a:pt x="590243" y="288775"/>
                    </a:lnTo>
                    <a:lnTo>
                      <a:pt x="599128" y="286236"/>
                    </a:lnTo>
                    <a:lnTo>
                      <a:pt x="602936" y="284332"/>
                    </a:lnTo>
                    <a:lnTo>
                      <a:pt x="606744" y="280524"/>
                    </a:lnTo>
                    <a:lnTo>
                      <a:pt x="615629" y="268465"/>
                    </a:lnTo>
                    <a:lnTo>
                      <a:pt x="616898" y="265926"/>
                    </a:lnTo>
                    <a:lnTo>
                      <a:pt x="618803" y="260849"/>
                    </a:lnTo>
                    <a:lnTo>
                      <a:pt x="620072" y="258311"/>
                    </a:lnTo>
                    <a:lnTo>
                      <a:pt x="621976" y="257041"/>
                    </a:lnTo>
                    <a:lnTo>
                      <a:pt x="628323" y="254502"/>
                    </a:lnTo>
                    <a:lnTo>
                      <a:pt x="635304" y="248156"/>
                    </a:lnTo>
                    <a:lnTo>
                      <a:pt x="639112" y="239270"/>
                    </a:lnTo>
                    <a:lnTo>
                      <a:pt x="638477" y="230385"/>
                    </a:lnTo>
                    <a:lnTo>
                      <a:pt x="631496" y="223404"/>
                    </a:lnTo>
                    <a:lnTo>
                      <a:pt x="631496" y="221499"/>
                    </a:lnTo>
                    <a:lnTo>
                      <a:pt x="631496" y="218961"/>
                    </a:lnTo>
                    <a:lnTo>
                      <a:pt x="632131" y="216422"/>
                    </a:lnTo>
                    <a:lnTo>
                      <a:pt x="634035" y="213884"/>
                    </a:lnTo>
                    <a:lnTo>
                      <a:pt x="645459" y="213249"/>
                    </a:lnTo>
                    <a:lnTo>
                      <a:pt x="651805" y="199921"/>
                    </a:lnTo>
                    <a:lnTo>
                      <a:pt x="656883" y="183419"/>
                    </a:lnTo>
                    <a:lnTo>
                      <a:pt x="665768" y="173265"/>
                    </a:lnTo>
                    <a:lnTo>
                      <a:pt x="665768" y="171361"/>
                    </a:lnTo>
                    <a:lnTo>
                      <a:pt x="667672" y="170726"/>
                    </a:lnTo>
                    <a:lnTo>
                      <a:pt x="668307" y="166918"/>
                    </a:lnTo>
                    <a:lnTo>
                      <a:pt x="666403" y="163110"/>
                    </a:lnTo>
                    <a:lnTo>
                      <a:pt x="661325" y="161841"/>
                    </a:lnTo>
                    <a:lnTo>
                      <a:pt x="653710" y="161206"/>
                    </a:lnTo>
                    <a:lnTo>
                      <a:pt x="649902" y="159937"/>
                    </a:lnTo>
                    <a:lnTo>
                      <a:pt x="647997" y="158032"/>
                    </a:lnTo>
                    <a:lnTo>
                      <a:pt x="645459" y="148512"/>
                    </a:lnTo>
                    <a:lnTo>
                      <a:pt x="640382" y="144070"/>
                    </a:lnTo>
                    <a:lnTo>
                      <a:pt x="633400" y="141531"/>
                    </a:lnTo>
                    <a:lnTo>
                      <a:pt x="625784" y="137723"/>
                    </a:lnTo>
                    <a:lnTo>
                      <a:pt x="623245" y="134550"/>
                    </a:lnTo>
                    <a:lnTo>
                      <a:pt x="622611" y="130742"/>
                    </a:lnTo>
                    <a:lnTo>
                      <a:pt x="621976" y="120587"/>
                    </a:lnTo>
                    <a:lnTo>
                      <a:pt x="622611" y="118048"/>
                    </a:lnTo>
                    <a:lnTo>
                      <a:pt x="623245" y="115510"/>
                    </a:lnTo>
                    <a:lnTo>
                      <a:pt x="623880" y="112337"/>
                    </a:lnTo>
                    <a:lnTo>
                      <a:pt x="623245" y="109798"/>
                    </a:lnTo>
                    <a:lnTo>
                      <a:pt x="621342" y="107894"/>
                    </a:lnTo>
                    <a:lnTo>
                      <a:pt x="616264" y="105355"/>
                    </a:lnTo>
                    <a:lnTo>
                      <a:pt x="613725" y="103451"/>
                    </a:lnTo>
                    <a:lnTo>
                      <a:pt x="611187" y="100278"/>
                    </a:lnTo>
                    <a:lnTo>
                      <a:pt x="609283" y="96470"/>
                    </a:lnTo>
                    <a:lnTo>
                      <a:pt x="608014" y="92027"/>
                    </a:lnTo>
                    <a:lnTo>
                      <a:pt x="607378" y="86315"/>
                    </a:lnTo>
                    <a:lnTo>
                      <a:pt x="609283" y="82507"/>
                    </a:lnTo>
                    <a:lnTo>
                      <a:pt x="614360" y="81238"/>
                    </a:lnTo>
                    <a:lnTo>
                      <a:pt x="620072" y="80603"/>
                    </a:lnTo>
                    <a:lnTo>
                      <a:pt x="623880" y="79334"/>
                    </a:lnTo>
                    <a:lnTo>
                      <a:pt x="627054" y="73622"/>
                    </a:lnTo>
                    <a:lnTo>
                      <a:pt x="625784" y="69179"/>
                    </a:lnTo>
                    <a:lnTo>
                      <a:pt x="621976" y="66640"/>
                    </a:lnTo>
                    <a:lnTo>
                      <a:pt x="611187" y="66005"/>
                    </a:lnTo>
                    <a:lnTo>
                      <a:pt x="608648" y="64101"/>
                    </a:lnTo>
                    <a:lnTo>
                      <a:pt x="608014" y="60294"/>
                    </a:lnTo>
                    <a:lnTo>
                      <a:pt x="608648" y="50139"/>
                    </a:lnTo>
                    <a:lnTo>
                      <a:pt x="611187" y="38080"/>
                    </a:lnTo>
                    <a:lnTo>
                      <a:pt x="613091" y="35541"/>
                    </a:lnTo>
                    <a:lnTo>
                      <a:pt x="615629" y="33637"/>
                    </a:lnTo>
                    <a:lnTo>
                      <a:pt x="618803" y="29830"/>
                    </a:lnTo>
                    <a:lnTo>
                      <a:pt x="621342" y="25387"/>
                    </a:lnTo>
                    <a:lnTo>
                      <a:pt x="623245" y="20944"/>
                    </a:lnTo>
                    <a:lnTo>
                      <a:pt x="618803" y="16501"/>
                    </a:lnTo>
                    <a:lnTo>
                      <a:pt x="616264" y="13963"/>
                    </a:lnTo>
                    <a:lnTo>
                      <a:pt x="613725" y="13328"/>
                    </a:lnTo>
                    <a:lnTo>
                      <a:pt x="610552" y="13328"/>
                    </a:lnTo>
                    <a:lnTo>
                      <a:pt x="606744" y="12693"/>
                    </a:lnTo>
                    <a:lnTo>
                      <a:pt x="603571" y="10789"/>
                    </a:lnTo>
                    <a:lnTo>
                      <a:pt x="602301" y="8251"/>
                    </a:lnTo>
                    <a:lnTo>
                      <a:pt x="602301" y="0"/>
                    </a:lnTo>
                    <a:lnTo>
                      <a:pt x="599128" y="635"/>
                    </a:lnTo>
                    <a:lnTo>
                      <a:pt x="561682" y="3808"/>
                    </a:lnTo>
                    <a:lnTo>
                      <a:pt x="524237" y="6981"/>
                    </a:lnTo>
                    <a:lnTo>
                      <a:pt x="486791" y="9520"/>
                    </a:lnTo>
                    <a:lnTo>
                      <a:pt x="449346" y="12058"/>
                    </a:lnTo>
                    <a:lnTo>
                      <a:pt x="411901" y="14597"/>
                    </a:lnTo>
                    <a:lnTo>
                      <a:pt x="374455" y="17136"/>
                    </a:lnTo>
                    <a:lnTo>
                      <a:pt x="337009" y="19675"/>
                    </a:lnTo>
                    <a:lnTo>
                      <a:pt x="299564" y="22213"/>
                    </a:lnTo>
                    <a:lnTo>
                      <a:pt x="262119" y="24752"/>
                    </a:lnTo>
                    <a:lnTo>
                      <a:pt x="224673" y="27291"/>
                    </a:lnTo>
                    <a:lnTo>
                      <a:pt x="187227" y="29830"/>
                    </a:lnTo>
                    <a:lnTo>
                      <a:pt x="149782" y="32368"/>
                    </a:lnTo>
                    <a:lnTo>
                      <a:pt x="112336" y="34907"/>
                    </a:lnTo>
                    <a:lnTo>
                      <a:pt x="74891" y="37445"/>
                    </a:lnTo>
                    <a:lnTo>
                      <a:pt x="37446" y="39984"/>
                    </a:lnTo>
                    <a:lnTo>
                      <a:pt x="0" y="41888"/>
                    </a:lnTo>
                    <a:lnTo>
                      <a:pt x="1269" y="71083"/>
                    </a:lnTo>
                    <a:lnTo>
                      <a:pt x="4442" y="129472"/>
                    </a:lnTo>
                    <a:lnTo>
                      <a:pt x="6347" y="158667"/>
                    </a:lnTo>
                    <a:lnTo>
                      <a:pt x="7616" y="187862"/>
                    </a:lnTo>
                    <a:lnTo>
                      <a:pt x="8886" y="217057"/>
                    </a:lnTo>
                    <a:lnTo>
                      <a:pt x="10789" y="246252"/>
                    </a:lnTo>
                    <a:lnTo>
                      <a:pt x="12059" y="275446"/>
                    </a:lnTo>
                    <a:lnTo>
                      <a:pt x="12693" y="293852"/>
                    </a:lnTo>
                    <a:lnTo>
                      <a:pt x="12693" y="294486"/>
                    </a:lnTo>
                    <a:lnTo>
                      <a:pt x="13328" y="295121"/>
                    </a:lnTo>
                    <a:lnTo>
                      <a:pt x="14598" y="296391"/>
                    </a:lnTo>
                    <a:lnTo>
                      <a:pt x="17771" y="298295"/>
                    </a:lnTo>
                    <a:lnTo>
                      <a:pt x="19040" y="298929"/>
                    </a:lnTo>
                    <a:lnTo>
                      <a:pt x="21579" y="300833"/>
                    </a:lnTo>
                    <a:lnTo>
                      <a:pt x="22213" y="302103"/>
                    </a:lnTo>
                    <a:lnTo>
                      <a:pt x="27291" y="309719"/>
                    </a:lnTo>
                    <a:lnTo>
                      <a:pt x="27926" y="310353"/>
                    </a:lnTo>
                    <a:lnTo>
                      <a:pt x="28560" y="310988"/>
                    </a:lnTo>
                    <a:lnTo>
                      <a:pt x="29829" y="311623"/>
                    </a:lnTo>
                    <a:lnTo>
                      <a:pt x="36811" y="314796"/>
                    </a:lnTo>
                    <a:lnTo>
                      <a:pt x="38715" y="316065"/>
                    </a:lnTo>
                    <a:lnTo>
                      <a:pt x="43158" y="319873"/>
                    </a:lnTo>
                    <a:lnTo>
                      <a:pt x="46331" y="323681"/>
                    </a:lnTo>
                    <a:lnTo>
                      <a:pt x="48235" y="326855"/>
                    </a:lnTo>
                    <a:lnTo>
                      <a:pt x="49505" y="329393"/>
                    </a:lnTo>
                    <a:lnTo>
                      <a:pt x="50139" y="331932"/>
                    </a:lnTo>
                    <a:lnTo>
                      <a:pt x="52043" y="335105"/>
                    </a:lnTo>
                    <a:lnTo>
                      <a:pt x="57755" y="342722"/>
                    </a:lnTo>
                    <a:lnTo>
                      <a:pt x="58389" y="345260"/>
                    </a:lnTo>
                    <a:lnTo>
                      <a:pt x="60294" y="354780"/>
                    </a:lnTo>
                    <a:lnTo>
                      <a:pt x="60928" y="357953"/>
                    </a:lnTo>
                    <a:lnTo>
                      <a:pt x="61563" y="359858"/>
                    </a:lnTo>
                    <a:lnTo>
                      <a:pt x="62198" y="360492"/>
                    </a:lnTo>
                    <a:lnTo>
                      <a:pt x="62832" y="361127"/>
                    </a:lnTo>
                    <a:lnTo>
                      <a:pt x="63467" y="361762"/>
                    </a:lnTo>
                    <a:lnTo>
                      <a:pt x="64101" y="363031"/>
                    </a:lnTo>
                    <a:lnTo>
                      <a:pt x="64101" y="364300"/>
                    </a:lnTo>
                    <a:lnTo>
                      <a:pt x="63467" y="368108"/>
                    </a:lnTo>
                    <a:lnTo>
                      <a:pt x="62832" y="370647"/>
                    </a:lnTo>
                    <a:lnTo>
                      <a:pt x="62832" y="377628"/>
                    </a:lnTo>
                    <a:lnTo>
                      <a:pt x="62832" y="379532"/>
                    </a:lnTo>
                    <a:lnTo>
                      <a:pt x="62198" y="380802"/>
                    </a:lnTo>
                    <a:lnTo>
                      <a:pt x="61563" y="382706"/>
                    </a:lnTo>
                    <a:lnTo>
                      <a:pt x="60928" y="385244"/>
                    </a:lnTo>
                    <a:lnTo>
                      <a:pt x="60928" y="387148"/>
                    </a:lnTo>
                    <a:lnTo>
                      <a:pt x="61563" y="389052"/>
                    </a:lnTo>
                    <a:lnTo>
                      <a:pt x="62198" y="391591"/>
                    </a:lnTo>
                    <a:lnTo>
                      <a:pt x="62832" y="392860"/>
                    </a:lnTo>
                    <a:lnTo>
                      <a:pt x="64101" y="395399"/>
                    </a:lnTo>
                    <a:lnTo>
                      <a:pt x="66640" y="397938"/>
                    </a:lnTo>
                    <a:lnTo>
                      <a:pt x="72352" y="403650"/>
                    </a:lnTo>
                    <a:lnTo>
                      <a:pt x="74256" y="404919"/>
                    </a:lnTo>
                    <a:lnTo>
                      <a:pt x="75526" y="405554"/>
                    </a:lnTo>
                    <a:lnTo>
                      <a:pt x="76795" y="406188"/>
                    </a:lnTo>
                    <a:lnTo>
                      <a:pt x="81873" y="407458"/>
                    </a:lnTo>
                    <a:lnTo>
                      <a:pt x="83142" y="408092"/>
                    </a:lnTo>
                    <a:lnTo>
                      <a:pt x="84411" y="408727"/>
                    </a:lnTo>
                    <a:lnTo>
                      <a:pt x="85046" y="409362"/>
                    </a:lnTo>
                    <a:lnTo>
                      <a:pt x="85046" y="410631"/>
                    </a:lnTo>
                    <a:lnTo>
                      <a:pt x="84411" y="411900"/>
                    </a:lnTo>
                    <a:lnTo>
                      <a:pt x="83776" y="412535"/>
                    </a:lnTo>
                    <a:lnTo>
                      <a:pt x="83776" y="412535"/>
                    </a:lnTo>
                    <a:lnTo>
                      <a:pt x="83776" y="412535"/>
                    </a:lnTo>
                    <a:lnTo>
                      <a:pt x="81238" y="413805"/>
                    </a:lnTo>
                    <a:lnTo>
                      <a:pt x="80603" y="415074"/>
                    </a:lnTo>
                    <a:lnTo>
                      <a:pt x="80603" y="416343"/>
                    </a:lnTo>
                    <a:lnTo>
                      <a:pt x="81238" y="418247"/>
                    </a:lnTo>
                    <a:lnTo>
                      <a:pt x="81873" y="419516"/>
                    </a:lnTo>
                    <a:lnTo>
                      <a:pt x="82507" y="420786"/>
                    </a:lnTo>
                    <a:lnTo>
                      <a:pt x="83142" y="421420"/>
                    </a:lnTo>
                    <a:lnTo>
                      <a:pt x="84411" y="422055"/>
                    </a:lnTo>
                    <a:lnTo>
                      <a:pt x="86949" y="422690"/>
                    </a:lnTo>
                    <a:lnTo>
                      <a:pt x="88219" y="423325"/>
                    </a:lnTo>
                    <a:lnTo>
                      <a:pt x="88854" y="423959"/>
                    </a:lnTo>
                    <a:lnTo>
                      <a:pt x="89488" y="425229"/>
                    </a:lnTo>
                    <a:lnTo>
                      <a:pt x="90123" y="427132"/>
                    </a:lnTo>
                    <a:lnTo>
                      <a:pt x="90758" y="430940"/>
                    </a:lnTo>
                    <a:lnTo>
                      <a:pt x="91393" y="432845"/>
                    </a:lnTo>
                    <a:lnTo>
                      <a:pt x="92027" y="434749"/>
                    </a:lnTo>
                    <a:lnTo>
                      <a:pt x="94566" y="437287"/>
                    </a:lnTo>
                    <a:lnTo>
                      <a:pt x="98374" y="440460"/>
                    </a:lnTo>
                    <a:lnTo>
                      <a:pt x="101547" y="442365"/>
                    </a:lnTo>
                    <a:lnTo>
                      <a:pt x="102182" y="442999"/>
                    </a:lnTo>
                    <a:lnTo>
                      <a:pt x="102182" y="443634"/>
                    </a:lnTo>
                    <a:lnTo>
                      <a:pt x="99643" y="447442"/>
                    </a:lnTo>
                    <a:lnTo>
                      <a:pt x="99008" y="448076"/>
                    </a:lnTo>
                    <a:lnTo>
                      <a:pt x="98374" y="450615"/>
                    </a:lnTo>
                    <a:lnTo>
                      <a:pt x="97739" y="451885"/>
                    </a:lnTo>
                    <a:lnTo>
                      <a:pt x="97739" y="453789"/>
                    </a:lnTo>
                    <a:lnTo>
                      <a:pt x="98374" y="456327"/>
                    </a:lnTo>
                    <a:lnTo>
                      <a:pt x="99008" y="457597"/>
                    </a:lnTo>
                    <a:lnTo>
                      <a:pt x="100278" y="458866"/>
                    </a:lnTo>
                    <a:lnTo>
                      <a:pt x="105989" y="463309"/>
                    </a:lnTo>
                    <a:lnTo>
                      <a:pt x="108528" y="465847"/>
                    </a:lnTo>
                    <a:lnTo>
                      <a:pt x="109163" y="466482"/>
                    </a:lnTo>
                    <a:lnTo>
                      <a:pt x="109798" y="467751"/>
                    </a:lnTo>
                    <a:lnTo>
                      <a:pt x="110433" y="469020"/>
                    </a:lnTo>
                    <a:lnTo>
                      <a:pt x="111067" y="470925"/>
                    </a:lnTo>
                    <a:lnTo>
                      <a:pt x="111702" y="472829"/>
                    </a:lnTo>
                    <a:lnTo>
                      <a:pt x="112336" y="474098"/>
                    </a:lnTo>
                    <a:lnTo>
                      <a:pt x="113606" y="476002"/>
                    </a:lnTo>
                    <a:lnTo>
                      <a:pt x="114241" y="477272"/>
                    </a:lnTo>
                    <a:lnTo>
                      <a:pt x="115510" y="484253"/>
                    </a:lnTo>
                    <a:lnTo>
                      <a:pt x="116145" y="485522"/>
                    </a:lnTo>
                    <a:lnTo>
                      <a:pt x="116779" y="486157"/>
                    </a:lnTo>
                    <a:lnTo>
                      <a:pt x="117414" y="486792"/>
                    </a:lnTo>
                    <a:lnTo>
                      <a:pt x="118048" y="487426"/>
                    </a:lnTo>
                    <a:lnTo>
                      <a:pt x="118683" y="487426"/>
                    </a:lnTo>
                    <a:lnTo>
                      <a:pt x="119318" y="487426"/>
                    </a:lnTo>
                    <a:lnTo>
                      <a:pt x="119953" y="487426"/>
                    </a:lnTo>
                    <a:lnTo>
                      <a:pt x="123761" y="486157"/>
                    </a:lnTo>
                    <a:lnTo>
                      <a:pt x="127568" y="486792"/>
                    </a:lnTo>
                    <a:lnTo>
                      <a:pt x="128838" y="490599"/>
                    </a:lnTo>
                    <a:lnTo>
                      <a:pt x="128838" y="502023"/>
                    </a:lnTo>
                    <a:lnTo>
                      <a:pt x="128838" y="504562"/>
                    </a:lnTo>
                    <a:lnTo>
                      <a:pt x="126934" y="508370"/>
                    </a:lnTo>
                    <a:lnTo>
                      <a:pt x="126299" y="510909"/>
                    </a:lnTo>
                    <a:lnTo>
                      <a:pt x="132646" y="519794"/>
                    </a:lnTo>
                    <a:lnTo>
                      <a:pt x="135819" y="522333"/>
                    </a:lnTo>
                    <a:lnTo>
                      <a:pt x="136454" y="524237"/>
                    </a:lnTo>
                    <a:lnTo>
                      <a:pt x="135819" y="526776"/>
                    </a:lnTo>
                    <a:lnTo>
                      <a:pt x="134550" y="528045"/>
                    </a:lnTo>
                    <a:lnTo>
                      <a:pt x="128838" y="529949"/>
                    </a:lnTo>
                    <a:lnTo>
                      <a:pt x="126934" y="530584"/>
                    </a:lnTo>
                    <a:lnTo>
                      <a:pt x="123761" y="533122"/>
                    </a:lnTo>
                    <a:lnTo>
                      <a:pt x="126299" y="538834"/>
                    </a:lnTo>
                    <a:lnTo>
                      <a:pt x="130107" y="543912"/>
                    </a:lnTo>
                    <a:lnTo>
                      <a:pt x="132012" y="545816"/>
                    </a:lnTo>
                    <a:lnTo>
                      <a:pt x="133915" y="548989"/>
                    </a:lnTo>
                    <a:lnTo>
                      <a:pt x="133915" y="550259"/>
                    </a:lnTo>
                    <a:lnTo>
                      <a:pt x="132646" y="552797"/>
                    </a:lnTo>
                    <a:lnTo>
                      <a:pt x="129473" y="555970"/>
                    </a:lnTo>
                    <a:lnTo>
                      <a:pt x="127568" y="558509"/>
                    </a:lnTo>
                    <a:lnTo>
                      <a:pt x="126934" y="561048"/>
                    </a:lnTo>
                    <a:lnTo>
                      <a:pt x="127568" y="563586"/>
                    </a:lnTo>
                    <a:lnTo>
                      <a:pt x="128838" y="568029"/>
                    </a:lnTo>
                    <a:lnTo>
                      <a:pt x="129473" y="570568"/>
                    </a:lnTo>
                    <a:lnTo>
                      <a:pt x="129473" y="573741"/>
                    </a:lnTo>
                    <a:lnTo>
                      <a:pt x="129473" y="576280"/>
                    </a:lnTo>
                    <a:lnTo>
                      <a:pt x="128203" y="580723"/>
                    </a:lnTo>
                    <a:lnTo>
                      <a:pt x="121222" y="595320"/>
                    </a:lnTo>
                    <a:lnTo>
                      <a:pt x="119953" y="607379"/>
                    </a:lnTo>
                    <a:lnTo>
                      <a:pt x="118048" y="611187"/>
                    </a:lnTo>
                    <a:lnTo>
                      <a:pt x="111067" y="617533"/>
                    </a:lnTo>
                    <a:lnTo>
                      <a:pt x="109163" y="621341"/>
                    </a:lnTo>
                    <a:lnTo>
                      <a:pt x="106625" y="634035"/>
                    </a:lnTo>
                    <a:lnTo>
                      <a:pt x="106625" y="636573"/>
                    </a:lnTo>
                    <a:lnTo>
                      <a:pt x="102182" y="637843"/>
                    </a:lnTo>
                    <a:lnTo>
                      <a:pt x="99008" y="641016"/>
                    </a:lnTo>
                    <a:lnTo>
                      <a:pt x="97105" y="645459"/>
                    </a:lnTo>
                    <a:lnTo>
                      <a:pt x="97105" y="650536"/>
                    </a:lnTo>
                    <a:lnTo>
                      <a:pt x="97739" y="651806"/>
                    </a:lnTo>
                    <a:lnTo>
                      <a:pt x="99643" y="652440"/>
                    </a:lnTo>
                    <a:lnTo>
                      <a:pt x="100278" y="653710"/>
                    </a:lnTo>
                    <a:lnTo>
                      <a:pt x="100913" y="658787"/>
                    </a:lnTo>
                    <a:lnTo>
                      <a:pt x="100913" y="658787"/>
                    </a:lnTo>
                    <a:lnTo>
                      <a:pt x="104086" y="666403"/>
                    </a:lnTo>
                    <a:lnTo>
                      <a:pt x="104720" y="668307"/>
                    </a:lnTo>
                    <a:lnTo>
                      <a:pt x="104086" y="672750"/>
                    </a:lnTo>
                    <a:lnTo>
                      <a:pt x="102816" y="676557"/>
                    </a:lnTo>
                    <a:lnTo>
                      <a:pt x="97739" y="683539"/>
                    </a:lnTo>
                    <a:lnTo>
                      <a:pt x="95200" y="689251"/>
                    </a:lnTo>
                    <a:lnTo>
                      <a:pt x="94566" y="694328"/>
                    </a:lnTo>
                    <a:lnTo>
                      <a:pt x="95835" y="705118"/>
                    </a:lnTo>
                    <a:lnTo>
                      <a:pt x="97739" y="708926"/>
                    </a:lnTo>
                    <a:lnTo>
                      <a:pt x="101547" y="711464"/>
                    </a:lnTo>
                    <a:lnTo>
                      <a:pt x="104720" y="715273"/>
                    </a:lnTo>
                    <a:lnTo>
                      <a:pt x="105989" y="720984"/>
                    </a:lnTo>
                    <a:lnTo>
                      <a:pt x="105355" y="723523"/>
                    </a:lnTo>
                    <a:lnTo>
                      <a:pt x="103451" y="728600"/>
                    </a:lnTo>
                    <a:lnTo>
                      <a:pt x="103451" y="731774"/>
                    </a:lnTo>
                    <a:lnTo>
                      <a:pt x="104086" y="734313"/>
                    </a:lnTo>
                    <a:lnTo>
                      <a:pt x="106625" y="738120"/>
                    </a:lnTo>
                    <a:lnTo>
                      <a:pt x="107259" y="740024"/>
                    </a:lnTo>
                    <a:lnTo>
                      <a:pt x="107894" y="744467"/>
                    </a:lnTo>
                    <a:lnTo>
                      <a:pt x="108528" y="748275"/>
                    </a:lnTo>
                    <a:lnTo>
                      <a:pt x="109163" y="752083"/>
                    </a:lnTo>
                    <a:lnTo>
                      <a:pt x="107894" y="757795"/>
                    </a:lnTo>
                    <a:lnTo>
                      <a:pt x="105355" y="762873"/>
                    </a:lnTo>
                    <a:lnTo>
                      <a:pt x="105355" y="765411"/>
                    </a:lnTo>
                    <a:lnTo>
                      <a:pt x="107259" y="768585"/>
                    </a:lnTo>
                    <a:lnTo>
                      <a:pt x="95200" y="783817"/>
                    </a:lnTo>
                    <a:lnTo>
                      <a:pt x="91393" y="792067"/>
                    </a:lnTo>
                    <a:lnTo>
                      <a:pt x="91393" y="792067"/>
                    </a:lnTo>
                    <a:lnTo>
                      <a:pt x="93296" y="792067"/>
                    </a:lnTo>
                    <a:lnTo>
                      <a:pt x="97105" y="793337"/>
                    </a:lnTo>
                    <a:lnTo>
                      <a:pt x="98374" y="797145"/>
                    </a:lnTo>
                    <a:lnTo>
                      <a:pt x="98374" y="813011"/>
                    </a:lnTo>
                    <a:lnTo>
                      <a:pt x="90123" y="831417"/>
                    </a:lnTo>
                    <a:lnTo>
                      <a:pt x="86949" y="832686"/>
                    </a:lnTo>
                    <a:lnTo>
                      <a:pt x="73622" y="834590"/>
                    </a:lnTo>
                    <a:lnTo>
                      <a:pt x="71718" y="837129"/>
                    </a:lnTo>
                    <a:lnTo>
                      <a:pt x="72352" y="842841"/>
                    </a:lnTo>
                    <a:lnTo>
                      <a:pt x="74891" y="852996"/>
                    </a:lnTo>
                    <a:lnTo>
                      <a:pt x="80603" y="859977"/>
                    </a:lnTo>
                    <a:lnTo>
                      <a:pt x="85046" y="863150"/>
                    </a:lnTo>
                    <a:lnTo>
                      <a:pt x="89488" y="861881"/>
                    </a:lnTo>
                    <a:lnTo>
                      <a:pt x="92662" y="858708"/>
                    </a:lnTo>
                    <a:lnTo>
                      <a:pt x="99008" y="854900"/>
                    </a:lnTo>
                    <a:lnTo>
                      <a:pt x="102182" y="852361"/>
                    </a:lnTo>
                    <a:lnTo>
                      <a:pt x="109163" y="847918"/>
                    </a:lnTo>
                    <a:lnTo>
                      <a:pt x="119318" y="845380"/>
                    </a:lnTo>
                    <a:lnTo>
                      <a:pt x="137723" y="844110"/>
                    </a:lnTo>
                    <a:lnTo>
                      <a:pt x="137088" y="844110"/>
                    </a:lnTo>
                    <a:lnTo>
                      <a:pt x="138358" y="844110"/>
                    </a:lnTo>
                    <a:lnTo>
                      <a:pt x="137088" y="844110"/>
                    </a:lnTo>
                    <a:lnTo>
                      <a:pt x="159302" y="843475"/>
                    </a:lnTo>
                    <a:lnTo>
                      <a:pt x="164380" y="840937"/>
                    </a:lnTo>
                    <a:lnTo>
                      <a:pt x="168187" y="841572"/>
                    </a:lnTo>
                    <a:lnTo>
                      <a:pt x="177707" y="839668"/>
                    </a:lnTo>
                    <a:lnTo>
                      <a:pt x="182150" y="841572"/>
                    </a:lnTo>
                    <a:lnTo>
                      <a:pt x="186593" y="839033"/>
                    </a:lnTo>
                    <a:lnTo>
                      <a:pt x="198652" y="835860"/>
                    </a:lnTo>
                    <a:lnTo>
                      <a:pt x="210075" y="834590"/>
                    </a:lnTo>
                    <a:lnTo>
                      <a:pt x="222134" y="835860"/>
                    </a:lnTo>
                    <a:lnTo>
                      <a:pt x="246252" y="840302"/>
                    </a:lnTo>
                    <a:lnTo>
                      <a:pt x="261484" y="846014"/>
                    </a:lnTo>
                    <a:lnTo>
                      <a:pt x="288140" y="852996"/>
                    </a:lnTo>
                    <a:lnTo>
                      <a:pt x="300199" y="861247"/>
                    </a:lnTo>
                    <a:lnTo>
                      <a:pt x="308449" y="865054"/>
                    </a:lnTo>
                    <a:lnTo>
                      <a:pt x="331932" y="873305"/>
                    </a:lnTo>
                    <a:lnTo>
                      <a:pt x="368743" y="879017"/>
                    </a:lnTo>
                    <a:lnTo>
                      <a:pt x="376359" y="876478"/>
                    </a:lnTo>
                    <a:lnTo>
                      <a:pt x="378897" y="877748"/>
                    </a:lnTo>
                    <a:lnTo>
                      <a:pt x="380802" y="876478"/>
                    </a:lnTo>
                    <a:lnTo>
                      <a:pt x="385879" y="879017"/>
                    </a:lnTo>
                    <a:lnTo>
                      <a:pt x="419516" y="882825"/>
                    </a:lnTo>
                    <a:lnTo>
                      <a:pt x="425863" y="882191"/>
                    </a:lnTo>
                    <a:lnTo>
                      <a:pt x="432210" y="880287"/>
                    </a:lnTo>
                    <a:lnTo>
                      <a:pt x="447442" y="870767"/>
                    </a:lnTo>
                    <a:lnTo>
                      <a:pt x="453789" y="868862"/>
                    </a:lnTo>
                    <a:lnTo>
                      <a:pt x="467117" y="869497"/>
                    </a:lnTo>
                    <a:lnTo>
                      <a:pt x="472829" y="868862"/>
                    </a:lnTo>
                    <a:lnTo>
                      <a:pt x="475368" y="865689"/>
                    </a:lnTo>
                    <a:lnTo>
                      <a:pt x="470924" y="864420"/>
                    </a:lnTo>
                    <a:lnTo>
                      <a:pt x="472194" y="861881"/>
                    </a:lnTo>
                    <a:lnTo>
                      <a:pt x="474733" y="859977"/>
                    </a:lnTo>
                    <a:lnTo>
                      <a:pt x="481080" y="858073"/>
                    </a:lnTo>
                    <a:lnTo>
                      <a:pt x="478541" y="855534"/>
                    </a:lnTo>
                    <a:lnTo>
                      <a:pt x="473463" y="856169"/>
                    </a:lnTo>
                    <a:lnTo>
                      <a:pt x="468386" y="858073"/>
                    </a:lnTo>
                    <a:lnTo>
                      <a:pt x="465213" y="860612"/>
                    </a:lnTo>
                    <a:lnTo>
                      <a:pt x="463309" y="860612"/>
                    </a:lnTo>
                    <a:lnTo>
                      <a:pt x="461404" y="856804"/>
                    </a:lnTo>
                    <a:lnTo>
                      <a:pt x="454423" y="844110"/>
                    </a:lnTo>
                    <a:lnTo>
                      <a:pt x="456962" y="842841"/>
                    </a:lnTo>
                    <a:lnTo>
                      <a:pt x="462674" y="838398"/>
                    </a:lnTo>
                    <a:lnTo>
                      <a:pt x="460770" y="837129"/>
                    </a:lnTo>
                    <a:lnTo>
                      <a:pt x="458866" y="837764"/>
                    </a:lnTo>
                    <a:lnTo>
                      <a:pt x="456962" y="838398"/>
                    </a:lnTo>
                    <a:lnTo>
                      <a:pt x="451884" y="839668"/>
                    </a:lnTo>
                    <a:lnTo>
                      <a:pt x="448711" y="842206"/>
                    </a:lnTo>
                    <a:lnTo>
                      <a:pt x="446807" y="842841"/>
                    </a:lnTo>
                    <a:lnTo>
                      <a:pt x="444903" y="840937"/>
                    </a:lnTo>
                    <a:lnTo>
                      <a:pt x="442364" y="836494"/>
                    </a:lnTo>
                    <a:lnTo>
                      <a:pt x="440461" y="830782"/>
                    </a:lnTo>
                    <a:lnTo>
                      <a:pt x="439191" y="826340"/>
                    </a:lnTo>
                    <a:lnTo>
                      <a:pt x="444269" y="828878"/>
                    </a:lnTo>
                    <a:lnTo>
                      <a:pt x="445538" y="828878"/>
                    </a:lnTo>
                    <a:lnTo>
                      <a:pt x="446807" y="827609"/>
                    </a:lnTo>
                    <a:lnTo>
                      <a:pt x="448076" y="823801"/>
                    </a:lnTo>
                    <a:lnTo>
                      <a:pt x="448711" y="823166"/>
                    </a:lnTo>
                    <a:lnTo>
                      <a:pt x="452520" y="823801"/>
                    </a:lnTo>
                    <a:lnTo>
                      <a:pt x="454423" y="826340"/>
                    </a:lnTo>
                    <a:lnTo>
                      <a:pt x="453789" y="829513"/>
                    </a:lnTo>
                    <a:lnTo>
                      <a:pt x="451250" y="832051"/>
                    </a:lnTo>
                    <a:lnTo>
                      <a:pt x="454423" y="832051"/>
                    </a:lnTo>
                    <a:lnTo>
                      <a:pt x="456962" y="830148"/>
                    </a:lnTo>
                    <a:lnTo>
                      <a:pt x="461404" y="824435"/>
                    </a:lnTo>
                    <a:lnTo>
                      <a:pt x="463943" y="822531"/>
                    </a:lnTo>
                    <a:lnTo>
                      <a:pt x="482349" y="814281"/>
                    </a:lnTo>
                    <a:lnTo>
                      <a:pt x="484253" y="812377"/>
                    </a:lnTo>
                    <a:lnTo>
                      <a:pt x="485522" y="809204"/>
                    </a:lnTo>
                    <a:lnTo>
                      <a:pt x="484888" y="806665"/>
                    </a:lnTo>
                    <a:lnTo>
                      <a:pt x="485522" y="805395"/>
                    </a:lnTo>
                    <a:lnTo>
                      <a:pt x="489330" y="804761"/>
                    </a:lnTo>
                    <a:lnTo>
                      <a:pt x="491869" y="805395"/>
                    </a:lnTo>
                    <a:lnTo>
                      <a:pt x="494408" y="807300"/>
                    </a:lnTo>
                    <a:lnTo>
                      <a:pt x="496946" y="807934"/>
                    </a:lnTo>
                    <a:lnTo>
                      <a:pt x="502658" y="802857"/>
                    </a:lnTo>
                    <a:lnTo>
                      <a:pt x="505197" y="802857"/>
                    </a:lnTo>
                    <a:lnTo>
                      <a:pt x="515351" y="803491"/>
                    </a:lnTo>
                    <a:lnTo>
                      <a:pt x="517890" y="804761"/>
                    </a:lnTo>
                    <a:lnTo>
                      <a:pt x="519794" y="807300"/>
                    </a:lnTo>
                    <a:lnTo>
                      <a:pt x="520429" y="810473"/>
                    </a:lnTo>
                    <a:lnTo>
                      <a:pt x="519794" y="814915"/>
                    </a:lnTo>
                    <a:lnTo>
                      <a:pt x="517890" y="814281"/>
                    </a:lnTo>
                    <a:lnTo>
                      <a:pt x="515987" y="811742"/>
                    </a:lnTo>
                    <a:lnTo>
                      <a:pt x="514082" y="809838"/>
                    </a:lnTo>
                    <a:lnTo>
                      <a:pt x="511543" y="812377"/>
                    </a:lnTo>
                    <a:lnTo>
                      <a:pt x="509640" y="817454"/>
                    </a:lnTo>
                    <a:lnTo>
                      <a:pt x="509005" y="821897"/>
                    </a:lnTo>
                    <a:lnTo>
                      <a:pt x="510909" y="823801"/>
                    </a:lnTo>
                    <a:lnTo>
                      <a:pt x="511543" y="825705"/>
                    </a:lnTo>
                    <a:lnTo>
                      <a:pt x="512178" y="829513"/>
                    </a:lnTo>
                    <a:lnTo>
                      <a:pt x="514082" y="832051"/>
                    </a:lnTo>
                    <a:lnTo>
                      <a:pt x="519160" y="830782"/>
                    </a:lnTo>
                    <a:lnTo>
                      <a:pt x="526776" y="825705"/>
                    </a:lnTo>
                    <a:lnTo>
                      <a:pt x="530584" y="823801"/>
                    </a:lnTo>
                    <a:lnTo>
                      <a:pt x="550893" y="821262"/>
                    </a:lnTo>
                    <a:lnTo>
                      <a:pt x="555970" y="821262"/>
                    </a:lnTo>
                    <a:lnTo>
                      <a:pt x="561048" y="823166"/>
                    </a:lnTo>
                    <a:lnTo>
                      <a:pt x="562952" y="826340"/>
                    </a:lnTo>
                    <a:lnTo>
                      <a:pt x="562952" y="837129"/>
                    </a:lnTo>
                    <a:lnTo>
                      <a:pt x="562317" y="842841"/>
                    </a:lnTo>
                    <a:lnTo>
                      <a:pt x="561048" y="847284"/>
                    </a:lnTo>
                    <a:lnTo>
                      <a:pt x="562317" y="849822"/>
                    </a:lnTo>
                    <a:lnTo>
                      <a:pt x="568029" y="849822"/>
                    </a:lnTo>
                    <a:lnTo>
                      <a:pt x="570568" y="849188"/>
                    </a:lnTo>
                    <a:lnTo>
                      <a:pt x="575010" y="846649"/>
                    </a:lnTo>
                    <a:lnTo>
                      <a:pt x="577549" y="846014"/>
                    </a:lnTo>
                    <a:lnTo>
                      <a:pt x="579454" y="847284"/>
                    </a:lnTo>
                    <a:lnTo>
                      <a:pt x="580088" y="849822"/>
                    </a:lnTo>
                    <a:lnTo>
                      <a:pt x="580088" y="852996"/>
                    </a:lnTo>
                    <a:lnTo>
                      <a:pt x="580723" y="855534"/>
                    </a:lnTo>
                    <a:lnTo>
                      <a:pt x="583261" y="859977"/>
                    </a:lnTo>
                    <a:lnTo>
                      <a:pt x="584530" y="865689"/>
                    </a:lnTo>
                    <a:lnTo>
                      <a:pt x="583896" y="870767"/>
                    </a:lnTo>
                    <a:lnTo>
                      <a:pt x="581357" y="873305"/>
                    </a:lnTo>
                    <a:lnTo>
                      <a:pt x="587069" y="873940"/>
                    </a:lnTo>
                    <a:lnTo>
                      <a:pt x="595955" y="871401"/>
                    </a:lnTo>
                    <a:lnTo>
                      <a:pt x="604205" y="867593"/>
                    </a:lnTo>
                    <a:lnTo>
                      <a:pt x="609283" y="863785"/>
                    </a:lnTo>
                    <a:lnTo>
                      <a:pt x="612456" y="865689"/>
                    </a:lnTo>
                    <a:lnTo>
                      <a:pt x="611822" y="868228"/>
                    </a:lnTo>
                    <a:lnTo>
                      <a:pt x="610552" y="870767"/>
                    </a:lnTo>
                    <a:lnTo>
                      <a:pt x="609917" y="873305"/>
                    </a:lnTo>
                    <a:lnTo>
                      <a:pt x="611187" y="875209"/>
                    </a:lnTo>
                    <a:lnTo>
                      <a:pt x="613725" y="875844"/>
                    </a:lnTo>
                    <a:lnTo>
                      <a:pt x="618803" y="875844"/>
                    </a:lnTo>
                    <a:lnTo>
                      <a:pt x="623880" y="876478"/>
                    </a:lnTo>
                    <a:lnTo>
                      <a:pt x="633400" y="879652"/>
                    </a:lnTo>
                    <a:lnTo>
                      <a:pt x="638477" y="882825"/>
                    </a:lnTo>
                    <a:lnTo>
                      <a:pt x="639112" y="880287"/>
                    </a:lnTo>
                    <a:lnTo>
                      <a:pt x="641651" y="875209"/>
                    </a:lnTo>
                    <a:lnTo>
                      <a:pt x="642285" y="872670"/>
                    </a:lnTo>
                    <a:lnTo>
                      <a:pt x="641651" y="872036"/>
                    </a:lnTo>
                    <a:lnTo>
                      <a:pt x="640382" y="870132"/>
                    </a:lnTo>
                    <a:lnTo>
                      <a:pt x="639747" y="867593"/>
                    </a:lnTo>
                    <a:lnTo>
                      <a:pt x="640382" y="865054"/>
                    </a:lnTo>
                    <a:lnTo>
                      <a:pt x="646094" y="859342"/>
                    </a:lnTo>
                    <a:lnTo>
                      <a:pt x="646728" y="855534"/>
                    </a:lnTo>
                    <a:lnTo>
                      <a:pt x="644190" y="849822"/>
                    </a:lnTo>
                    <a:lnTo>
                      <a:pt x="647997" y="849822"/>
                    </a:lnTo>
                    <a:lnTo>
                      <a:pt x="650536" y="850457"/>
                    </a:lnTo>
                    <a:lnTo>
                      <a:pt x="652441" y="852996"/>
                    </a:lnTo>
                    <a:lnTo>
                      <a:pt x="653075" y="856169"/>
                    </a:lnTo>
                    <a:lnTo>
                      <a:pt x="652441" y="859977"/>
                    </a:lnTo>
                    <a:lnTo>
                      <a:pt x="650536" y="862516"/>
                    </a:lnTo>
                    <a:lnTo>
                      <a:pt x="647997" y="864420"/>
                    </a:lnTo>
                    <a:lnTo>
                      <a:pt x="646094" y="866958"/>
                    </a:lnTo>
                    <a:lnTo>
                      <a:pt x="643555" y="872670"/>
                    </a:lnTo>
                    <a:lnTo>
                      <a:pt x="642920" y="879652"/>
                    </a:lnTo>
                    <a:lnTo>
                      <a:pt x="644824" y="885998"/>
                    </a:lnTo>
                    <a:lnTo>
                      <a:pt x="648632" y="891711"/>
                    </a:lnTo>
                    <a:lnTo>
                      <a:pt x="649902" y="892345"/>
                    </a:lnTo>
                    <a:lnTo>
                      <a:pt x="653075" y="892980"/>
                    </a:lnTo>
                    <a:lnTo>
                      <a:pt x="654344" y="893615"/>
                    </a:lnTo>
                    <a:lnTo>
                      <a:pt x="654979" y="895518"/>
                    </a:lnTo>
                    <a:lnTo>
                      <a:pt x="654979" y="899327"/>
                    </a:lnTo>
                    <a:lnTo>
                      <a:pt x="655614" y="901231"/>
                    </a:lnTo>
                    <a:lnTo>
                      <a:pt x="658152" y="903135"/>
                    </a:lnTo>
                    <a:lnTo>
                      <a:pt x="665134" y="906308"/>
                    </a:lnTo>
                    <a:lnTo>
                      <a:pt x="677827" y="915828"/>
                    </a:lnTo>
                    <a:lnTo>
                      <a:pt x="681001" y="920905"/>
                    </a:lnTo>
                    <a:lnTo>
                      <a:pt x="677827" y="927887"/>
                    </a:lnTo>
                    <a:lnTo>
                      <a:pt x="677827" y="929791"/>
                    </a:lnTo>
                    <a:lnTo>
                      <a:pt x="679096" y="930425"/>
                    </a:lnTo>
                    <a:lnTo>
                      <a:pt x="680365" y="932329"/>
                    </a:lnTo>
                    <a:lnTo>
                      <a:pt x="681635" y="933599"/>
                    </a:lnTo>
                    <a:lnTo>
                      <a:pt x="679731" y="935503"/>
                    </a:lnTo>
                    <a:lnTo>
                      <a:pt x="677827" y="937407"/>
                    </a:lnTo>
                    <a:lnTo>
                      <a:pt x="673384" y="939311"/>
                    </a:lnTo>
                    <a:lnTo>
                      <a:pt x="673384" y="936772"/>
                    </a:lnTo>
                    <a:lnTo>
                      <a:pt x="672115" y="934868"/>
                    </a:lnTo>
                    <a:lnTo>
                      <a:pt x="670211" y="933599"/>
                    </a:lnTo>
                    <a:lnTo>
                      <a:pt x="667672" y="932964"/>
                    </a:lnTo>
                    <a:lnTo>
                      <a:pt x="669576" y="929156"/>
                    </a:lnTo>
                    <a:lnTo>
                      <a:pt x="670211" y="925348"/>
                    </a:lnTo>
                    <a:lnTo>
                      <a:pt x="669576" y="917097"/>
                    </a:lnTo>
                    <a:lnTo>
                      <a:pt x="663230" y="919636"/>
                    </a:lnTo>
                    <a:lnTo>
                      <a:pt x="658152" y="917097"/>
                    </a:lnTo>
                    <a:lnTo>
                      <a:pt x="654979" y="912020"/>
                    </a:lnTo>
                    <a:lnTo>
                      <a:pt x="655614" y="908212"/>
                    </a:lnTo>
                    <a:lnTo>
                      <a:pt x="650536" y="908847"/>
                    </a:lnTo>
                    <a:lnTo>
                      <a:pt x="647997" y="912020"/>
                    </a:lnTo>
                    <a:lnTo>
                      <a:pt x="646728" y="916462"/>
                    </a:lnTo>
                    <a:lnTo>
                      <a:pt x="644190" y="920905"/>
                    </a:lnTo>
                    <a:lnTo>
                      <a:pt x="641016" y="923444"/>
                    </a:lnTo>
                    <a:lnTo>
                      <a:pt x="637208" y="924713"/>
                    </a:lnTo>
                    <a:lnTo>
                      <a:pt x="633400" y="924079"/>
                    </a:lnTo>
                    <a:lnTo>
                      <a:pt x="630862" y="920271"/>
                    </a:lnTo>
                    <a:lnTo>
                      <a:pt x="634669" y="931060"/>
                    </a:lnTo>
                    <a:lnTo>
                      <a:pt x="644824" y="938676"/>
                    </a:lnTo>
                    <a:lnTo>
                      <a:pt x="657517" y="943119"/>
                    </a:lnTo>
                    <a:lnTo>
                      <a:pt x="680365" y="945023"/>
                    </a:lnTo>
                    <a:lnTo>
                      <a:pt x="682904" y="945657"/>
                    </a:lnTo>
                    <a:lnTo>
                      <a:pt x="688616" y="950100"/>
                    </a:lnTo>
                    <a:lnTo>
                      <a:pt x="691155" y="950735"/>
                    </a:lnTo>
                    <a:lnTo>
                      <a:pt x="694963" y="950735"/>
                    </a:lnTo>
                    <a:lnTo>
                      <a:pt x="697502" y="950100"/>
                    </a:lnTo>
                    <a:lnTo>
                      <a:pt x="699405" y="948196"/>
                    </a:lnTo>
                    <a:lnTo>
                      <a:pt x="700041" y="944388"/>
                    </a:lnTo>
                    <a:lnTo>
                      <a:pt x="701310" y="943119"/>
                    </a:lnTo>
                    <a:lnTo>
                      <a:pt x="705118" y="943119"/>
                    </a:lnTo>
                    <a:lnTo>
                      <a:pt x="708925" y="944388"/>
                    </a:lnTo>
                    <a:lnTo>
                      <a:pt x="711464" y="946292"/>
                    </a:lnTo>
                    <a:lnTo>
                      <a:pt x="708925" y="946927"/>
                    </a:lnTo>
                    <a:lnTo>
                      <a:pt x="707656" y="948196"/>
                    </a:lnTo>
                    <a:lnTo>
                      <a:pt x="707022" y="950100"/>
                    </a:lnTo>
                    <a:lnTo>
                      <a:pt x="707656" y="952639"/>
                    </a:lnTo>
                    <a:lnTo>
                      <a:pt x="713369" y="950100"/>
                    </a:lnTo>
                    <a:lnTo>
                      <a:pt x="719715" y="950735"/>
                    </a:lnTo>
                    <a:lnTo>
                      <a:pt x="725428" y="953908"/>
                    </a:lnTo>
                    <a:lnTo>
                      <a:pt x="736217" y="962159"/>
                    </a:lnTo>
                    <a:lnTo>
                      <a:pt x="738755" y="961524"/>
                    </a:lnTo>
                    <a:lnTo>
                      <a:pt x="739390" y="960255"/>
                    </a:lnTo>
                    <a:lnTo>
                      <a:pt x="739390" y="958985"/>
                    </a:lnTo>
                    <a:lnTo>
                      <a:pt x="740024" y="958351"/>
                    </a:lnTo>
                    <a:lnTo>
                      <a:pt x="744468" y="955178"/>
                    </a:lnTo>
                    <a:lnTo>
                      <a:pt x="745102" y="952639"/>
                    </a:lnTo>
                    <a:lnTo>
                      <a:pt x="743198" y="948831"/>
                    </a:lnTo>
                    <a:lnTo>
                      <a:pt x="747006" y="950100"/>
                    </a:lnTo>
                    <a:lnTo>
                      <a:pt x="750814" y="952639"/>
                    </a:lnTo>
                    <a:lnTo>
                      <a:pt x="754622" y="953908"/>
                    </a:lnTo>
                    <a:lnTo>
                      <a:pt x="758430" y="952004"/>
                    </a:lnTo>
                    <a:lnTo>
                      <a:pt x="760334" y="956447"/>
                    </a:lnTo>
                    <a:lnTo>
                      <a:pt x="757796" y="958351"/>
                    </a:lnTo>
                    <a:lnTo>
                      <a:pt x="754622" y="959620"/>
                    </a:lnTo>
                    <a:lnTo>
                      <a:pt x="752718" y="962794"/>
                    </a:lnTo>
                    <a:lnTo>
                      <a:pt x="755257" y="962794"/>
                    </a:lnTo>
                    <a:lnTo>
                      <a:pt x="763508" y="964698"/>
                    </a:lnTo>
                    <a:lnTo>
                      <a:pt x="765411" y="964698"/>
                    </a:lnTo>
                    <a:lnTo>
                      <a:pt x="766681" y="960889"/>
                    </a:lnTo>
                    <a:lnTo>
                      <a:pt x="770489" y="960889"/>
                    </a:lnTo>
                    <a:lnTo>
                      <a:pt x="773662" y="962159"/>
                    </a:lnTo>
                    <a:lnTo>
                      <a:pt x="774931" y="962794"/>
                    </a:lnTo>
                    <a:lnTo>
                      <a:pt x="776836" y="962159"/>
                    </a:lnTo>
                    <a:lnTo>
                      <a:pt x="777470" y="960889"/>
                    </a:lnTo>
                    <a:lnTo>
                      <a:pt x="778105" y="959620"/>
                    </a:lnTo>
                    <a:lnTo>
                      <a:pt x="781278" y="957716"/>
                    </a:lnTo>
                    <a:lnTo>
                      <a:pt x="781278" y="955178"/>
                    </a:lnTo>
                    <a:lnTo>
                      <a:pt x="780643" y="952639"/>
                    </a:lnTo>
                    <a:lnTo>
                      <a:pt x="780643" y="951369"/>
                    </a:lnTo>
                    <a:lnTo>
                      <a:pt x="783182" y="950100"/>
                    </a:lnTo>
                    <a:lnTo>
                      <a:pt x="785721" y="950735"/>
                    </a:lnTo>
                    <a:lnTo>
                      <a:pt x="786990" y="952639"/>
                    </a:lnTo>
                    <a:lnTo>
                      <a:pt x="788894" y="955812"/>
                    </a:lnTo>
                    <a:lnTo>
                      <a:pt x="788259" y="951369"/>
                    </a:lnTo>
                    <a:lnTo>
                      <a:pt x="788894" y="941849"/>
                    </a:lnTo>
                    <a:lnTo>
                      <a:pt x="788259" y="941215"/>
                    </a:lnTo>
                    <a:lnTo>
                      <a:pt x="786990" y="939945"/>
                    </a:lnTo>
                    <a:lnTo>
                      <a:pt x="788259" y="934234"/>
                    </a:lnTo>
                    <a:lnTo>
                      <a:pt x="788894" y="931695"/>
                    </a:lnTo>
                    <a:lnTo>
                      <a:pt x="790163" y="929791"/>
                    </a:lnTo>
                    <a:lnTo>
                      <a:pt x="792702" y="932329"/>
                    </a:lnTo>
                    <a:lnTo>
                      <a:pt x="794606" y="934868"/>
                    </a:lnTo>
                    <a:lnTo>
                      <a:pt x="796510" y="935503"/>
                    </a:lnTo>
                    <a:lnTo>
                      <a:pt x="798415" y="932329"/>
                    </a:lnTo>
                    <a:lnTo>
                      <a:pt x="795241" y="928521"/>
                    </a:lnTo>
                    <a:lnTo>
                      <a:pt x="796510" y="925982"/>
                    </a:lnTo>
                    <a:lnTo>
                      <a:pt x="798415" y="922809"/>
                    </a:lnTo>
                    <a:lnTo>
                      <a:pt x="798415" y="918367"/>
                    </a:lnTo>
                    <a:lnTo>
                      <a:pt x="793337" y="918367"/>
                    </a:lnTo>
                    <a:lnTo>
                      <a:pt x="792068" y="917732"/>
                    </a:lnTo>
                    <a:lnTo>
                      <a:pt x="791433" y="915193"/>
                    </a:lnTo>
                    <a:lnTo>
                      <a:pt x="792068" y="913924"/>
                    </a:lnTo>
                    <a:lnTo>
                      <a:pt x="793971" y="913289"/>
                    </a:lnTo>
                    <a:lnTo>
                      <a:pt x="796510" y="913924"/>
                    </a:lnTo>
                    <a:lnTo>
                      <a:pt x="796510" y="911385"/>
                    </a:lnTo>
                    <a:lnTo>
                      <a:pt x="797779" y="910116"/>
                    </a:lnTo>
                    <a:lnTo>
                      <a:pt x="799684" y="909481"/>
                    </a:lnTo>
                    <a:lnTo>
                      <a:pt x="802222" y="910116"/>
                    </a:lnTo>
                    <a:lnTo>
                      <a:pt x="802222" y="912020"/>
                    </a:lnTo>
                    <a:lnTo>
                      <a:pt x="799684" y="913924"/>
                    </a:lnTo>
                    <a:lnTo>
                      <a:pt x="802222" y="914559"/>
                    </a:lnTo>
                    <a:lnTo>
                      <a:pt x="809838" y="916462"/>
                    </a:lnTo>
                    <a:lnTo>
                      <a:pt x="812377" y="915193"/>
                    </a:lnTo>
                    <a:lnTo>
                      <a:pt x="814281" y="912655"/>
                    </a:lnTo>
                    <a:lnTo>
                      <a:pt x="816819" y="912020"/>
                    </a:lnTo>
                    <a:lnTo>
                      <a:pt x="819993" y="915828"/>
                    </a:lnTo>
                    <a:lnTo>
                      <a:pt x="824436" y="909481"/>
                    </a:lnTo>
                    <a:lnTo>
                      <a:pt x="825705" y="906308"/>
                    </a:lnTo>
                    <a:lnTo>
                      <a:pt x="825705" y="902500"/>
                    </a:lnTo>
                    <a:lnTo>
                      <a:pt x="826339" y="898692"/>
                    </a:lnTo>
                    <a:lnTo>
                      <a:pt x="828878" y="898692"/>
                    </a:lnTo>
                    <a:lnTo>
                      <a:pt x="830782" y="899961"/>
                    </a:lnTo>
                    <a:lnTo>
                      <a:pt x="831417" y="900596"/>
                    </a:lnTo>
                    <a:lnTo>
                      <a:pt x="832686" y="901865"/>
                    </a:lnTo>
                    <a:lnTo>
                      <a:pt x="837764" y="908847"/>
                    </a:lnTo>
                    <a:lnTo>
                      <a:pt x="839033" y="912020"/>
                    </a:lnTo>
                    <a:lnTo>
                      <a:pt x="840303" y="925982"/>
                    </a:lnTo>
                    <a:lnTo>
                      <a:pt x="844745" y="918367"/>
                    </a:lnTo>
                    <a:lnTo>
                      <a:pt x="845379" y="915828"/>
                    </a:lnTo>
                    <a:lnTo>
                      <a:pt x="845379" y="912655"/>
                    </a:lnTo>
                    <a:lnTo>
                      <a:pt x="846015" y="910116"/>
                    </a:lnTo>
                    <a:lnTo>
                      <a:pt x="847918" y="908847"/>
                    </a:lnTo>
                    <a:lnTo>
                      <a:pt x="850457" y="908212"/>
                    </a:lnTo>
                    <a:lnTo>
                      <a:pt x="850457" y="910116"/>
                    </a:lnTo>
                    <a:lnTo>
                      <a:pt x="851092" y="912655"/>
                    </a:lnTo>
                    <a:lnTo>
                      <a:pt x="859977" y="920905"/>
                    </a:lnTo>
                    <a:lnTo>
                      <a:pt x="862516" y="925348"/>
                    </a:lnTo>
                    <a:lnTo>
                      <a:pt x="863150" y="926617"/>
                    </a:lnTo>
                    <a:lnTo>
                      <a:pt x="864420" y="923444"/>
                    </a:lnTo>
                    <a:lnTo>
                      <a:pt x="865689" y="919636"/>
                    </a:lnTo>
                    <a:lnTo>
                      <a:pt x="865689" y="917732"/>
                    </a:lnTo>
                    <a:lnTo>
                      <a:pt x="868228" y="917732"/>
                    </a:lnTo>
                    <a:lnTo>
                      <a:pt x="870132" y="920271"/>
                    </a:lnTo>
                    <a:lnTo>
                      <a:pt x="870766" y="923444"/>
                    </a:lnTo>
                    <a:lnTo>
                      <a:pt x="871401" y="925982"/>
                    </a:lnTo>
                    <a:lnTo>
                      <a:pt x="871401" y="929156"/>
                    </a:lnTo>
                    <a:lnTo>
                      <a:pt x="870766" y="932964"/>
                    </a:lnTo>
                    <a:lnTo>
                      <a:pt x="870766" y="936137"/>
                    </a:lnTo>
                    <a:lnTo>
                      <a:pt x="870132" y="938676"/>
                    </a:lnTo>
                    <a:lnTo>
                      <a:pt x="868863" y="941215"/>
                    </a:lnTo>
                    <a:lnTo>
                      <a:pt x="868228" y="943754"/>
                    </a:lnTo>
                    <a:lnTo>
                      <a:pt x="869497" y="946292"/>
                    </a:lnTo>
                    <a:lnTo>
                      <a:pt x="874575" y="950100"/>
                    </a:lnTo>
                    <a:lnTo>
                      <a:pt x="875844" y="952004"/>
                    </a:lnTo>
                    <a:lnTo>
                      <a:pt x="876478" y="955178"/>
                    </a:lnTo>
                    <a:lnTo>
                      <a:pt x="877113" y="958351"/>
                    </a:lnTo>
                    <a:lnTo>
                      <a:pt x="877113" y="960889"/>
                    </a:lnTo>
                    <a:lnTo>
                      <a:pt x="875844" y="962159"/>
                    </a:lnTo>
                    <a:lnTo>
                      <a:pt x="879017" y="962794"/>
                    </a:lnTo>
                    <a:lnTo>
                      <a:pt x="885364" y="958985"/>
                    </a:lnTo>
                    <a:lnTo>
                      <a:pt x="895518" y="950735"/>
                    </a:lnTo>
                    <a:lnTo>
                      <a:pt x="899326" y="948831"/>
                    </a:lnTo>
                    <a:lnTo>
                      <a:pt x="902500" y="945657"/>
                    </a:lnTo>
                    <a:lnTo>
                      <a:pt x="905039" y="941849"/>
                    </a:lnTo>
                    <a:lnTo>
                      <a:pt x="907577" y="939311"/>
                    </a:lnTo>
                    <a:lnTo>
                      <a:pt x="908846" y="937407"/>
                    </a:lnTo>
                    <a:lnTo>
                      <a:pt x="912655" y="927252"/>
                    </a:lnTo>
                    <a:lnTo>
                      <a:pt x="913924" y="923444"/>
                    </a:lnTo>
                    <a:lnTo>
                      <a:pt x="906943" y="925348"/>
                    </a:lnTo>
                    <a:lnTo>
                      <a:pt x="902500" y="918367"/>
                    </a:lnTo>
                    <a:lnTo>
                      <a:pt x="903135" y="910751"/>
                    </a:lnTo>
                    <a:lnTo>
                      <a:pt x="909482" y="910116"/>
                    </a:lnTo>
                    <a:lnTo>
                      <a:pt x="906943" y="906308"/>
                    </a:lnTo>
                    <a:lnTo>
                      <a:pt x="908846" y="903769"/>
                    </a:lnTo>
                    <a:lnTo>
                      <a:pt x="912655" y="904404"/>
                    </a:lnTo>
                    <a:lnTo>
                      <a:pt x="915828" y="908212"/>
                    </a:lnTo>
                    <a:lnTo>
                      <a:pt x="920271" y="905673"/>
                    </a:lnTo>
                    <a:lnTo>
                      <a:pt x="920271" y="903769"/>
                    </a:lnTo>
                    <a:lnTo>
                      <a:pt x="916463" y="902500"/>
                    </a:lnTo>
                    <a:lnTo>
                      <a:pt x="913290" y="899961"/>
                    </a:lnTo>
                    <a:lnTo>
                      <a:pt x="910751" y="896153"/>
                    </a:lnTo>
                    <a:lnTo>
                      <a:pt x="910116" y="891711"/>
                    </a:lnTo>
                    <a:lnTo>
                      <a:pt x="912020" y="892345"/>
                    </a:lnTo>
                    <a:lnTo>
                      <a:pt x="913290" y="893615"/>
                    </a:lnTo>
                    <a:lnTo>
                      <a:pt x="914559" y="894884"/>
                    </a:lnTo>
                    <a:lnTo>
                      <a:pt x="915193" y="896788"/>
                    </a:lnTo>
                    <a:lnTo>
                      <a:pt x="915193" y="889807"/>
                    </a:lnTo>
                    <a:lnTo>
                      <a:pt x="914559" y="887902"/>
                    </a:lnTo>
                    <a:lnTo>
                      <a:pt x="913924" y="886633"/>
                    </a:lnTo>
                    <a:lnTo>
                      <a:pt x="912655" y="885364"/>
                    </a:lnTo>
                    <a:lnTo>
                      <a:pt x="911385" y="884094"/>
                    </a:lnTo>
                    <a:lnTo>
                      <a:pt x="911385" y="880287"/>
                    </a:lnTo>
                    <a:lnTo>
                      <a:pt x="912020" y="877748"/>
                    </a:lnTo>
                    <a:lnTo>
                      <a:pt x="913924" y="875844"/>
                    </a:lnTo>
                    <a:lnTo>
                      <a:pt x="917097" y="873940"/>
                    </a:lnTo>
                    <a:lnTo>
                      <a:pt x="912020" y="870132"/>
                    </a:lnTo>
                    <a:lnTo>
                      <a:pt x="906943" y="867593"/>
                    </a:lnTo>
                    <a:lnTo>
                      <a:pt x="901231" y="866324"/>
                    </a:lnTo>
                    <a:lnTo>
                      <a:pt x="894884" y="866324"/>
                    </a:lnTo>
                    <a:lnTo>
                      <a:pt x="892345" y="866324"/>
                    </a:lnTo>
                    <a:lnTo>
                      <a:pt x="889806" y="865054"/>
                    </a:lnTo>
                    <a:lnTo>
                      <a:pt x="879652" y="857438"/>
                    </a:lnTo>
                    <a:lnTo>
                      <a:pt x="877113" y="856169"/>
                    </a:lnTo>
                    <a:lnTo>
                      <a:pt x="875844" y="857438"/>
                    </a:lnTo>
                    <a:lnTo>
                      <a:pt x="875209" y="858073"/>
                    </a:lnTo>
                    <a:lnTo>
                      <a:pt x="873940" y="857438"/>
                    </a:lnTo>
                    <a:lnTo>
                      <a:pt x="872671" y="854900"/>
                    </a:lnTo>
                    <a:lnTo>
                      <a:pt x="874575" y="854900"/>
                    </a:lnTo>
                    <a:lnTo>
                      <a:pt x="876478" y="854265"/>
                    </a:lnTo>
                    <a:lnTo>
                      <a:pt x="879652" y="852361"/>
                    </a:lnTo>
                    <a:lnTo>
                      <a:pt x="879652" y="850457"/>
                    </a:lnTo>
                    <a:lnTo>
                      <a:pt x="878383" y="850457"/>
                    </a:lnTo>
                    <a:lnTo>
                      <a:pt x="873940" y="851092"/>
                    </a:lnTo>
                    <a:lnTo>
                      <a:pt x="874575" y="847284"/>
                    </a:lnTo>
                    <a:lnTo>
                      <a:pt x="877748" y="842841"/>
                    </a:lnTo>
                    <a:lnTo>
                      <a:pt x="879017" y="840302"/>
                    </a:lnTo>
                    <a:lnTo>
                      <a:pt x="882191" y="842841"/>
                    </a:lnTo>
                    <a:lnTo>
                      <a:pt x="887903" y="849822"/>
                    </a:lnTo>
                    <a:lnTo>
                      <a:pt x="891711" y="852996"/>
                    </a:lnTo>
                    <a:lnTo>
                      <a:pt x="892980" y="851092"/>
                    </a:lnTo>
                    <a:lnTo>
                      <a:pt x="889806" y="849822"/>
                    </a:lnTo>
                    <a:lnTo>
                      <a:pt x="890442" y="848553"/>
                    </a:lnTo>
                    <a:lnTo>
                      <a:pt x="892980" y="847918"/>
                    </a:lnTo>
                    <a:lnTo>
                      <a:pt x="896788" y="848553"/>
                    </a:lnTo>
                    <a:lnTo>
                      <a:pt x="901231" y="849822"/>
                    </a:lnTo>
                    <a:lnTo>
                      <a:pt x="925983" y="863785"/>
                    </a:lnTo>
                    <a:lnTo>
                      <a:pt x="932964" y="865689"/>
                    </a:lnTo>
                    <a:lnTo>
                      <a:pt x="939945" y="861881"/>
                    </a:lnTo>
                    <a:lnTo>
                      <a:pt x="947562" y="868228"/>
                    </a:lnTo>
                    <a:lnTo>
                      <a:pt x="951370" y="868862"/>
                    </a:lnTo>
                    <a:lnTo>
                      <a:pt x="952639" y="863150"/>
                    </a:lnTo>
                    <a:lnTo>
                      <a:pt x="952639" y="859342"/>
                    </a:lnTo>
                    <a:lnTo>
                      <a:pt x="953273" y="858708"/>
                    </a:lnTo>
                    <a:lnTo>
                      <a:pt x="955178" y="859342"/>
                    </a:lnTo>
                    <a:lnTo>
                      <a:pt x="960255" y="859977"/>
                    </a:lnTo>
                    <a:lnTo>
                      <a:pt x="960890" y="861247"/>
                    </a:lnTo>
                    <a:lnTo>
                      <a:pt x="960255" y="864420"/>
                    </a:lnTo>
                    <a:lnTo>
                      <a:pt x="959620" y="864420"/>
                    </a:lnTo>
                    <a:lnTo>
                      <a:pt x="958985" y="865689"/>
                    </a:lnTo>
                    <a:lnTo>
                      <a:pt x="958351" y="866958"/>
                    </a:lnTo>
                    <a:lnTo>
                      <a:pt x="957716" y="868228"/>
                    </a:lnTo>
                    <a:lnTo>
                      <a:pt x="957716" y="869497"/>
                    </a:lnTo>
                    <a:lnTo>
                      <a:pt x="958351" y="870132"/>
                    </a:lnTo>
                    <a:lnTo>
                      <a:pt x="958985" y="870767"/>
                    </a:lnTo>
                    <a:lnTo>
                      <a:pt x="959620" y="871401"/>
                    </a:lnTo>
                    <a:lnTo>
                      <a:pt x="960255" y="872670"/>
                    </a:lnTo>
                    <a:lnTo>
                      <a:pt x="960890" y="874574"/>
                    </a:lnTo>
                    <a:lnTo>
                      <a:pt x="962159" y="875844"/>
                    </a:lnTo>
                    <a:lnTo>
                      <a:pt x="963429" y="876478"/>
                    </a:lnTo>
                    <a:lnTo>
                      <a:pt x="967871" y="873305"/>
                    </a:lnTo>
                    <a:lnTo>
                      <a:pt x="970410" y="872670"/>
                    </a:lnTo>
                    <a:lnTo>
                      <a:pt x="971679" y="875209"/>
                    </a:lnTo>
                    <a:lnTo>
                      <a:pt x="971044" y="877113"/>
                    </a:lnTo>
                    <a:lnTo>
                      <a:pt x="969775" y="878382"/>
                    </a:lnTo>
                    <a:lnTo>
                      <a:pt x="969140" y="880287"/>
                    </a:lnTo>
                    <a:lnTo>
                      <a:pt x="970410" y="882825"/>
                    </a:lnTo>
                    <a:lnTo>
                      <a:pt x="971044" y="881556"/>
                    </a:lnTo>
                    <a:lnTo>
                      <a:pt x="971679" y="880921"/>
                    </a:lnTo>
                    <a:lnTo>
                      <a:pt x="972313" y="880287"/>
                    </a:lnTo>
                    <a:lnTo>
                      <a:pt x="973583" y="879017"/>
                    </a:lnTo>
                    <a:lnTo>
                      <a:pt x="974852" y="882191"/>
                    </a:lnTo>
                    <a:lnTo>
                      <a:pt x="976122" y="884729"/>
                    </a:lnTo>
                    <a:lnTo>
                      <a:pt x="976122" y="887268"/>
                    </a:lnTo>
                    <a:lnTo>
                      <a:pt x="974852" y="890441"/>
                    </a:lnTo>
                    <a:lnTo>
                      <a:pt x="972313" y="892980"/>
                    </a:lnTo>
                    <a:lnTo>
                      <a:pt x="969140" y="895518"/>
                    </a:lnTo>
                    <a:lnTo>
                      <a:pt x="962159" y="898692"/>
                    </a:lnTo>
                    <a:lnTo>
                      <a:pt x="992623" y="898692"/>
                    </a:lnTo>
                    <a:lnTo>
                      <a:pt x="995162" y="897422"/>
                    </a:lnTo>
                    <a:lnTo>
                      <a:pt x="1000873" y="891711"/>
                    </a:lnTo>
                    <a:lnTo>
                      <a:pt x="1004047" y="889807"/>
                    </a:lnTo>
                    <a:lnTo>
                      <a:pt x="1006586" y="891711"/>
                    </a:lnTo>
                    <a:lnTo>
                      <a:pt x="1006586" y="894249"/>
                    </a:lnTo>
                    <a:lnTo>
                      <a:pt x="1003412" y="900596"/>
                    </a:lnTo>
                    <a:lnTo>
                      <a:pt x="1007220" y="903135"/>
                    </a:lnTo>
                    <a:lnTo>
                      <a:pt x="1009124" y="906942"/>
                    </a:lnTo>
                    <a:lnTo>
                      <a:pt x="1011663" y="910116"/>
                    </a:lnTo>
                    <a:lnTo>
                      <a:pt x="1017375" y="910751"/>
                    </a:lnTo>
                    <a:lnTo>
                      <a:pt x="1023087" y="910751"/>
                    </a:lnTo>
                    <a:lnTo>
                      <a:pt x="1036416" y="914559"/>
                    </a:lnTo>
                    <a:lnTo>
                      <a:pt x="1033877" y="909481"/>
                    </a:lnTo>
                    <a:lnTo>
                      <a:pt x="1036416" y="906942"/>
                    </a:lnTo>
                    <a:lnTo>
                      <a:pt x="1040858" y="906308"/>
                    </a:lnTo>
                    <a:lnTo>
                      <a:pt x="1045300" y="908212"/>
                    </a:lnTo>
                    <a:lnTo>
                      <a:pt x="1041492" y="910751"/>
                    </a:lnTo>
                    <a:lnTo>
                      <a:pt x="1039589" y="910751"/>
                    </a:lnTo>
                    <a:lnTo>
                      <a:pt x="1053551" y="931695"/>
                    </a:lnTo>
                    <a:lnTo>
                      <a:pt x="1057994" y="932964"/>
                    </a:lnTo>
                    <a:lnTo>
                      <a:pt x="1059898" y="934234"/>
                    </a:lnTo>
                    <a:lnTo>
                      <a:pt x="1059264" y="937407"/>
                    </a:lnTo>
                    <a:lnTo>
                      <a:pt x="1059264" y="939311"/>
                    </a:lnTo>
                    <a:lnTo>
                      <a:pt x="1062437" y="945657"/>
                    </a:lnTo>
                    <a:lnTo>
                      <a:pt x="1064976" y="947561"/>
                    </a:lnTo>
                    <a:lnTo>
                      <a:pt x="1070053" y="946292"/>
                    </a:lnTo>
                    <a:lnTo>
                      <a:pt x="1075130" y="943119"/>
                    </a:lnTo>
                    <a:lnTo>
                      <a:pt x="1077669" y="938676"/>
                    </a:lnTo>
                    <a:lnTo>
                      <a:pt x="1077034" y="935503"/>
                    </a:lnTo>
                    <a:lnTo>
                      <a:pt x="1075130" y="930425"/>
                    </a:lnTo>
                    <a:lnTo>
                      <a:pt x="1074496" y="927252"/>
                    </a:lnTo>
                    <a:lnTo>
                      <a:pt x="1075130" y="924713"/>
                    </a:lnTo>
                    <a:lnTo>
                      <a:pt x="1076399" y="922809"/>
                    </a:lnTo>
                    <a:lnTo>
                      <a:pt x="1077669" y="922809"/>
                    </a:lnTo>
                    <a:lnTo>
                      <a:pt x="1078304" y="925348"/>
                    </a:lnTo>
                    <a:lnTo>
                      <a:pt x="1078938" y="931695"/>
                    </a:lnTo>
                    <a:lnTo>
                      <a:pt x="1079573" y="934868"/>
                    </a:lnTo>
                    <a:lnTo>
                      <a:pt x="1081477" y="936772"/>
                    </a:lnTo>
                    <a:lnTo>
                      <a:pt x="1083380" y="936137"/>
                    </a:lnTo>
                    <a:lnTo>
                      <a:pt x="1084016" y="932964"/>
                    </a:lnTo>
                    <a:lnTo>
                      <a:pt x="1084016" y="929791"/>
                    </a:lnTo>
                    <a:lnTo>
                      <a:pt x="1084016" y="927887"/>
                    </a:lnTo>
                    <a:lnTo>
                      <a:pt x="1087189" y="927887"/>
                    </a:lnTo>
                    <a:lnTo>
                      <a:pt x="1087189" y="932964"/>
                    </a:lnTo>
                    <a:lnTo>
                      <a:pt x="1085919" y="938676"/>
                    </a:lnTo>
                    <a:lnTo>
                      <a:pt x="1084650" y="941849"/>
                    </a:lnTo>
                    <a:lnTo>
                      <a:pt x="1081477" y="950735"/>
                    </a:lnTo>
                    <a:lnTo>
                      <a:pt x="1079573" y="952004"/>
                    </a:lnTo>
                    <a:lnTo>
                      <a:pt x="1074496" y="953274"/>
                    </a:lnTo>
                    <a:lnTo>
                      <a:pt x="1072591" y="955178"/>
                    </a:lnTo>
                    <a:lnTo>
                      <a:pt x="1072591" y="956447"/>
                    </a:lnTo>
                    <a:lnTo>
                      <a:pt x="1073226" y="958985"/>
                    </a:lnTo>
                    <a:lnTo>
                      <a:pt x="1073860" y="962159"/>
                    </a:lnTo>
                    <a:lnTo>
                      <a:pt x="1073226" y="964698"/>
                    </a:lnTo>
                    <a:lnTo>
                      <a:pt x="1069418" y="971044"/>
                    </a:lnTo>
                    <a:lnTo>
                      <a:pt x="1068149" y="973583"/>
                    </a:lnTo>
                    <a:lnTo>
                      <a:pt x="1064340" y="977391"/>
                    </a:lnTo>
                    <a:lnTo>
                      <a:pt x="1063071" y="978660"/>
                    </a:lnTo>
                    <a:lnTo>
                      <a:pt x="1062437" y="981199"/>
                    </a:lnTo>
                    <a:lnTo>
                      <a:pt x="1062437" y="989449"/>
                    </a:lnTo>
                    <a:lnTo>
                      <a:pt x="1066879" y="987546"/>
                    </a:lnTo>
                    <a:lnTo>
                      <a:pt x="1070687" y="983738"/>
                    </a:lnTo>
                    <a:lnTo>
                      <a:pt x="1079573" y="967871"/>
                    </a:lnTo>
                    <a:lnTo>
                      <a:pt x="1080842" y="964063"/>
                    </a:lnTo>
                    <a:lnTo>
                      <a:pt x="1080842" y="960889"/>
                    </a:lnTo>
                    <a:lnTo>
                      <a:pt x="1082111" y="957081"/>
                    </a:lnTo>
                    <a:lnTo>
                      <a:pt x="1086554" y="955178"/>
                    </a:lnTo>
                    <a:lnTo>
                      <a:pt x="1091632" y="953908"/>
                    </a:lnTo>
                    <a:lnTo>
                      <a:pt x="1094805" y="952004"/>
                    </a:lnTo>
                    <a:lnTo>
                      <a:pt x="1095439" y="949465"/>
                    </a:lnTo>
                    <a:lnTo>
                      <a:pt x="1094805" y="948196"/>
                    </a:lnTo>
                    <a:lnTo>
                      <a:pt x="1094170" y="946292"/>
                    </a:lnTo>
                    <a:lnTo>
                      <a:pt x="1093536" y="943754"/>
                    </a:lnTo>
                    <a:lnTo>
                      <a:pt x="1093536" y="941215"/>
                    </a:lnTo>
                    <a:lnTo>
                      <a:pt x="1094170" y="941215"/>
                    </a:lnTo>
                    <a:lnTo>
                      <a:pt x="1096709" y="942484"/>
                    </a:lnTo>
                    <a:lnTo>
                      <a:pt x="1098613" y="944388"/>
                    </a:lnTo>
                    <a:lnTo>
                      <a:pt x="1104959" y="953274"/>
                    </a:lnTo>
                    <a:lnTo>
                      <a:pt x="1106229" y="956447"/>
                    </a:lnTo>
                    <a:lnTo>
                      <a:pt x="1108133" y="958985"/>
                    </a:lnTo>
                    <a:lnTo>
                      <a:pt x="1115114" y="966601"/>
                    </a:lnTo>
                    <a:lnTo>
                      <a:pt x="1117653" y="967871"/>
                    </a:lnTo>
                    <a:lnTo>
                      <a:pt x="1120192" y="965967"/>
                    </a:lnTo>
                    <a:lnTo>
                      <a:pt x="1115114" y="957716"/>
                    </a:lnTo>
                    <a:lnTo>
                      <a:pt x="1115114" y="953274"/>
                    </a:lnTo>
                    <a:lnTo>
                      <a:pt x="1120192" y="946927"/>
                    </a:lnTo>
                    <a:lnTo>
                      <a:pt x="1122730" y="943119"/>
                    </a:lnTo>
                    <a:lnTo>
                      <a:pt x="1123365" y="939311"/>
                    </a:lnTo>
                    <a:lnTo>
                      <a:pt x="1124634" y="941215"/>
                    </a:lnTo>
                    <a:lnTo>
                      <a:pt x="1125904" y="942484"/>
                    </a:lnTo>
                    <a:lnTo>
                      <a:pt x="1128443" y="944388"/>
                    </a:lnTo>
                    <a:lnTo>
                      <a:pt x="1128443" y="941849"/>
                    </a:lnTo>
                    <a:lnTo>
                      <a:pt x="1127807" y="939311"/>
                    </a:lnTo>
                    <a:lnTo>
                      <a:pt x="1126538" y="936772"/>
                    </a:lnTo>
                    <a:lnTo>
                      <a:pt x="1124634" y="934868"/>
                    </a:lnTo>
                    <a:lnTo>
                      <a:pt x="1128443" y="934868"/>
                    </a:lnTo>
                    <a:lnTo>
                      <a:pt x="1130981" y="936137"/>
                    </a:lnTo>
                    <a:lnTo>
                      <a:pt x="1132251" y="938676"/>
                    </a:lnTo>
                    <a:lnTo>
                      <a:pt x="1132885" y="942484"/>
                    </a:lnTo>
                    <a:lnTo>
                      <a:pt x="1135424" y="939311"/>
                    </a:lnTo>
                    <a:lnTo>
                      <a:pt x="1140501" y="926617"/>
                    </a:lnTo>
                    <a:lnTo>
                      <a:pt x="1126538" y="927887"/>
                    </a:lnTo>
                    <a:lnTo>
                      <a:pt x="1124634" y="928521"/>
                    </a:lnTo>
                    <a:lnTo>
                      <a:pt x="1124634" y="925348"/>
                    </a:lnTo>
                    <a:lnTo>
                      <a:pt x="1127173" y="921540"/>
                    </a:lnTo>
                    <a:lnTo>
                      <a:pt x="1130981" y="918367"/>
                    </a:lnTo>
                    <a:lnTo>
                      <a:pt x="1134154" y="917097"/>
                    </a:lnTo>
                    <a:lnTo>
                      <a:pt x="1134154" y="918367"/>
                    </a:lnTo>
                    <a:lnTo>
                      <a:pt x="1133520" y="910116"/>
                    </a:lnTo>
                    <a:close/>
                    <a:moveTo>
                      <a:pt x="1035780" y="769854"/>
                    </a:moveTo>
                    <a:lnTo>
                      <a:pt x="1034511" y="766681"/>
                    </a:lnTo>
                    <a:lnTo>
                      <a:pt x="1031338" y="765411"/>
                    </a:lnTo>
                    <a:lnTo>
                      <a:pt x="1030703" y="764777"/>
                    </a:lnTo>
                    <a:lnTo>
                      <a:pt x="1029434" y="764142"/>
                    </a:lnTo>
                    <a:lnTo>
                      <a:pt x="1026895" y="762873"/>
                    </a:lnTo>
                    <a:lnTo>
                      <a:pt x="1023722" y="766046"/>
                    </a:lnTo>
                    <a:lnTo>
                      <a:pt x="1023087" y="769854"/>
                    </a:lnTo>
                    <a:lnTo>
                      <a:pt x="1024991" y="780009"/>
                    </a:lnTo>
                    <a:lnTo>
                      <a:pt x="1027530" y="778105"/>
                    </a:lnTo>
                    <a:lnTo>
                      <a:pt x="1028799" y="772393"/>
                    </a:lnTo>
                    <a:lnTo>
                      <a:pt x="1030703" y="771123"/>
                    </a:lnTo>
                    <a:lnTo>
                      <a:pt x="1031972" y="771758"/>
                    </a:lnTo>
                    <a:lnTo>
                      <a:pt x="1033242" y="774297"/>
                    </a:lnTo>
                    <a:lnTo>
                      <a:pt x="1035146" y="776835"/>
                    </a:lnTo>
                    <a:lnTo>
                      <a:pt x="1038319" y="777470"/>
                    </a:lnTo>
                    <a:lnTo>
                      <a:pt x="1037050" y="774297"/>
                    </a:lnTo>
                    <a:lnTo>
                      <a:pt x="1035780" y="769854"/>
                    </a:lnTo>
                    <a:close/>
                    <a:moveTo>
                      <a:pt x="1148117" y="781278"/>
                    </a:moveTo>
                    <a:lnTo>
                      <a:pt x="1155098" y="769854"/>
                    </a:lnTo>
                    <a:lnTo>
                      <a:pt x="1157637" y="764142"/>
                    </a:lnTo>
                    <a:lnTo>
                      <a:pt x="1145578" y="783817"/>
                    </a:lnTo>
                    <a:lnTo>
                      <a:pt x="1148117" y="781278"/>
                    </a:lnTo>
                    <a:close/>
                    <a:moveTo>
                      <a:pt x="950735" y="889172"/>
                    </a:moveTo>
                    <a:lnTo>
                      <a:pt x="950100" y="890441"/>
                    </a:lnTo>
                    <a:lnTo>
                      <a:pt x="948831" y="889807"/>
                    </a:lnTo>
                    <a:lnTo>
                      <a:pt x="947562" y="888537"/>
                    </a:lnTo>
                    <a:lnTo>
                      <a:pt x="946927" y="888537"/>
                    </a:lnTo>
                    <a:lnTo>
                      <a:pt x="946292" y="889807"/>
                    </a:lnTo>
                    <a:lnTo>
                      <a:pt x="944388" y="891711"/>
                    </a:lnTo>
                    <a:lnTo>
                      <a:pt x="944388" y="892980"/>
                    </a:lnTo>
                    <a:lnTo>
                      <a:pt x="948196" y="893615"/>
                    </a:lnTo>
                    <a:lnTo>
                      <a:pt x="950735" y="895518"/>
                    </a:lnTo>
                    <a:lnTo>
                      <a:pt x="950100" y="894249"/>
                    </a:lnTo>
                    <a:lnTo>
                      <a:pt x="950100" y="892980"/>
                    </a:lnTo>
                    <a:lnTo>
                      <a:pt x="950735" y="892345"/>
                    </a:lnTo>
                    <a:lnTo>
                      <a:pt x="952004" y="891711"/>
                    </a:lnTo>
                    <a:lnTo>
                      <a:pt x="952004" y="891076"/>
                    </a:lnTo>
                    <a:lnTo>
                      <a:pt x="951370" y="889807"/>
                    </a:lnTo>
                    <a:lnTo>
                      <a:pt x="950735" y="889172"/>
                    </a:lnTo>
                    <a:close/>
                    <a:moveTo>
                      <a:pt x="1163984" y="704483"/>
                    </a:moveTo>
                    <a:lnTo>
                      <a:pt x="1160176" y="700675"/>
                    </a:lnTo>
                    <a:lnTo>
                      <a:pt x="1157637" y="694963"/>
                    </a:lnTo>
                    <a:lnTo>
                      <a:pt x="1155098" y="689886"/>
                    </a:lnTo>
                    <a:lnTo>
                      <a:pt x="1150021" y="687347"/>
                    </a:lnTo>
                    <a:lnTo>
                      <a:pt x="1153829" y="689886"/>
                    </a:lnTo>
                    <a:lnTo>
                      <a:pt x="1156367" y="693694"/>
                    </a:lnTo>
                    <a:lnTo>
                      <a:pt x="1159541" y="702579"/>
                    </a:lnTo>
                    <a:lnTo>
                      <a:pt x="1161445" y="704483"/>
                    </a:lnTo>
                    <a:lnTo>
                      <a:pt x="1160811" y="707022"/>
                    </a:lnTo>
                    <a:lnTo>
                      <a:pt x="1162080" y="710830"/>
                    </a:lnTo>
                    <a:lnTo>
                      <a:pt x="1165888" y="717176"/>
                    </a:lnTo>
                    <a:lnTo>
                      <a:pt x="1164618" y="719080"/>
                    </a:lnTo>
                    <a:lnTo>
                      <a:pt x="1165253" y="722888"/>
                    </a:lnTo>
                    <a:lnTo>
                      <a:pt x="1166523" y="735582"/>
                    </a:lnTo>
                    <a:lnTo>
                      <a:pt x="1165888" y="740024"/>
                    </a:lnTo>
                    <a:lnTo>
                      <a:pt x="1160811" y="753353"/>
                    </a:lnTo>
                    <a:lnTo>
                      <a:pt x="1162080" y="754622"/>
                    </a:lnTo>
                    <a:lnTo>
                      <a:pt x="1162714" y="755891"/>
                    </a:lnTo>
                    <a:lnTo>
                      <a:pt x="1163349" y="757161"/>
                    </a:lnTo>
                    <a:lnTo>
                      <a:pt x="1163349" y="758430"/>
                    </a:lnTo>
                    <a:lnTo>
                      <a:pt x="1167792" y="747641"/>
                    </a:lnTo>
                    <a:lnTo>
                      <a:pt x="1169061" y="741928"/>
                    </a:lnTo>
                    <a:lnTo>
                      <a:pt x="1169061" y="720984"/>
                    </a:lnTo>
                    <a:lnTo>
                      <a:pt x="1163984" y="704483"/>
                    </a:lnTo>
                    <a:close/>
                    <a:moveTo>
                      <a:pt x="853630" y="948196"/>
                    </a:moveTo>
                    <a:lnTo>
                      <a:pt x="851726" y="947561"/>
                    </a:lnTo>
                    <a:lnTo>
                      <a:pt x="850457" y="948196"/>
                    </a:lnTo>
                    <a:lnTo>
                      <a:pt x="849823" y="949465"/>
                    </a:lnTo>
                    <a:lnTo>
                      <a:pt x="849823" y="950735"/>
                    </a:lnTo>
                    <a:lnTo>
                      <a:pt x="849188" y="951369"/>
                    </a:lnTo>
                    <a:lnTo>
                      <a:pt x="844745" y="953908"/>
                    </a:lnTo>
                    <a:lnTo>
                      <a:pt x="841572" y="954543"/>
                    </a:lnTo>
                    <a:lnTo>
                      <a:pt x="840303" y="955178"/>
                    </a:lnTo>
                    <a:lnTo>
                      <a:pt x="840937" y="955812"/>
                    </a:lnTo>
                    <a:lnTo>
                      <a:pt x="852361" y="951369"/>
                    </a:lnTo>
                    <a:lnTo>
                      <a:pt x="853630" y="950100"/>
                    </a:lnTo>
                    <a:lnTo>
                      <a:pt x="853630" y="948196"/>
                    </a:lnTo>
                    <a:close/>
                    <a:moveTo>
                      <a:pt x="934233" y="905038"/>
                    </a:moveTo>
                    <a:lnTo>
                      <a:pt x="932330" y="905038"/>
                    </a:lnTo>
                    <a:lnTo>
                      <a:pt x="929791" y="908847"/>
                    </a:lnTo>
                    <a:lnTo>
                      <a:pt x="924713" y="911385"/>
                    </a:lnTo>
                    <a:lnTo>
                      <a:pt x="920271" y="914559"/>
                    </a:lnTo>
                    <a:lnTo>
                      <a:pt x="919636" y="920271"/>
                    </a:lnTo>
                    <a:lnTo>
                      <a:pt x="920905" y="920271"/>
                    </a:lnTo>
                    <a:lnTo>
                      <a:pt x="923444" y="916462"/>
                    </a:lnTo>
                    <a:lnTo>
                      <a:pt x="930425" y="912020"/>
                    </a:lnTo>
                    <a:lnTo>
                      <a:pt x="934233" y="908847"/>
                    </a:lnTo>
                    <a:lnTo>
                      <a:pt x="932330" y="906942"/>
                    </a:lnTo>
                    <a:lnTo>
                      <a:pt x="934233" y="905038"/>
                    </a:lnTo>
                    <a:close/>
                    <a:moveTo>
                      <a:pt x="939945" y="900596"/>
                    </a:moveTo>
                    <a:lnTo>
                      <a:pt x="938676" y="901231"/>
                    </a:lnTo>
                    <a:lnTo>
                      <a:pt x="938042" y="903135"/>
                    </a:lnTo>
                    <a:lnTo>
                      <a:pt x="940580" y="903135"/>
                    </a:lnTo>
                    <a:lnTo>
                      <a:pt x="943753" y="900596"/>
                    </a:lnTo>
                    <a:lnTo>
                      <a:pt x="943753" y="899327"/>
                    </a:lnTo>
                    <a:lnTo>
                      <a:pt x="941850" y="899961"/>
                    </a:lnTo>
                    <a:lnTo>
                      <a:pt x="939945" y="900596"/>
                    </a:lnTo>
                    <a:close/>
                    <a:moveTo>
                      <a:pt x="865055" y="957716"/>
                    </a:moveTo>
                    <a:lnTo>
                      <a:pt x="863150" y="958351"/>
                    </a:lnTo>
                    <a:lnTo>
                      <a:pt x="861246" y="958985"/>
                    </a:lnTo>
                    <a:lnTo>
                      <a:pt x="859343" y="960255"/>
                    </a:lnTo>
                    <a:lnTo>
                      <a:pt x="853630" y="965967"/>
                    </a:lnTo>
                    <a:lnTo>
                      <a:pt x="866958" y="959620"/>
                    </a:lnTo>
                    <a:lnTo>
                      <a:pt x="866958" y="957716"/>
                    </a:lnTo>
                    <a:lnTo>
                      <a:pt x="865055" y="957716"/>
                    </a:lnTo>
                    <a:close/>
                    <a:moveTo>
                      <a:pt x="906943" y="856804"/>
                    </a:moveTo>
                    <a:lnTo>
                      <a:pt x="908212" y="858708"/>
                    </a:lnTo>
                    <a:lnTo>
                      <a:pt x="908846" y="859342"/>
                    </a:lnTo>
                    <a:lnTo>
                      <a:pt x="909482" y="859977"/>
                    </a:lnTo>
                    <a:lnTo>
                      <a:pt x="910751" y="859977"/>
                    </a:lnTo>
                    <a:lnTo>
                      <a:pt x="912020" y="859342"/>
                    </a:lnTo>
                    <a:lnTo>
                      <a:pt x="913924" y="859342"/>
                    </a:lnTo>
                    <a:lnTo>
                      <a:pt x="915828" y="860612"/>
                    </a:lnTo>
                    <a:lnTo>
                      <a:pt x="916463" y="862516"/>
                    </a:lnTo>
                    <a:lnTo>
                      <a:pt x="917732" y="863150"/>
                    </a:lnTo>
                    <a:lnTo>
                      <a:pt x="920905" y="862516"/>
                    </a:lnTo>
                    <a:lnTo>
                      <a:pt x="922175" y="862516"/>
                    </a:lnTo>
                    <a:lnTo>
                      <a:pt x="922810" y="861247"/>
                    </a:lnTo>
                    <a:lnTo>
                      <a:pt x="922810" y="859342"/>
                    </a:lnTo>
                    <a:lnTo>
                      <a:pt x="922175" y="858708"/>
                    </a:lnTo>
                    <a:lnTo>
                      <a:pt x="922175" y="859342"/>
                    </a:lnTo>
                    <a:lnTo>
                      <a:pt x="922175" y="858708"/>
                    </a:lnTo>
                    <a:lnTo>
                      <a:pt x="922175" y="857438"/>
                    </a:lnTo>
                    <a:lnTo>
                      <a:pt x="921540" y="857438"/>
                    </a:lnTo>
                    <a:lnTo>
                      <a:pt x="921540" y="858708"/>
                    </a:lnTo>
                    <a:lnTo>
                      <a:pt x="920905" y="859342"/>
                    </a:lnTo>
                    <a:lnTo>
                      <a:pt x="919636" y="859977"/>
                    </a:lnTo>
                    <a:lnTo>
                      <a:pt x="917732" y="859342"/>
                    </a:lnTo>
                    <a:lnTo>
                      <a:pt x="915193" y="856804"/>
                    </a:lnTo>
                    <a:lnTo>
                      <a:pt x="915193" y="856169"/>
                    </a:lnTo>
                    <a:lnTo>
                      <a:pt x="917732" y="856169"/>
                    </a:lnTo>
                    <a:lnTo>
                      <a:pt x="918366" y="854900"/>
                    </a:lnTo>
                    <a:lnTo>
                      <a:pt x="917097" y="852996"/>
                    </a:lnTo>
                    <a:lnTo>
                      <a:pt x="915193" y="852361"/>
                    </a:lnTo>
                    <a:lnTo>
                      <a:pt x="912655" y="851726"/>
                    </a:lnTo>
                    <a:lnTo>
                      <a:pt x="910751" y="851092"/>
                    </a:lnTo>
                    <a:lnTo>
                      <a:pt x="909482" y="850457"/>
                    </a:lnTo>
                    <a:lnTo>
                      <a:pt x="907577" y="849822"/>
                    </a:lnTo>
                    <a:lnTo>
                      <a:pt x="902500" y="848553"/>
                    </a:lnTo>
                    <a:lnTo>
                      <a:pt x="899326" y="849188"/>
                    </a:lnTo>
                    <a:lnTo>
                      <a:pt x="897423" y="849188"/>
                    </a:lnTo>
                    <a:lnTo>
                      <a:pt x="895518" y="849822"/>
                    </a:lnTo>
                    <a:lnTo>
                      <a:pt x="894249" y="851092"/>
                    </a:lnTo>
                    <a:lnTo>
                      <a:pt x="894884" y="853630"/>
                    </a:lnTo>
                    <a:lnTo>
                      <a:pt x="898692" y="857438"/>
                    </a:lnTo>
                    <a:lnTo>
                      <a:pt x="901231" y="858708"/>
                    </a:lnTo>
                    <a:lnTo>
                      <a:pt x="903769" y="857438"/>
                    </a:lnTo>
                    <a:lnTo>
                      <a:pt x="906943" y="856804"/>
                    </a:lnTo>
                    <a:lnTo>
                      <a:pt x="908212" y="856804"/>
                    </a:lnTo>
                    <a:lnTo>
                      <a:pt x="907577" y="856804"/>
                    </a:lnTo>
                    <a:lnTo>
                      <a:pt x="906943" y="856804"/>
                    </a:lnTo>
                    <a:close/>
                    <a:moveTo>
                      <a:pt x="1155733" y="735582"/>
                    </a:moveTo>
                    <a:lnTo>
                      <a:pt x="1157003" y="739390"/>
                    </a:lnTo>
                    <a:lnTo>
                      <a:pt x="1156367" y="736851"/>
                    </a:lnTo>
                    <a:lnTo>
                      <a:pt x="1155733" y="735582"/>
                    </a:lnTo>
                    <a:close/>
                    <a:moveTo>
                      <a:pt x="1147483" y="734313"/>
                    </a:moveTo>
                    <a:lnTo>
                      <a:pt x="1146847" y="733678"/>
                    </a:lnTo>
                    <a:lnTo>
                      <a:pt x="1145578" y="734313"/>
                    </a:lnTo>
                    <a:lnTo>
                      <a:pt x="1143674" y="737486"/>
                    </a:lnTo>
                    <a:lnTo>
                      <a:pt x="1144309" y="737486"/>
                    </a:lnTo>
                    <a:lnTo>
                      <a:pt x="1148117" y="734947"/>
                    </a:lnTo>
                    <a:lnTo>
                      <a:pt x="1147483" y="734313"/>
                    </a:lnTo>
                    <a:close/>
                    <a:moveTo>
                      <a:pt x="1150656" y="730504"/>
                    </a:moveTo>
                    <a:lnTo>
                      <a:pt x="1151291" y="729870"/>
                    </a:lnTo>
                    <a:lnTo>
                      <a:pt x="1151925" y="727331"/>
                    </a:lnTo>
                    <a:lnTo>
                      <a:pt x="1151291" y="727331"/>
                    </a:lnTo>
                    <a:lnTo>
                      <a:pt x="1147483" y="732408"/>
                    </a:lnTo>
                    <a:lnTo>
                      <a:pt x="1147483" y="733043"/>
                    </a:lnTo>
                    <a:lnTo>
                      <a:pt x="1148752" y="732408"/>
                    </a:lnTo>
                    <a:lnTo>
                      <a:pt x="1150656" y="730504"/>
                    </a:lnTo>
                    <a:close/>
                    <a:moveTo>
                      <a:pt x="1152560" y="729235"/>
                    </a:moveTo>
                    <a:lnTo>
                      <a:pt x="1152560" y="729235"/>
                    </a:lnTo>
                    <a:lnTo>
                      <a:pt x="1152560" y="733043"/>
                    </a:lnTo>
                    <a:lnTo>
                      <a:pt x="1152560" y="731139"/>
                    </a:lnTo>
                    <a:lnTo>
                      <a:pt x="1152560" y="729235"/>
                    </a:lnTo>
                    <a:close/>
                    <a:moveTo>
                      <a:pt x="1018010" y="792067"/>
                    </a:moveTo>
                    <a:lnTo>
                      <a:pt x="1021818" y="792067"/>
                    </a:lnTo>
                    <a:lnTo>
                      <a:pt x="1022452" y="791433"/>
                    </a:lnTo>
                    <a:lnTo>
                      <a:pt x="1021818" y="790798"/>
                    </a:lnTo>
                    <a:lnTo>
                      <a:pt x="1021183" y="790163"/>
                    </a:lnTo>
                    <a:lnTo>
                      <a:pt x="1019914" y="789529"/>
                    </a:lnTo>
                    <a:lnTo>
                      <a:pt x="1019279" y="788894"/>
                    </a:lnTo>
                    <a:lnTo>
                      <a:pt x="1018644" y="787625"/>
                    </a:lnTo>
                    <a:lnTo>
                      <a:pt x="1018010" y="785086"/>
                    </a:lnTo>
                    <a:lnTo>
                      <a:pt x="1016740" y="784451"/>
                    </a:lnTo>
                    <a:lnTo>
                      <a:pt x="1016106" y="784451"/>
                    </a:lnTo>
                    <a:lnTo>
                      <a:pt x="1017375" y="786355"/>
                    </a:lnTo>
                    <a:lnTo>
                      <a:pt x="1016740" y="787625"/>
                    </a:lnTo>
                    <a:lnTo>
                      <a:pt x="1016740" y="788894"/>
                    </a:lnTo>
                    <a:lnTo>
                      <a:pt x="1017375" y="789529"/>
                    </a:lnTo>
                    <a:lnTo>
                      <a:pt x="1018010" y="790163"/>
                    </a:lnTo>
                    <a:lnTo>
                      <a:pt x="1018010" y="790798"/>
                    </a:lnTo>
                    <a:lnTo>
                      <a:pt x="1018010" y="791433"/>
                    </a:lnTo>
                    <a:lnTo>
                      <a:pt x="1018010" y="792067"/>
                    </a:lnTo>
                    <a:close/>
                    <a:moveTo>
                      <a:pt x="1133520" y="752718"/>
                    </a:moveTo>
                    <a:lnTo>
                      <a:pt x="1133520" y="751448"/>
                    </a:lnTo>
                    <a:lnTo>
                      <a:pt x="1133520" y="750179"/>
                    </a:lnTo>
                    <a:lnTo>
                      <a:pt x="1133520" y="749544"/>
                    </a:lnTo>
                    <a:lnTo>
                      <a:pt x="1132885" y="751448"/>
                    </a:lnTo>
                    <a:lnTo>
                      <a:pt x="1132885" y="755891"/>
                    </a:lnTo>
                    <a:lnTo>
                      <a:pt x="1132885" y="756526"/>
                    </a:lnTo>
                    <a:lnTo>
                      <a:pt x="1133520" y="752718"/>
                    </a:lnTo>
                    <a:close/>
                    <a:moveTo>
                      <a:pt x="1075765" y="717176"/>
                    </a:moveTo>
                    <a:lnTo>
                      <a:pt x="1075130" y="715907"/>
                    </a:lnTo>
                    <a:lnTo>
                      <a:pt x="1074496" y="715907"/>
                    </a:lnTo>
                    <a:lnTo>
                      <a:pt x="1073226" y="717811"/>
                    </a:lnTo>
                    <a:lnTo>
                      <a:pt x="1068149" y="722888"/>
                    </a:lnTo>
                    <a:lnTo>
                      <a:pt x="1067514" y="724158"/>
                    </a:lnTo>
                    <a:lnTo>
                      <a:pt x="1069418" y="723523"/>
                    </a:lnTo>
                    <a:lnTo>
                      <a:pt x="1070053" y="722888"/>
                    </a:lnTo>
                    <a:lnTo>
                      <a:pt x="1071957" y="720350"/>
                    </a:lnTo>
                    <a:lnTo>
                      <a:pt x="1074496" y="717811"/>
                    </a:lnTo>
                    <a:lnTo>
                      <a:pt x="1075765" y="717176"/>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65" name="Google Shape;465;p51"/>
              <p:cNvSpPr/>
              <p:nvPr/>
            </p:nvSpPr>
            <p:spPr>
              <a:xfrm>
                <a:off x="4127896" y="3621556"/>
                <a:ext cx="1084247" cy="560610"/>
              </a:xfrm>
              <a:custGeom>
                <a:avLst/>
                <a:gdLst/>
                <a:ahLst/>
                <a:cxnLst/>
                <a:rect l="l" t="t" r="r" b="b"/>
                <a:pathLst>
                  <a:path w="1488934" h="769854" extrusionOk="0">
                    <a:moveTo>
                      <a:pt x="1484492" y="743832"/>
                    </a:moveTo>
                    <a:lnTo>
                      <a:pt x="1438161" y="746371"/>
                    </a:lnTo>
                    <a:lnTo>
                      <a:pt x="1391830" y="748275"/>
                    </a:lnTo>
                    <a:lnTo>
                      <a:pt x="1345499" y="750179"/>
                    </a:lnTo>
                    <a:lnTo>
                      <a:pt x="1299169" y="752083"/>
                    </a:lnTo>
                    <a:lnTo>
                      <a:pt x="1252838" y="753987"/>
                    </a:lnTo>
                    <a:lnTo>
                      <a:pt x="1206507" y="755891"/>
                    </a:lnTo>
                    <a:lnTo>
                      <a:pt x="1160176" y="757795"/>
                    </a:lnTo>
                    <a:lnTo>
                      <a:pt x="1113845" y="759065"/>
                    </a:lnTo>
                    <a:lnTo>
                      <a:pt x="1067515" y="760334"/>
                    </a:lnTo>
                    <a:lnTo>
                      <a:pt x="1021183" y="761603"/>
                    </a:lnTo>
                    <a:lnTo>
                      <a:pt x="974852" y="762873"/>
                    </a:lnTo>
                    <a:lnTo>
                      <a:pt x="928522" y="764142"/>
                    </a:lnTo>
                    <a:lnTo>
                      <a:pt x="882191" y="765411"/>
                    </a:lnTo>
                    <a:lnTo>
                      <a:pt x="835860" y="766046"/>
                    </a:lnTo>
                    <a:lnTo>
                      <a:pt x="789529" y="766681"/>
                    </a:lnTo>
                    <a:lnTo>
                      <a:pt x="743198" y="767315"/>
                    </a:lnTo>
                    <a:lnTo>
                      <a:pt x="696867" y="767950"/>
                    </a:lnTo>
                    <a:lnTo>
                      <a:pt x="650536" y="768585"/>
                    </a:lnTo>
                    <a:lnTo>
                      <a:pt x="604205" y="769219"/>
                    </a:lnTo>
                    <a:lnTo>
                      <a:pt x="557875" y="769854"/>
                    </a:lnTo>
                    <a:lnTo>
                      <a:pt x="511544" y="769854"/>
                    </a:lnTo>
                    <a:lnTo>
                      <a:pt x="465213" y="769854"/>
                    </a:lnTo>
                    <a:lnTo>
                      <a:pt x="418882" y="769854"/>
                    </a:lnTo>
                    <a:lnTo>
                      <a:pt x="370647" y="769854"/>
                    </a:lnTo>
                    <a:lnTo>
                      <a:pt x="324316" y="769854"/>
                    </a:lnTo>
                    <a:lnTo>
                      <a:pt x="277986" y="769854"/>
                    </a:lnTo>
                    <a:lnTo>
                      <a:pt x="231654" y="769219"/>
                    </a:lnTo>
                    <a:lnTo>
                      <a:pt x="185324" y="768585"/>
                    </a:lnTo>
                    <a:lnTo>
                      <a:pt x="138993" y="767950"/>
                    </a:lnTo>
                    <a:lnTo>
                      <a:pt x="92662" y="767315"/>
                    </a:lnTo>
                    <a:lnTo>
                      <a:pt x="46331" y="766681"/>
                    </a:lnTo>
                    <a:lnTo>
                      <a:pt x="0" y="766046"/>
                    </a:lnTo>
                    <a:lnTo>
                      <a:pt x="635" y="742563"/>
                    </a:lnTo>
                    <a:lnTo>
                      <a:pt x="1269" y="719081"/>
                    </a:lnTo>
                    <a:lnTo>
                      <a:pt x="1904" y="695598"/>
                    </a:lnTo>
                    <a:lnTo>
                      <a:pt x="2539" y="672115"/>
                    </a:lnTo>
                    <a:lnTo>
                      <a:pt x="3173" y="648632"/>
                    </a:lnTo>
                    <a:lnTo>
                      <a:pt x="3808" y="625149"/>
                    </a:lnTo>
                    <a:lnTo>
                      <a:pt x="4443" y="601667"/>
                    </a:lnTo>
                    <a:lnTo>
                      <a:pt x="4443" y="578184"/>
                    </a:lnTo>
                    <a:lnTo>
                      <a:pt x="5078" y="554701"/>
                    </a:lnTo>
                    <a:lnTo>
                      <a:pt x="5712" y="531218"/>
                    </a:lnTo>
                    <a:lnTo>
                      <a:pt x="6347" y="507736"/>
                    </a:lnTo>
                    <a:lnTo>
                      <a:pt x="6982" y="484253"/>
                    </a:lnTo>
                    <a:lnTo>
                      <a:pt x="7616" y="460770"/>
                    </a:lnTo>
                    <a:lnTo>
                      <a:pt x="8251" y="437287"/>
                    </a:lnTo>
                    <a:lnTo>
                      <a:pt x="8886" y="413804"/>
                    </a:lnTo>
                    <a:lnTo>
                      <a:pt x="8886" y="390322"/>
                    </a:lnTo>
                    <a:lnTo>
                      <a:pt x="9520" y="366839"/>
                    </a:lnTo>
                    <a:lnTo>
                      <a:pt x="10155" y="343356"/>
                    </a:lnTo>
                    <a:lnTo>
                      <a:pt x="10789" y="319873"/>
                    </a:lnTo>
                    <a:lnTo>
                      <a:pt x="11424" y="296391"/>
                    </a:lnTo>
                    <a:lnTo>
                      <a:pt x="12059" y="272908"/>
                    </a:lnTo>
                    <a:lnTo>
                      <a:pt x="12693" y="249425"/>
                    </a:lnTo>
                    <a:lnTo>
                      <a:pt x="13328" y="225942"/>
                    </a:lnTo>
                    <a:lnTo>
                      <a:pt x="13963" y="202460"/>
                    </a:lnTo>
                    <a:lnTo>
                      <a:pt x="14598" y="178977"/>
                    </a:lnTo>
                    <a:lnTo>
                      <a:pt x="15232" y="155494"/>
                    </a:lnTo>
                    <a:lnTo>
                      <a:pt x="15867" y="132011"/>
                    </a:lnTo>
                    <a:lnTo>
                      <a:pt x="15867" y="108529"/>
                    </a:lnTo>
                    <a:lnTo>
                      <a:pt x="16502" y="85046"/>
                    </a:lnTo>
                    <a:lnTo>
                      <a:pt x="17136" y="61563"/>
                    </a:lnTo>
                    <a:lnTo>
                      <a:pt x="17771" y="38080"/>
                    </a:lnTo>
                    <a:lnTo>
                      <a:pt x="18406" y="15232"/>
                    </a:lnTo>
                    <a:lnTo>
                      <a:pt x="59025" y="15867"/>
                    </a:lnTo>
                    <a:lnTo>
                      <a:pt x="99643" y="16501"/>
                    </a:lnTo>
                    <a:lnTo>
                      <a:pt x="140262" y="17136"/>
                    </a:lnTo>
                    <a:lnTo>
                      <a:pt x="180881" y="17771"/>
                    </a:lnTo>
                    <a:lnTo>
                      <a:pt x="221500" y="18405"/>
                    </a:lnTo>
                    <a:lnTo>
                      <a:pt x="262119" y="19040"/>
                    </a:lnTo>
                    <a:lnTo>
                      <a:pt x="302737" y="19040"/>
                    </a:lnTo>
                    <a:lnTo>
                      <a:pt x="343356" y="19040"/>
                    </a:lnTo>
                    <a:lnTo>
                      <a:pt x="383975" y="19040"/>
                    </a:lnTo>
                    <a:lnTo>
                      <a:pt x="424594" y="19040"/>
                    </a:lnTo>
                    <a:lnTo>
                      <a:pt x="465213" y="19040"/>
                    </a:lnTo>
                    <a:lnTo>
                      <a:pt x="505832" y="19040"/>
                    </a:lnTo>
                    <a:lnTo>
                      <a:pt x="546451" y="19040"/>
                    </a:lnTo>
                    <a:lnTo>
                      <a:pt x="587069" y="18405"/>
                    </a:lnTo>
                    <a:lnTo>
                      <a:pt x="627688" y="17771"/>
                    </a:lnTo>
                    <a:lnTo>
                      <a:pt x="668307" y="17136"/>
                    </a:lnTo>
                    <a:lnTo>
                      <a:pt x="708926" y="16501"/>
                    </a:lnTo>
                    <a:lnTo>
                      <a:pt x="749544" y="15867"/>
                    </a:lnTo>
                    <a:lnTo>
                      <a:pt x="790163" y="15232"/>
                    </a:lnTo>
                    <a:lnTo>
                      <a:pt x="830782" y="14597"/>
                    </a:lnTo>
                    <a:lnTo>
                      <a:pt x="871401" y="13963"/>
                    </a:lnTo>
                    <a:lnTo>
                      <a:pt x="912020" y="13328"/>
                    </a:lnTo>
                    <a:lnTo>
                      <a:pt x="952639" y="12693"/>
                    </a:lnTo>
                    <a:lnTo>
                      <a:pt x="993258" y="11424"/>
                    </a:lnTo>
                    <a:lnTo>
                      <a:pt x="1033877" y="10155"/>
                    </a:lnTo>
                    <a:lnTo>
                      <a:pt x="1074496" y="8885"/>
                    </a:lnTo>
                    <a:lnTo>
                      <a:pt x="1115115" y="7616"/>
                    </a:lnTo>
                    <a:lnTo>
                      <a:pt x="1155733" y="6347"/>
                    </a:lnTo>
                    <a:lnTo>
                      <a:pt x="1196352" y="5077"/>
                    </a:lnTo>
                    <a:lnTo>
                      <a:pt x="1236971" y="3808"/>
                    </a:lnTo>
                    <a:lnTo>
                      <a:pt x="1277590" y="1904"/>
                    </a:lnTo>
                    <a:lnTo>
                      <a:pt x="1318209" y="0"/>
                    </a:lnTo>
                    <a:lnTo>
                      <a:pt x="1329633" y="9520"/>
                    </a:lnTo>
                    <a:lnTo>
                      <a:pt x="1332171" y="13328"/>
                    </a:lnTo>
                    <a:lnTo>
                      <a:pt x="1334710" y="13963"/>
                    </a:lnTo>
                    <a:lnTo>
                      <a:pt x="1337249" y="14597"/>
                    </a:lnTo>
                    <a:lnTo>
                      <a:pt x="1339153" y="15232"/>
                    </a:lnTo>
                    <a:lnTo>
                      <a:pt x="1340422" y="17136"/>
                    </a:lnTo>
                    <a:lnTo>
                      <a:pt x="1341057" y="19040"/>
                    </a:lnTo>
                    <a:lnTo>
                      <a:pt x="1342326" y="20944"/>
                    </a:lnTo>
                    <a:lnTo>
                      <a:pt x="1344230" y="22213"/>
                    </a:lnTo>
                    <a:lnTo>
                      <a:pt x="1346134" y="22848"/>
                    </a:lnTo>
                    <a:lnTo>
                      <a:pt x="1349942" y="23483"/>
                    </a:lnTo>
                    <a:lnTo>
                      <a:pt x="1352480" y="24117"/>
                    </a:lnTo>
                    <a:lnTo>
                      <a:pt x="1355019" y="25387"/>
                    </a:lnTo>
                    <a:lnTo>
                      <a:pt x="1360732" y="31099"/>
                    </a:lnTo>
                    <a:lnTo>
                      <a:pt x="1364539" y="33003"/>
                    </a:lnTo>
                    <a:lnTo>
                      <a:pt x="1368983" y="31733"/>
                    </a:lnTo>
                    <a:lnTo>
                      <a:pt x="1372790" y="29195"/>
                    </a:lnTo>
                    <a:lnTo>
                      <a:pt x="1378503" y="24117"/>
                    </a:lnTo>
                    <a:lnTo>
                      <a:pt x="1381041" y="22213"/>
                    </a:lnTo>
                    <a:lnTo>
                      <a:pt x="1384214" y="21579"/>
                    </a:lnTo>
                    <a:lnTo>
                      <a:pt x="1388657" y="20944"/>
                    </a:lnTo>
                    <a:lnTo>
                      <a:pt x="1391196" y="22213"/>
                    </a:lnTo>
                    <a:lnTo>
                      <a:pt x="1392465" y="24752"/>
                    </a:lnTo>
                    <a:lnTo>
                      <a:pt x="1392465" y="27925"/>
                    </a:lnTo>
                    <a:lnTo>
                      <a:pt x="1391196" y="30464"/>
                    </a:lnTo>
                    <a:lnTo>
                      <a:pt x="1394369" y="33637"/>
                    </a:lnTo>
                    <a:lnTo>
                      <a:pt x="1403254" y="38080"/>
                    </a:lnTo>
                    <a:lnTo>
                      <a:pt x="1405158" y="40619"/>
                    </a:lnTo>
                    <a:lnTo>
                      <a:pt x="1405158" y="43157"/>
                    </a:lnTo>
                    <a:lnTo>
                      <a:pt x="1404524" y="48235"/>
                    </a:lnTo>
                    <a:lnTo>
                      <a:pt x="1404524" y="50774"/>
                    </a:lnTo>
                    <a:lnTo>
                      <a:pt x="1405158" y="53947"/>
                    </a:lnTo>
                    <a:lnTo>
                      <a:pt x="1406427" y="55851"/>
                    </a:lnTo>
                    <a:lnTo>
                      <a:pt x="1407697" y="57755"/>
                    </a:lnTo>
                    <a:lnTo>
                      <a:pt x="1407697" y="60294"/>
                    </a:lnTo>
                    <a:lnTo>
                      <a:pt x="1404524" y="63467"/>
                    </a:lnTo>
                    <a:lnTo>
                      <a:pt x="1400081" y="63467"/>
                    </a:lnTo>
                    <a:lnTo>
                      <a:pt x="1390561" y="60928"/>
                    </a:lnTo>
                    <a:lnTo>
                      <a:pt x="1389292" y="61563"/>
                    </a:lnTo>
                    <a:lnTo>
                      <a:pt x="1388657" y="63467"/>
                    </a:lnTo>
                    <a:lnTo>
                      <a:pt x="1388023" y="66006"/>
                    </a:lnTo>
                    <a:lnTo>
                      <a:pt x="1388023" y="72352"/>
                    </a:lnTo>
                    <a:lnTo>
                      <a:pt x="1386753" y="73622"/>
                    </a:lnTo>
                    <a:lnTo>
                      <a:pt x="1384849" y="74256"/>
                    </a:lnTo>
                    <a:lnTo>
                      <a:pt x="1382945" y="75526"/>
                    </a:lnTo>
                    <a:lnTo>
                      <a:pt x="1377233" y="81872"/>
                    </a:lnTo>
                    <a:lnTo>
                      <a:pt x="1374694" y="86315"/>
                    </a:lnTo>
                    <a:lnTo>
                      <a:pt x="1373425" y="90758"/>
                    </a:lnTo>
                    <a:lnTo>
                      <a:pt x="1374059" y="95835"/>
                    </a:lnTo>
                    <a:lnTo>
                      <a:pt x="1374059" y="98374"/>
                    </a:lnTo>
                    <a:lnTo>
                      <a:pt x="1373425" y="100278"/>
                    </a:lnTo>
                    <a:lnTo>
                      <a:pt x="1371521" y="101547"/>
                    </a:lnTo>
                    <a:lnTo>
                      <a:pt x="1366444" y="102182"/>
                    </a:lnTo>
                    <a:lnTo>
                      <a:pt x="1365174" y="102816"/>
                    </a:lnTo>
                    <a:lnTo>
                      <a:pt x="1365174" y="107894"/>
                    </a:lnTo>
                    <a:lnTo>
                      <a:pt x="1367713" y="112971"/>
                    </a:lnTo>
                    <a:lnTo>
                      <a:pt x="1371521" y="116779"/>
                    </a:lnTo>
                    <a:lnTo>
                      <a:pt x="1375329" y="118049"/>
                    </a:lnTo>
                    <a:lnTo>
                      <a:pt x="1376598" y="119952"/>
                    </a:lnTo>
                    <a:lnTo>
                      <a:pt x="1381676" y="128203"/>
                    </a:lnTo>
                    <a:lnTo>
                      <a:pt x="1383579" y="130742"/>
                    </a:lnTo>
                    <a:lnTo>
                      <a:pt x="1384849" y="131376"/>
                    </a:lnTo>
                    <a:lnTo>
                      <a:pt x="1388657" y="132646"/>
                    </a:lnTo>
                    <a:lnTo>
                      <a:pt x="1396907" y="137723"/>
                    </a:lnTo>
                    <a:lnTo>
                      <a:pt x="1397543" y="138993"/>
                    </a:lnTo>
                    <a:lnTo>
                      <a:pt x="1398812" y="142801"/>
                    </a:lnTo>
                    <a:lnTo>
                      <a:pt x="1399446" y="144070"/>
                    </a:lnTo>
                    <a:lnTo>
                      <a:pt x="1408332" y="145339"/>
                    </a:lnTo>
                    <a:lnTo>
                      <a:pt x="1406427" y="149782"/>
                    </a:lnTo>
                    <a:lnTo>
                      <a:pt x="1408332" y="159937"/>
                    </a:lnTo>
                    <a:lnTo>
                      <a:pt x="1413409" y="169457"/>
                    </a:lnTo>
                    <a:lnTo>
                      <a:pt x="1420391" y="173899"/>
                    </a:lnTo>
                    <a:lnTo>
                      <a:pt x="1422294" y="176438"/>
                    </a:lnTo>
                    <a:lnTo>
                      <a:pt x="1422929" y="181516"/>
                    </a:lnTo>
                    <a:lnTo>
                      <a:pt x="1424198" y="186593"/>
                    </a:lnTo>
                    <a:lnTo>
                      <a:pt x="1428006" y="189131"/>
                    </a:lnTo>
                    <a:lnTo>
                      <a:pt x="1431814" y="189766"/>
                    </a:lnTo>
                    <a:lnTo>
                      <a:pt x="1440700" y="194843"/>
                    </a:lnTo>
                    <a:lnTo>
                      <a:pt x="1445143" y="196113"/>
                    </a:lnTo>
                    <a:lnTo>
                      <a:pt x="1450854" y="195478"/>
                    </a:lnTo>
                    <a:lnTo>
                      <a:pt x="1454028" y="195478"/>
                    </a:lnTo>
                    <a:lnTo>
                      <a:pt x="1455932" y="194843"/>
                    </a:lnTo>
                    <a:lnTo>
                      <a:pt x="1456566" y="194843"/>
                    </a:lnTo>
                    <a:lnTo>
                      <a:pt x="1457836" y="195478"/>
                    </a:lnTo>
                    <a:lnTo>
                      <a:pt x="1458471" y="197382"/>
                    </a:lnTo>
                    <a:lnTo>
                      <a:pt x="1459105" y="198017"/>
                    </a:lnTo>
                    <a:lnTo>
                      <a:pt x="1463548" y="198017"/>
                    </a:lnTo>
                    <a:lnTo>
                      <a:pt x="1466721" y="199286"/>
                    </a:lnTo>
                    <a:lnTo>
                      <a:pt x="1467356" y="201190"/>
                    </a:lnTo>
                    <a:lnTo>
                      <a:pt x="1464817" y="204363"/>
                    </a:lnTo>
                    <a:lnTo>
                      <a:pt x="1465452" y="204998"/>
                    </a:lnTo>
                    <a:lnTo>
                      <a:pt x="1465452" y="205633"/>
                    </a:lnTo>
                    <a:lnTo>
                      <a:pt x="1465452" y="206268"/>
                    </a:lnTo>
                    <a:lnTo>
                      <a:pt x="1466086" y="206902"/>
                    </a:lnTo>
                    <a:lnTo>
                      <a:pt x="1466086" y="208806"/>
                    </a:lnTo>
                    <a:lnTo>
                      <a:pt x="1466721" y="227212"/>
                    </a:lnTo>
                    <a:lnTo>
                      <a:pt x="1468625" y="258945"/>
                    </a:lnTo>
                    <a:lnTo>
                      <a:pt x="1469894" y="290679"/>
                    </a:lnTo>
                    <a:lnTo>
                      <a:pt x="1471164" y="322412"/>
                    </a:lnTo>
                    <a:lnTo>
                      <a:pt x="1472433" y="354145"/>
                    </a:lnTo>
                    <a:lnTo>
                      <a:pt x="1474337" y="385879"/>
                    </a:lnTo>
                    <a:lnTo>
                      <a:pt x="1475607" y="417612"/>
                    </a:lnTo>
                    <a:lnTo>
                      <a:pt x="1476876" y="449346"/>
                    </a:lnTo>
                    <a:lnTo>
                      <a:pt x="1478145" y="481079"/>
                    </a:lnTo>
                    <a:lnTo>
                      <a:pt x="1480050" y="512813"/>
                    </a:lnTo>
                    <a:lnTo>
                      <a:pt x="1481319" y="544546"/>
                    </a:lnTo>
                    <a:lnTo>
                      <a:pt x="1482588" y="576280"/>
                    </a:lnTo>
                    <a:lnTo>
                      <a:pt x="1484492" y="608013"/>
                    </a:lnTo>
                    <a:lnTo>
                      <a:pt x="1485761" y="639747"/>
                    </a:lnTo>
                    <a:lnTo>
                      <a:pt x="1487031" y="671480"/>
                    </a:lnTo>
                    <a:lnTo>
                      <a:pt x="1488934" y="703214"/>
                    </a:lnTo>
                    <a:lnTo>
                      <a:pt x="1484492" y="743832"/>
                    </a:lnTo>
                    <a:lnTo>
                      <a:pt x="1484492" y="743832"/>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sp>
            <p:nvSpPr>
              <p:cNvPr id="466" name="Google Shape;466;p51"/>
              <p:cNvSpPr/>
              <p:nvPr/>
            </p:nvSpPr>
            <p:spPr>
              <a:xfrm>
                <a:off x="6351852" y="5073689"/>
                <a:ext cx="1361548" cy="1191008"/>
              </a:xfrm>
              <a:custGeom>
                <a:avLst/>
                <a:gdLst/>
                <a:ahLst/>
                <a:cxnLst/>
                <a:rect l="l" t="t" r="r" b="b"/>
                <a:pathLst>
                  <a:path w="1869736" h="1635543" extrusionOk="0">
                    <a:moveTo>
                      <a:pt x="682904" y="336375"/>
                    </a:moveTo>
                    <a:lnTo>
                      <a:pt x="678461" y="340183"/>
                    </a:lnTo>
                    <a:lnTo>
                      <a:pt x="670211" y="345895"/>
                    </a:lnTo>
                    <a:lnTo>
                      <a:pt x="668941" y="348434"/>
                    </a:lnTo>
                    <a:lnTo>
                      <a:pt x="680365" y="343991"/>
                    </a:lnTo>
                    <a:lnTo>
                      <a:pt x="684808" y="340818"/>
                    </a:lnTo>
                    <a:lnTo>
                      <a:pt x="686078" y="335740"/>
                    </a:lnTo>
                    <a:lnTo>
                      <a:pt x="684173" y="335740"/>
                    </a:lnTo>
                    <a:lnTo>
                      <a:pt x="682904" y="336375"/>
                    </a:lnTo>
                    <a:close/>
                    <a:moveTo>
                      <a:pt x="661325" y="354780"/>
                    </a:moveTo>
                    <a:lnTo>
                      <a:pt x="658152" y="359858"/>
                    </a:lnTo>
                    <a:lnTo>
                      <a:pt x="655613" y="361127"/>
                    </a:lnTo>
                    <a:lnTo>
                      <a:pt x="654979" y="361762"/>
                    </a:lnTo>
                    <a:lnTo>
                      <a:pt x="654344" y="363031"/>
                    </a:lnTo>
                    <a:lnTo>
                      <a:pt x="653710" y="364300"/>
                    </a:lnTo>
                    <a:lnTo>
                      <a:pt x="651805" y="364935"/>
                    </a:lnTo>
                    <a:lnTo>
                      <a:pt x="649266" y="365570"/>
                    </a:lnTo>
                    <a:lnTo>
                      <a:pt x="648632" y="366839"/>
                    </a:lnTo>
                    <a:lnTo>
                      <a:pt x="648632" y="368108"/>
                    </a:lnTo>
                    <a:lnTo>
                      <a:pt x="647997" y="369378"/>
                    </a:lnTo>
                    <a:lnTo>
                      <a:pt x="604840" y="397938"/>
                    </a:lnTo>
                    <a:lnTo>
                      <a:pt x="595954" y="401746"/>
                    </a:lnTo>
                    <a:lnTo>
                      <a:pt x="590877" y="403015"/>
                    </a:lnTo>
                    <a:lnTo>
                      <a:pt x="584530" y="400477"/>
                    </a:lnTo>
                    <a:lnTo>
                      <a:pt x="580723" y="399842"/>
                    </a:lnTo>
                    <a:lnTo>
                      <a:pt x="586434" y="403015"/>
                    </a:lnTo>
                    <a:lnTo>
                      <a:pt x="591512" y="403650"/>
                    </a:lnTo>
                    <a:lnTo>
                      <a:pt x="604205" y="401746"/>
                    </a:lnTo>
                    <a:lnTo>
                      <a:pt x="608647" y="399842"/>
                    </a:lnTo>
                    <a:lnTo>
                      <a:pt x="620706" y="390322"/>
                    </a:lnTo>
                    <a:lnTo>
                      <a:pt x="624514" y="385879"/>
                    </a:lnTo>
                    <a:lnTo>
                      <a:pt x="644824" y="373820"/>
                    </a:lnTo>
                    <a:lnTo>
                      <a:pt x="656248" y="362396"/>
                    </a:lnTo>
                    <a:lnTo>
                      <a:pt x="660691" y="359858"/>
                    </a:lnTo>
                    <a:lnTo>
                      <a:pt x="660691" y="359223"/>
                    </a:lnTo>
                    <a:lnTo>
                      <a:pt x="661960" y="357319"/>
                    </a:lnTo>
                    <a:lnTo>
                      <a:pt x="663230" y="356684"/>
                    </a:lnTo>
                    <a:lnTo>
                      <a:pt x="663230" y="354780"/>
                    </a:lnTo>
                    <a:lnTo>
                      <a:pt x="661325" y="354780"/>
                    </a:lnTo>
                    <a:close/>
                    <a:moveTo>
                      <a:pt x="582626" y="386514"/>
                    </a:moveTo>
                    <a:lnTo>
                      <a:pt x="581992" y="383975"/>
                    </a:lnTo>
                    <a:lnTo>
                      <a:pt x="581357" y="383975"/>
                    </a:lnTo>
                    <a:lnTo>
                      <a:pt x="578818" y="383975"/>
                    </a:lnTo>
                    <a:lnTo>
                      <a:pt x="575645" y="383341"/>
                    </a:lnTo>
                    <a:lnTo>
                      <a:pt x="570567" y="383341"/>
                    </a:lnTo>
                    <a:lnTo>
                      <a:pt x="568029" y="386514"/>
                    </a:lnTo>
                    <a:lnTo>
                      <a:pt x="564221" y="387148"/>
                    </a:lnTo>
                    <a:lnTo>
                      <a:pt x="555336" y="387148"/>
                    </a:lnTo>
                    <a:lnTo>
                      <a:pt x="557874" y="389052"/>
                    </a:lnTo>
                    <a:lnTo>
                      <a:pt x="562317" y="390322"/>
                    </a:lnTo>
                    <a:lnTo>
                      <a:pt x="564856" y="390957"/>
                    </a:lnTo>
                    <a:lnTo>
                      <a:pt x="566759" y="392226"/>
                    </a:lnTo>
                    <a:lnTo>
                      <a:pt x="568664" y="394130"/>
                    </a:lnTo>
                    <a:lnTo>
                      <a:pt x="570567" y="396034"/>
                    </a:lnTo>
                    <a:lnTo>
                      <a:pt x="572472" y="396668"/>
                    </a:lnTo>
                    <a:lnTo>
                      <a:pt x="577549" y="397938"/>
                    </a:lnTo>
                    <a:lnTo>
                      <a:pt x="580087" y="397303"/>
                    </a:lnTo>
                    <a:lnTo>
                      <a:pt x="580723" y="394764"/>
                    </a:lnTo>
                    <a:lnTo>
                      <a:pt x="580723" y="392226"/>
                    </a:lnTo>
                    <a:lnTo>
                      <a:pt x="581357" y="389687"/>
                    </a:lnTo>
                    <a:lnTo>
                      <a:pt x="582626" y="387783"/>
                    </a:lnTo>
                    <a:lnTo>
                      <a:pt x="582626" y="386514"/>
                    </a:lnTo>
                    <a:close/>
                    <a:moveTo>
                      <a:pt x="220865" y="246252"/>
                    </a:moveTo>
                    <a:lnTo>
                      <a:pt x="213883" y="248791"/>
                    </a:lnTo>
                    <a:lnTo>
                      <a:pt x="211979" y="247521"/>
                    </a:lnTo>
                    <a:lnTo>
                      <a:pt x="207537" y="250060"/>
                    </a:lnTo>
                    <a:lnTo>
                      <a:pt x="184689" y="255772"/>
                    </a:lnTo>
                    <a:lnTo>
                      <a:pt x="175169" y="256407"/>
                    </a:lnTo>
                    <a:lnTo>
                      <a:pt x="171995" y="257041"/>
                    </a:lnTo>
                    <a:lnTo>
                      <a:pt x="166283" y="259580"/>
                    </a:lnTo>
                    <a:lnTo>
                      <a:pt x="164379" y="260849"/>
                    </a:lnTo>
                    <a:lnTo>
                      <a:pt x="159302" y="263388"/>
                    </a:lnTo>
                    <a:lnTo>
                      <a:pt x="144070" y="264657"/>
                    </a:lnTo>
                    <a:lnTo>
                      <a:pt x="132011" y="270369"/>
                    </a:lnTo>
                    <a:lnTo>
                      <a:pt x="107894" y="277351"/>
                    </a:lnTo>
                    <a:lnTo>
                      <a:pt x="90757" y="279889"/>
                    </a:lnTo>
                    <a:lnTo>
                      <a:pt x="86949" y="281793"/>
                    </a:lnTo>
                    <a:lnTo>
                      <a:pt x="99008" y="281793"/>
                    </a:lnTo>
                    <a:lnTo>
                      <a:pt x="242443" y="245617"/>
                    </a:lnTo>
                    <a:lnTo>
                      <a:pt x="242443" y="245617"/>
                    </a:lnTo>
                    <a:lnTo>
                      <a:pt x="242443" y="245617"/>
                    </a:lnTo>
                    <a:lnTo>
                      <a:pt x="242443" y="245617"/>
                    </a:lnTo>
                    <a:lnTo>
                      <a:pt x="244982" y="246252"/>
                    </a:lnTo>
                    <a:lnTo>
                      <a:pt x="247521" y="246252"/>
                    </a:lnTo>
                    <a:lnTo>
                      <a:pt x="250059" y="245617"/>
                    </a:lnTo>
                    <a:lnTo>
                      <a:pt x="251963" y="244348"/>
                    </a:lnTo>
                    <a:lnTo>
                      <a:pt x="231019" y="244348"/>
                    </a:lnTo>
                    <a:lnTo>
                      <a:pt x="220865" y="246252"/>
                    </a:lnTo>
                    <a:close/>
                    <a:moveTo>
                      <a:pt x="1811981" y="1200160"/>
                    </a:moveTo>
                    <a:lnTo>
                      <a:pt x="1813885" y="1202064"/>
                    </a:lnTo>
                    <a:lnTo>
                      <a:pt x="1813885" y="1202064"/>
                    </a:lnTo>
                    <a:lnTo>
                      <a:pt x="1813885" y="1202064"/>
                    </a:lnTo>
                    <a:lnTo>
                      <a:pt x="1816424" y="1201429"/>
                    </a:lnTo>
                    <a:lnTo>
                      <a:pt x="1817058" y="1199525"/>
                    </a:lnTo>
                    <a:lnTo>
                      <a:pt x="1815155" y="1186197"/>
                    </a:lnTo>
                    <a:lnTo>
                      <a:pt x="1815155" y="1186197"/>
                    </a:lnTo>
                    <a:lnTo>
                      <a:pt x="1815155" y="1186197"/>
                    </a:lnTo>
                    <a:lnTo>
                      <a:pt x="1813885" y="1186832"/>
                    </a:lnTo>
                    <a:lnTo>
                      <a:pt x="1813250" y="1188736"/>
                    </a:lnTo>
                    <a:lnTo>
                      <a:pt x="1812616" y="1190005"/>
                    </a:lnTo>
                    <a:lnTo>
                      <a:pt x="1811981" y="1191275"/>
                    </a:lnTo>
                    <a:lnTo>
                      <a:pt x="1810712" y="1192544"/>
                    </a:lnTo>
                    <a:lnTo>
                      <a:pt x="1810712" y="1193813"/>
                    </a:lnTo>
                    <a:lnTo>
                      <a:pt x="1810712" y="1193813"/>
                    </a:lnTo>
                    <a:lnTo>
                      <a:pt x="1810712" y="1193813"/>
                    </a:lnTo>
                    <a:lnTo>
                      <a:pt x="1811346" y="1193813"/>
                    </a:lnTo>
                    <a:lnTo>
                      <a:pt x="1811981" y="1193813"/>
                    </a:lnTo>
                    <a:lnTo>
                      <a:pt x="1812616" y="1194448"/>
                    </a:lnTo>
                    <a:lnTo>
                      <a:pt x="1813250" y="1195083"/>
                    </a:lnTo>
                    <a:lnTo>
                      <a:pt x="1813250" y="1195083"/>
                    </a:lnTo>
                    <a:lnTo>
                      <a:pt x="1811346" y="1197621"/>
                    </a:lnTo>
                    <a:lnTo>
                      <a:pt x="1811981" y="1200160"/>
                    </a:lnTo>
                    <a:close/>
                    <a:moveTo>
                      <a:pt x="1369616" y="1082746"/>
                    </a:moveTo>
                    <a:lnTo>
                      <a:pt x="1365174" y="1080842"/>
                    </a:lnTo>
                    <a:lnTo>
                      <a:pt x="1360096" y="1078938"/>
                    </a:lnTo>
                    <a:lnTo>
                      <a:pt x="1360096" y="1078938"/>
                    </a:lnTo>
                    <a:lnTo>
                      <a:pt x="1360096" y="1078938"/>
                    </a:lnTo>
                    <a:lnTo>
                      <a:pt x="1358827" y="1082111"/>
                    </a:lnTo>
                    <a:lnTo>
                      <a:pt x="1355019" y="1083381"/>
                    </a:lnTo>
                    <a:lnTo>
                      <a:pt x="1347403" y="1082746"/>
                    </a:lnTo>
                    <a:lnTo>
                      <a:pt x="1346768" y="1082746"/>
                    </a:lnTo>
                    <a:lnTo>
                      <a:pt x="1342960" y="1082111"/>
                    </a:lnTo>
                    <a:lnTo>
                      <a:pt x="1339153" y="1079573"/>
                    </a:lnTo>
                    <a:lnTo>
                      <a:pt x="1335979" y="1076400"/>
                    </a:lnTo>
                    <a:lnTo>
                      <a:pt x="1333440" y="1071322"/>
                    </a:lnTo>
                    <a:lnTo>
                      <a:pt x="1332171" y="1068784"/>
                    </a:lnTo>
                    <a:lnTo>
                      <a:pt x="1330902" y="1066880"/>
                    </a:lnTo>
                    <a:lnTo>
                      <a:pt x="1329633" y="1064975"/>
                    </a:lnTo>
                    <a:lnTo>
                      <a:pt x="1327094" y="1063706"/>
                    </a:lnTo>
                    <a:lnTo>
                      <a:pt x="1327094" y="1063706"/>
                    </a:lnTo>
                    <a:lnTo>
                      <a:pt x="1327094" y="1063706"/>
                    </a:lnTo>
                    <a:lnTo>
                      <a:pt x="1329633" y="1071322"/>
                    </a:lnTo>
                    <a:lnTo>
                      <a:pt x="1332806" y="1078938"/>
                    </a:lnTo>
                    <a:lnTo>
                      <a:pt x="1334709" y="1082111"/>
                    </a:lnTo>
                    <a:lnTo>
                      <a:pt x="1337248" y="1084650"/>
                    </a:lnTo>
                    <a:lnTo>
                      <a:pt x="1339787" y="1086554"/>
                    </a:lnTo>
                    <a:lnTo>
                      <a:pt x="1354384" y="1091631"/>
                    </a:lnTo>
                    <a:lnTo>
                      <a:pt x="1354384" y="1091631"/>
                    </a:lnTo>
                    <a:lnTo>
                      <a:pt x="1354384" y="1091631"/>
                    </a:lnTo>
                    <a:lnTo>
                      <a:pt x="1358193" y="1091631"/>
                    </a:lnTo>
                    <a:lnTo>
                      <a:pt x="1362001" y="1089728"/>
                    </a:lnTo>
                    <a:lnTo>
                      <a:pt x="1367077" y="1084015"/>
                    </a:lnTo>
                    <a:lnTo>
                      <a:pt x="1369616" y="1082746"/>
                    </a:lnTo>
                    <a:lnTo>
                      <a:pt x="1369616" y="1082746"/>
                    </a:lnTo>
                    <a:lnTo>
                      <a:pt x="1369616" y="1082746"/>
                    </a:lnTo>
                    <a:close/>
                    <a:moveTo>
                      <a:pt x="1806269" y="1097344"/>
                    </a:moveTo>
                    <a:lnTo>
                      <a:pt x="1805635" y="1095440"/>
                    </a:lnTo>
                    <a:lnTo>
                      <a:pt x="1808808" y="1091631"/>
                    </a:lnTo>
                    <a:lnTo>
                      <a:pt x="1809442" y="1084015"/>
                    </a:lnTo>
                    <a:lnTo>
                      <a:pt x="1808808" y="1046570"/>
                    </a:lnTo>
                    <a:lnTo>
                      <a:pt x="1806904" y="1041493"/>
                    </a:lnTo>
                    <a:lnTo>
                      <a:pt x="1807538" y="1037685"/>
                    </a:lnTo>
                    <a:lnTo>
                      <a:pt x="1806904" y="1033242"/>
                    </a:lnTo>
                    <a:lnTo>
                      <a:pt x="1804999" y="1024991"/>
                    </a:lnTo>
                    <a:lnTo>
                      <a:pt x="1804999" y="1021183"/>
                    </a:lnTo>
                    <a:lnTo>
                      <a:pt x="1805635" y="1013567"/>
                    </a:lnTo>
                    <a:lnTo>
                      <a:pt x="1801826" y="979930"/>
                    </a:lnTo>
                    <a:lnTo>
                      <a:pt x="1804999" y="979295"/>
                    </a:lnTo>
                    <a:lnTo>
                      <a:pt x="1804999" y="972314"/>
                    </a:lnTo>
                    <a:lnTo>
                      <a:pt x="1798653" y="941215"/>
                    </a:lnTo>
                    <a:lnTo>
                      <a:pt x="1796115" y="933599"/>
                    </a:lnTo>
                    <a:lnTo>
                      <a:pt x="1792306" y="930426"/>
                    </a:lnTo>
                    <a:lnTo>
                      <a:pt x="1791671" y="928521"/>
                    </a:lnTo>
                    <a:lnTo>
                      <a:pt x="1794210" y="924079"/>
                    </a:lnTo>
                    <a:lnTo>
                      <a:pt x="1792941" y="917097"/>
                    </a:lnTo>
                    <a:lnTo>
                      <a:pt x="1782786" y="894884"/>
                    </a:lnTo>
                    <a:lnTo>
                      <a:pt x="1780882" y="892345"/>
                    </a:lnTo>
                    <a:lnTo>
                      <a:pt x="1778344" y="891076"/>
                    </a:lnTo>
                    <a:lnTo>
                      <a:pt x="1773266" y="890441"/>
                    </a:lnTo>
                    <a:lnTo>
                      <a:pt x="1770093" y="889807"/>
                    </a:lnTo>
                    <a:lnTo>
                      <a:pt x="1769458" y="887903"/>
                    </a:lnTo>
                    <a:lnTo>
                      <a:pt x="1771997" y="885999"/>
                    </a:lnTo>
                    <a:lnTo>
                      <a:pt x="1774536" y="885364"/>
                    </a:lnTo>
                    <a:lnTo>
                      <a:pt x="1776439" y="884094"/>
                    </a:lnTo>
                    <a:lnTo>
                      <a:pt x="1777709" y="880921"/>
                    </a:lnTo>
                    <a:lnTo>
                      <a:pt x="1777075" y="878383"/>
                    </a:lnTo>
                    <a:lnTo>
                      <a:pt x="1771362" y="870132"/>
                    </a:lnTo>
                    <a:lnTo>
                      <a:pt x="1764381" y="857439"/>
                    </a:lnTo>
                    <a:lnTo>
                      <a:pt x="1757399" y="847284"/>
                    </a:lnTo>
                    <a:lnTo>
                      <a:pt x="1756130" y="844110"/>
                    </a:lnTo>
                    <a:lnTo>
                      <a:pt x="1753591" y="840303"/>
                    </a:lnTo>
                    <a:lnTo>
                      <a:pt x="1746610" y="838399"/>
                    </a:lnTo>
                    <a:lnTo>
                      <a:pt x="1744706" y="835225"/>
                    </a:lnTo>
                    <a:lnTo>
                      <a:pt x="1734551" y="827609"/>
                    </a:lnTo>
                    <a:lnTo>
                      <a:pt x="1732648" y="828244"/>
                    </a:lnTo>
                    <a:lnTo>
                      <a:pt x="1727570" y="830782"/>
                    </a:lnTo>
                    <a:lnTo>
                      <a:pt x="1725666" y="830148"/>
                    </a:lnTo>
                    <a:lnTo>
                      <a:pt x="1721858" y="828879"/>
                    </a:lnTo>
                    <a:lnTo>
                      <a:pt x="1719954" y="828879"/>
                    </a:lnTo>
                    <a:lnTo>
                      <a:pt x="1712972" y="823166"/>
                    </a:lnTo>
                    <a:lnTo>
                      <a:pt x="1711069" y="821262"/>
                    </a:lnTo>
                    <a:lnTo>
                      <a:pt x="1713608" y="820628"/>
                    </a:lnTo>
                    <a:lnTo>
                      <a:pt x="1715511" y="821262"/>
                    </a:lnTo>
                    <a:lnTo>
                      <a:pt x="1717415" y="822532"/>
                    </a:lnTo>
                    <a:lnTo>
                      <a:pt x="1719319" y="823166"/>
                    </a:lnTo>
                    <a:lnTo>
                      <a:pt x="1724397" y="825070"/>
                    </a:lnTo>
                    <a:lnTo>
                      <a:pt x="1733282" y="825705"/>
                    </a:lnTo>
                    <a:lnTo>
                      <a:pt x="1736456" y="827609"/>
                    </a:lnTo>
                    <a:lnTo>
                      <a:pt x="1738994" y="832052"/>
                    </a:lnTo>
                    <a:lnTo>
                      <a:pt x="1737725" y="828244"/>
                    </a:lnTo>
                    <a:lnTo>
                      <a:pt x="1691394" y="755892"/>
                    </a:lnTo>
                    <a:lnTo>
                      <a:pt x="1676796" y="720350"/>
                    </a:lnTo>
                    <a:lnTo>
                      <a:pt x="1579692" y="578184"/>
                    </a:lnTo>
                    <a:lnTo>
                      <a:pt x="1577154" y="572472"/>
                    </a:lnTo>
                    <a:lnTo>
                      <a:pt x="1568903" y="560413"/>
                    </a:lnTo>
                    <a:lnTo>
                      <a:pt x="1561921" y="547085"/>
                    </a:lnTo>
                    <a:lnTo>
                      <a:pt x="1559383" y="542642"/>
                    </a:lnTo>
                    <a:lnTo>
                      <a:pt x="1549863" y="519794"/>
                    </a:lnTo>
                    <a:lnTo>
                      <a:pt x="1547324" y="509639"/>
                    </a:lnTo>
                    <a:lnTo>
                      <a:pt x="1545420" y="505197"/>
                    </a:lnTo>
                    <a:lnTo>
                      <a:pt x="1536535" y="493138"/>
                    </a:lnTo>
                    <a:lnTo>
                      <a:pt x="1537804" y="491234"/>
                    </a:lnTo>
                    <a:lnTo>
                      <a:pt x="1537169" y="489330"/>
                    </a:lnTo>
                    <a:lnTo>
                      <a:pt x="1533361" y="483618"/>
                    </a:lnTo>
                    <a:lnTo>
                      <a:pt x="1525745" y="462039"/>
                    </a:lnTo>
                    <a:lnTo>
                      <a:pt x="1530188" y="463309"/>
                    </a:lnTo>
                    <a:lnTo>
                      <a:pt x="1538438" y="469021"/>
                    </a:lnTo>
                    <a:lnTo>
                      <a:pt x="1547958" y="470925"/>
                    </a:lnTo>
                    <a:lnTo>
                      <a:pt x="1549228" y="475368"/>
                    </a:lnTo>
                    <a:lnTo>
                      <a:pt x="1548594" y="480445"/>
                    </a:lnTo>
                    <a:lnTo>
                      <a:pt x="1547324" y="484253"/>
                    </a:lnTo>
                    <a:lnTo>
                      <a:pt x="1545420" y="482984"/>
                    </a:lnTo>
                    <a:lnTo>
                      <a:pt x="1544785" y="486792"/>
                    </a:lnTo>
                    <a:lnTo>
                      <a:pt x="1544785" y="491869"/>
                    </a:lnTo>
                    <a:lnTo>
                      <a:pt x="1545420" y="496946"/>
                    </a:lnTo>
                    <a:lnTo>
                      <a:pt x="1546689" y="500754"/>
                    </a:lnTo>
                    <a:lnTo>
                      <a:pt x="1550497" y="503928"/>
                    </a:lnTo>
                    <a:lnTo>
                      <a:pt x="1554940" y="505197"/>
                    </a:lnTo>
                    <a:lnTo>
                      <a:pt x="1568903" y="505197"/>
                    </a:lnTo>
                    <a:lnTo>
                      <a:pt x="1570807" y="504562"/>
                    </a:lnTo>
                    <a:lnTo>
                      <a:pt x="1573345" y="503293"/>
                    </a:lnTo>
                    <a:lnTo>
                      <a:pt x="1573345" y="502658"/>
                    </a:lnTo>
                    <a:lnTo>
                      <a:pt x="1572710" y="498850"/>
                    </a:lnTo>
                    <a:lnTo>
                      <a:pt x="1572710" y="498216"/>
                    </a:lnTo>
                    <a:lnTo>
                      <a:pt x="1573980" y="497581"/>
                    </a:lnTo>
                    <a:lnTo>
                      <a:pt x="1575249" y="498216"/>
                    </a:lnTo>
                    <a:lnTo>
                      <a:pt x="1576518" y="498850"/>
                    </a:lnTo>
                    <a:lnTo>
                      <a:pt x="1577154" y="498850"/>
                    </a:lnTo>
                    <a:lnTo>
                      <a:pt x="1581596" y="497581"/>
                    </a:lnTo>
                    <a:lnTo>
                      <a:pt x="1584769" y="498216"/>
                    </a:lnTo>
                    <a:lnTo>
                      <a:pt x="1587308" y="500119"/>
                    </a:lnTo>
                    <a:lnTo>
                      <a:pt x="1589212" y="503928"/>
                    </a:lnTo>
                    <a:lnTo>
                      <a:pt x="1592385" y="513448"/>
                    </a:lnTo>
                    <a:lnTo>
                      <a:pt x="1593655" y="522968"/>
                    </a:lnTo>
                    <a:lnTo>
                      <a:pt x="1593020" y="555336"/>
                    </a:lnTo>
                    <a:lnTo>
                      <a:pt x="1600002" y="597859"/>
                    </a:lnTo>
                    <a:lnTo>
                      <a:pt x="1603809" y="608013"/>
                    </a:lnTo>
                    <a:lnTo>
                      <a:pt x="1613964" y="626419"/>
                    </a:lnTo>
                    <a:lnTo>
                      <a:pt x="1631101" y="647363"/>
                    </a:lnTo>
                    <a:lnTo>
                      <a:pt x="1634908" y="655613"/>
                    </a:lnTo>
                    <a:lnTo>
                      <a:pt x="1642524" y="661960"/>
                    </a:lnTo>
                    <a:lnTo>
                      <a:pt x="1643794" y="663230"/>
                    </a:lnTo>
                    <a:lnTo>
                      <a:pt x="1645063" y="665768"/>
                    </a:lnTo>
                    <a:lnTo>
                      <a:pt x="1652044" y="675288"/>
                    </a:lnTo>
                    <a:lnTo>
                      <a:pt x="1650141" y="664499"/>
                    </a:lnTo>
                    <a:lnTo>
                      <a:pt x="1627927" y="641016"/>
                    </a:lnTo>
                    <a:lnTo>
                      <a:pt x="1621580" y="631496"/>
                    </a:lnTo>
                    <a:lnTo>
                      <a:pt x="1620311" y="627688"/>
                    </a:lnTo>
                    <a:lnTo>
                      <a:pt x="1615868" y="621342"/>
                    </a:lnTo>
                    <a:lnTo>
                      <a:pt x="1606983" y="597224"/>
                    </a:lnTo>
                    <a:lnTo>
                      <a:pt x="1603809" y="583896"/>
                    </a:lnTo>
                    <a:lnTo>
                      <a:pt x="1603175" y="578819"/>
                    </a:lnTo>
                    <a:lnTo>
                      <a:pt x="1601271" y="577549"/>
                    </a:lnTo>
                    <a:lnTo>
                      <a:pt x="1602540" y="573741"/>
                    </a:lnTo>
                    <a:lnTo>
                      <a:pt x="1598097" y="549624"/>
                    </a:lnTo>
                    <a:lnTo>
                      <a:pt x="1598732" y="548355"/>
                    </a:lnTo>
                    <a:lnTo>
                      <a:pt x="1600636" y="547085"/>
                    </a:lnTo>
                    <a:lnTo>
                      <a:pt x="1601905" y="544546"/>
                    </a:lnTo>
                    <a:lnTo>
                      <a:pt x="1602540" y="542008"/>
                    </a:lnTo>
                    <a:lnTo>
                      <a:pt x="1602540" y="540738"/>
                    </a:lnTo>
                    <a:lnTo>
                      <a:pt x="1604444" y="540104"/>
                    </a:lnTo>
                    <a:lnTo>
                      <a:pt x="1607617" y="535026"/>
                    </a:lnTo>
                    <a:lnTo>
                      <a:pt x="1609522" y="529314"/>
                    </a:lnTo>
                    <a:lnTo>
                      <a:pt x="1605714" y="524872"/>
                    </a:lnTo>
                    <a:lnTo>
                      <a:pt x="1597463" y="509639"/>
                    </a:lnTo>
                    <a:lnTo>
                      <a:pt x="1580327" y="489330"/>
                    </a:lnTo>
                    <a:lnTo>
                      <a:pt x="1565729" y="475368"/>
                    </a:lnTo>
                    <a:lnTo>
                      <a:pt x="1547958" y="452519"/>
                    </a:lnTo>
                    <a:lnTo>
                      <a:pt x="1511148" y="411266"/>
                    </a:lnTo>
                    <a:lnTo>
                      <a:pt x="1509244" y="406823"/>
                    </a:lnTo>
                    <a:lnTo>
                      <a:pt x="1506705" y="403015"/>
                    </a:lnTo>
                    <a:lnTo>
                      <a:pt x="1502262" y="400477"/>
                    </a:lnTo>
                    <a:lnTo>
                      <a:pt x="1499089" y="397938"/>
                    </a:lnTo>
                    <a:lnTo>
                      <a:pt x="1499723" y="393495"/>
                    </a:lnTo>
                    <a:lnTo>
                      <a:pt x="1473068" y="359858"/>
                    </a:lnTo>
                    <a:lnTo>
                      <a:pt x="1452123" y="323047"/>
                    </a:lnTo>
                    <a:lnTo>
                      <a:pt x="1434353" y="296391"/>
                    </a:lnTo>
                    <a:lnTo>
                      <a:pt x="1421660" y="280524"/>
                    </a:lnTo>
                    <a:lnTo>
                      <a:pt x="1419755" y="276716"/>
                    </a:lnTo>
                    <a:lnTo>
                      <a:pt x="1417851" y="271638"/>
                    </a:lnTo>
                    <a:lnTo>
                      <a:pt x="1416582" y="267196"/>
                    </a:lnTo>
                    <a:lnTo>
                      <a:pt x="1414678" y="262753"/>
                    </a:lnTo>
                    <a:lnTo>
                      <a:pt x="1406427" y="252598"/>
                    </a:lnTo>
                    <a:lnTo>
                      <a:pt x="1400715" y="238001"/>
                    </a:lnTo>
                    <a:lnTo>
                      <a:pt x="1398176" y="236097"/>
                    </a:lnTo>
                    <a:lnTo>
                      <a:pt x="1396273" y="233558"/>
                    </a:lnTo>
                    <a:lnTo>
                      <a:pt x="1393099" y="221500"/>
                    </a:lnTo>
                    <a:lnTo>
                      <a:pt x="1391195" y="218326"/>
                    </a:lnTo>
                    <a:lnTo>
                      <a:pt x="1392464" y="216423"/>
                    </a:lnTo>
                    <a:lnTo>
                      <a:pt x="1389926" y="215788"/>
                    </a:lnTo>
                    <a:lnTo>
                      <a:pt x="1388022" y="214518"/>
                    </a:lnTo>
                    <a:lnTo>
                      <a:pt x="1387387" y="212614"/>
                    </a:lnTo>
                    <a:lnTo>
                      <a:pt x="1388022" y="210076"/>
                    </a:lnTo>
                    <a:lnTo>
                      <a:pt x="1386753" y="210076"/>
                    </a:lnTo>
                    <a:lnTo>
                      <a:pt x="1384848" y="209441"/>
                    </a:lnTo>
                    <a:lnTo>
                      <a:pt x="1383579" y="209441"/>
                    </a:lnTo>
                    <a:lnTo>
                      <a:pt x="1383579" y="201190"/>
                    </a:lnTo>
                    <a:lnTo>
                      <a:pt x="1371521" y="173900"/>
                    </a:lnTo>
                    <a:lnTo>
                      <a:pt x="1367077" y="155494"/>
                    </a:lnTo>
                    <a:lnTo>
                      <a:pt x="1365174" y="151051"/>
                    </a:lnTo>
                    <a:lnTo>
                      <a:pt x="1358827" y="143436"/>
                    </a:lnTo>
                    <a:lnTo>
                      <a:pt x="1356288" y="138993"/>
                    </a:lnTo>
                    <a:lnTo>
                      <a:pt x="1344864" y="112971"/>
                    </a:lnTo>
                    <a:lnTo>
                      <a:pt x="1342960" y="102817"/>
                    </a:lnTo>
                    <a:lnTo>
                      <a:pt x="1342326" y="91393"/>
                    </a:lnTo>
                    <a:lnTo>
                      <a:pt x="1341056" y="88854"/>
                    </a:lnTo>
                    <a:lnTo>
                      <a:pt x="1339153" y="87584"/>
                    </a:lnTo>
                    <a:lnTo>
                      <a:pt x="1337248" y="86315"/>
                    </a:lnTo>
                    <a:lnTo>
                      <a:pt x="1336614" y="85046"/>
                    </a:lnTo>
                    <a:lnTo>
                      <a:pt x="1335979" y="76795"/>
                    </a:lnTo>
                    <a:lnTo>
                      <a:pt x="1334709" y="73622"/>
                    </a:lnTo>
                    <a:lnTo>
                      <a:pt x="1333440" y="71718"/>
                    </a:lnTo>
                    <a:lnTo>
                      <a:pt x="1332171" y="71083"/>
                    </a:lnTo>
                    <a:lnTo>
                      <a:pt x="1330902" y="70449"/>
                    </a:lnTo>
                    <a:lnTo>
                      <a:pt x="1329633" y="69179"/>
                    </a:lnTo>
                    <a:lnTo>
                      <a:pt x="1328363" y="67275"/>
                    </a:lnTo>
                    <a:lnTo>
                      <a:pt x="1326459" y="63467"/>
                    </a:lnTo>
                    <a:lnTo>
                      <a:pt x="1325189" y="61563"/>
                    </a:lnTo>
                    <a:lnTo>
                      <a:pt x="1318208" y="57755"/>
                    </a:lnTo>
                    <a:lnTo>
                      <a:pt x="1317574" y="56486"/>
                    </a:lnTo>
                    <a:lnTo>
                      <a:pt x="1313766" y="55851"/>
                    </a:lnTo>
                    <a:lnTo>
                      <a:pt x="1311227" y="52677"/>
                    </a:lnTo>
                    <a:lnTo>
                      <a:pt x="1309957" y="48235"/>
                    </a:lnTo>
                    <a:lnTo>
                      <a:pt x="1309957" y="43792"/>
                    </a:lnTo>
                    <a:lnTo>
                      <a:pt x="1308688" y="38080"/>
                    </a:lnTo>
                    <a:lnTo>
                      <a:pt x="1308688" y="35542"/>
                    </a:lnTo>
                    <a:lnTo>
                      <a:pt x="1310592" y="34272"/>
                    </a:lnTo>
                    <a:lnTo>
                      <a:pt x="1313131" y="34907"/>
                    </a:lnTo>
                    <a:lnTo>
                      <a:pt x="1315035" y="36811"/>
                    </a:lnTo>
                    <a:lnTo>
                      <a:pt x="1316304" y="39350"/>
                    </a:lnTo>
                    <a:lnTo>
                      <a:pt x="1316939" y="41888"/>
                    </a:lnTo>
                    <a:lnTo>
                      <a:pt x="1318208" y="47600"/>
                    </a:lnTo>
                    <a:lnTo>
                      <a:pt x="1319477" y="52043"/>
                    </a:lnTo>
                    <a:lnTo>
                      <a:pt x="1322016" y="55216"/>
                    </a:lnTo>
                    <a:lnTo>
                      <a:pt x="1325824" y="57120"/>
                    </a:lnTo>
                    <a:lnTo>
                      <a:pt x="1323920" y="50139"/>
                    </a:lnTo>
                    <a:lnTo>
                      <a:pt x="1321382" y="29195"/>
                    </a:lnTo>
                    <a:lnTo>
                      <a:pt x="1322016" y="22213"/>
                    </a:lnTo>
                    <a:lnTo>
                      <a:pt x="1322016" y="17771"/>
                    </a:lnTo>
                    <a:lnTo>
                      <a:pt x="1320747" y="15867"/>
                    </a:lnTo>
                    <a:lnTo>
                      <a:pt x="1320113" y="15232"/>
                    </a:lnTo>
                    <a:lnTo>
                      <a:pt x="1319477" y="13963"/>
                    </a:lnTo>
                    <a:lnTo>
                      <a:pt x="1318843" y="12693"/>
                    </a:lnTo>
                    <a:lnTo>
                      <a:pt x="1316939" y="12693"/>
                    </a:lnTo>
                    <a:lnTo>
                      <a:pt x="1315035" y="13328"/>
                    </a:lnTo>
                    <a:lnTo>
                      <a:pt x="1312496" y="14597"/>
                    </a:lnTo>
                    <a:lnTo>
                      <a:pt x="1311227" y="15232"/>
                    </a:lnTo>
                    <a:lnTo>
                      <a:pt x="1306149" y="13963"/>
                    </a:lnTo>
                    <a:lnTo>
                      <a:pt x="1305515" y="12059"/>
                    </a:lnTo>
                    <a:lnTo>
                      <a:pt x="1303610" y="12059"/>
                    </a:lnTo>
                    <a:lnTo>
                      <a:pt x="1299803" y="11424"/>
                    </a:lnTo>
                    <a:lnTo>
                      <a:pt x="1293456" y="14597"/>
                    </a:lnTo>
                    <a:lnTo>
                      <a:pt x="1291552" y="15232"/>
                    </a:lnTo>
                    <a:lnTo>
                      <a:pt x="1282667" y="14597"/>
                    </a:lnTo>
                    <a:lnTo>
                      <a:pt x="1280128" y="13963"/>
                    </a:lnTo>
                    <a:lnTo>
                      <a:pt x="1276955" y="12693"/>
                    </a:lnTo>
                    <a:lnTo>
                      <a:pt x="1275686" y="12693"/>
                    </a:lnTo>
                    <a:lnTo>
                      <a:pt x="1273147" y="13328"/>
                    </a:lnTo>
                    <a:lnTo>
                      <a:pt x="1270608" y="13328"/>
                    </a:lnTo>
                    <a:lnTo>
                      <a:pt x="1259819" y="12059"/>
                    </a:lnTo>
                    <a:lnTo>
                      <a:pt x="1256646" y="11424"/>
                    </a:lnTo>
                    <a:lnTo>
                      <a:pt x="1254107" y="10155"/>
                    </a:lnTo>
                    <a:lnTo>
                      <a:pt x="1252837" y="9520"/>
                    </a:lnTo>
                    <a:lnTo>
                      <a:pt x="1250299" y="8251"/>
                    </a:lnTo>
                    <a:lnTo>
                      <a:pt x="1247126" y="8251"/>
                    </a:lnTo>
                    <a:lnTo>
                      <a:pt x="1245221" y="8251"/>
                    </a:lnTo>
                    <a:lnTo>
                      <a:pt x="1243317" y="8886"/>
                    </a:lnTo>
                    <a:lnTo>
                      <a:pt x="1223008" y="3808"/>
                    </a:lnTo>
                    <a:lnTo>
                      <a:pt x="1219834" y="2539"/>
                    </a:lnTo>
                    <a:lnTo>
                      <a:pt x="1217930" y="1269"/>
                    </a:lnTo>
                    <a:lnTo>
                      <a:pt x="1214122" y="0"/>
                    </a:lnTo>
                    <a:lnTo>
                      <a:pt x="1212219" y="0"/>
                    </a:lnTo>
                    <a:lnTo>
                      <a:pt x="1210314" y="0"/>
                    </a:lnTo>
                    <a:lnTo>
                      <a:pt x="1209045" y="0"/>
                    </a:lnTo>
                    <a:lnTo>
                      <a:pt x="1205872" y="635"/>
                    </a:lnTo>
                    <a:lnTo>
                      <a:pt x="1203968" y="1269"/>
                    </a:lnTo>
                    <a:lnTo>
                      <a:pt x="1202063" y="1904"/>
                    </a:lnTo>
                    <a:lnTo>
                      <a:pt x="1201429" y="2539"/>
                    </a:lnTo>
                    <a:lnTo>
                      <a:pt x="1200794" y="3808"/>
                    </a:lnTo>
                    <a:lnTo>
                      <a:pt x="1200794" y="5712"/>
                    </a:lnTo>
                    <a:lnTo>
                      <a:pt x="1200794" y="6347"/>
                    </a:lnTo>
                    <a:lnTo>
                      <a:pt x="1200794" y="8251"/>
                    </a:lnTo>
                    <a:lnTo>
                      <a:pt x="1200794" y="9520"/>
                    </a:lnTo>
                    <a:lnTo>
                      <a:pt x="1200160" y="10789"/>
                    </a:lnTo>
                    <a:lnTo>
                      <a:pt x="1199525" y="11424"/>
                    </a:lnTo>
                    <a:lnTo>
                      <a:pt x="1197621" y="12059"/>
                    </a:lnTo>
                    <a:lnTo>
                      <a:pt x="1195717" y="12059"/>
                    </a:lnTo>
                    <a:lnTo>
                      <a:pt x="1193179" y="11424"/>
                    </a:lnTo>
                    <a:lnTo>
                      <a:pt x="1191909" y="12059"/>
                    </a:lnTo>
                    <a:lnTo>
                      <a:pt x="1191274" y="12693"/>
                    </a:lnTo>
                    <a:lnTo>
                      <a:pt x="1191274" y="15232"/>
                    </a:lnTo>
                    <a:lnTo>
                      <a:pt x="1191274" y="16502"/>
                    </a:lnTo>
                    <a:lnTo>
                      <a:pt x="1190640" y="17771"/>
                    </a:lnTo>
                    <a:lnTo>
                      <a:pt x="1188735" y="20944"/>
                    </a:lnTo>
                    <a:lnTo>
                      <a:pt x="1188101" y="21579"/>
                    </a:lnTo>
                    <a:lnTo>
                      <a:pt x="1188101" y="22848"/>
                    </a:lnTo>
                    <a:lnTo>
                      <a:pt x="1188101" y="24117"/>
                    </a:lnTo>
                    <a:lnTo>
                      <a:pt x="1188101" y="26656"/>
                    </a:lnTo>
                    <a:lnTo>
                      <a:pt x="1190005" y="32368"/>
                    </a:lnTo>
                    <a:lnTo>
                      <a:pt x="1190005" y="33637"/>
                    </a:lnTo>
                    <a:lnTo>
                      <a:pt x="1190005" y="35542"/>
                    </a:lnTo>
                    <a:lnTo>
                      <a:pt x="1189370" y="41254"/>
                    </a:lnTo>
                    <a:lnTo>
                      <a:pt x="1189370" y="42523"/>
                    </a:lnTo>
                    <a:lnTo>
                      <a:pt x="1190005" y="45062"/>
                    </a:lnTo>
                    <a:lnTo>
                      <a:pt x="1190640" y="46966"/>
                    </a:lnTo>
                    <a:lnTo>
                      <a:pt x="1191909" y="48870"/>
                    </a:lnTo>
                    <a:lnTo>
                      <a:pt x="1193179" y="50774"/>
                    </a:lnTo>
                    <a:lnTo>
                      <a:pt x="1198256" y="55851"/>
                    </a:lnTo>
                    <a:lnTo>
                      <a:pt x="1199525" y="57755"/>
                    </a:lnTo>
                    <a:lnTo>
                      <a:pt x="1200160" y="59024"/>
                    </a:lnTo>
                    <a:lnTo>
                      <a:pt x="1200794" y="61563"/>
                    </a:lnTo>
                    <a:lnTo>
                      <a:pt x="1201429" y="64102"/>
                    </a:lnTo>
                    <a:lnTo>
                      <a:pt x="1201429" y="81238"/>
                    </a:lnTo>
                    <a:lnTo>
                      <a:pt x="1199525" y="97104"/>
                    </a:lnTo>
                    <a:lnTo>
                      <a:pt x="1199525" y="100278"/>
                    </a:lnTo>
                    <a:lnTo>
                      <a:pt x="1199525" y="101547"/>
                    </a:lnTo>
                    <a:lnTo>
                      <a:pt x="1201429" y="108529"/>
                    </a:lnTo>
                    <a:lnTo>
                      <a:pt x="1201429" y="109798"/>
                    </a:lnTo>
                    <a:lnTo>
                      <a:pt x="1201429" y="111702"/>
                    </a:lnTo>
                    <a:lnTo>
                      <a:pt x="1200794" y="112971"/>
                    </a:lnTo>
                    <a:lnTo>
                      <a:pt x="1199525" y="113606"/>
                    </a:lnTo>
                    <a:lnTo>
                      <a:pt x="1193813" y="116144"/>
                    </a:lnTo>
                    <a:lnTo>
                      <a:pt x="1193179" y="116144"/>
                    </a:lnTo>
                    <a:lnTo>
                      <a:pt x="1191909" y="116144"/>
                    </a:lnTo>
                    <a:lnTo>
                      <a:pt x="1188101" y="115510"/>
                    </a:lnTo>
                    <a:lnTo>
                      <a:pt x="1186832" y="115510"/>
                    </a:lnTo>
                    <a:lnTo>
                      <a:pt x="1177312" y="118049"/>
                    </a:lnTo>
                    <a:lnTo>
                      <a:pt x="1175408" y="118049"/>
                    </a:lnTo>
                    <a:lnTo>
                      <a:pt x="1173503" y="117414"/>
                    </a:lnTo>
                    <a:lnTo>
                      <a:pt x="1172234" y="116779"/>
                    </a:lnTo>
                    <a:lnTo>
                      <a:pt x="1171600" y="116144"/>
                    </a:lnTo>
                    <a:lnTo>
                      <a:pt x="1170330" y="114241"/>
                    </a:lnTo>
                    <a:lnTo>
                      <a:pt x="1165888" y="105355"/>
                    </a:lnTo>
                    <a:lnTo>
                      <a:pt x="1165253" y="103451"/>
                    </a:lnTo>
                    <a:lnTo>
                      <a:pt x="1165253" y="102182"/>
                    </a:lnTo>
                    <a:lnTo>
                      <a:pt x="1165253" y="100913"/>
                    </a:lnTo>
                    <a:lnTo>
                      <a:pt x="1165253" y="97739"/>
                    </a:lnTo>
                    <a:lnTo>
                      <a:pt x="1165888" y="93931"/>
                    </a:lnTo>
                    <a:lnTo>
                      <a:pt x="1165888" y="92662"/>
                    </a:lnTo>
                    <a:lnTo>
                      <a:pt x="1165888" y="91393"/>
                    </a:lnTo>
                    <a:lnTo>
                      <a:pt x="1165253" y="90123"/>
                    </a:lnTo>
                    <a:lnTo>
                      <a:pt x="1164618" y="88854"/>
                    </a:lnTo>
                    <a:lnTo>
                      <a:pt x="1163349" y="86950"/>
                    </a:lnTo>
                    <a:lnTo>
                      <a:pt x="1162080" y="85680"/>
                    </a:lnTo>
                    <a:lnTo>
                      <a:pt x="1155733" y="79969"/>
                    </a:lnTo>
                    <a:lnTo>
                      <a:pt x="1154463" y="78064"/>
                    </a:lnTo>
                    <a:lnTo>
                      <a:pt x="1153829" y="77430"/>
                    </a:lnTo>
                    <a:lnTo>
                      <a:pt x="1153829" y="76795"/>
                    </a:lnTo>
                    <a:lnTo>
                      <a:pt x="1153829" y="76160"/>
                    </a:lnTo>
                    <a:lnTo>
                      <a:pt x="1154463" y="74256"/>
                    </a:lnTo>
                    <a:lnTo>
                      <a:pt x="1154463" y="72352"/>
                    </a:lnTo>
                    <a:lnTo>
                      <a:pt x="1154463" y="71718"/>
                    </a:lnTo>
                    <a:lnTo>
                      <a:pt x="1153829" y="71083"/>
                    </a:lnTo>
                    <a:lnTo>
                      <a:pt x="1144943" y="71718"/>
                    </a:lnTo>
                    <a:lnTo>
                      <a:pt x="1137327" y="72352"/>
                    </a:lnTo>
                    <a:lnTo>
                      <a:pt x="1127173" y="72987"/>
                    </a:lnTo>
                    <a:lnTo>
                      <a:pt x="1115114" y="74256"/>
                    </a:lnTo>
                    <a:lnTo>
                      <a:pt x="1101152" y="75526"/>
                    </a:lnTo>
                    <a:lnTo>
                      <a:pt x="1085285" y="76795"/>
                    </a:lnTo>
                    <a:lnTo>
                      <a:pt x="1068148" y="78064"/>
                    </a:lnTo>
                    <a:lnTo>
                      <a:pt x="1049108" y="79969"/>
                    </a:lnTo>
                    <a:lnTo>
                      <a:pt x="1028799" y="81873"/>
                    </a:lnTo>
                    <a:lnTo>
                      <a:pt x="1007855" y="83776"/>
                    </a:lnTo>
                    <a:lnTo>
                      <a:pt x="985641" y="85680"/>
                    </a:lnTo>
                    <a:lnTo>
                      <a:pt x="962793" y="87584"/>
                    </a:lnTo>
                    <a:lnTo>
                      <a:pt x="939311" y="89489"/>
                    </a:lnTo>
                    <a:lnTo>
                      <a:pt x="915828" y="91393"/>
                    </a:lnTo>
                    <a:lnTo>
                      <a:pt x="891711" y="93296"/>
                    </a:lnTo>
                    <a:lnTo>
                      <a:pt x="867593" y="95200"/>
                    </a:lnTo>
                    <a:lnTo>
                      <a:pt x="843475" y="97104"/>
                    </a:lnTo>
                    <a:lnTo>
                      <a:pt x="819358" y="99009"/>
                    </a:lnTo>
                    <a:lnTo>
                      <a:pt x="795875" y="100913"/>
                    </a:lnTo>
                    <a:lnTo>
                      <a:pt x="773027" y="102817"/>
                    </a:lnTo>
                    <a:lnTo>
                      <a:pt x="750814" y="104720"/>
                    </a:lnTo>
                    <a:lnTo>
                      <a:pt x="729235" y="105990"/>
                    </a:lnTo>
                    <a:lnTo>
                      <a:pt x="708925" y="107259"/>
                    </a:lnTo>
                    <a:lnTo>
                      <a:pt x="689885" y="108529"/>
                    </a:lnTo>
                    <a:lnTo>
                      <a:pt x="672114" y="109798"/>
                    </a:lnTo>
                    <a:lnTo>
                      <a:pt x="655613" y="111067"/>
                    </a:lnTo>
                    <a:lnTo>
                      <a:pt x="641016" y="112337"/>
                    </a:lnTo>
                    <a:lnTo>
                      <a:pt x="628323" y="112971"/>
                    </a:lnTo>
                    <a:lnTo>
                      <a:pt x="617533" y="113606"/>
                    </a:lnTo>
                    <a:lnTo>
                      <a:pt x="608647" y="114241"/>
                    </a:lnTo>
                    <a:lnTo>
                      <a:pt x="602301" y="114875"/>
                    </a:lnTo>
                    <a:lnTo>
                      <a:pt x="598493" y="115510"/>
                    </a:lnTo>
                    <a:lnTo>
                      <a:pt x="597224" y="115510"/>
                    </a:lnTo>
                    <a:lnTo>
                      <a:pt x="590243" y="116144"/>
                    </a:lnTo>
                    <a:lnTo>
                      <a:pt x="588338" y="116779"/>
                    </a:lnTo>
                    <a:lnTo>
                      <a:pt x="577549" y="107894"/>
                    </a:lnTo>
                    <a:lnTo>
                      <a:pt x="571837" y="92027"/>
                    </a:lnTo>
                    <a:lnTo>
                      <a:pt x="569933" y="81873"/>
                    </a:lnTo>
                    <a:lnTo>
                      <a:pt x="567394" y="76160"/>
                    </a:lnTo>
                    <a:lnTo>
                      <a:pt x="563586" y="70449"/>
                    </a:lnTo>
                    <a:lnTo>
                      <a:pt x="561682" y="69179"/>
                    </a:lnTo>
                    <a:lnTo>
                      <a:pt x="559144" y="62198"/>
                    </a:lnTo>
                    <a:lnTo>
                      <a:pt x="557239" y="59659"/>
                    </a:lnTo>
                    <a:lnTo>
                      <a:pt x="555970" y="58390"/>
                    </a:lnTo>
                    <a:lnTo>
                      <a:pt x="552162" y="56486"/>
                    </a:lnTo>
                    <a:lnTo>
                      <a:pt x="551527" y="55851"/>
                    </a:lnTo>
                    <a:lnTo>
                      <a:pt x="550893" y="52677"/>
                    </a:lnTo>
                    <a:lnTo>
                      <a:pt x="551527" y="52043"/>
                    </a:lnTo>
                    <a:lnTo>
                      <a:pt x="517890" y="56486"/>
                    </a:lnTo>
                    <a:lnTo>
                      <a:pt x="484252" y="60928"/>
                    </a:lnTo>
                    <a:lnTo>
                      <a:pt x="450615" y="65371"/>
                    </a:lnTo>
                    <a:lnTo>
                      <a:pt x="416978" y="69814"/>
                    </a:lnTo>
                    <a:lnTo>
                      <a:pt x="383340" y="74256"/>
                    </a:lnTo>
                    <a:lnTo>
                      <a:pt x="349703" y="78699"/>
                    </a:lnTo>
                    <a:lnTo>
                      <a:pt x="316065" y="83142"/>
                    </a:lnTo>
                    <a:lnTo>
                      <a:pt x="282428" y="87584"/>
                    </a:lnTo>
                    <a:lnTo>
                      <a:pt x="248790" y="91393"/>
                    </a:lnTo>
                    <a:lnTo>
                      <a:pt x="215152" y="95835"/>
                    </a:lnTo>
                    <a:lnTo>
                      <a:pt x="180881" y="99643"/>
                    </a:lnTo>
                    <a:lnTo>
                      <a:pt x="147243" y="103451"/>
                    </a:lnTo>
                    <a:lnTo>
                      <a:pt x="113605" y="107259"/>
                    </a:lnTo>
                    <a:lnTo>
                      <a:pt x="79968" y="111067"/>
                    </a:lnTo>
                    <a:lnTo>
                      <a:pt x="45696" y="114875"/>
                    </a:lnTo>
                    <a:lnTo>
                      <a:pt x="12058" y="118683"/>
                    </a:lnTo>
                    <a:lnTo>
                      <a:pt x="2538" y="119953"/>
                    </a:lnTo>
                    <a:lnTo>
                      <a:pt x="1904" y="123761"/>
                    </a:lnTo>
                    <a:lnTo>
                      <a:pt x="3808" y="135185"/>
                    </a:lnTo>
                    <a:lnTo>
                      <a:pt x="3808" y="136454"/>
                    </a:lnTo>
                    <a:lnTo>
                      <a:pt x="635" y="146609"/>
                    </a:lnTo>
                    <a:lnTo>
                      <a:pt x="0" y="149147"/>
                    </a:lnTo>
                    <a:lnTo>
                      <a:pt x="0" y="151051"/>
                    </a:lnTo>
                    <a:lnTo>
                      <a:pt x="0" y="152321"/>
                    </a:lnTo>
                    <a:lnTo>
                      <a:pt x="635" y="154225"/>
                    </a:lnTo>
                    <a:lnTo>
                      <a:pt x="1904" y="156129"/>
                    </a:lnTo>
                    <a:lnTo>
                      <a:pt x="4442" y="159302"/>
                    </a:lnTo>
                    <a:lnTo>
                      <a:pt x="6981" y="161841"/>
                    </a:lnTo>
                    <a:lnTo>
                      <a:pt x="18405" y="170726"/>
                    </a:lnTo>
                    <a:lnTo>
                      <a:pt x="19675" y="172630"/>
                    </a:lnTo>
                    <a:lnTo>
                      <a:pt x="24751" y="180246"/>
                    </a:lnTo>
                    <a:lnTo>
                      <a:pt x="28560" y="184054"/>
                    </a:lnTo>
                    <a:lnTo>
                      <a:pt x="31733" y="185958"/>
                    </a:lnTo>
                    <a:lnTo>
                      <a:pt x="50138" y="194844"/>
                    </a:lnTo>
                    <a:lnTo>
                      <a:pt x="52043" y="196113"/>
                    </a:lnTo>
                    <a:lnTo>
                      <a:pt x="52677" y="196748"/>
                    </a:lnTo>
                    <a:lnTo>
                      <a:pt x="53312" y="199286"/>
                    </a:lnTo>
                    <a:lnTo>
                      <a:pt x="53312" y="203094"/>
                    </a:lnTo>
                    <a:lnTo>
                      <a:pt x="52677" y="211980"/>
                    </a:lnTo>
                    <a:lnTo>
                      <a:pt x="52043" y="218961"/>
                    </a:lnTo>
                    <a:lnTo>
                      <a:pt x="48869" y="225943"/>
                    </a:lnTo>
                    <a:lnTo>
                      <a:pt x="48235" y="228481"/>
                    </a:lnTo>
                    <a:lnTo>
                      <a:pt x="48235" y="229750"/>
                    </a:lnTo>
                    <a:lnTo>
                      <a:pt x="49504" y="233558"/>
                    </a:lnTo>
                    <a:lnTo>
                      <a:pt x="54581" y="244983"/>
                    </a:lnTo>
                    <a:lnTo>
                      <a:pt x="54581" y="244983"/>
                    </a:lnTo>
                    <a:lnTo>
                      <a:pt x="58389" y="246887"/>
                    </a:lnTo>
                    <a:lnTo>
                      <a:pt x="60294" y="247521"/>
                    </a:lnTo>
                    <a:lnTo>
                      <a:pt x="62197" y="248156"/>
                    </a:lnTo>
                    <a:lnTo>
                      <a:pt x="66005" y="246887"/>
                    </a:lnTo>
                    <a:lnTo>
                      <a:pt x="67909" y="247521"/>
                    </a:lnTo>
                    <a:lnTo>
                      <a:pt x="70448" y="250060"/>
                    </a:lnTo>
                    <a:lnTo>
                      <a:pt x="71717" y="253233"/>
                    </a:lnTo>
                    <a:lnTo>
                      <a:pt x="71717" y="256407"/>
                    </a:lnTo>
                    <a:lnTo>
                      <a:pt x="69814" y="257676"/>
                    </a:lnTo>
                    <a:lnTo>
                      <a:pt x="64736" y="259580"/>
                    </a:lnTo>
                    <a:lnTo>
                      <a:pt x="60928" y="263388"/>
                    </a:lnTo>
                    <a:lnTo>
                      <a:pt x="55216" y="271638"/>
                    </a:lnTo>
                    <a:lnTo>
                      <a:pt x="55216" y="273543"/>
                    </a:lnTo>
                    <a:lnTo>
                      <a:pt x="58389" y="274812"/>
                    </a:lnTo>
                    <a:lnTo>
                      <a:pt x="59024" y="277351"/>
                    </a:lnTo>
                    <a:lnTo>
                      <a:pt x="57755" y="279889"/>
                    </a:lnTo>
                    <a:lnTo>
                      <a:pt x="55216" y="282428"/>
                    </a:lnTo>
                    <a:lnTo>
                      <a:pt x="52677" y="283063"/>
                    </a:lnTo>
                    <a:lnTo>
                      <a:pt x="47600" y="283697"/>
                    </a:lnTo>
                    <a:lnTo>
                      <a:pt x="45061" y="284967"/>
                    </a:lnTo>
                    <a:lnTo>
                      <a:pt x="48869" y="285601"/>
                    </a:lnTo>
                    <a:lnTo>
                      <a:pt x="52677" y="286871"/>
                    </a:lnTo>
                    <a:lnTo>
                      <a:pt x="45061" y="288775"/>
                    </a:lnTo>
                    <a:lnTo>
                      <a:pt x="42523" y="290044"/>
                    </a:lnTo>
                    <a:lnTo>
                      <a:pt x="40618" y="291313"/>
                    </a:lnTo>
                    <a:lnTo>
                      <a:pt x="39349" y="293217"/>
                    </a:lnTo>
                    <a:lnTo>
                      <a:pt x="38080" y="294487"/>
                    </a:lnTo>
                    <a:lnTo>
                      <a:pt x="35541" y="295756"/>
                    </a:lnTo>
                    <a:lnTo>
                      <a:pt x="36176" y="297660"/>
                    </a:lnTo>
                    <a:lnTo>
                      <a:pt x="38715" y="296391"/>
                    </a:lnTo>
                    <a:lnTo>
                      <a:pt x="43157" y="294487"/>
                    </a:lnTo>
                    <a:lnTo>
                      <a:pt x="45061" y="295121"/>
                    </a:lnTo>
                    <a:lnTo>
                      <a:pt x="48869" y="292583"/>
                    </a:lnTo>
                    <a:lnTo>
                      <a:pt x="78698" y="282428"/>
                    </a:lnTo>
                    <a:lnTo>
                      <a:pt x="83142" y="279889"/>
                    </a:lnTo>
                    <a:lnTo>
                      <a:pt x="81872" y="275447"/>
                    </a:lnTo>
                    <a:lnTo>
                      <a:pt x="84411" y="274812"/>
                    </a:lnTo>
                    <a:lnTo>
                      <a:pt x="89488" y="273543"/>
                    </a:lnTo>
                    <a:lnTo>
                      <a:pt x="91392" y="272273"/>
                    </a:lnTo>
                    <a:lnTo>
                      <a:pt x="92027" y="269735"/>
                    </a:lnTo>
                    <a:lnTo>
                      <a:pt x="90757" y="263388"/>
                    </a:lnTo>
                    <a:lnTo>
                      <a:pt x="90757" y="260849"/>
                    </a:lnTo>
                    <a:lnTo>
                      <a:pt x="94565" y="257676"/>
                    </a:lnTo>
                    <a:lnTo>
                      <a:pt x="99008" y="257041"/>
                    </a:lnTo>
                    <a:lnTo>
                      <a:pt x="102816" y="255137"/>
                    </a:lnTo>
                    <a:lnTo>
                      <a:pt x="104085" y="249425"/>
                    </a:lnTo>
                    <a:lnTo>
                      <a:pt x="104720" y="250060"/>
                    </a:lnTo>
                    <a:lnTo>
                      <a:pt x="104720" y="250694"/>
                    </a:lnTo>
                    <a:lnTo>
                      <a:pt x="105355" y="251329"/>
                    </a:lnTo>
                    <a:lnTo>
                      <a:pt x="106624" y="251329"/>
                    </a:lnTo>
                    <a:lnTo>
                      <a:pt x="110432" y="241174"/>
                    </a:lnTo>
                    <a:lnTo>
                      <a:pt x="111067" y="238001"/>
                    </a:lnTo>
                    <a:lnTo>
                      <a:pt x="109797" y="233558"/>
                    </a:lnTo>
                    <a:lnTo>
                      <a:pt x="104720" y="227846"/>
                    </a:lnTo>
                    <a:lnTo>
                      <a:pt x="103451" y="224673"/>
                    </a:lnTo>
                    <a:lnTo>
                      <a:pt x="101547" y="217057"/>
                    </a:lnTo>
                    <a:lnTo>
                      <a:pt x="102182" y="214518"/>
                    </a:lnTo>
                    <a:lnTo>
                      <a:pt x="105355" y="213884"/>
                    </a:lnTo>
                    <a:lnTo>
                      <a:pt x="107894" y="215153"/>
                    </a:lnTo>
                    <a:lnTo>
                      <a:pt x="109163" y="217692"/>
                    </a:lnTo>
                    <a:lnTo>
                      <a:pt x="111067" y="219596"/>
                    </a:lnTo>
                    <a:lnTo>
                      <a:pt x="114875" y="219596"/>
                    </a:lnTo>
                    <a:lnTo>
                      <a:pt x="114241" y="220865"/>
                    </a:lnTo>
                    <a:lnTo>
                      <a:pt x="114241" y="223404"/>
                    </a:lnTo>
                    <a:lnTo>
                      <a:pt x="114241" y="224673"/>
                    </a:lnTo>
                    <a:lnTo>
                      <a:pt x="118683" y="224673"/>
                    </a:lnTo>
                    <a:lnTo>
                      <a:pt x="121222" y="227846"/>
                    </a:lnTo>
                    <a:lnTo>
                      <a:pt x="122491" y="232289"/>
                    </a:lnTo>
                    <a:lnTo>
                      <a:pt x="124395" y="235463"/>
                    </a:lnTo>
                    <a:lnTo>
                      <a:pt x="123761" y="239270"/>
                    </a:lnTo>
                    <a:lnTo>
                      <a:pt x="123761" y="243078"/>
                    </a:lnTo>
                    <a:lnTo>
                      <a:pt x="125030" y="245617"/>
                    </a:lnTo>
                    <a:lnTo>
                      <a:pt x="128203" y="244983"/>
                    </a:lnTo>
                    <a:lnTo>
                      <a:pt x="130107" y="241809"/>
                    </a:lnTo>
                    <a:lnTo>
                      <a:pt x="130742" y="233558"/>
                    </a:lnTo>
                    <a:lnTo>
                      <a:pt x="132645" y="227212"/>
                    </a:lnTo>
                    <a:lnTo>
                      <a:pt x="135819" y="213249"/>
                    </a:lnTo>
                    <a:lnTo>
                      <a:pt x="136454" y="211345"/>
                    </a:lnTo>
                    <a:lnTo>
                      <a:pt x="136454" y="208806"/>
                    </a:lnTo>
                    <a:lnTo>
                      <a:pt x="133915" y="204998"/>
                    </a:lnTo>
                    <a:lnTo>
                      <a:pt x="138992" y="207537"/>
                    </a:lnTo>
                    <a:lnTo>
                      <a:pt x="142165" y="212614"/>
                    </a:lnTo>
                    <a:lnTo>
                      <a:pt x="144704" y="215788"/>
                    </a:lnTo>
                    <a:lnTo>
                      <a:pt x="148512" y="212614"/>
                    </a:lnTo>
                    <a:lnTo>
                      <a:pt x="149782" y="213884"/>
                    </a:lnTo>
                    <a:lnTo>
                      <a:pt x="150416" y="214518"/>
                    </a:lnTo>
                    <a:lnTo>
                      <a:pt x="150416" y="215788"/>
                    </a:lnTo>
                    <a:lnTo>
                      <a:pt x="143435" y="219596"/>
                    </a:lnTo>
                    <a:lnTo>
                      <a:pt x="140896" y="222769"/>
                    </a:lnTo>
                    <a:lnTo>
                      <a:pt x="140262" y="226577"/>
                    </a:lnTo>
                    <a:lnTo>
                      <a:pt x="140896" y="229116"/>
                    </a:lnTo>
                    <a:lnTo>
                      <a:pt x="142165" y="230385"/>
                    </a:lnTo>
                    <a:lnTo>
                      <a:pt x="144070" y="230385"/>
                    </a:lnTo>
                    <a:lnTo>
                      <a:pt x="146608" y="230385"/>
                    </a:lnTo>
                    <a:lnTo>
                      <a:pt x="147878" y="231020"/>
                    </a:lnTo>
                    <a:lnTo>
                      <a:pt x="151051" y="235463"/>
                    </a:lnTo>
                    <a:lnTo>
                      <a:pt x="152955" y="236097"/>
                    </a:lnTo>
                    <a:lnTo>
                      <a:pt x="156763" y="236097"/>
                    </a:lnTo>
                    <a:lnTo>
                      <a:pt x="161841" y="236732"/>
                    </a:lnTo>
                    <a:lnTo>
                      <a:pt x="166283" y="238636"/>
                    </a:lnTo>
                    <a:lnTo>
                      <a:pt x="169456" y="241174"/>
                    </a:lnTo>
                    <a:lnTo>
                      <a:pt x="169456" y="243713"/>
                    </a:lnTo>
                    <a:lnTo>
                      <a:pt x="166283" y="243078"/>
                    </a:lnTo>
                    <a:lnTo>
                      <a:pt x="161841" y="241174"/>
                    </a:lnTo>
                    <a:lnTo>
                      <a:pt x="158667" y="240540"/>
                    </a:lnTo>
                    <a:lnTo>
                      <a:pt x="145974" y="253233"/>
                    </a:lnTo>
                    <a:lnTo>
                      <a:pt x="142165" y="254503"/>
                    </a:lnTo>
                    <a:lnTo>
                      <a:pt x="130742" y="255772"/>
                    </a:lnTo>
                    <a:lnTo>
                      <a:pt x="118048" y="260849"/>
                    </a:lnTo>
                    <a:lnTo>
                      <a:pt x="110432" y="265292"/>
                    </a:lnTo>
                    <a:lnTo>
                      <a:pt x="108528" y="265927"/>
                    </a:lnTo>
                    <a:lnTo>
                      <a:pt x="107259" y="267196"/>
                    </a:lnTo>
                    <a:lnTo>
                      <a:pt x="106624" y="270369"/>
                    </a:lnTo>
                    <a:lnTo>
                      <a:pt x="117414" y="267831"/>
                    </a:lnTo>
                    <a:lnTo>
                      <a:pt x="137723" y="259580"/>
                    </a:lnTo>
                    <a:lnTo>
                      <a:pt x="170725" y="251329"/>
                    </a:lnTo>
                    <a:lnTo>
                      <a:pt x="182784" y="250060"/>
                    </a:lnTo>
                    <a:lnTo>
                      <a:pt x="188497" y="248156"/>
                    </a:lnTo>
                    <a:lnTo>
                      <a:pt x="192939" y="244983"/>
                    </a:lnTo>
                    <a:lnTo>
                      <a:pt x="198017" y="246252"/>
                    </a:lnTo>
                    <a:lnTo>
                      <a:pt x="215152" y="242444"/>
                    </a:lnTo>
                    <a:lnTo>
                      <a:pt x="231654" y="241809"/>
                    </a:lnTo>
                    <a:lnTo>
                      <a:pt x="234192" y="239905"/>
                    </a:lnTo>
                    <a:lnTo>
                      <a:pt x="233558" y="236097"/>
                    </a:lnTo>
                    <a:lnTo>
                      <a:pt x="233558" y="234828"/>
                    </a:lnTo>
                    <a:lnTo>
                      <a:pt x="238636" y="234828"/>
                    </a:lnTo>
                    <a:lnTo>
                      <a:pt x="241174" y="233558"/>
                    </a:lnTo>
                    <a:lnTo>
                      <a:pt x="243712" y="229750"/>
                    </a:lnTo>
                    <a:lnTo>
                      <a:pt x="245617" y="229116"/>
                    </a:lnTo>
                    <a:lnTo>
                      <a:pt x="248156" y="228481"/>
                    </a:lnTo>
                    <a:lnTo>
                      <a:pt x="250694" y="227212"/>
                    </a:lnTo>
                    <a:lnTo>
                      <a:pt x="253232" y="225308"/>
                    </a:lnTo>
                    <a:lnTo>
                      <a:pt x="255137" y="223404"/>
                    </a:lnTo>
                    <a:lnTo>
                      <a:pt x="255137" y="221500"/>
                    </a:lnTo>
                    <a:lnTo>
                      <a:pt x="253232" y="215153"/>
                    </a:lnTo>
                    <a:lnTo>
                      <a:pt x="252598" y="211980"/>
                    </a:lnTo>
                    <a:lnTo>
                      <a:pt x="255137" y="215153"/>
                    </a:lnTo>
                    <a:lnTo>
                      <a:pt x="257676" y="217057"/>
                    </a:lnTo>
                    <a:lnTo>
                      <a:pt x="259579" y="217057"/>
                    </a:lnTo>
                    <a:lnTo>
                      <a:pt x="260849" y="214518"/>
                    </a:lnTo>
                    <a:lnTo>
                      <a:pt x="262118" y="213249"/>
                    </a:lnTo>
                    <a:lnTo>
                      <a:pt x="264022" y="212614"/>
                    </a:lnTo>
                    <a:lnTo>
                      <a:pt x="269099" y="211980"/>
                    </a:lnTo>
                    <a:lnTo>
                      <a:pt x="265291" y="218961"/>
                    </a:lnTo>
                    <a:lnTo>
                      <a:pt x="264657" y="222769"/>
                    </a:lnTo>
                    <a:lnTo>
                      <a:pt x="267830" y="225308"/>
                    </a:lnTo>
                    <a:lnTo>
                      <a:pt x="271638" y="225308"/>
                    </a:lnTo>
                    <a:lnTo>
                      <a:pt x="274177" y="223404"/>
                    </a:lnTo>
                    <a:lnTo>
                      <a:pt x="276716" y="220865"/>
                    </a:lnTo>
                    <a:lnTo>
                      <a:pt x="279889" y="219596"/>
                    </a:lnTo>
                    <a:lnTo>
                      <a:pt x="283697" y="218326"/>
                    </a:lnTo>
                    <a:lnTo>
                      <a:pt x="292582" y="214518"/>
                    </a:lnTo>
                    <a:lnTo>
                      <a:pt x="296390" y="213249"/>
                    </a:lnTo>
                    <a:lnTo>
                      <a:pt x="305910" y="213884"/>
                    </a:lnTo>
                    <a:lnTo>
                      <a:pt x="310353" y="213249"/>
                    </a:lnTo>
                    <a:lnTo>
                      <a:pt x="313526" y="209441"/>
                    </a:lnTo>
                    <a:lnTo>
                      <a:pt x="317335" y="215788"/>
                    </a:lnTo>
                    <a:lnTo>
                      <a:pt x="320508" y="217692"/>
                    </a:lnTo>
                    <a:lnTo>
                      <a:pt x="324316" y="216423"/>
                    </a:lnTo>
                    <a:lnTo>
                      <a:pt x="329393" y="213249"/>
                    </a:lnTo>
                    <a:lnTo>
                      <a:pt x="330028" y="217057"/>
                    </a:lnTo>
                    <a:lnTo>
                      <a:pt x="328758" y="218326"/>
                    </a:lnTo>
                    <a:lnTo>
                      <a:pt x="327489" y="219596"/>
                    </a:lnTo>
                    <a:lnTo>
                      <a:pt x="329393" y="223404"/>
                    </a:lnTo>
                    <a:lnTo>
                      <a:pt x="337009" y="229750"/>
                    </a:lnTo>
                    <a:lnTo>
                      <a:pt x="337009" y="231020"/>
                    </a:lnTo>
                    <a:lnTo>
                      <a:pt x="338913" y="232924"/>
                    </a:lnTo>
                    <a:lnTo>
                      <a:pt x="338913" y="236097"/>
                    </a:lnTo>
                    <a:lnTo>
                      <a:pt x="337009" y="238636"/>
                    </a:lnTo>
                    <a:lnTo>
                      <a:pt x="332566" y="236097"/>
                    </a:lnTo>
                    <a:lnTo>
                      <a:pt x="330028" y="235463"/>
                    </a:lnTo>
                    <a:lnTo>
                      <a:pt x="319238" y="233558"/>
                    </a:lnTo>
                    <a:lnTo>
                      <a:pt x="312892" y="229750"/>
                    </a:lnTo>
                    <a:lnTo>
                      <a:pt x="309718" y="228481"/>
                    </a:lnTo>
                    <a:lnTo>
                      <a:pt x="306545" y="228481"/>
                    </a:lnTo>
                    <a:lnTo>
                      <a:pt x="304006" y="230385"/>
                    </a:lnTo>
                    <a:lnTo>
                      <a:pt x="304641" y="232289"/>
                    </a:lnTo>
                    <a:lnTo>
                      <a:pt x="307179" y="233558"/>
                    </a:lnTo>
                    <a:lnTo>
                      <a:pt x="310353" y="233558"/>
                    </a:lnTo>
                    <a:lnTo>
                      <a:pt x="311623" y="234193"/>
                    </a:lnTo>
                    <a:lnTo>
                      <a:pt x="310988" y="236097"/>
                    </a:lnTo>
                    <a:lnTo>
                      <a:pt x="309718" y="238001"/>
                    </a:lnTo>
                    <a:lnTo>
                      <a:pt x="308449" y="239270"/>
                    </a:lnTo>
                    <a:lnTo>
                      <a:pt x="298295" y="238001"/>
                    </a:lnTo>
                    <a:lnTo>
                      <a:pt x="295756" y="236097"/>
                    </a:lnTo>
                    <a:lnTo>
                      <a:pt x="293852" y="233558"/>
                    </a:lnTo>
                    <a:lnTo>
                      <a:pt x="292582" y="231020"/>
                    </a:lnTo>
                    <a:lnTo>
                      <a:pt x="292582" y="231020"/>
                    </a:lnTo>
                    <a:lnTo>
                      <a:pt x="291948" y="230385"/>
                    </a:lnTo>
                    <a:lnTo>
                      <a:pt x="291313" y="231020"/>
                    </a:lnTo>
                    <a:lnTo>
                      <a:pt x="290678" y="233558"/>
                    </a:lnTo>
                    <a:lnTo>
                      <a:pt x="290044" y="237367"/>
                    </a:lnTo>
                    <a:lnTo>
                      <a:pt x="288775" y="240540"/>
                    </a:lnTo>
                    <a:lnTo>
                      <a:pt x="286236" y="242444"/>
                    </a:lnTo>
                    <a:lnTo>
                      <a:pt x="271638" y="241174"/>
                    </a:lnTo>
                    <a:lnTo>
                      <a:pt x="253868" y="242444"/>
                    </a:lnTo>
                    <a:lnTo>
                      <a:pt x="250059" y="241809"/>
                    </a:lnTo>
                    <a:lnTo>
                      <a:pt x="250059" y="242444"/>
                    </a:lnTo>
                    <a:lnTo>
                      <a:pt x="250059" y="243078"/>
                    </a:lnTo>
                    <a:lnTo>
                      <a:pt x="250059" y="243713"/>
                    </a:lnTo>
                    <a:lnTo>
                      <a:pt x="256406" y="246887"/>
                    </a:lnTo>
                    <a:lnTo>
                      <a:pt x="282428" y="246252"/>
                    </a:lnTo>
                    <a:lnTo>
                      <a:pt x="320508" y="251964"/>
                    </a:lnTo>
                    <a:lnTo>
                      <a:pt x="348433" y="257041"/>
                    </a:lnTo>
                    <a:lnTo>
                      <a:pt x="375090" y="267196"/>
                    </a:lnTo>
                    <a:lnTo>
                      <a:pt x="394764" y="274177"/>
                    </a:lnTo>
                    <a:lnTo>
                      <a:pt x="423324" y="290044"/>
                    </a:lnTo>
                    <a:lnTo>
                      <a:pt x="428402" y="290679"/>
                    </a:lnTo>
                    <a:lnTo>
                      <a:pt x="426498" y="288775"/>
                    </a:lnTo>
                    <a:lnTo>
                      <a:pt x="425229" y="287505"/>
                    </a:lnTo>
                    <a:lnTo>
                      <a:pt x="427132" y="286871"/>
                    </a:lnTo>
                    <a:lnTo>
                      <a:pt x="430305" y="289410"/>
                    </a:lnTo>
                    <a:lnTo>
                      <a:pt x="431575" y="285601"/>
                    </a:lnTo>
                    <a:lnTo>
                      <a:pt x="427767" y="282428"/>
                    </a:lnTo>
                    <a:lnTo>
                      <a:pt x="423324" y="280524"/>
                    </a:lnTo>
                    <a:lnTo>
                      <a:pt x="421420" y="277985"/>
                    </a:lnTo>
                    <a:lnTo>
                      <a:pt x="423959" y="272908"/>
                    </a:lnTo>
                    <a:lnTo>
                      <a:pt x="420785" y="270369"/>
                    </a:lnTo>
                    <a:lnTo>
                      <a:pt x="418247" y="267831"/>
                    </a:lnTo>
                    <a:lnTo>
                      <a:pt x="415709" y="265927"/>
                    </a:lnTo>
                    <a:lnTo>
                      <a:pt x="411900" y="265292"/>
                    </a:lnTo>
                    <a:lnTo>
                      <a:pt x="407457" y="266561"/>
                    </a:lnTo>
                    <a:lnTo>
                      <a:pt x="404919" y="267831"/>
                    </a:lnTo>
                    <a:lnTo>
                      <a:pt x="402380" y="268465"/>
                    </a:lnTo>
                    <a:lnTo>
                      <a:pt x="398572" y="265927"/>
                    </a:lnTo>
                    <a:lnTo>
                      <a:pt x="396668" y="262118"/>
                    </a:lnTo>
                    <a:lnTo>
                      <a:pt x="398572" y="258311"/>
                    </a:lnTo>
                    <a:lnTo>
                      <a:pt x="402380" y="255772"/>
                    </a:lnTo>
                    <a:lnTo>
                      <a:pt x="405553" y="254503"/>
                    </a:lnTo>
                    <a:lnTo>
                      <a:pt x="412535" y="252598"/>
                    </a:lnTo>
                    <a:lnTo>
                      <a:pt x="415073" y="250694"/>
                    </a:lnTo>
                    <a:lnTo>
                      <a:pt x="416978" y="245617"/>
                    </a:lnTo>
                    <a:lnTo>
                      <a:pt x="420151" y="250694"/>
                    </a:lnTo>
                    <a:lnTo>
                      <a:pt x="423324" y="254503"/>
                    </a:lnTo>
                    <a:lnTo>
                      <a:pt x="425863" y="257676"/>
                    </a:lnTo>
                    <a:lnTo>
                      <a:pt x="426498" y="262118"/>
                    </a:lnTo>
                    <a:lnTo>
                      <a:pt x="429036" y="262753"/>
                    </a:lnTo>
                    <a:lnTo>
                      <a:pt x="430305" y="260214"/>
                    </a:lnTo>
                    <a:lnTo>
                      <a:pt x="431575" y="257676"/>
                    </a:lnTo>
                    <a:lnTo>
                      <a:pt x="434113" y="255772"/>
                    </a:lnTo>
                    <a:lnTo>
                      <a:pt x="436652" y="253868"/>
                    </a:lnTo>
                    <a:lnTo>
                      <a:pt x="439825" y="251329"/>
                    </a:lnTo>
                    <a:lnTo>
                      <a:pt x="442364" y="250694"/>
                    </a:lnTo>
                    <a:lnTo>
                      <a:pt x="443633" y="253868"/>
                    </a:lnTo>
                    <a:lnTo>
                      <a:pt x="446807" y="250694"/>
                    </a:lnTo>
                    <a:lnTo>
                      <a:pt x="450615" y="241174"/>
                    </a:lnTo>
                    <a:lnTo>
                      <a:pt x="452519" y="238636"/>
                    </a:lnTo>
                    <a:lnTo>
                      <a:pt x="455058" y="239905"/>
                    </a:lnTo>
                    <a:lnTo>
                      <a:pt x="457597" y="242444"/>
                    </a:lnTo>
                    <a:lnTo>
                      <a:pt x="460770" y="248156"/>
                    </a:lnTo>
                    <a:lnTo>
                      <a:pt x="455692" y="248791"/>
                    </a:lnTo>
                    <a:lnTo>
                      <a:pt x="448711" y="260214"/>
                    </a:lnTo>
                    <a:lnTo>
                      <a:pt x="443633" y="258945"/>
                    </a:lnTo>
                    <a:lnTo>
                      <a:pt x="440460" y="259580"/>
                    </a:lnTo>
                    <a:lnTo>
                      <a:pt x="432844" y="272273"/>
                    </a:lnTo>
                    <a:lnTo>
                      <a:pt x="428402" y="275447"/>
                    </a:lnTo>
                    <a:lnTo>
                      <a:pt x="430305" y="277985"/>
                    </a:lnTo>
                    <a:lnTo>
                      <a:pt x="432210" y="279255"/>
                    </a:lnTo>
                    <a:lnTo>
                      <a:pt x="434113" y="280524"/>
                    </a:lnTo>
                    <a:lnTo>
                      <a:pt x="442364" y="283063"/>
                    </a:lnTo>
                    <a:lnTo>
                      <a:pt x="444903" y="284332"/>
                    </a:lnTo>
                    <a:lnTo>
                      <a:pt x="446807" y="286871"/>
                    </a:lnTo>
                    <a:lnTo>
                      <a:pt x="449980" y="285601"/>
                    </a:lnTo>
                    <a:lnTo>
                      <a:pt x="455692" y="286871"/>
                    </a:lnTo>
                    <a:lnTo>
                      <a:pt x="460770" y="289410"/>
                    </a:lnTo>
                    <a:lnTo>
                      <a:pt x="463943" y="291313"/>
                    </a:lnTo>
                    <a:lnTo>
                      <a:pt x="463943" y="290044"/>
                    </a:lnTo>
                    <a:lnTo>
                      <a:pt x="464578" y="289410"/>
                    </a:lnTo>
                    <a:lnTo>
                      <a:pt x="464578" y="288140"/>
                    </a:lnTo>
                    <a:lnTo>
                      <a:pt x="464578" y="286236"/>
                    </a:lnTo>
                    <a:lnTo>
                      <a:pt x="469020" y="287505"/>
                    </a:lnTo>
                    <a:lnTo>
                      <a:pt x="472193" y="286236"/>
                    </a:lnTo>
                    <a:lnTo>
                      <a:pt x="475367" y="283697"/>
                    </a:lnTo>
                    <a:lnTo>
                      <a:pt x="479175" y="283063"/>
                    </a:lnTo>
                    <a:lnTo>
                      <a:pt x="479175" y="284332"/>
                    </a:lnTo>
                    <a:lnTo>
                      <a:pt x="476637" y="287505"/>
                    </a:lnTo>
                    <a:lnTo>
                      <a:pt x="476002" y="291313"/>
                    </a:lnTo>
                    <a:lnTo>
                      <a:pt x="477906" y="293217"/>
                    </a:lnTo>
                    <a:lnTo>
                      <a:pt x="481714" y="290679"/>
                    </a:lnTo>
                    <a:lnTo>
                      <a:pt x="482983" y="294487"/>
                    </a:lnTo>
                    <a:lnTo>
                      <a:pt x="483618" y="302737"/>
                    </a:lnTo>
                    <a:lnTo>
                      <a:pt x="486157" y="306545"/>
                    </a:lnTo>
                    <a:lnTo>
                      <a:pt x="489330" y="307815"/>
                    </a:lnTo>
                    <a:lnTo>
                      <a:pt x="491234" y="305276"/>
                    </a:lnTo>
                    <a:lnTo>
                      <a:pt x="493138" y="299564"/>
                    </a:lnTo>
                    <a:lnTo>
                      <a:pt x="495042" y="298295"/>
                    </a:lnTo>
                    <a:lnTo>
                      <a:pt x="495042" y="298930"/>
                    </a:lnTo>
                    <a:lnTo>
                      <a:pt x="495042" y="300199"/>
                    </a:lnTo>
                    <a:lnTo>
                      <a:pt x="496311" y="301468"/>
                    </a:lnTo>
                    <a:lnTo>
                      <a:pt x="498216" y="301468"/>
                    </a:lnTo>
                    <a:lnTo>
                      <a:pt x="502023" y="300833"/>
                    </a:lnTo>
                    <a:lnTo>
                      <a:pt x="503927" y="301468"/>
                    </a:lnTo>
                    <a:lnTo>
                      <a:pt x="505197" y="304007"/>
                    </a:lnTo>
                    <a:lnTo>
                      <a:pt x="502658" y="305276"/>
                    </a:lnTo>
                    <a:lnTo>
                      <a:pt x="499485" y="306545"/>
                    </a:lnTo>
                    <a:lnTo>
                      <a:pt x="498216" y="308450"/>
                    </a:lnTo>
                    <a:lnTo>
                      <a:pt x="495042" y="310988"/>
                    </a:lnTo>
                    <a:lnTo>
                      <a:pt x="486791" y="309084"/>
                    </a:lnTo>
                    <a:lnTo>
                      <a:pt x="478540" y="304641"/>
                    </a:lnTo>
                    <a:lnTo>
                      <a:pt x="474732" y="300199"/>
                    </a:lnTo>
                    <a:lnTo>
                      <a:pt x="470290" y="297025"/>
                    </a:lnTo>
                    <a:lnTo>
                      <a:pt x="455692" y="294487"/>
                    </a:lnTo>
                    <a:lnTo>
                      <a:pt x="455058" y="290044"/>
                    </a:lnTo>
                    <a:lnTo>
                      <a:pt x="441730" y="289410"/>
                    </a:lnTo>
                    <a:lnTo>
                      <a:pt x="439825" y="290044"/>
                    </a:lnTo>
                    <a:lnTo>
                      <a:pt x="442364" y="292583"/>
                    </a:lnTo>
                    <a:lnTo>
                      <a:pt x="454423" y="302103"/>
                    </a:lnTo>
                    <a:lnTo>
                      <a:pt x="457597" y="303372"/>
                    </a:lnTo>
                    <a:lnTo>
                      <a:pt x="488060" y="322412"/>
                    </a:lnTo>
                    <a:lnTo>
                      <a:pt x="483618" y="323047"/>
                    </a:lnTo>
                    <a:lnTo>
                      <a:pt x="478540" y="320508"/>
                    </a:lnTo>
                    <a:lnTo>
                      <a:pt x="473463" y="316700"/>
                    </a:lnTo>
                    <a:lnTo>
                      <a:pt x="470290" y="312892"/>
                    </a:lnTo>
                    <a:lnTo>
                      <a:pt x="468386" y="312892"/>
                    </a:lnTo>
                    <a:lnTo>
                      <a:pt x="469020" y="315431"/>
                    </a:lnTo>
                    <a:lnTo>
                      <a:pt x="469655" y="317335"/>
                    </a:lnTo>
                    <a:lnTo>
                      <a:pt x="470290" y="318604"/>
                    </a:lnTo>
                    <a:lnTo>
                      <a:pt x="471559" y="319874"/>
                    </a:lnTo>
                    <a:lnTo>
                      <a:pt x="478540" y="324316"/>
                    </a:lnTo>
                    <a:lnTo>
                      <a:pt x="504562" y="332567"/>
                    </a:lnTo>
                    <a:lnTo>
                      <a:pt x="508370" y="335105"/>
                    </a:lnTo>
                    <a:lnTo>
                      <a:pt x="512812" y="338279"/>
                    </a:lnTo>
                    <a:lnTo>
                      <a:pt x="516620" y="342722"/>
                    </a:lnTo>
                    <a:lnTo>
                      <a:pt x="518525" y="347164"/>
                    </a:lnTo>
                    <a:lnTo>
                      <a:pt x="520429" y="350972"/>
                    </a:lnTo>
                    <a:lnTo>
                      <a:pt x="528679" y="359223"/>
                    </a:lnTo>
                    <a:lnTo>
                      <a:pt x="531218" y="364300"/>
                    </a:lnTo>
                    <a:lnTo>
                      <a:pt x="532487" y="382071"/>
                    </a:lnTo>
                    <a:lnTo>
                      <a:pt x="533122" y="384610"/>
                    </a:lnTo>
                    <a:lnTo>
                      <a:pt x="533757" y="385244"/>
                    </a:lnTo>
                    <a:lnTo>
                      <a:pt x="532487" y="387783"/>
                    </a:lnTo>
                    <a:lnTo>
                      <a:pt x="530584" y="390322"/>
                    </a:lnTo>
                    <a:lnTo>
                      <a:pt x="528679" y="391591"/>
                    </a:lnTo>
                    <a:lnTo>
                      <a:pt x="525506" y="392226"/>
                    </a:lnTo>
                    <a:lnTo>
                      <a:pt x="523602" y="391591"/>
                    </a:lnTo>
                    <a:lnTo>
                      <a:pt x="516620" y="383975"/>
                    </a:lnTo>
                    <a:lnTo>
                      <a:pt x="513447" y="378898"/>
                    </a:lnTo>
                    <a:lnTo>
                      <a:pt x="510909" y="373820"/>
                    </a:lnTo>
                    <a:lnTo>
                      <a:pt x="509639" y="368108"/>
                    </a:lnTo>
                    <a:lnTo>
                      <a:pt x="507736" y="350972"/>
                    </a:lnTo>
                    <a:lnTo>
                      <a:pt x="507100" y="348434"/>
                    </a:lnTo>
                    <a:lnTo>
                      <a:pt x="504562" y="354145"/>
                    </a:lnTo>
                    <a:lnTo>
                      <a:pt x="507100" y="366839"/>
                    </a:lnTo>
                    <a:lnTo>
                      <a:pt x="514082" y="387148"/>
                    </a:lnTo>
                    <a:lnTo>
                      <a:pt x="516620" y="390322"/>
                    </a:lnTo>
                    <a:lnTo>
                      <a:pt x="520429" y="393495"/>
                    </a:lnTo>
                    <a:lnTo>
                      <a:pt x="524871" y="394764"/>
                    </a:lnTo>
                    <a:lnTo>
                      <a:pt x="532487" y="389687"/>
                    </a:lnTo>
                    <a:lnTo>
                      <a:pt x="537565" y="389052"/>
                    </a:lnTo>
                    <a:lnTo>
                      <a:pt x="542642" y="389052"/>
                    </a:lnTo>
                    <a:lnTo>
                      <a:pt x="547085" y="388418"/>
                    </a:lnTo>
                    <a:lnTo>
                      <a:pt x="571203" y="376994"/>
                    </a:lnTo>
                    <a:lnTo>
                      <a:pt x="580087" y="375090"/>
                    </a:lnTo>
                    <a:lnTo>
                      <a:pt x="597224" y="374455"/>
                    </a:lnTo>
                    <a:lnTo>
                      <a:pt x="599763" y="372551"/>
                    </a:lnTo>
                    <a:lnTo>
                      <a:pt x="603571" y="365570"/>
                    </a:lnTo>
                    <a:lnTo>
                      <a:pt x="608647" y="364300"/>
                    </a:lnTo>
                    <a:lnTo>
                      <a:pt x="611821" y="357319"/>
                    </a:lnTo>
                    <a:lnTo>
                      <a:pt x="614360" y="355415"/>
                    </a:lnTo>
                    <a:lnTo>
                      <a:pt x="617533" y="353511"/>
                    </a:lnTo>
                    <a:lnTo>
                      <a:pt x="620072" y="350972"/>
                    </a:lnTo>
                    <a:lnTo>
                      <a:pt x="622611" y="349068"/>
                    </a:lnTo>
                    <a:lnTo>
                      <a:pt x="626418" y="350338"/>
                    </a:lnTo>
                    <a:lnTo>
                      <a:pt x="621341" y="361762"/>
                    </a:lnTo>
                    <a:lnTo>
                      <a:pt x="620706" y="364300"/>
                    </a:lnTo>
                    <a:lnTo>
                      <a:pt x="621976" y="368108"/>
                    </a:lnTo>
                    <a:lnTo>
                      <a:pt x="624514" y="367474"/>
                    </a:lnTo>
                    <a:lnTo>
                      <a:pt x="627053" y="364300"/>
                    </a:lnTo>
                    <a:lnTo>
                      <a:pt x="629592" y="362396"/>
                    </a:lnTo>
                    <a:lnTo>
                      <a:pt x="633400" y="361127"/>
                    </a:lnTo>
                    <a:lnTo>
                      <a:pt x="636573" y="358588"/>
                    </a:lnTo>
                    <a:lnTo>
                      <a:pt x="641016" y="354145"/>
                    </a:lnTo>
                    <a:lnTo>
                      <a:pt x="644190" y="352876"/>
                    </a:lnTo>
                    <a:lnTo>
                      <a:pt x="649901" y="351607"/>
                    </a:lnTo>
                    <a:lnTo>
                      <a:pt x="652440" y="349703"/>
                    </a:lnTo>
                    <a:lnTo>
                      <a:pt x="661960" y="337644"/>
                    </a:lnTo>
                    <a:lnTo>
                      <a:pt x="667672" y="331932"/>
                    </a:lnTo>
                    <a:lnTo>
                      <a:pt x="677827" y="327490"/>
                    </a:lnTo>
                    <a:lnTo>
                      <a:pt x="686078" y="319239"/>
                    </a:lnTo>
                    <a:lnTo>
                      <a:pt x="696867" y="310988"/>
                    </a:lnTo>
                    <a:lnTo>
                      <a:pt x="699405" y="313527"/>
                    </a:lnTo>
                    <a:lnTo>
                      <a:pt x="703213" y="312892"/>
                    </a:lnTo>
                    <a:lnTo>
                      <a:pt x="707021" y="310988"/>
                    </a:lnTo>
                    <a:lnTo>
                      <a:pt x="710830" y="309719"/>
                    </a:lnTo>
                    <a:lnTo>
                      <a:pt x="719715" y="309084"/>
                    </a:lnTo>
                    <a:lnTo>
                      <a:pt x="727966" y="310354"/>
                    </a:lnTo>
                    <a:lnTo>
                      <a:pt x="727966" y="311623"/>
                    </a:lnTo>
                    <a:lnTo>
                      <a:pt x="727331" y="312257"/>
                    </a:lnTo>
                    <a:lnTo>
                      <a:pt x="725427" y="315431"/>
                    </a:lnTo>
                    <a:lnTo>
                      <a:pt x="731139" y="310988"/>
                    </a:lnTo>
                    <a:lnTo>
                      <a:pt x="733043" y="304641"/>
                    </a:lnTo>
                    <a:lnTo>
                      <a:pt x="730504" y="299564"/>
                    </a:lnTo>
                    <a:lnTo>
                      <a:pt x="723523" y="298295"/>
                    </a:lnTo>
                    <a:lnTo>
                      <a:pt x="710195" y="298295"/>
                    </a:lnTo>
                    <a:lnTo>
                      <a:pt x="707656" y="297660"/>
                    </a:lnTo>
                    <a:lnTo>
                      <a:pt x="707021" y="295121"/>
                    </a:lnTo>
                    <a:lnTo>
                      <a:pt x="706387" y="292583"/>
                    </a:lnTo>
                    <a:lnTo>
                      <a:pt x="702579" y="293217"/>
                    </a:lnTo>
                    <a:lnTo>
                      <a:pt x="704483" y="288775"/>
                    </a:lnTo>
                    <a:lnTo>
                      <a:pt x="708291" y="289410"/>
                    </a:lnTo>
                    <a:lnTo>
                      <a:pt x="712733" y="291313"/>
                    </a:lnTo>
                    <a:lnTo>
                      <a:pt x="720350" y="292583"/>
                    </a:lnTo>
                    <a:lnTo>
                      <a:pt x="726061" y="293852"/>
                    </a:lnTo>
                    <a:lnTo>
                      <a:pt x="729235" y="293852"/>
                    </a:lnTo>
                    <a:lnTo>
                      <a:pt x="729870" y="293217"/>
                    </a:lnTo>
                    <a:lnTo>
                      <a:pt x="724792" y="288775"/>
                    </a:lnTo>
                    <a:lnTo>
                      <a:pt x="722888" y="286871"/>
                    </a:lnTo>
                    <a:lnTo>
                      <a:pt x="722253" y="287505"/>
                    </a:lnTo>
                    <a:lnTo>
                      <a:pt x="720984" y="289410"/>
                    </a:lnTo>
                    <a:lnTo>
                      <a:pt x="720350" y="290679"/>
                    </a:lnTo>
                    <a:lnTo>
                      <a:pt x="719080" y="288775"/>
                    </a:lnTo>
                    <a:lnTo>
                      <a:pt x="718446" y="287505"/>
                    </a:lnTo>
                    <a:lnTo>
                      <a:pt x="719080" y="285601"/>
                    </a:lnTo>
                    <a:lnTo>
                      <a:pt x="719080" y="284967"/>
                    </a:lnTo>
                    <a:lnTo>
                      <a:pt x="719080" y="284332"/>
                    </a:lnTo>
                    <a:lnTo>
                      <a:pt x="717811" y="282428"/>
                    </a:lnTo>
                    <a:lnTo>
                      <a:pt x="719080" y="280524"/>
                    </a:lnTo>
                    <a:lnTo>
                      <a:pt x="719715" y="281158"/>
                    </a:lnTo>
                    <a:lnTo>
                      <a:pt x="720350" y="281793"/>
                    </a:lnTo>
                    <a:lnTo>
                      <a:pt x="722253" y="282428"/>
                    </a:lnTo>
                    <a:lnTo>
                      <a:pt x="721619" y="278620"/>
                    </a:lnTo>
                    <a:lnTo>
                      <a:pt x="722888" y="276081"/>
                    </a:lnTo>
                    <a:lnTo>
                      <a:pt x="729870" y="271004"/>
                    </a:lnTo>
                    <a:lnTo>
                      <a:pt x="732408" y="270369"/>
                    </a:lnTo>
                    <a:lnTo>
                      <a:pt x="739390" y="269735"/>
                    </a:lnTo>
                    <a:lnTo>
                      <a:pt x="739390" y="268465"/>
                    </a:lnTo>
                    <a:lnTo>
                      <a:pt x="740024" y="265927"/>
                    </a:lnTo>
                    <a:lnTo>
                      <a:pt x="741293" y="262753"/>
                    </a:lnTo>
                    <a:lnTo>
                      <a:pt x="743198" y="260849"/>
                    </a:lnTo>
                    <a:lnTo>
                      <a:pt x="744467" y="260849"/>
                    </a:lnTo>
                    <a:lnTo>
                      <a:pt x="745737" y="260849"/>
                    </a:lnTo>
                    <a:lnTo>
                      <a:pt x="746371" y="261484"/>
                    </a:lnTo>
                    <a:lnTo>
                      <a:pt x="746371" y="262118"/>
                    </a:lnTo>
                    <a:lnTo>
                      <a:pt x="750814" y="261484"/>
                    </a:lnTo>
                    <a:lnTo>
                      <a:pt x="752083" y="260849"/>
                    </a:lnTo>
                    <a:lnTo>
                      <a:pt x="752718" y="258311"/>
                    </a:lnTo>
                    <a:lnTo>
                      <a:pt x="753987" y="257676"/>
                    </a:lnTo>
                    <a:lnTo>
                      <a:pt x="755257" y="257676"/>
                    </a:lnTo>
                    <a:lnTo>
                      <a:pt x="755891" y="258311"/>
                    </a:lnTo>
                    <a:lnTo>
                      <a:pt x="756526" y="258945"/>
                    </a:lnTo>
                    <a:lnTo>
                      <a:pt x="757160" y="258945"/>
                    </a:lnTo>
                    <a:lnTo>
                      <a:pt x="759065" y="260214"/>
                    </a:lnTo>
                    <a:lnTo>
                      <a:pt x="760334" y="263388"/>
                    </a:lnTo>
                    <a:lnTo>
                      <a:pt x="761603" y="265292"/>
                    </a:lnTo>
                    <a:lnTo>
                      <a:pt x="764141" y="264023"/>
                    </a:lnTo>
                    <a:lnTo>
                      <a:pt x="767950" y="260214"/>
                    </a:lnTo>
                    <a:lnTo>
                      <a:pt x="783182" y="256407"/>
                    </a:lnTo>
                    <a:lnTo>
                      <a:pt x="789528" y="252598"/>
                    </a:lnTo>
                    <a:lnTo>
                      <a:pt x="793337" y="251964"/>
                    </a:lnTo>
                    <a:lnTo>
                      <a:pt x="811107" y="262753"/>
                    </a:lnTo>
                    <a:lnTo>
                      <a:pt x="833321" y="272908"/>
                    </a:lnTo>
                    <a:lnTo>
                      <a:pt x="843475" y="275447"/>
                    </a:lnTo>
                    <a:lnTo>
                      <a:pt x="848553" y="273543"/>
                    </a:lnTo>
                    <a:lnTo>
                      <a:pt x="853630" y="277985"/>
                    </a:lnTo>
                    <a:lnTo>
                      <a:pt x="856804" y="279889"/>
                    </a:lnTo>
                    <a:lnTo>
                      <a:pt x="860612" y="279889"/>
                    </a:lnTo>
                    <a:lnTo>
                      <a:pt x="863150" y="281158"/>
                    </a:lnTo>
                    <a:lnTo>
                      <a:pt x="873940" y="286871"/>
                    </a:lnTo>
                    <a:lnTo>
                      <a:pt x="876478" y="289410"/>
                    </a:lnTo>
                    <a:lnTo>
                      <a:pt x="879017" y="291948"/>
                    </a:lnTo>
                    <a:lnTo>
                      <a:pt x="888537" y="298930"/>
                    </a:lnTo>
                    <a:lnTo>
                      <a:pt x="891075" y="304007"/>
                    </a:lnTo>
                    <a:lnTo>
                      <a:pt x="892345" y="305276"/>
                    </a:lnTo>
                    <a:lnTo>
                      <a:pt x="894884" y="306545"/>
                    </a:lnTo>
                    <a:lnTo>
                      <a:pt x="897422" y="307815"/>
                    </a:lnTo>
                    <a:lnTo>
                      <a:pt x="898692" y="310354"/>
                    </a:lnTo>
                    <a:lnTo>
                      <a:pt x="900595" y="316065"/>
                    </a:lnTo>
                    <a:lnTo>
                      <a:pt x="901231" y="318604"/>
                    </a:lnTo>
                    <a:lnTo>
                      <a:pt x="903134" y="322412"/>
                    </a:lnTo>
                    <a:lnTo>
                      <a:pt x="906942" y="326855"/>
                    </a:lnTo>
                    <a:lnTo>
                      <a:pt x="911385" y="330663"/>
                    </a:lnTo>
                    <a:lnTo>
                      <a:pt x="915193" y="333201"/>
                    </a:lnTo>
                    <a:lnTo>
                      <a:pt x="923444" y="335740"/>
                    </a:lnTo>
                    <a:lnTo>
                      <a:pt x="925348" y="336375"/>
                    </a:lnTo>
                    <a:lnTo>
                      <a:pt x="927886" y="338914"/>
                    </a:lnTo>
                    <a:lnTo>
                      <a:pt x="929791" y="340183"/>
                    </a:lnTo>
                    <a:lnTo>
                      <a:pt x="934233" y="341452"/>
                    </a:lnTo>
                    <a:lnTo>
                      <a:pt x="938676" y="341452"/>
                    </a:lnTo>
                    <a:lnTo>
                      <a:pt x="942484" y="342087"/>
                    </a:lnTo>
                    <a:lnTo>
                      <a:pt x="945658" y="344625"/>
                    </a:lnTo>
                    <a:lnTo>
                      <a:pt x="947561" y="349703"/>
                    </a:lnTo>
                    <a:lnTo>
                      <a:pt x="948196" y="355415"/>
                    </a:lnTo>
                    <a:lnTo>
                      <a:pt x="947561" y="360492"/>
                    </a:lnTo>
                    <a:lnTo>
                      <a:pt x="945658" y="363666"/>
                    </a:lnTo>
                    <a:lnTo>
                      <a:pt x="947561" y="366204"/>
                    </a:lnTo>
                    <a:lnTo>
                      <a:pt x="948831" y="369378"/>
                    </a:lnTo>
                    <a:lnTo>
                      <a:pt x="949465" y="373186"/>
                    </a:lnTo>
                    <a:lnTo>
                      <a:pt x="948831" y="375724"/>
                    </a:lnTo>
                    <a:lnTo>
                      <a:pt x="954542" y="378898"/>
                    </a:lnTo>
                    <a:lnTo>
                      <a:pt x="957716" y="379532"/>
                    </a:lnTo>
                    <a:lnTo>
                      <a:pt x="960254" y="378898"/>
                    </a:lnTo>
                    <a:lnTo>
                      <a:pt x="972948" y="390322"/>
                    </a:lnTo>
                    <a:lnTo>
                      <a:pt x="979929" y="394130"/>
                    </a:lnTo>
                    <a:lnTo>
                      <a:pt x="985007" y="392226"/>
                    </a:lnTo>
                    <a:lnTo>
                      <a:pt x="990084" y="395399"/>
                    </a:lnTo>
                    <a:lnTo>
                      <a:pt x="994527" y="399207"/>
                    </a:lnTo>
                    <a:lnTo>
                      <a:pt x="1002142" y="407458"/>
                    </a:lnTo>
                    <a:lnTo>
                      <a:pt x="1007220" y="414439"/>
                    </a:lnTo>
                    <a:lnTo>
                      <a:pt x="1007855" y="415074"/>
                    </a:lnTo>
                    <a:lnTo>
                      <a:pt x="1009124" y="420151"/>
                    </a:lnTo>
                    <a:lnTo>
                      <a:pt x="1009759" y="422690"/>
                    </a:lnTo>
                    <a:lnTo>
                      <a:pt x="1010393" y="423959"/>
                    </a:lnTo>
                    <a:lnTo>
                      <a:pt x="1012932" y="425863"/>
                    </a:lnTo>
                    <a:lnTo>
                      <a:pt x="1016740" y="427767"/>
                    </a:lnTo>
                    <a:lnTo>
                      <a:pt x="1021183" y="429037"/>
                    </a:lnTo>
                    <a:lnTo>
                      <a:pt x="1024356" y="429037"/>
                    </a:lnTo>
                    <a:lnTo>
                      <a:pt x="1027529" y="429671"/>
                    </a:lnTo>
                    <a:lnTo>
                      <a:pt x="1030068" y="432845"/>
                    </a:lnTo>
                    <a:lnTo>
                      <a:pt x="1031972" y="436018"/>
                    </a:lnTo>
                    <a:lnTo>
                      <a:pt x="1033876" y="437922"/>
                    </a:lnTo>
                    <a:lnTo>
                      <a:pt x="1031338" y="440461"/>
                    </a:lnTo>
                    <a:lnTo>
                      <a:pt x="1031972" y="442999"/>
                    </a:lnTo>
                    <a:lnTo>
                      <a:pt x="1033876" y="444269"/>
                    </a:lnTo>
                    <a:lnTo>
                      <a:pt x="1037049" y="444269"/>
                    </a:lnTo>
                    <a:lnTo>
                      <a:pt x="1038319" y="445538"/>
                    </a:lnTo>
                    <a:lnTo>
                      <a:pt x="1038954" y="448077"/>
                    </a:lnTo>
                    <a:lnTo>
                      <a:pt x="1040223" y="450615"/>
                    </a:lnTo>
                    <a:lnTo>
                      <a:pt x="1044031" y="451250"/>
                    </a:lnTo>
                    <a:lnTo>
                      <a:pt x="1046569" y="450615"/>
                    </a:lnTo>
                    <a:lnTo>
                      <a:pt x="1047839" y="449981"/>
                    </a:lnTo>
                    <a:lnTo>
                      <a:pt x="1051647" y="448077"/>
                    </a:lnTo>
                    <a:lnTo>
                      <a:pt x="1054820" y="447442"/>
                    </a:lnTo>
                    <a:lnTo>
                      <a:pt x="1061167" y="446173"/>
                    </a:lnTo>
                    <a:lnTo>
                      <a:pt x="1063706" y="444904"/>
                    </a:lnTo>
                    <a:lnTo>
                      <a:pt x="1067514" y="446807"/>
                    </a:lnTo>
                    <a:lnTo>
                      <a:pt x="1072591" y="448077"/>
                    </a:lnTo>
                    <a:lnTo>
                      <a:pt x="1077668" y="447442"/>
                    </a:lnTo>
                    <a:lnTo>
                      <a:pt x="1081476" y="443634"/>
                    </a:lnTo>
                    <a:lnTo>
                      <a:pt x="1082746" y="444904"/>
                    </a:lnTo>
                    <a:lnTo>
                      <a:pt x="1085285" y="446807"/>
                    </a:lnTo>
                    <a:lnTo>
                      <a:pt x="1086554" y="448077"/>
                    </a:lnTo>
                    <a:lnTo>
                      <a:pt x="1088458" y="446807"/>
                    </a:lnTo>
                    <a:lnTo>
                      <a:pt x="1092266" y="444269"/>
                    </a:lnTo>
                    <a:lnTo>
                      <a:pt x="1092901" y="449346"/>
                    </a:lnTo>
                    <a:lnTo>
                      <a:pt x="1094170" y="453154"/>
                    </a:lnTo>
                    <a:lnTo>
                      <a:pt x="1096708" y="455693"/>
                    </a:lnTo>
                    <a:lnTo>
                      <a:pt x="1100516" y="456962"/>
                    </a:lnTo>
                    <a:lnTo>
                      <a:pt x="1096074" y="460770"/>
                    </a:lnTo>
                    <a:lnTo>
                      <a:pt x="1099247" y="464578"/>
                    </a:lnTo>
                    <a:lnTo>
                      <a:pt x="1108133" y="469655"/>
                    </a:lnTo>
                    <a:lnTo>
                      <a:pt x="1108133" y="470290"/>
                    </a:lnTo>
                    <a:lnTo>
                      <a:pt x="1109402" y="477906"/>
                    </a:lnTo>
                    <a:lnTo>
                      <a:pt x="1109402" y="480445"/>
                    </a:lnTo>
                    <a:lnTo>
                      <a:pt x="1108767" y="482984"/>
                    </a:lnTo>
                    <a:lnTo>
                      <a:pt x="1110672" y="484888"/>
                    </a:lnTo>
                    <a:lnTo>
                      <a:pt x="1113210" y="485522"/>
                    </a:lnTo>
                    <a:lnTo>
                      <a:pt x="1115748" y="485522"/>
                    </a:lnTo>
                    <a:lnTo>
                      <a:pt x="1115114" y="490599"/>
                    </a:lnTo>
                    <a:lnTo>
                      <a:pt x="1117018" y="494408"/>
                    </a:lnTo>
                    <a:lnTo>
                      <a:pt x="1127807" y="504562"/>
                    </a:lnTo>
                    <a:lnTo>
                      <a:pt x="1129712" y="505832"/>
                    </a:lnTo>
                    <a:lnTo>
                      <a:pt x="1131615" y="506466"/>
                    </a:lnTo>
                    <a:lnTo>
                      <a:pt x="1136058" y="506466"/>
                    </a:lnTo>
                    <a:lnTo>
                      <a:pt x="1137962" y="507101"/>
                    </a:lnTo>
                    <a:lnTo>
                      <a:pt x="1140501" y="509639"/>
                    </a:lnTo>
                    <a:lnTo>
                      <a:pt x="1141770" y="513448"/>
                    </a:lnTo>
                    <a:lnTo>
                      <a:pt x="1141770" y="525506"/>
                    </a:lnTo>
                    <a:lnTo>
                      <a:pt x="1142405" y="528045"/>
                    </a:lnTo>
                    <a:lnTo>
                      <a:pt x="1144943" y="535026"/>
                    </a:lnTo>
                    <a:lnTo>
                      <a:pt x="1138596" y="529314"/>
                    </a:lnTo>
                    <a:lnTo>
                      <a:pt x="1134789" y="528045"/>
                    </a:lnTo>
                    <a:lnTo>
                      <a:pt x="1132250" y="532488"/>
                    </a:lnTo>
                    <a:lnTo>
                      <a:pt x="1133520" y="534392"/>
                    </a:lnTo>
                    <a:lnTo>
                      <a:pt x="1138596" y="539469"/>
                    </a:lnTo>
                    <a:lnTo>
                      <a:pt x="1140501" y="542642"/>
                    </a:lnTo>
                    <a:lnTo>
                      <a:pt x="1141135" y="543277"/>
                    </a:lnTo>
                    <a:lnTo>
                      <a:pt x="1142405" y="542642"/>
                    </a:lnTo>
                    <a:lnTo>
                      <a:pt x="1144309" y="542642"/>
                    </a:lnTo>
                    <a:lnTo>
                      <a:pt x="1144943" y="544546"/>
                    </a:lnTo>
                    <a:lnTo>
                      <a:pt x="1146213" y="552797"/>
                    </a:lnTo>
                    <a:lnTo>
                      <a:pt x="1146847" y="555336"/>
                    </a:lnTo>
                    <a:lnTo>
                      <a:pt x="1147482" y="557240"/>
                    </a:lnTo>
                    <a:lnTo>
                      <a:pt x="1147482" y="559144"/>
                    </a:lnTo>
                    <a:lnTo>
                      <a:pt x="1146213" y="561682"/>
                    </a:lnTo>
                    <a:lnTo>
                      <a:pt x="1145578" y="563586"/>
                    </a:lnTo>
                    <a:lnTo>
                      <a:pt x="1146213" y="565491"/>
                    </a:lnTo>
                    <a:lnTo>
                      <a:pt x="1146847" y="567395"/>
                    </a:lnTo>
                    <a:lnTo>
                      <a:pt x="1148116" y="568664"/>
                    </a:lnTo>
                    <a:lnTo>
                      <a:pt x="1146847" y="573741"/>
                    </a:lnTo>
                    <a:lnTo>
                      <a:pt x="1149386" y="594685"/>
                    </a:lnTo>
                    <a:lnTo>
                      <a:pt x="1148116" y="602301"/>
                    </a:lnTo>
                    <a:lnTo>
                      <a:pt x="1148116" y="605475"/>
                    </a:lnTo>
                    <a:lnTo>
                      <a:pt x="1150021" y="618803"/>
                    </a:lnTo>
                    <a:lnTo>
                      <a:pt x="1146847" y="627688"/>
                    </a:lnTo>
                    <a:lnTo>
                      <a:pt x="1147482" y="629592"/>
                    </a:lnTo>
                    <a:lnTo>
                      <a:pt x="1147482" y="630862"/>
                    </a:lnTo>
                    <a:lnTo>
                      <a:pt x="1145578" y="634669"/>
                    </a:lnTo>
                    <a:lnTo>
                      <a:pt x="1141135" y="656883"/>
                    </a:lnTo>
                    <a:lnTo>
                      <a:pt x="1142405" y="656248"/>
                    </a:lnTo>
                    <a:lnTo>
                      <a:pt x="1143040" y="655613"/>
                    </a:lnTo>
                    <a:lnTo>
                      <a:pt x="1143674" y="654979"/>
                    </a:lnTo>
                    <a:lnTo>
                      <a:pt x="1144309" y="658152"/>
                    </a:lnTo>
                    <a:lnTo>
                      <a:pt x="1143040" y="661960"/>
                    </a:lnTo>
                    <a:lnTo>
                      <a:pt x="1139232" y="669576"/>
                    </a:lnTo>
                    <a:lnTo>
                      <a:pt x="1138596" y="676558"/>
                    </a:lnTo>
                    <a:lnTo>
                      <a:pt x="1137962" y="679731"/>
                    </a:lnTo>
                    <a:lnTo>
                      <a:pt x="1135423" y="683539"/>
                    </a:lnTo>
                    <a:lnTo>
                      <a:pt x="1132885" y="682905"/>
                    </a:lnTo>
                    <a:lnTo>
                      <a:pt x="1132250" y="686078"/>
                    </a:lnTo>
                    <a:lnTo>
                      <a:pt x="1132885" y="691155"/>
                    </a:lnTo>
                    <a:lnTo>
                      <a:pt x="1133520" y="694329"/>
                    </a:lnTo>
                    <a:lnTo>
                      <a:pt x="1136058" y="700675"/>
                    </a:lnTo>
                    <a:lnTo>
                      <a:pt x="1137962" y="704483"/>
                    </a:lnTo>
                    <a:lnTo>
                      <a:pt x="1140501" y="707656"/>
                    </a:lnTo>
                    <a:lnTo>
                      <a:pt x="1138596" y="710195"/>
                    </a:lnTo>
                    <a:lnTo>
                      <a:pt x="1138596" y="713369"/>
                    </a:lnTo>
                    <a:lnTo>
                      <a:pt x="1139232" y="720350"/>
                    </a:lnTo>
                    <a:lnTo>
                      <a:pt x="1137962" y="743833"/>
                    </a:lnTo>
                    <a:lnTo>
                      <a:pt x="1133520" y="764777"/>
                    </a:lnTo>
                    <a:lnTo>
                      <a:pt x="1131615" y="761603"/>
                    </a:lnTo>
                    <a:lnTo>
                      <a:pt x="1131615" y="757161"/>
                    </a:lnTo>
                    <a:lnTo>
                      <a:pt x="1132250" y="752718"/>
                    </a:lnTo>
                    <a:lnTo>
                      <a:pt x="1133520" y="748910"/>
                    </a:lnTo>
                    <a:lnTo>
                      <a:pt x="1131615" y="751449"/>
                    </a:lnTo>
                    <a:lnTo>
                      <a:pt x="1129712" y="755257"/>
                    </a:lnTo>
                    <a:lnTo>
                      <a:pt x="1128442" y="759699"/>
                    </a:lnTo>
                    <a:lnTo>
                      <a:pt x="1128442" y="764142"/>
                    </a:lnTo>
                    <a:lnTo>
                      <a:pt x="1129712" y="769219"/>
                    </a:lnTo>
                    <a:lnTo>
                      <a:pt x="1132885" y="776201"/>
                    </a:lnTo>
                    <a:lnTo>
                      <a:pt x="1133520" y="779374"/>
                    </a:lnTo>
                    <a:lnTo>
                      <a:pt x="1137327" y="784452"/>
                    </a:lnTo>
                    <a:lnTo>
                      <a:pt x="1153194" y="795876"/>
                    </a:lnTo>
                    <a:lnTo>
                      <a:pt x="1157637" y="803492"/>
                    </a:lnTo>
                    <a:lnTo>
                      <a:pt x="1158906" y="807300"/>
                    </a:lnTo>
                    <a:lnTo>
                      <a:pt x="1161445" y="812377"/>
                    </a:lnTo>
                    <a:lnTo>
                      <a:pt x="1164618" y="816185"/>
                    </a:lnTo>
                    <a:lnTo>
                      <a:pt x="1167157" y="816185"/>
                    </a:lnTo>
                    <a:lnTo>
                      <a:pt x="1166522" y="813012"/>
                    </a:lnTo>
                    <a:lnTo>
                      <a:pt x="1163983" y="807934"/>
                    </a:lnTo>
                    <a:lnTo>
                      <a:pt x="1159541" y="799684"/>
                    </a:lnTo>
                    <a:lnTo>
                      <a:pt x="1156367" y="795876"/>
                    </a:lnTo>
                    <a:lnTo>
                      <a:pt x="1141135" y="783817"/>
                    </a:lnTo>
                    <a:lnTo>
                      <a:pt x="1138596" y="780643"/>
                    </a:lnTo>
                    <a:lnTo>
                      <a:pt x="1138596" y="776836"/>
                    </a:lnTo>
                    <a:lnTo>
                      <a:pt x="1143674" y="780643"/>
                    </a:lnTo>
                    <a:lnTo>
                      <a:pt x="1153194" y="786356"/>
                    </a:lnTo>
                    <a:lnTo>
                      <a:pt x="1157637" y="790163"/>
                    </a:lnTo>
                    <a:lnTo>
                      <a:pt x="1162714" y="795876"/>
                    </a:lnTo>
                    <a:lnTo>
                      <a:pt x="1165888" y="797145"/>
                    </a:lnTo>
                    <a:lnTo>
                      <a:pt x="1170965" y="797145"/>
                    </a:lnTo>
                    <a:lnTo>
                      <a:pt x="1171600" y="798414"/>
                    </a:lnTo>
                    <a:lnTo>
                      <a:pt x="1172234" y="803492"/>
                    </a:lnTo>
                    <a:lnTo>
                      <a:pt x="1172869" y="805396"/>
                    </a:lnTo>
                    <a:lnTo>
                      <a:pt x="1174139" y="806030"/>
                    </a:lnTo>
                    <a:lnTo>
                      <a:pt x="1175408" y="806030"/>
                    </a:lnTo>
                    <a:lnTo>
                      <a:pt x="1179215" y="805396"/>
                    </a:lnTo>
                    <a:lnTo>
                      <a:pt x="1182389" y="803492"/>
                    </a:lnTo>
                    <a:lnTo>
                      <a:pt x="1184293" y="799684"/>
                    </a:lnTo>
                    <a:lnTo>
                      <a:pt x="1184293" y="795241"/>
                    </a:lnTo>
                    <a:lnTo>
                      <a:pt x="1182389" y="791433"/>
                    </a:lnTo>
                    <a:lnTo>
                      <a:pt x="1183659" y="783182"/>
                    </a:lnTo>
                    <a:lnTo>
                      <a:pt x="1183659" y="781278"/>
                    </a:lnTo>
                    <a:lnTo>
                      <a:pt x="1184293" y="780009"/>
                    </a:lnTo>
                    <a:lnTo>
                      <a:pt x="1186832" y="775566"/>
                    </a:lnTo>
                    <a:lnTo>
                      <a:pt x="1187466" y="773027"/>
                    </a:lnTo>
                    <a:lnTo>
                      <a:pt x="1186832" y="770489"/>
                    </a:lnTo>
                    <a:lnTo>
                      <a:pt x="1184928" y="765412"/>
                    </a:lnTo>
                    <a:lnTo>
                      <a:pt x="1184293" y="762238"/>
                    </a:lnTo>
                    <a:lnTo>
                      <a:pt x="1190640" y="757161"/>
                    </a:lnTo>
                    <a:lnTo>
                      <a:pt x="1192543" y="755257"/>
                    </a:lnTo>
                    <a:lnTo>
                      <a:pt x="1183023" y="757795"/>
                    </a:lnTo>
                    <a:lnTo>
                      <a:pt x="1174139" y="755892"/>
                    </a:lnTo>
                    <a:lnTo>
                      <a:pt x="1165253" y="752083"/>
                    </a:lnTo>
                    <a:lnTo>
                      <a:pt x="1156367" y="750179"/>
                    </a:lnTo>
                    <a:lnTo>
                      <a:pt x="1159541" y="745102"/>
                    </a:lnTo>
                    <a:lnTo>
                      <a:pt x="1169061" y="740659"/>
                    </a:lnTo>
                    <a:lnTo>
                      <a:pt x="1171600" y="736851"/>
                    </a:lnTo>
                    <a:lnTo>
                      <a:pt x="1163349" y="738120"/>
                    </a:lnTo>
                    <a:lnTo>
                      <a:pt x="1160810" y="738120"/>
                    </a:lnTo>
                    <a:lnTo>
                      <a:pt x="1160810" y="736851"/>
                    </a:lnTo>
                    <a:lnTo>
                      <a:pt x="1162080" y="734947"/>
                    </a:lnTo>
                    <a:lnTo>
                      <a:pt x="1162080" y="733678"/>
                    </a:lnTo>
                    <a:lnTo>
                      <a:pt x="1162714" y="731139"/>
                    </a:lnTo>
                    <a:lnTo>
                      <a:pt x="1162714" y="729235"/>
                    </a:lnTo>
                    <a:lnTo>
                      <a:pt x="1162080" y="727331"/>
                    </a:lnTo>
                    <a:lnTo>
                      <a:pt x="1159541" y="723523"/>
                    </a:lnTo>
                    <a:lnTo>
                      <a:pt x="1158906" y="721619"/>
                    </a:lnTo>
                    <a:lnTo>
                      <a:pt x="1169061" y="728600"/>
                    </a:lnTo>
                    <a:lnTo>
                      <a:pt x="1168426" y="726062"/>
                    </a:lnTo>
                    <a:lnTo>
                      <a:pt x="1168426" y="725427"/>
                    </a:lnTo>
                    <a:lnTo>
                      <a:pt x="1169695" y="725427"/>
                    </a:lnTo>
                    <a:lnTo>
                      <a:pt x="1172234" y="727966"/>
                    </a:lnTo>
                    <a:lnTo>
                      <a:pt x="1175408" y="729870"/>
                    </a:lnTo>
                    <a:lnTo>
                      <a:pt x="1181754" y="732409"/>
                    </a:lnTo>
                    <a:lnTo>
                      <a:pt x="1182389" y="734313"/>
                    </a:lnTo>
                    <a:lnTo>
                      <a:pt x="1177946" y="736851"/>
                    </a:lnTo>
                    <a:lnTo>
                      <a:pt x="1178581" y="738755"/>
                    </a:lnTo>
                    <a:lnTo>
                      <a:pt x="1185562" y="738120"/>
                    </a:lnTo>
                    <a:lnTo>
                      <a:pt x="1191274" y="738755"/>
                    </a:lnTo>
                    <a:lnTo>
                      <a:pt x="1195717" y="741294"/>
                    </a:lnTo>
                    <a:lnTo>
                      <a:pt x="1198256" y="747006"/>
                    </a:lnTo>
                    <a:lnTo>
                      <a:pt x="1198890" y="759065"/>
                    </a:lnTo>
                    <a:lnTo>
                      <a:pt x="1200160" y="764777"/>
                    </a:lnTo>
                    <a:lnTo>
                      <a:pt x="1203968" y="769219"/>
                    </a:lnTo>
                    <a:lnTo>
                      <a:pt x="1205872" y="769219"/>
                    </a:lnTo>
                    <a:lnTo>
                      <a:pt x="1214122" y="768585"/>
                    </a:lnTo>
                    <a:lnTo>
                      <a:pt x="1214757" y="766046"/>
                    </a:lnTo>
                    <a:lnTo>
                      <a:pt x="1214122" y="763507"/>
                    </a:lnTo>
                    <a:lnTo>
                      <a:pt x="1212219" y="760334"/>
                    </a:lnTo>
                    <a:lnTo>
                      <a:pt x="1210949" y="751449"/>
                    </a:lnTo>
                    <a:lnTo>
                      <a:pt x="1210949" y="747641"/>
                    </a:lnTo>
                    <a:lnTo>
                      <a:pt x="1212219" y="744467"/>
                    </a:lnTo>
                    <a:lnTo>
                      <a:pt x="1216661" y="741294"/>
                    </a:lnTo>
                    <a:lnTo>
                      <a:pt x="1220469" y="741294"/>
                    </a:lnTo>
                    <a:lnTo>
                      <a:pt x="1223642" y="743833"/>
                    </a:lnTo>
                    <a:lnTo>
                      <a:pt x="1227450" y="753987"/>
                    </a:lnTo>
                    <a:lnTo>
                      <a:pt x="1233162" y="763507"/>
                    </a:lnTo>
                    <a:lnTo>
                      <a:pt x="1234432" y="769219"/>
                    </a:lnTo>
                    <a:lnTo>
                      <a:pt x="1233162" y="773027"/>
                    </a:lnTo>
                    <a:lnTo>
                      <a:pt x="1227450" y="781913"/>
                    </a:lnTo>
                    <a:lnTo>
                      <a:pt x="1226181" y="784452"/>
                    </a:lnTo>
                    <a:lnTo>
                      <a:pt x="1220469" y="789529"/>
                    </a:lnTo>
                    <a:lnTo>
                      <a:pt x="1219834" y="791433"/>
                    </a:lnTo>
                    <a:lnTo>
                      <a:pt x="1217296" y="799049"/>
                    </a:lnTo>
                    <a:lnTo>
                      <a:pt x="1216027" y="800318"/>
                    </a:lnTo>
                    <a:lnTo>
                      <a:pt x="1214122" y="800953"/>
                    </a:lnTo>
                    <a:lnTo>
                      <a:pt x="1212853" y="802222"/>
                    </a:lnTo>
                    <a:lnTo>
                      <a:pt x="1212853" y="805396"/>
                    </a:lnTo>
                    <a:lnTo>
                      <a:pt x="1212219" y="807300"/>
                    </a:lnTo>
                    <a:lnTo>
                      <a:pt x="1207141" y="813012"/>
                    </a:lnTo>
                    <a:lnTo>
                      <a:pt x="1205237" y="818089"/>
                    </a:lnTo>
                    <a:lnTo>
                      <a:pt x="1204602" y="823166"/>
                    </a:lnTo>
                    <a:lnTo>
                      <a:pt x="1203333" y="828244"/>
                    </a:lnTo>
                    <a:lnTo>
                      <a:pt x="1198890" y="832052"/>
                    </a:lnTo>
                    <a:lnTo>
                      <a:pt x="1200160" y="834590"/>
                    </a:lnTo>
                    <a:lnTo>
                      <a:pt x="1200794" y="835225"/>
                    </a:lnTo>
                    <a:lnTo>
                      <a:pt x="1198890" y="839033"/>
                    </a:lnTo>
                    <a:lnTo>
                      <a:pt x="1201429" y="837129"/>
                    </a:lnTo>
                    <a:lnTo>
                      <a:pt x="1204602" y="835860"/>
                    </a:lnTo>
                    <a:lnTo>
                      <a:pt x="1203968" y="839033"/>
                    </a:lnTo>
                    <a:lnTo>
                      <a:pt x="1201429" y="841572"/>
                    </a:lnTo>
                    <a:lnTo>
                      <a:pt x="1195082" y="844110"/>
                    </a:lnTo>
                    <a:lnTo>
                      <a:pt x="1191909" y="846649"/>
                    </a:lnTo>
                    <a:lnTo>
                      <a:pt x="1195082" y="846649"/>
                    </a:lnTo>
                    <a:lnTo>
                      <a:pt x="1197621" y="847284"/>
                    </a:lnTo>
                    <a:lnTo>
                      <a:pt x="1200160" y="848553"/>
                    </a:lnTo>
                    <a:lnTo>
                      <a:pt x="1202699" y="850457"/>
                    </a:lnTo>
                    <a:lnTo>
                      <a:pt x="1198256" y="851092"/>
                    </a:lnTo>
                    <a:lnTo>
                      <a:pt x="1191909" y="849188"/>
                    </a:lnTo>
                    <a:lnTo>
                      <a:pt x="1186197" y="848553"/>
                    </a:lnTo>
                    <a:lnTo>
                      <a:pt x="1183023" y="853630"/>
                    </a:lnTo>
                    <a:lnTo>
                      <a:pt x="1184928" y="854900"/>
                    </a:lnTo>
                    <a:lnTo>
                      <a:pt x="1186832" y="855534"/>
                    </a:lnTo>
                    <a:lnTo>
                      <a:pt x="1188735" y="855534"/>
                    </a:lnTo>
                    <a:lnTo>
                      <a:pt x="1190005" y="854265"/>
                    </a:lnTo>
                    <a:lnTo>
                      <a:pt x="1191274" y="854265"/>
                    </a:lnTo>
                    <a:lnTo>
                      <a:pt x="1191909" y="856804"/>
                    </a:lnTo>
                    <a:lnTo>
                      <a:pt x="1191909" y="858708"/>
                    </a:lnTo>
                    <a:lnTo>
                      <a:pt x="1191274" y="861247"/>
                    </a:lnTo>
                    <a:lnTo>
                      <a:pt x="1190005" y="863150"/>
                    </a:lnTo>
                    <a:lnTo>
                      <a:pt x="1187466" y="861247"/>
                    </a:lnTo>
                    <a:lnTo>
                      <a:pt x="1181120" y="859343"/>
                    </a:lnTo>
                    <a:lnTo>
                      <a:pt x="1178581" y="858073"/>
                    </a:lnTo>
                    <a:lnTo>
                      <a:pt x="1177312" y="856169"/>
                    </a:lnTo>
                    <a:lnTo>
                      <a:pt x="1172869" y="848553"/>
                    </a:lnTo>
                    <a:lnTo>
                      <a:pt x="1171600" y="848553"/>
                    </a:lnTo>
                    <a:lnTo>
                      <a:pt x="1172869" y="852361"/>
                    </a:lnTo>
                    <a:lnTo>
                      <a:pt x="1179215" y="862516"/>
                    </a:lnTo>
                    <a:lnTo>
                      <a:pt x="1182389" y="865689"/>
                    </a:lnTo>
                    <a:lnTo>
                      <a:pt x="1186197" y="866324"/>
                    </a:lnTo>
                    <a:lnTo>
                      <a:pt x="1194448" y="866324"/>
                    </a:lnTo>
                    <a:lnTo>
                      <a:pt x="1203968" y="871401"/>
                    </a:lnTo>
                    <a:lnTo>
                      <a:pt x="1208410" y="873305"/>
                    </a:lnTo>
                    <a:lnTo>
                      <a:pt x="1212219" y="875844"/>
                    </a:lnTo>
                    <a:lnTo>
                      <a:pt x="1216661" y="887268"/>
                    </a:lnTo>
                    <a:lnTo>
                      <a:pt x="1223008" y="896153"/>
                    </a:lnTo>
                    <a:lnTo>
                      <a:pt x="1224277" y="902500"/>
                    </a:lnTo>
                    <a:lnTo>
                      <a:pt x="1223008" y="902500"/>
                    </a:lnTo>
                    <a:lnTo>
                      <a:pt x="1221739" y="901231"/>
                    </a:lnTo>
                    <a:lnTo>
                      <a:pt x="1221103" y="900596"/>
                    </a:lnTo>
                    <a:lnTo>
                      <a:pt x="1220469" y="899961"/>
                    </a:lnTo>
                    <a:lnTo>
                      <a:pt x="1219834" y="899327"/>
                    </a:lnTo>
                    <a:lnTo>
                      <a:pt x="1220469" y="904404"/>
                    </a:lnTo>
                    <a:lnTo>
                      <a:pt x="1224277" y="908847"/>
                    </a:lnTo>
                    <a:lnTo>
                      <a:pt x="1228720" y="913289"/>
                    </a:lnTo>
                    <a:lnTo>
                      <a:pt x="1232528" y="918367"/>
                    </a:lnTo>
                    <a:lnTo>
                      <a:pt x="1233797" y="917732"/>
                    </a:lnTo>
                    <a:lnTo>
                      <a:pt x="1233162" y="914559"/>
                    </a:lnTo>
                    <a:lnTo>
                      <a:pt x="1235701" y="915828"/>
                    </a:lnTo>
                    <a:lnTo>
                      <a:pt x="1237605" y="918367"/>
                    </a:lnTo>
                    <a:lnTo>
                      <a:pt x="1238875" y="921540"/>
                    </a:lnTo>
                    <a:lnTo>
                      <a:pt x="1239509" y="925348"/>
                    </a:lnTo>
                    <a:lnTo>
                      <a:pt x="1238240" y="924713"/>
                    </a:lnTo>
                    <a:lnTo>
                      <a:pt x="1237605" y="923444"/>
                    </a:lnTo>
                    <a:lnTo>
                      <a:pt x="1236336" y="920906"/>
                    </a:lnTo>
                    <a:lnTo>
                      <a:pt x="1238240" y="925983"/>
                    </a:lnTo>
                    <a:lnTo>
                      <a:pt x="1245221" y="935503"/>
                    </a:lnTo>
                    <a:lnTo>
                      <a:pt x="1249029" y="943754"/>
                    </a:lnTo>
                    <a:lnTo>
                      <a:pt x="1275686" y="980564"/>
                    </a:lnTo>
                    <a:lnTo>
                      <a:pt x="1278224" y="985007"/>
                    </a:lnTo>
                    <a:lnTo>
                      <a:pt x="1279494" y="985642"/>
                    </a:lnTo>
                    <a:lnTo>
                      <a:pt x="1280763" y="986276"/>
                    </a:lnTo>
                    <a:lnTo>
                      <a:pt x="1283301" y="987546"/>
                    </a:lnTo>
                    <a:lnTo>
                      <a:pt x="1281397" y="983738"/>
                    </a:lnTo>
                    <a:lnTo>
                      <a:pt x="1277589" y="978660"/>
                    </a:lnTo>
                    <a:lnTo>
                      <a:pt x="1276320" y="974853"/>
                    </a:lnTo>
                    <a:lnTo>
                      <a:pt x="1283301" y="980564"/>
                    </a:lnTo>
                    <a:lnTo>
                      <a:pt x="1293456" y="1000239"/>
                    </a:lnTo>
                    <a:lnTo>
                      <a:pt x="1300437" y="1003413"/>
                    </a:lnTo>
                    <a:lnTo>
                      <a:pt x="1302341" y="1003413"/>
                    </a:lnTo>
                    <a:lnTo>
                      <a:pt x="1303610" y="1003413"/>
                    </a:lnTo>
                    <a:lnTo>
                      <a:pt x="1306784" y="1004047"/>
                    </a:lnTo>
                    <a:lnTo>
                      <a:pt x="1308688" y="1004682"/>
                    </a:lnTo>
                    <a:lnTo>
                      <a:pt x="1311227" y="1006586"/>
                    </a:lnTo>
                    <a:lnTo>
                      <a:pt x="1312496" y="1006586"/>
                    </a:lnTo>
                    <a:lnTo>
                      <a:pt x="1313766" y="1005951"/>
                    </a:lnTo>
                    <a:lnTo>
                      <a:pt x="1314400" y="1005317"/>
                    </a:lnTo>
                    <a:lnTo>
                      <a:pt x="1315035" y="1004682"/>
                    </a:lnTo>
                    <a:lnTo>
                      <a:pt x="1315669" y="1004047"/>
                    </a:lnTo>
                    <a:lnTo>
                      <a:pt x="1316939" y="1004682"/>
                    </a:lnTo>
                    <a:lnTo>
                      <a:pt x="1319477" y="1006586"/>
                    </a:lnTo>
                    <a:lnTo>
                      <a:pt x="1320113" y="1007220"/>
                    </a:lnTo>
                    <a:lnTo>
                      <a:pt x="1321382" y="1005951"/>
                    </a:lnTo>
                    <a:lnTo>
                      <a:pt x="1322651" y="1004047"/>
                    </a:lnTo>
                    <a:lnTo>
                      <a:pt x="1323286" y="1002143"/>
                    </a:lnTo>
                    <a:lnTo>
                      <a:pt x="1323286" y="1001508"/>
                    </a:lnTo>
                    <a:lnTo>
                      <a:pt x="1325824" y="1004047"/>
                    </a:lnTo>
                    <a:lnTo>
                      <a:pt x="1327728" y="1011028"/>
                    </a:lnTo>
                    <a:lnTo>
                      <a:pt x="1329633" y="1009759"/>
                    </a:lnTo>
                    <a:lnTo>
                      <a:pt x="1330267" y="1006586"/>
                    </a:lnTo>
                    <a:lnTo>
                      <a:pt x="1329633" y="1002778"/>
                    </a:lnTo>
                    <a:lnTo>
                      <a:pt x="1325824" y="991988"/>
                    </a:lnTo>
                    <a:lnTo>
                      <a:pt x="1320747" y="983738"/>
                    </a:lnTo>
                    <a:lnTo>
                      <a:pt x="1319477" y="982468"/>
                    </a:lnTo>
                    <a:lnTo>
                      <a:pt x="1317574" y="981199"/>
                    </a:lnTo>
                    <a:lnTo>
                      <a:pt x="1313131" y="974218"/>
                    </a:lnTo>
                    <a:lnTo>
                      <a:pt x="1310592" y="971679"/>
                    </a:lnTo>
                    <a:lnTo>
                      <a:pt x="1309323" y="974218"/>
                    </a:lnTo>
                    <a:lnTo>
                      <a:pt x="1306784" y="972314"/>
                    </a:lnTo>
                    <a:lnTo>
                      <a:pt x="1299168" y="965332"/>
                    </a:lnTo>
                    <a:lnTo>
                      <a:pt x="1295995" y="961524"/>
                    </a:lnTo>
                    <a:lnTo>
                      <a:pt x="1294726" y="959620"/>
                    </a:lnTo>
                    <a:lnTo>
                      <a:pt x="1299803" y="960890"/>
                    </a:lnTo>
                    <a:lnTo>
                      <a:pt x="1302341" y="963428"/>
                    </a:lnTo>
                    <a:lnTo>
                      <a:pt x="1308054" y="970410"/>
                    </a:lnTo>
                    <a:lnTo>
                      <a:pt x="1311227" y="971044"/>
                    </a:lnTo>
                    <a:lnTo>
                      <a:pt x="1314400" y="968506"/>
                    </a:lnTo>
                    <a:lnTo>
                      <a:pt x="1316304" y="967871"/>
                    </a:lnTo>
                    <a:lnTo>
                      <a:pt x="1316304" y="972314"/>
                    </a:lnTo>
                    <a:lnTo>
                      <a:pt x="1321382" y="976122"/>
                    </a:lnTo>
                    <a:lnTo>
                      <a:pt x="1323920" y="978026"/>
                    </a:lnTo>
                    <a:lnTo>
                      <a:pt x="1324555" y="977391"/>
                    </a:lnTo>
                    <a:lnTo>
                      <a:pt x="1325189" y="974853"/>
                    </a:lnTo>
                    <a:lnTo>
                      <a:pt x="1327728" y="974218"/>
                    </a:lnTo>
                    <a:lnTo>
                      <a:pt x="1330267" y="972948"/>
                    </a:lnTo>
                    <a:lnTo>
                      <a:pt x="1330902" y="969140"/>
                    </a:lnTo>
                    <a:lnTo>
                      <a:pt x="1335979" y="969775"/>
                    </a:lnTo>
                    <a:lnTo>
                      <a:pt x="1339787" y="968506"/>
                    </a:lnTo>
                    <a:lnTo>
                      <a:pt x="1343595" y="965967"/>
                    </a:lnTo>
                    <a:lnTo>
                      <a:pt x="1352480" y="962794"/>
                    </a:lnTo>
                    <a:lnTo>
                      <a:pt x="1356288" y="957716"/>
                    </a:lnTo>
                    <a:lnTo>
                      <a:pt x="1359462" y="955812"/>
                    </a:lnTo>
                    <a:lnTo>
                      <a:pt x="1358193" y="964063"/>
                    </a:lnTo>
                    <a:lnTo>
                      <a:pt x="1357557" y="965967"/>
                    </a:lnTo>
                    <a:lnTo>
                      <a:pt x="1355654" y="967236"/>
                    </a:lnTo>
                    <a:lnTo>
                      <a:pt x="1351211" y="969140"/>
                    </a:lnTo>
                    <a:lnTo>
                      <a:pt x="1341056" y="977391"/>
                    </a:lnTo>
                    <a:lnTo>
                      <a:pt x="1337248" y="981199"/>
                    </a:lnTo>
                    <a:lnTo>
                      <a:pt x="1337248" y="984373"/>
                    </a:lnTo>
                    <a:lnTo>
                      <a:pt x="1342326" y="987546"/>
                    </a:lnTo>
                    <a:lnTo>
                      <a:pt x="1345499" y="988815"/>
                    </a:lnTo>
                    <a:lnTo>
                      <a:pt x="1347403" y="990719"/>
                    </a:lnTo>
                    <a:lnTo>
                      <a:pt x="1348673" y="996431"/>
                    </a:lnTo>
                    <a:lnTo>
                      <a:pt x="1349307" y="1002143"/>
                    </a:lnTo>
                    <a:lnTo>
                      <a:pt x="1348673" y="1031338"/>
                    </a:lnTo>
                    <a:lnTo>
                      <a:pt x="1349307" y="1037050"/>
                    </a:lnTo>
                    <a:lnTo>
                      <a:pt x="1351211" y="1040858"/>
                    </a:lnTo>
                    <a:lnTo>
                      <a:pt x="1356288" y="1049109"/>
                    </a:lnTo>
                    <a:lnTo>
                      <a:pt x="1358193" y="1053551"/>
                    </a:lnTo>
                    <a:lnTo>
                      <a:pt x="1358827" y="1059263"/>
                    </a:lnTo>
                    <a:lnTo>
                      <a:pt x="1358193" y="1063071"/>
                    </a:lnTo>
                    <a:lnTo>
                      <a:pt x="1358193" y="1066245"/>
                    </a:lnTo>
                    <a:lnTo>
                      <a:pt x="1360731" y="1070053"/>
                    </a:lnTo>
                    <a:lnTo>
                      <a:pt x="1364539" y="1073226"/>
                    </a:lnTo>
                    <a:lnTo>
                      <a:pt x="1367077" y="1072591"/>
                    </a:lnTo>
                    <a:lnTo>
                      <a:pt x="1369616" y="1070053"/>
                    </a:lnTo>
                    <a:lnTo>
                      <a:pt x="1374059" y="1067514"/>
                    </a:lnTo>
                    <a:lnTo>
                      <a:pt x="1374694" y="1070687"/>
                    </a:lnTo>
                    <a:lnTo>
                      <a:pt x="1376597" y="1069418"/>
                    </a:lnTo>
                    <a:lnTo>
                      <a:pt x="1381675" y="1066880"/>
                    </a:lnTo>
                    <a:lnTo>
                      <a:pt x="1382944" y="1065610"/>
                    </a:lnTo>
                    <a:lnTo>
                      <a:pt x="1383579" y="1064341"/>
                    </a:lnTo>
                    <a:lnTo>
                      <a:pt x="1387387" y="1044031"/>
                    </a:lnTo>
                    <a:lnTo>
                      <a:pt x="1389291" y="1039588"/>
                    </a:lnTo>
                    <a:lnTo>
                      <a:pt x="1395003" y="1030703"/>
                    </a:lnTo>
                    <a:lnTo>
                      <a:pt x="1398811" y="1026261"/>
                    </a:lnTo>
                    <a:lnTo>
                      <a:pt x="1401984" y="1024357"/>
                    </a:lnTo>
                    <a:lnTo>
                      <a:pt x="1405793" y="1023087"/>
                    </a:lnTo>
                    <a:lnTo>
                      <a:pt x="1410870" y="1019279"/>
                    </a:lnTo>
                    <a:lnTo>
                      <a:pt x="1414043" y="1017375"/>
                    </a:lnTo>
                    <a:lnTo>
                      <a:pt x="1413409" y="1020548"/>
                    </a:lnTo>
                    <a:lnTo>
                      <a:pt x="1412774" y="1023087"/>
                    </a:lnTo>
                    <a:lnTo>
                      <a:pt x="1411504" y="1024991"/>
                    </a:lnTo>
                    <a:lnTo>
                      <a:pt x="1409601" y="1026895"/>
                    </a:lnTo>
                    <a:lnTo>
                      <a:pt x="1407062" y="1026261"/>
                    </a:lnTo>
                    <a:lnTo>
                      <a:pt x="1404523" y="1027530"/>
                    </a:lnTo>
                    <a:lnTo>
                      <a:pt x="1402620" y="1030068"/>
                    </a:lnTo>
                    <a:lnTo>
                      <a:pt x="1401984" y="1032607"/>
                    </a:lnTo>
                    <a:lnTo>
                      <a:pt x="1393734" y="1044031"/>
                    </a:lnTo>
                    <a:lnTo>
                      <a:pt x="1391830" y="1047839"/>
                    </a:lnTo>
                    <a:lnTo>
                      <a:pt x="1393734" y="1054186"/>
                    </a:lnTo>
                    <a:lnTo>
                      <a:pt x="1390561" y="1061802"/>
                    </a:lnTo>
                    <a:lnTo>
                      <a:pt x="1385483" y="1068784"/>
                    </a:lnTo>
                    <a:lnTo>
                      <a:pt x="1380406" y="1073861"/>
                    </a:lnTo>
                    <a:lnTo>
                      <a:pt x="1379771" y="1075130"/>
                    </a:lnTo>
                    <a:lnTo>
                      <a:pt x="1379136" y="1076400"/>
                    </a:lnTo>
                    <a:lnTo>
                      <a:pt x="1377233" y="1077034"/>
                    </a:lnTo>
                    <a:lnTo>
                      <a:pt x="1375328" y="1076400"/>
                    </a:lnTo>
                    <a:lnTo>
                      <a:pt x="1373424" y="1073861"/>
                    </a:lnTo>
                    <a:lnTo>
                      <a:pt x="1372790" y="1073861"/>
                    </a:lnTo>
                    <a:lnTo>
                      <a:pt x="1372155" y="1076400"/>
                    </a:lnTo>
                    <a:lnTo>
                      <a:pt x="1372155" y="1080208"/>
                    </a:lnTo>
                    <a:lnTo>
                      <a:pt x="1372790" y="1084015"/>
                    </a:lnTo>
                    <a:lnTo>
                      <a:pt x="1373424" y="1086554"/>
                    </a:lnTo>
                    <a:lnTo>
                      <a:pt x="1374694" y="1084650"/>
                    </a:lnTo>
                    <a:lnTo>
                      <a:pt x="1375963" y="1085920"/>
                    </a:lnTo>
                    <a:lnTo>
                      <a:pt x="1376597" y="1085920"/>
                    </a:lnTo>
                    <a:lnTo>
                      <a:pt x="1379136" y="1084015"/>
                    </a:lnTo>
                    <a:lnTo>
                      <a:pt x="1392464" y="1089093"/>
                    </a:lnTo>
                    <a:lnTo>
                      <a:pt x="1396907" y="1088458"/>
                    </a:lnTo>
                    <a:lnTo>
                      <a:pt x="1398176" y="1089093"/>
                    </a:lnTo>
                    <a:lnTo>
                      <a:pt x="1399446" y="1089728"/>
                    </a:lnTo>
                    <a:lnTo>
                      <a:pt x="1401350" y="1090362"/>
                    </a:lnTo>
                    <a:lnTo>
                      <a:pt x="1401984" y="1089728"/>
                    </a:lnTo>
                    <a:lnTo>
                      <a:pt x="1402620" y="1087189"/>
                    </a:lnTo>
                    <a:lnTo>
                      <a:pt x="1400715" y="1080842"/>
                    </a:lnTo>
                    <a:lnTo>
                      <a:pt x="1400081" y="1077034"/>
                    </a:lnTo>
                    <a:lnTo>
                      <a:pt x="1402620" y="1080842"/>
                    </a:lnTo>
                    <a:lnTo>
                      <a:pt x="1408331" y="1087824"/>
                    </a:lnTo>
                    <a:lnTo>
                      <a:pt x="1410870" y="1091631"/>
                    </a:lnTo>
                    <a:lnTo>
                      <a:pt x="1412774" y="1096074"/>
                    </a:lnTo>
                    <a:lnTo>
                      <a:pt x="1415947" y="1111306"/>
                    </a:lnTo>
                    <a:lnTo>
                      <a:pt x="1414678" y="1111306"/>
                    </a:lnTo>
                    <a:lnTo>
                      <a:pt x="1414043" y="1109402"/>
                    </a:lnTo>
                    <a:lnTo>
                      <a:pt x="1412774" y="1109402"/>
                    </a:lnTo>
                    <a:lnTo>
                      <a:pt x="1414043" y="1113210"/>
                    </a:lnTo>
                    <a:lnTo>
                      <a:pt x="1422294" y="1124000"/>
                    </a:lnTo>
                    <a:lnTo>
                      <a:pt x="1422929" y="1124634"/>
                    </a:lnTo>
                    <a:lnTo>
                      <a:pt x="1422929" y="1126538"/>
                    </a:lnTo>
                    <a:lnTo>
                      <a:pt x="1422929" y="1134789"/>
                    </a:lnTo>
                    <a:lnTo>
                      <a:pt x="1428006" y="1153829"/>
                    </a:lnTo>
                    <a:lnTo>
                      <a:pt x="1434988" y="1170965"/>
                    </a:lnTo>
                    <a:lnTo>
                      <a:pt x="1436891" y="1170965"/>
                    </a:lnTo>
                    <a:lnTo>
                      <a:pt x="1436257" y="1168427"/>
                    </a:lnTo>
                    <a:lnTo>
                      <a:pt x="1435622" y="1165888"/>
                    </a:lnTo>
                    <a:lnTo>
                      <a:pt x="1435622" y="1163349"/>
                    </a:lnTo>
                    <a:lnTo>
                      <a:pt x="1436257" y="1160811"/>
                    </a:lnTo>
                    <a:lnTo>
                      <a:pt x="1443238" y="1177947"/>
                    </a:lnTo>
                    <a:lnTo>
                      <a:pt x="1447681" y="1183659"/>
                    </a:lnTo>
                    <a:lnTo>
                      <a:pt x="1454662" y="1187467"/>
                    </a:lnTo>
                    <a:lnTo>
                      <a:pt x="1453393" y="1190005"/>
                    </a:lnTo>
                    <a:lnTo>
                      <a:pt x="1454662" y="1192544"/>
                    </a:lnTo>
                    <a:lnTo>
                      <a:pt x="1457201" y="1195083"/>
                    </a:lnTo>
                    <a:lnTo>
                      <a:pt x="1459740" y="1196352"/>
                    </a:lnTo>
                    <a:lnTo>
                      <a:pt x="1462278" y="1196352"/>
                    </a:lnTo>
                    <a:lnTo>
                      <a:pt x="1467356" y="1195083"/>
                    </a:lnTo>
                    <a:lnTo>
                      <a:pt x="1470529" y="1194448"/>
                    </a:lnTo>
                    <a:lnTo>
                      <a:pt x="1469894" y="1197621"/>
                    </a:lnTo>
                    <a:lnTo>
                      <a:pt x="1468625" y="1201429"/>
                    </a:lnTo>
                    <a:lnTo>
                      <a:pt x="1466721" y="1204603"/>
                    </a:lnTo>
                    <a:lnTo>
                      <a:pt x="1464817" y="1205872"/>
                    </a:lnTo>
                    <a:lnTo>
                      <a:pt x="1462278" y="1205237"/>
                    </a:lnTo>
                    <a:lnTo>
                      <a:pt x="1459104" y="1203334"/>
                    </a:lnTo>
                    <a:lnTo>
                      <a:pt x="1456566" y="1202064"/>
                    </a:lnTo>
                    <a:lnTo>
                      <a:pt x="1453393" y="1203968"/>
                    </a:lnTo>
                    <a:lnTo>
                      <a:pt x="1455931" y="1210949"/>
                    </a:lnTo>
                    <a:lnTo>
                      <a:pt x="1457201" y="1212854"/>
                    </a:lnTo>
                    <a:lnTo>
                      <a:pt x="1459740" y="1214758"/>
                    </a:lnTo>
                    <a:lnTo>
                      <a:pt x="1460374" y="1215392"/>
                    </a:lnTo>
                    <a:lnTo>
                      <a:pt x="1462278" y="1215392"/>
                    </a:lnTo>
                    <a:lnTo>
                      <a:pt x="1463548" y="1215392"/>
                    </a:lnTo>
                    <a:lnTo>
                      <a:pt x="1462913" y="1213488"/>
                    </a:lnTo>
                    <a:lnTo>
                      <a:pt x="1463548" y="1212219"/>
                    </a:lnTo>
                    <a:lnTo>
                      <a:pt x="1464182" y="1211584"/>
                    </a:lnTo>
                    <a:lnTo>
                      <a:pt x="1464817" y="1209680"/>
                    </a:lnTo>
                    <a:lnTo>
                      <a:pt x="1465451" y="1208411"/>
                    </a:lnTo>
                    <a:lnTo>
                      <a:pt x="1467356" y="1210315"/>
                    </a:lnTo>
                    <a:lnTo>
                      <a:pt x="1469894" y="1211584"/>
                    </a:lnTo>
                    <a:lnTo>
                      <a:pt x="1472433" y="1211584"/>
                    </a:lnTo>
                    <a:lnTo>
                      <a:pt x="1474971" y="1210949"/>
                    </a:lnTo>
                    <a:lnTo>
                      <a:pt x="1476876" y="1209045"/>
                    </a:lnTo>
                    <a:lnTo>
                      <a:pt x="1478145" y="1205237"/>
                    </a:lnTo>
                    <a:lnTo>
                      <a:pt x="1480049" y="1203334"/>
                    </a:lnTo>
                    <a:lnTo>
                      <a:pt x="1481953" y="1205872"/>
                    </a:lnTo>
                    <a:lnTo>
                      <a:pt x="1484491" y="1207776"/>
                    </a:lnTo>
                    <a:lnTo>
                      <a:pt x="1487030" y="1208411"/>
                    </a:lnTo>
                    <a:lnTo>
                      <a:pt x="1488934" y="1207776"/>
                    </a:lnTo>
                    <a:lnTo>
                      <a:pt x="1489569" y="1209045"/>
                    </a:lnTo>
                    <a:lnTo>
                      <a:pt x="1490203" y="1209680"/>
                    </a:lnTo>
                    <a:lnTo>
                      <a:pt x="1490203" y="1210315"/>
                    </a:lnTo>
                    <a:lnTo>
                      <a:pt x="1489569" y="1212219"/>
                    </a:lnTo>
                    <a:lnTo>
                      <a:pt x="1491473" y="1211584"/>
                    </a:lnTo>
                    <a:lnTo>
                      <a:pt x="1494011" y="1209045"/>
                    </a:lnTo>
                    <a:lnTo>
                      <a:pt x="1494647" y="1208411"/>
                    </a:lnTo>
                    <a:lnTo>
                      <a:pt x="1496550" y="1209045"/>
                    </a:lnTo>
                    <a:lnTo>
                      <a:pt x="1499723" y="1210949"/>
                    </a:lnTo>
                    <a:lnTo>
                      <a:pt x="1504801" y="1212219"/>
                    </a:lnTo>
                    <a:lnTo>
                      <a:pt x="1507975" y="1214758"/>
                    </a:lnTo>
                    <a:lnTo>
                      <a:pt x="1510513" y="1215392"/>
                    </a:lnTo>
                    <a:lnTo>
                      <a:pt x="1513051" y="1211584"/>
                    </a:lnTo>
                    <a:lnTo>
                      <a:pt x="1515590" y="1213488"/>
                    </a:lnTo>
                    <a:lnTo>
                      <a:pt x="1519398" y="1217296"/>
                    </a:lnTo>
                    <a:lnTo>
                      <a:pt x="1522571" y="1219200"/>
                    </a:lnTo>
                    <a:lnTo>
                      <a:pt x="1525745" y="1219835"/>
                    </a:lnTo>
                    <a:lnTo>
                      <a:pt x="1532727" y="1219835"/>
                    </a:lnTo>
                    <a:lnTo>
                      <a:pt x="1535900" y="1220469"/>
                    </a:lnTo>
                    <a:lnTo>
                      <a:pt x="1542247" y="1223643"/>
                    </a:lnTo>
                    <a:lnTo>
                      <a:pt x="1548594" y="1227451"/>
                    </a:lnTo>
                    <a:lnTo>
                      <a:pt x="1553670" y="1233163"/>
                    </a:lnTo>
                    <a:lnTo>
                      <a:pt x="1555575" y="1234432"/>
                    </a:lnTo>
                    <a:lnTo>
                      <a:pt x="1550497" y="1240144"/>
                    </a:lnTo>
                    <a:lnTo>
                      <a:pt x="1548594" y="1243318"/>
                    </a:lnTo>
                    <a:lnTo>
                      <a:pt x="1551767" y="1243952"/>
                    </a:lnTo>
                    <a:lnTo>
                      <a:pt x="1553036" y="1245222"/>
                    </a:lnTo>
                    <a:lnTo>
                      <a:pt x="1556844" y="1251568"/>
                    </a:lnTo>
                    <a:lnTo>
                      <a:pt x="1558748" y="1253472"/>
                    </a:lnTo>
                    <a:lnTo>
                      <a:pt x="1560652" y="1253472"/>
                    </a:lnTo>
                    <a:lnTo>
                      <a:pt x="1568268" y="1252838"/>
                    </a:lnTo>
                    <a:lnTo>
                      <a:pt x="1568903" y="1257280"/>
                    </a:lnTo>
                    <a:lnTo>
                      <a:pt x="1570172" y="1259819"/>
                    </a:lnTo>
                    <a:lnTo>
                      <a:pt x="1572710" y="1261723"/>
                    </a:lnTo>
                    <a:lnTo>
                      <a:pt x="1573345" y="1264896"/>
                    </a:lnTo>
                    <a:lnTo>
                      <a:pt x="1579692" y="1272512"/>
                    </a:lnTo>
                    <a:lnTo>
                      <a:pt x="1584135" y="1283302"/>
                    </a:lnTo>
                    <a:lnTo>
                      <a:pt x="1585404" y="1285841"/>
                    </a:lnTo>
                    <a:lnTo>
                      <a:pt x="1587943" y="1286475"/>
                    </a:lnTo>
                    <a:lnTo>
                      <a:pt x="1593020" y="1284571"/>
                    </a:lnTo>
                    <a:lnTo>
                      <a:pt x="1595558" y="1285206"/>
                    </a:lnTo>
                    <a:lnTo>
                      <a:pt x="1596194" y="1287110"/>
                    </a:lnTo>
                    <a:lnTo>
                      <a:pt x="1595558" y="1289648"/>
                    </a:lnTo>
                    <a:lnTo>
                      <a:pt x="1594289" y="1291552"/>
                    </a:lnTo>
                    <a:lnTo>
                      <a:pt x="1590482" y="1295361"/>
                    </a:lnTo>
                    <a:lnTo>
                      <a:pt x="1593655" y="1299803"/>
                    </a:lnTo>
                    <a:lnTo>
                      <a:pt x="1602540" y="1306785"/>
                    </a:lnTo>
                    <a:lnTo>
                      <a:pt x="1607617" y="1315670"/>
                    </a:lnTo>
                    <a:lnTo>
                      <a:pt x="1608252" y="1318209"/>
                    </a:lnTo>
                    <a:lnTo>
                      <a:pt x="1610156" y="1323286"/>
                    </a:lnTo>
                    <a:lnTo>
                      <a:pt x="1610791" y="1325825"/>
                    </a:lnTo>
                    <a:lnTo>
                      <a:pt x="1613329" y="1328363"/>
                    </a:lnTo>
                    <a:lnTo>
                      <a:pt x="1624754" y="1334710"/>
                    </a:lnTo>
                    <a:lnTo>
                      <a:pt x="1633639" y="1334710"/>
                    </a:lnTo>
                    <a:lnTo>
                      <a:pt x="1634908" y="1335345"/>
                    </a:lnTo>
                    <a:lnTo>
                      <a:pt x="1639351" y="1337249"/>
                    </a:lnTo>
                    <a:lnTo>
                      <a:pt x="1647602" y="1337249"/>
                    </a:lnTo>
                    <a:lnTo>
                      <a:pt x="1652044" y="1338518"/>
                    </a:lnTo>
                    <a:lnTo>
                      <a:pt x="1667276" y="1349942"/>
                    </a:lnTo>
                    <a:lnTo>
                      <a:pt x="1669815" y="1353750"/>
                    </a:lnTo>
                    <a:lnTo>
                      <a:pt x="1668545" y="1359462"/>
                    </a:lnTo>
                    <a:lnTo>
                      <a:pt x="1665372" y="1363270"/>
                    </a:lnTo>
                    <a:lnTo>
                      <a:pt x="1660930" y="1365809"/>
                    </a:lnTo>
                    <a:lnTo>
                      <a:pt x="1655852" y="1366443"/>
                    </a:lnTo>
                    <a:lnTo>
                      <a:pt x="1651410" y="1365809"/>
                    </a:lnTo>
                    <a:lnTo>
                      <a:pt x="1651410" y="1364539"/>
                    </a:lnTo>
                    <a:lnTo>
                      <a:pt x="1652679" y="1363905"/>
                    </a:lnTo>
                    <a:lnTo>
                      <a:pt x="1654583" y="1362635"/>
                    </a:lnTo>
                    <a:lnTo>
                      <a:pt x="1655852" y="1362001"/>
                    </a:lnTo>
                    <a:lnTo>
                      <a:pt x="1655218" y="1360097"/>
                    </a:lnTo>
                    <a:lnTo>
                      <a:pt x="1636812" y="1355654"/>
                    </a:lnTo>
                    <a:lnTo>
                      <a:pt x="1633639" y="1354385"/>
                    </a:lnTo>
                    <a:lnTo>
                      <a:pt x="1633004" y="1354385"/>
                    </a:lnTo>
                    <a:lnTo>
                      <a:pt x="1627927" y="1347403"/>
                    </a:lnTo>
                    <a:lnTo>
                      <a:pt x="1626023" y="1345499"/>
                    </a:lnTo>
                    <a:lnTo>
                      <a:pt x="1623484" y="1343595"/>
                    </a:lnTo>
                    <a:lnTo>
                      <a:pt x="1620311" y="1342326"/>
                    </a:lnTo>
                    <a:lnTo>
                      <a:pt x="1617772" y="1342326"/>
                    </a:lnTo>
                    <a:lnTo>
                      <a:pt x="1618407" y="1338518"/>
                    </a:lnTo>
                    <a:lnTo>
                      <a:pt x="1614599" y="1342326"/>
                    </a:lnTo>
                    <a:lnTo>
                      <a:pt x="1612060" y="1351211"/>
                    </a:lnTo>
                    <a:lnTo>
                      <a:pt x="1611425" y="1361366"/>
                    </a:lnTo>
                    <a:lnTo>
                      <a:pt x="1612695" y="1368982"/>
                    </a:lnTo>
                    <a:lnTo>
                      <a:pt x="1616503" y="1375963"/>
                    </a:lnTo>
                    <a:lnTo>
                      <a:pt x="1621580" y="1382945"/>
                    </a:lnTo>
                    <a:lnTo>
                      <a:pt x="1634274" y="1391196"/>
                    </a:lnTo>
                    <a:lnTo>
                      <a:pt x="1638082" y="1391196"/>
                    </a:lnTo>
                    <a:lnTo>
                      <a:pt x="1648236" y="1386753"/>
                    </a:lnTo>
                    <a:lnTo>
                      <a:pt x="1657122" y="1384214"/>
                    </a:lnTo>
                    <a:lnTo>
                      <a:pt x="1664103" y="1381675"/>
                    </a:lnTo>
                    <a:lnTo>
                      <a:pt x="1672354" y="1379772"/>
                    </a:lnTo>
                    <a:lnTo>
                      <a:pt x="1676162" y="1378502"/>
                    </a:lnTo>
                    <a:lnTo>
                      <a:pt x="1679970" y="1372155"/>
                    </a:lnTo>
                    <a:lnTo>
                      <a:pt x="1680604" y="1371521"/>
                    </a:lnTo>
                    <a:lnTo>
                      <a:pt x="1686316" y="1366443"/>
                    </a:lnTo>
                    <a:lnTo>
                      <a:pt x="1690124" y="1368982"/>
                    </a:lnTo>
                    <a:lnTo>
                      <a:pt x="1697106" y="1368982"/>
                    </a:lnTo>
                    <a:lnTo>
                      <a:pt x="1696471" y="1371521"/>
                    </a:lnTo>
                    <a:lnTo>
                      <a:pt x="1696471" y="1373425"/>
                    </a:lnTo>
                    <a:lnTo>
                      <a:pt x="1699010" y="1373425"/>
                    </a:lnTo>
                    <a:lnTo>
                      <a:pt x="1700279" y="1373425"/>
                    </a:lnTo>
                    <a:lnTo>
                      <a:pt x="1700914" y="1372790"/>
                    </a:lnTo>
                    <a:lnTo>
                      <a:pt x="1701549" y="1370252"/>
                    </a:lnTo>
                    <a:lnTo>
                      <a:pt x="1702818" y="1371521"/>
                    </a:lnTo>
                    <a:lnTo>
                      <a:pt x="1704088" y="1372155"/>
                    </a:lnTo>
                    <a:lnTo>
                      <a:pt x="1705357" y="1372790"/>
                    </a:lnTo>
                    <a:lnTo>
                      <a:pt x="1706626" y="1373425"/>
                    </a:lnTo>
                    <a:lnTo>
                      <a:pt x="1706626" y="1372155"/>
                    </a:lnTo>
                    <a:lnTo>
                      <a:pt x="1706626" y="1371521"/>
                    </a:lnTo>
                    <a:lnTo>
                      <a:pt x="1707261" y="1370886"/>
                    </a:lnTo>
                    <a:lnTo>
                      <a:pt x="1707895" y="1369617"/>
                    </a:lnTo>
                    <a:lnTo>
                      <a:pt x="1710434" y="1372155"/>
                    </a:lnTo>
                    <a:lnTo>
                      <a:pt x="1714242" y="1372790"/>
                    </a:lnTo>
                    <a:lnTo>
                      <a:pt x="1718050" y="1372155"/>
                    </a:lnTo>
                    <a:lnTo>
                      <a:pt x="1720589" y="1371521"/>
                    </a:lnTo>
                    <a:lnTo>
                      <a:pt x="1724397" y="1366443"/>
                    </a:lnTo>
                    <a:lnTo>
                      <a:pt x="1726935" y="1364539"/>
                    </a:lnTo>
                    <a:lnTo>
                      <a:pt x="1730743" y="1365809"/>
                    </a:lnTo>
                    <a:lnTo>
                      <a:pt x="1732012" y="1365174"/>
                    </a:lnTo>
                    <a:lnTo>
                      <a:pt x="1732648" y="1362635"/>
                    </a:lnTo>
                    <a:lnTo>
                      <a:pt x="1732012" y="1361366"/>
                    </a:lnTo>
                    <a:lnTo>
                      <a:pt x="1731378" y="1360097"/>
                    </a:lnTo>
                    <a:lnTo>
                      <a:pt x="1730743" y="1357558"/>
                    </a:lnTo>
                    <a:lnTo>
                      <a:pt x="1732012" y="1356923"/>
                    </a:lnTo>
                    <a:lnTo>
                      <a:pt x="1740263" y="1353750"/>
                    </a:lnTo>
                    <a:lnTo>
                      <a:pt x="1739629" y="1355019"/>
                    </a:lnTo>
                    <a:lnTo>
                      <a:pt x="1739629" y="1355019"/>
                    </a:lnTo>
                    <a:lnTo>
                      <a:pt x="1738994" y="1355019"/>
                    </a:lnTo>
                    <a:lnTo>
                      <a:pt x="1738359" y="1355654"/>
                    </a:lnTo>
                    <a:lnTo>
                      <a:pt x="1742168" y="1356289"/>
                    </a:lnTo>
                    <a:lnTo>
                      <a:pt x="1743437" y="1352481"/>
                    </a:lnTo>
                    <a:lnTo>
                      <a:pt x="1744071" y="1346769"/>
                    </a:lnTo>
                    <a:lnTo>
                      <a:pt x="1745341" y="1342326"/>
                    </a:lnTo>
                    <a:lnTo>
                      <a:pt x="1748514" y="1340422"/>
                    </a:lnTo>
                    <a:lnTo>
                      <a:pt x="1757399" y="1338518"/>
                    </a:lnTo>
                    <a:lnTo>
                      <a:pt x="1759938" y="1337249"/>
                    </a:lnTo>
                    <a:lnTo>
                      <a:pt x="1761208" y="1338518"/>
                    </a:lnTo>
                    <a:lnTo>
                      <a:pt x="1761842" y="1339153"/>
                    </a:lnTo>
                    <a:lnTo>
                      <a:pt x="1762477" y="1339787"/>
                    </a:lnTo>
                    <a:lnTo>
                      <a:pt x="1760572" y="1340422"/>
                    </a:lnTo>
                    <a:lnTo>
                      <a:pt x="1759938" y="1341056"/>
                    </a:lnTo>
                    <a:lnTo>
                      <a:pt x="1759303" y="1342326"/>
                    </a:lnTo>
                    <a:lnTo>
                      <a:pt x="1758669" y="1344230"/>
                    </a:lnTo>
                    <a:lnTo>
                      <a:pt x="1760572" y="1344865"/>
                    </a:lnTo>
                    <a:lnTo>
                      <a:pt x="1761842" y="1345499"/>
                    </a:lnTo>
                    <a:lnTo>
                      <a:pt x="1763111" y="1346769"/>
                    </a:lnTo>
                    <a:lnTo>
                      <a:pt x="1763746" y="1348038"/>
                    </a:lnTo>
                    <a:lnTo>
                      <a:pt x="1767554" y="1344865"/>
                    </a:lnTo>
                    <a:lnTo>
                      <a:pt x="1771997" y="1344865"/>
                    </a:lnTo>
                    <a:lnTo>
                      <a:pt x="1775805" y="1347403"/>
                    </a:lnTo>
                    <a:lnTo>
                      <a:pt x="1777709" y="1352481"/>
                    </a:lnTo>
                    <a:lnTo>
                      <a:pt x="1778978" y="1352481"/>
                    </a:lnTo>
                    <a:lnTo>
                      <a:pt x="1777709" y="1347403"/>
                    </a:lnTo>
                    <a:lnTo>
                      <a:pt x="1774536" y="1344230"/>
                    </a:lnTo>
                    <a:lnTo>
                      <a:pt x="1770093" y="1342326"/>
                    </a:lnTo>
                    <a:lnTo>
                      <a:pt x="1765016" y="1342961"/>
                    </a:lnTo>
                    <a:lnTo>
                      <a:pt x="1767554" y="1339153"/>
                    </a:lnTo>
                    <a:lnTo>
                      <a:pt x="1771362" y="1335979"/>
                    </a:lnTo>
                    <a:lnTo>
                      <a:pt x="1774536" y="1335345"/>
                    </a:lnTo>
                    <a:lnTo>
                      <a:pt x="1775170" y="1339153"/>
                    </a:lnTo>
                    <a:lnTo>
                      <a:pt x="1778344" y="1339787"/>
                    </a:lnTo>
                    <a:lnTo>
                      <a:pt x="1784056" y="1345499"/>
                    </a:lnTo>
                    <a:lnTo>
                      <a:pt x="1787864" y="1348038"/>
                    </a:lnTo>
                    <a:lnTo>
                      <a:pt x="1787864" y="1345499"/>
                    </a:lnTo>
                    <a:lnTo>
                      <a:pt x="1784056" y="1343595"/>
                    </a:lnTo>
                    <a:lnTo>
                      <a:pt x="1780882" y="1340422"/>
                    </a:lnTo>
                    <a:lnTo>
                      <a:pt x="1780882" y="1335345"/>
                    </a:lnTo>
                    <a:lnTo>
                      <a:pt x="1780882" y="1332806"/>
                    </a:lnTo>
                    <a:lnTo>
                      <a:pt x="1784056" y="1327729"/>
                    </a:lnTo>
                    <a:lnTo>
                      <a:pt x="1784690" y="1325190"/>
                    </a:lnTo>
                    <a:lnTo>
                      <a:pt x="1784690" y="1323286"/>
                    </a:lnTo>
                    <a:lnTo>
                      <a:pt x="1785325" y="1321382"/>
                    </a:lnTo>
                    <a:lnTo>
                      <a:pt x="1793576" y="1308054"/>
                    </a:lnTo>
                    <a:lnTo>
                      <a:pt x="1800557" y="1299803"/>
                    </a:lnTo>
                    <a:lnTo>
                      <a:pt x="1799922" y="1296630"/>
                    </a:lnTo>
                    <a:lnTo>
                      <a:pt x="1798018" y="1294726"/>
                    </a:lnTo>
                    <a:lnTo>
                      <a:pt x="1794845" y="1293456"/>
                    </a:lnTo>
                    <a:lnTo>
                      <a:pt x="1792306" y="1291552"/>
                    </a:lnTo>
                    <a:lnTo>
                      <a:pt x="1792941" y="1286475"/>
                    </a:lnTo>
                    <a:lnTo>
                      <a:pt x="1794210" y="1282667"/>
                    </a:lnTo>
                    <a:lnTo>
                      <a:pt x="1792941" y="1281398"/>
                    </a:lnTo>
                    <a:lnTo>
                      <a:pt x="1791037" y="1280763"/>
                    </a:lnTo>
                    <a:lnTo>
                      <a:pt x="1789768" y="1279494"/>
                    </a:lnTo>
                    <a:lnTo>
                      <a:pt x="1787864" y="1274416"/>
                    </a:lnTo>
                    <a:lnTo>
                      <a:pt x="1787229" y="1269974"/>
                    </a:lnTo>
                    <a:lnTo>
                      <a:pt x="1787864" y="1264896"/>
                    </a:lnTo>
                    <a:lnTo>
                      <a:pt x="1790402" y="1259184"/>
                    </a:lnTo>
                    <a:lnTo>
                      <a:pt x="1791037" y="1254742"/>
                    </a:lnTo>
                    <a:lnTo>
                      <a:pt x="1789133" y="1242683"/>
                    </a:lnTo>
                    <a:lnTo>
                      <a:pt x="1789133" y="1237605"/>
                    </a:lnTo>
                    <a:lnTo>
                      <a:pt x="1794210" y="1229989"/>
                    </a:lnTo>
                    <a:lnTo>
                      <a:pt x="1796749" y="1218565"/>
                    </a:lnTo>
                    <a:lnTo>
                      <a:pt x="1796115" y="1212219"/>
                    </a:lnTo>
                    <a:lnTo>
                      <a:pt x="1796749" y="1209680"/>
                    </a:lnTo>
                    <a:lnTo>
                      <a:pt x="1798653" y="1207141"/>
                    </a:lnTo>
                    <a:lnTo>
                      <a:pt x="1800557" y="1206507"/>
                    </a:lnTo>
                    <a:lnTo>
                      <a:pt x="1803096" y="1205872"/>
                    </a:lnTo>
                    <a:lnTo>
                      <a:pt x="1805635" y="1204603"/>
                    </a:lnTo>
                    <a:lnTo>
                      <a:pt x="1808173" y="1199525"/>
                    </a:lnTo>
                    <a:lnTo>
                      <a:pt x="1806269" y="1189371"/>
                    </a:lnTo>
                    <a:lnTo>
                      <a:pt x="1808173" y="1182389"/>
                    </a:lnTo>
                    <a:lnTo>
                      <a:pt x="1808173" y="1173504"/>
                    </a:lnTo>
                    <a:lnTo>
                      <a:pt x="1814519" y="1161445"/>
                    </a:lnTo>
                    <a:lnTo>
                      <a:pt x="1816424" y="1160811"/>
                    </a:lnTo>
                    <a:lnTo>
                      <a:pt x="1817693" y="1163984"/>
                    </a:lnTo>
                    <a:lnTo>
                      <a:pt x="1818963" y="1170331"/>
                    </a:lnTo>
                    <a:lnTo>
                      <a:pt x="1819597" y="1181755"/>
                    </a:lnTo>
                    <a:lnTo>
                      <a:pt x="1821501" y="1191909"/>
                    </a:lnTo>
                    <a:lnTo>
                      <a:pt x="1822770" y="1191275"/>
                    </a:lnTo>
                    <a:lnTo>
                      <a:pt x="1813250" y="1118922"/>
                    </a:lnTo>
                    <a:lnTo>
                      <a:pt x="1806269" y="1097344"/>
                    </a:lnTo>
                    <a:close/>
                    <a:moveTo>
                      <a:pt x="1591116" y="516621"/>
                    </a:moveTo>
                    <a:lnTo>
                      <a:pt x="1591116" y="508370"/>
                    </a:lnTo>
                    <a:lnTo>
                      <a:pt x="1586038" y="501389"/>
                    </a:lnTo>
                    <a:lnTo>
                      <a:pt x="1582865" y="502024"/>
                    </a:lnTo>
                    <a:lnTo>
                      <a:pt x="1580327" y="503928"/>
                    </a:lnTo>
                    <a:lnTo>
                      <a:pt x="1576518" y="508370"/>
                    </a:lnTo>
                    <a:lnTo>
                      <a:pt x="1572076" y="512178"/>
                    </a:lnTo>
                    <a:lnTo>
                      <a:pt x="1571441" y="514082"/>
                    </a:lnTo>
                    <a:lnTo>
                      <a:pt x="1570807" y="518525"/>
                    </a:lnTo>
                    <a:lnTo>
                      <a:pt x="1566364" y="519160"/>
                    </a:lnTo>
                    <a:lnTo>
                      <a:pt x="1565729" y="526141"/>
                    </a:lnTo>
                    <a:lnTo>
                      <a:pt x="1567634" y="534392"/>
                    </a:lnTo>
                    <a:lnTo>
                      <a:pt x="1570172" y="538200"/>
                    </a:lnTo>
                    <a:lnTo>
                      <a:pt x="1575249" y="557875"/>
                    </a:lnTo>
                    <a:lnTo>
                      <a:pt x="1577154" y="562317"/>
                    </a:lnTo>
                    <a:lnTo>
                      <a:pt x="1580961" y="566760"/>
                    </a:lnTo>
                    <a:lnTo>
                      <a:pt x="1592385" y="588973"/>
                    </a:lnTo>
                    <a:lnTo>
                      <a:pt x="1596828" y="595320"/>
                    </a:lnTo>
                    <a:lnTo>
                      <a:pt x="1595558" y="591512"/>
                    </a:lnTo>
                    <a:lnTo>
                      <a:pt x="1593020" y="587704"/>
                    </a:lnTo>
                    <a:lnTo>
                      <a:pt x="1589847" y="583261"/>
                    </a:lnTo>
                    <a:lnTo>
                      <a:pt x="1589212" y="580723"/>
                    </a:lnTo>
                    <a:lnTo>
                      <a:pt x="1589212" y="578184"/>
                    </a:lnTo>
                    <a:lnTo>
                      <a:pt x="1589847" y="573741"/>
                    </a:lnTo>
                    <a:lnTo>
                      <a:pt x="1586038" y="543277"/>
                    </a:lnTo>
                    <a:lnTo>
                      <a:pt x="1586674" y="533757"/>
                    </a:lnTo>
                    <a:lnTo>
                      <a:pt x="1591116" y="516621"/>
                    </a:lnTo>
                    <a:close/>
                    <a:moveTo>
                      <a:pt x="1600636" y="599128"/>
                    </a:moveTo>
                    <a:lnTo>
                      <a:pt x="1601905" y="601667"/>
                    </a:lnTo>
                    <a:lnTo>
                      <a:pt x="1602540" y="604840"/>
                    </a:lnTo>
                    <a:lnTo>
                      <a:pt x="1602540" y="604840"/>
                    </a:lnTo>
                    <a:lnTo>
                      <a:pt x="1602540" y="604840"/>
                    </a:lnTo>
                    <a:lnTo>
                      <a:pt x="1604444" y="604205"/>
                    </a:lnTo>
                    <a:lnTo>
                      <a:pt x="1603809" y="601667"/>
                    </a:lnTo>
                    <a:lnTo>
                      <a:pt x="1598732" y="594685"/>
                    </a:lnTo>
                    <a:lnTo>
                      <a:pt x="1600002" y="596589"/>
                    </a:lnTo>
                    <a:lnTo>
                      <a:pt x="1598732" y="594685"/>
                    </a:lnTo>
                    <a:lnTo>
                      <a:pt x="1600636" y="599128"/>
                    </a:lnTo>
                    <a:close/>
                    <a:moveTo>
                      <a:pt x="1670450" y="700040"/>
                    </a:moveTo>
                    <a:lnTo>
                      <a:pt x="1675527" y="706387"/>
                    </a:lnTo>
                    <a:lnTo>
                      <a:pt x="1676162" y="708291"/>
                    </a:lnTo>
                    <a:lnTo>
                      <a:pt x="1676796" y="711465"/>
                    </a:lnTo>
                    <a:lnTo>
                      <a:pt x="1679970" y="715907"/>
                    </a:lnTo>
                    <a:lnTo>
                      <a:pt x="1682509" y="722889"/>
                    </a:lnTo>
                    <a:lnTo>
                      <a:pt x="1685047" y="726062"/>
                    </a:lnTo>
                    <a:lnTo>
                      <a:pt x="1687585" y="728600"/>
                    </a:lnTo>
                    <a:lnTo>
                      <a:pt x="1690124" y="732409"/>
                    </a:lnTo>
                    <a:lnTo>
                      <a:pt x="1705991" y="767950"/>
                    </a:lnTo>
                    <a:lnTo>
                      <a:pt x="1710434" y="774932"/>
                    </a:lnTo>
                    <a:lnTo>
                      <a:pt x="1711069" y="778105"/>
                    </a:lnTo>
                    <a:lnTo>
                      <a:pt x="1711703" y="779374"/>
                    </a:lnTo>
                    <a:lnTo>
                      <a:pt x="1714877" y="781278"/>
                    </a:lnTo>
                    <a:lnTo>
                      <a:pt x="1715511" y="782547"/>
                    </a:lnTo>
                    <a:lnTo>
                      <a:pt x="1716781" y="786356"/>
                    </a:lnTo>
                    <a:lnTo>
                      <a:pt x="1735186" y="813012"/>
                    </a:lnTo>
                    <a:lnTo>
                      <a:pt x="1738994" y="821897"/>
                    </a:lnTo>
                    <a:lnTo>
                      <a:pt x="1744706" y="826340"/>
                    </a:lnTo>
                    <a:lnTo>
                      <a:pt x="1749149" y="832686"/>
                    </a:lnTo>
                    <a:lnTo>
                      <a:pt x="1749149" y="832052"/>
                    </a:lnTo>
                    <a:lnTo>
                      <a:pt x="1749783" y="832686"/>
                    </a:lnTo>
                    <a:lnTo>
                      <a:pt x="1747879" y="826974"/>
                    </a:lnTo>
                    <a:lnTo>
                      <a:pt x="1692663" y="733043"/>
                    </a:lnTo>
                    <a:lnTo>
                      <a:pt x="1691394" y="729235"/>
                    </a:lnTo>
                    <a:lnTo>
                      <a:pt x="1690124" y="724158"/>
                    </a:lnTo>
                    <a:lnTo>
                      <a:pt x="1688221" y="719080"/>
                    </a:lnTo>
                    <a:lnTo>
                      <a:pt x="1683143" y="710830"/>
                    </a:lnTo>
                    <a:lnTo>
                      <a:pt x="1671719" y="696867"/>
                    </a:lnTo>
                    <a:lnTo>
                      <a:pt x="1665372" y="687347"/>
                    </a:lnTo>
                    <a:lnTo>
                      <a:pt x="1662199" y="677827"/>
                    </a:lnTo>
                    <a:lnTo>
                      <a:pt x="1661564" y="677192"/>
                    </a:lnTo>
                    <a:lnTo>
                      <a:pt x="1660930" y="676558"/>
                    </a:lnTo>
                    <a:lnTo>
                      <a:pt x="1660295" y="675923"/>
                    </a:lnTo>
                    <a:lnTo>
                      <a:pt x="1660295" y="674654"/>
                    </a:lnTo>
                    <a:lnTo>
                      <a:pt x="1660295" y="674654"/>
                    </a:lnTo>
                    <a:lnTo>
                      <a:pt x="1660295" y="674654"/>
                    </a:lnTo>
                    <a:lnTo>
                      <a:pt x="1659025" y="675288"/>
                    </a:lnTo>
                    <a:lnTo>
                      <a:pt x="1658391" y="675923"/>
                    </a:lnTo>
                    <a:lnTo>
                      <a:pt x="1657756" y="676558"/>
                    </a:lnTo>
                    <a:lnTo>
                      <a:pt x="1661564" y="681635"/>
                    </a:lnTo>
                    <a:lnTo>
                      <a:pt x="1670450" y="700040"/>
                    </a:lnTo>
                    <a:close/>
                    <a:moveTo>
                      <a:pt x="1824039" y="1635543"/>
                    </a:moveTo>
                    <a:lnTo>
                      <a:pt x="1825309" y="1634274"/>
                    </a:lnTo>
                    <a:lnTo>
                      <a:pt x="1825944" y="1633004"/>
                    </a:lnTo>
                    <a:lnTo>
                      <a:pt x="1824675" y="1633639"/>
                    </a:lnTo>
                    <a:lnTo>
                      <a:pt x="1824039" y="1635543"/>
                    </a:lnTo>
                    <a:close/>
                    <a:moveTo>
                      <a:pt x="1844984" y="1622850"/>
                    </a:moveTo>
                    <a:lnTo>
                      <a:pt x="1846253" y="1622215"/>
                    </a:lnTo>
                    <a:lnTo>
                      <a:pt x="1845618" y="1621580"/>
                    </a:lnTo>
                    <a:lnTo>
                      <a:pt x="1844984" y="1622850"/>
                    </a:lnTo>
                    <a:close/>
                    <a:moveTo>
                      <a:pt x="1848157" y="1621580"/>
                    </a:moveTo>
                    <a:lnTo>
                      <a:pt x="1849426" y="1620311"/>
                    </a:lnTo>
                    <a:lnTo>
                      <a:pt x="1848157" y="1620311"/>
                    </a:lnTo>
                    <a:lnTo>
                      <a:pt x="1848157" y="1621580"/>
                    </a:lnTo>
                    <a:close/>
                    <a:moveTo>
                      <a:pt x="1860851" y="1612695"/>
                    </a:moveTo>
                    <a:lnTo>
                      <a:pt x="1862755" y="1612695"/>
                    </a:lnTo>
                    <a:lnTo>
                      <a:pt x="1862755" y="1611426"/>
                    </a:lnTo>
                    <a:lnTo>
                      <a:pt x="1860851" y="1612695"/>
                    </a:lnTo>
                    <a:close/>
                    <a:moveTo>
                      <a:pt x="1869102" y="1609522"/>
                    </a:moveTo>
                    <a:lnTo>
                      <a:pt x="1869102" y="1611426"/>
                    </a:lnTo>
                    <a:lnTo>
                      <a:pt x="1869736" y="1610791"/>
                    </a:lnTo>
                    <a:lnTo>
                      <a:pt x="1869102" y="1609522"/>
                    </a:lnTo>
                    <a:close/>
                    <a:moveTo>
                      <a:pt x="1142405" y="566760"/>
                    </a:moveTo>
                    <a:lnTo>
                      <a:pt x="1143674" y="568029"/>
                    </a:lnTo>
                    <a:lnTo>
                      <a:pt x="1144309" y="568664"/>
                    </a:lnTo>
                    <a:lnTo>
                      <a:pt x="1144943" y="568664"/>
                    </a:lnTo>
                    <a:lnTo>
                      <a:pt x="1144943" y="568029"/>
                    </a:lnTo>
                    <a:lnTo>
                      <a:pt x="1144943" y="567395"/>
                    </a:lnTo>
                    <a:lnTo>
                      <a:pt x="1144309" y="566760"/>
                    </a:lnTo>
                    <a:lnTo>
                      <a:pt x="1141135" y="566760"/>
                    </a:lnTo>
                    <a:lnTo>
                      <a:pt x="1140501" y="567395"/>
                    </a:lnTo>
                    <a:lnTo>
                      <a:pt x="1142405" y="566760"/>
                    </a:lnTo>
                    <a:close/>
                    <a:moveTo>
                      <a:pt x="1136693" y="509005"/>
                    </a:moveTo>
                    <a:lnTo>
                      <a:pt x="1136693" y="510274"/>
                    </a:lnTo>
                    <a:lnTo>
                      <a:pt x="1137327" y="511544"/>
                    </a:lnTo>
                    <a:lnTo>
                      <a:pt x="1139232" y="512178"/>
                    </a:lnTo>
                    <a:lnTo>
                      <a:pt x="1139866" y="511544"/>
                    </a:lnTo>
                    <a:lnTo>
                      <a:pt x="1139866" y="510909"/>
                    </a:lnTo>
                    <a:lnTo>
                      <a:pt x="1139232" y="510274"/>
                    </a:lnTo>
                    <a:lnTo>
                      <a:pt x="1138596" y="507101"/>
                    </a:lnTo>
                    <a:lnTo>
                      <a:pt x="1137327" y="505197"/>
                    </a:lnTo>
                    <a:lnTo>
                      <a:pt x="1134789" y="504562"/>
                    </a:lnTo>
                    <a:lnTo>
                      <a:pt x="1133520" y="505197"/>
                    </a:lnTo>
                    <a:lnTo>
                      <a:pt x="1136058" y="506466"/>
                    </a:lnTo>
                    <a:lnTo>
                      <a:pt x="1136058" y="507736"/>
                    </a:lnTo>
                    <a:lnTo>
                      <a:pt x="1136693" y="509005"/>
                    </a:lnTo>
                    <a:close/>
                    <a:moveTo>
                      <a:pt x="1139866" y="537565"/>
                    </a:moveTo>
                    <a:lnTo>
                      <a:pt x="1138596" y="538835"/>
                    </a:lnTo>
                    <a:lnTo>
                      <a:pt x="1139232" y="539469"/>
                    </a:lnTo>
                    <a:lnTo>
                      <a:pt x="1143040" y="538200"/>
                    </a:lnTo>
                    <a:lnTo>
                      <a:pt x="1141770" y="537565"/>
                    </a:lnTo>
                    <a:lnTo>
                      <a:pt x="1139866" y="537565"/>
                    </a:lnTo>
                    <a:close/>
                    <a:moveTo>
                      <a:pt x="1136693" y="542008"/>
                    </a:moveTo>
                    <a:lnTo>
                      <a:pt x="1135423" y="542008"/>
                    </a:lnTo>
                    <a:lnTo>
                      <a:pt x="1134154" y="542642"/>
                    </a:lnTo>
                    <a:lnTo>
                      <a:pt x="1134154" y="543277"/>
                    </a:lnTo>
                    <a:lnTo>
                      <a:pt x="1134789" y="543912"/>
                    </a:lnTo>
                    <a:lnTo>
                      <a:pt x="1134154" y="543912"/>
                    </a:lnTo>
                    <a:lnTo>
                      <a:pt x="1133520" y="543912"/>
                    </a:lnTo>
                    <a:lnTo>
                      <a:pt x="1132885" y="543912"/>
                    </a:lnTo>
                    <a:lnTo>
                      <a:pt x="1132885" y="544546"/>
                    </a:lnTo>
                    <a:lnTo>
                      <a:pt x="1136058" y="545181"/>
                    </a:lnTo>
                    <a:lnTo>
                      <a:pt x="1136058" y="545816"/>
                    </a:lnTo>
                    <a:lnTo>
                      <a:pt x="1136693" y="546451"/>
                    </a:lnTo>
                    <a:lnTo>
                      <a:pt x="1137327" y="546451"/>
                    </a:lnTo>
                    <a:lnTo>
                      <a:pt x="1137962" y="546451"/>
                    </a:lnTo>
                    <a:lnTo>
                      <a:pt x="1138596" y="544546"/>
                    </a:lnTo>
                    <a:lnTo>
                      <a:pt x="1138596" y="541373"/>
                    </a:lnTo>
                    <a:lnTo>
                      <a:pt x="1136693" y="540738"/>
                    </a:lnTo>
                    <a:lnTo>
                      <a:pt x="1136693" y="542008"/>
                    </a:lnTo>
                    <a:close/>
                    <a:moveTo>
                      <a:pt x="1139866" y="550893"/>
                    </a:moveTo>
                    <a:lnTo>
                      <a:pt x="1138596" y="550259"/>
                    </a:lnTo>
                    <a:lnTo>
                      <a:pt x="1138596" y="551528"/>
                    </a:lnTo>
                    <a:lnTo>
                      <a:pt x="1139866" y="550893"/>
                    </a:lnTo>
                    <a:lnTo>
                      <a:pt x="1139866" y="550893"/>
                    </a:lnTo>
                    <a:close/>
                    <a:moveTo>
                      <a:pt x="1134154" y="530584"/>
                    </a:moveTo>
                    <a:lnTo>
                      <a:pt x="1132250" y="529949"/>
                    </a:lnTo>
                    <a:lnTo>
                      <a:pt x="1130981" y="530584"/>
                    </a:lnTo>
                    <a:lnTo>
                      <a:pt x="1130346" y="531853"/>
                    </a:lnTo>
                    <a:lnTo>
                      <a:pt x="1130981" y="533122"/>
                    </a:lnTo>
                    <a:lnTo>
                      <a:pt x="1131615" y="533757"/>
                    </a:lnTo>
                    <a:lnTo>
                      <a:pt x="1131615" y="534392"/>
                    </a:lnTo>
                    <a:lnTo>
                      <a:pt x="1130981" y="535661"/>
                    </a:lnTo>
                    <a:lnTo>
                      <a:pt x="1130981" y="536296"/>
                    </a:lnTo>
                    <a:lnTo>
                      <a:pt x="1132250" y="536296"/>
                    </a:lnTo>
                    <a:lnTo>
                      <a:pt x="1134789" y="535661"/>
                    </a:lnTo>
                    <a:lnTo>
                      <a:pt x="1136058" y="533757"/>
                    </a:lnTo>
                    <a:lnTo>
                      <a:pt x="1135423" y="531218"/>
                    </a:lnTo>
                    <a:lnTo>
                      <a:pt x="1134154" y="530584"/>
                    </a:lnTo>
                    <a:close/>
                    <a:moveTo>
                      <a:pt x="1137962" y="559779"/>
                    </a:moveTo>
                    <a:lnTo>
                      <a:pt x="1138596" y="561048"/>
                    </a:lnTo>
                    <a:lnTo>
                      <a:pt x="1137962" y="559779"/>
                    </a:lnTo>
                    <a:lnTo>
                      <a:pt x="1137962" y="559779"/>
                    </a:lnTo>
                    <a:close/>
                    <a:moveTo>
                      <a:pt x="1122730" y="510274"/>
                    </a:moveTo>
                    <a:lnTo>
                      <a:pt x="1122730" y="510274"/>
                    </a:lnTo>
                    <a:lnTo>
                      <a:pt x="1122095" y="511544"/>
                    </a:lnTo>
                    <a:lnTo>
                      <a:pt x="1122730" y="510274"/>
                    </a:lnTo>
                    <a:lnTo>
                      <a:pt x="1123365" y="510909"/>
                    </a:lnTo>
                    <a:lnTo>
                      <a:pt x="1123365" y="511544"/>
                    </a:lnTo>
                    <a:lnTo>
                      <a:pt x="1124634" y="509639"/>
                    </a:lnTo>
                    <a:lnTo>
                      <a:pt x="1123365" y="509005"/>
                    </a:lnTo>
                    <a:lnTo>
                      <a:pt x="1122730" y="509639"/>
                    </a:lnTo>
                    <a:lnTo>
                      <a:pt x="1123365" y="510274"/>
                    </a:lnTo>
                    <a:lnTo>
                      <a:pt x="1123365" y="510274"/>
                    </a:lnTo>
                    <a:lnTo>
                      <a:pt x="1122730" y="510274"/>
                    </a:lnTo>
                    <a:close/>
                    <a:moveTo>
                      <a:pt x="1124634" y="522333"/>
                    </a:moveTo>
                    <a:lnTo>
                      <a:pt x="1122730" y="522968"/>
                    </a:lnTo>
                    <a:lnTo>
                      <a:pt x="1122095" y="524237"/>
                    </a:lnTo>
                    <a:lnTo>
                      <a:pt x="1122730" y="524872"/>
                    </a:lnTo>
                    <a:lnTo>
                      <a:pt x="1124634" y="523602"/>
                    </a:lnTo>
                    <a:lnTo>
                      <a:pt x="1125269" y="523602"/>
                    </a:lnTo>
                    <a:lnTo>
                      <a:pt x="1125903" y="523602"/>
                    </a:lnTo>
                    <a:lnTo>
                      <a:pt x="1126538" y="523602"/>
                    </a:lnTo>
                    <a:lnTo>
                      <a:pt x="1127173" y="522968"/>
                    </a:lnTo>
                    <a:lnTo>
                      <a:pt x="1126538" y="522333"/>
                    </a:lnTo>
                    <a:lnTo>
                      <a:pt x="1124634" y="522333"/>
                    </a:lnTo>
                    <a:close/>
                    <a:moveTo>
                      <a:pt x="1120192" y="513448"/>
                    </a:moveTo>
                    <a:lnTo>
                      <a:pt x="1120192" y="514717"/>
                    </a:lnTo>
                    <a:lnTo>
                      <a:pt x="1121461" y="515352"/>
                    </a:lnTo>
                    <a:lnTo>
                      <a:pt x="1121461" y="514717"/>
                    </a:lnTo>
                    <a:lnTo>
                      <a:pt x="1120192" y="513448"/>
                    </a:lnTo>
                    <a:close/>
                    <a:moveTo>
                      <a:pt x="1132885" y="509639"/>
                    </a:moveTo>
                    <a:lnTo>
                      <a:pt x="1133520" y="509639"/>
                    </a:lnTo>
                    <a:lnTo>
                      <a:pt x="1133520" y="509005"/>
                    </a:lnTo>
                    <a:lnTo>
                      <a:pt x="1132250" y="508370"/>
                    </a:lnTo>
                    <a:lnTo>
                      <a:pt x="1130981" y="507736"/>
                    </a:lnTo>
                    <a:lnTo>
                      <a:pt x="1129712" y="507736"/>
                    </a:lnTo>
                    <a:lnTo>
                      <a:pt x="1128442" y="508370"/>
                    </a:lnTo>
                    <a:lnTo>
                      <a:pt x="1127173" y="509639"/>
                    </a:lnTo>
                    <a:lnTo>
                      <a:pt x="1127807" y="510274"/>
                    </a:lnTo>
                    <a:lnTo>
                      <a:pt x="1130346" y="509639"/>
                    </a:lnTo>
                    <a:lnTo>
                      <a:pt x="1132885" y="509639"/>
                    </a:lnTo>
                    <a:close/>
                    <a:moveTo>
                      <a:pt x="1119556" y="531853"/>
                    </a:moveTo>
                    <a:lnTo>
                      <a:pt x="1120192" y="531218"/>
                    </a:lnTo>
                    <a:lnTo>
                      <a:pt x="1120192" y="530584"/>
                    </a:lnTo>
                    <a:lnTo>
                      <a:pt x="1119556" y="531218"/>
                    </a:lnTo>
                    <a:lnTo>
                      <a:pt x="1119556" y="531853"/>
                    </a:lnTo>
                    <a:close/>
                    <a:moveTo>
                      <a:pt x="1094170" y="455693"/>
                    </a:moveTo>
                    <a:lnTo>
                      <a:pt x="1093535" y="455693"/>
                    </a:lnTo>
                    <a:lnTo>
                      <a:pt x="1092266" y="456327"/>
                    </a:lnTo>
                    <a:lnTo>
                      <a:pt x="1092266" y="458231"/>
                    </a:lnTo>
                    <a:lnTo>
                      <a:pt x="1093535" y="458866"/>
                    </a:lnTo>
                    <a:lnTo>
                      <a:pt x="1094805" y="458231"/>
                    </a:lnTo>
                    <a:lnTo>
                      <a:pt x="1096074" y="456962"/>
                    </a:lnTo>
                    <a:lnTo>
                      <a:pt x="1096074" y="455693"/>
                    </a:lnTo>
                    <a:lnTo>
                      <a:pt x="1094170" y="455693"/>
                    </a:lnTo>
                    <a:close/>
                    <a:moveTo>
                      <a:pt x="1042761" y="453789"/>
                    </a:moveTo>
                    <a:lnTo>
                      <a:pt x="1041492" y="452519"/>
                    </a:lnTo>
                    <a:lnTo>
                      <a:pt x="1039588" y="451885"/>
                    </a:lnTo>
                    <a:lnTo>
                      <a:pt x="1038319" y="453789"/>
                    </a:lnTo>
                    <a:lnTo>
                      <a:pt x="1038954" y="457597"/>
                    </a:lnTo>
                    <a:lnTo>
                      <a:pt x="1040858" y="458231"/>
                    </a:lnTo>
                    <a:lnTo>
                      <a:pt x="1043396" y="456327"/>
                    </a:lnTo>
                    <a:lnTo>
                      <a:pt x="1044666" y="455693"/>
                    </a:lnTo>
                    <a:lnTo>
                      <a:pt x="1044031" y="455058"/>
                    </a:lnTo>
                    <a:lnTo>
                      <a:pt x="1042761" y="453789"/>
                    </a:lnTo>
                    <a:close/>
                    <a:moveTo>
                      <a:pt x="1129076" y="503293"/>
                    </a:moveTo>
                    <a:lnTo>
                      <a:pt x="1130981" y="503928"/>
                    </a:lnTo>
                    <a:lnTo>
                      <a:pt x="1132250" y="503928"/>
                    </a:lnTo>
                    <a:lnTo>
                      <a:pt x="1132885" y="503293"/>
                    </a:lnTo>
                    <a:lnTo>
                      <a:pt x="1132250" y="502658"/>
                    </a:lnTo>
                    <a:lnTo>
                      <a:pt x="1131615" y="502658"/>
                    </a:lnTo>
                    <a:lnTo>
                      <a:pt x="1130981" y="502024"/>
                    </a:lnTo>
                    <a:lnTo>
                      <a:pt x="1129712" y="501389"/>
                    </a:lnTo>
                    <a:lnTo>
                      <a:pt x="1128442" y="502024"/>
                    </a:lnTo>
                    <a:lnTo>
                      <a:pt x="1127807" y="502658"/>
                    </a:lnTo>
                    <a:lnTo>
                      <a:pt x="1129076" y="503293"/>
                    </a:lnTo>
                    <a:lnTo>
                      <a:pt x="1129076" y="503293"/>
                    </a:lnTo>
                    <a:close/>
                    <a:moveTo>
                      <a:pt x="1131615" y="546451"/>
                    </a:moveTo>
                    <a:lnTo>
                      <a:pt x="1131615" y="546451"/>
                    </a:lnTo>
                    <a:lnTo>
                      <a:pt x="1130346" y="545816"/>
                    </a:lnTo>
                    <a:lnTo>
                      <a:pt x="1129712" y="547085"/>
                    </a:lnTo>
                    <a:lnTo>
                      <a:pt x="1130346" y="547720"/>
                    </a:lnTo>
                    <a:lnTo>
                      <a:pt x="1130981" y="547085"/>
                    </a:lnTo>
                    <a:lnTo>
                      <a:pt x="1131615" y="546451"/>
                    </a:lnTo>
                    <a:close/>
                    <a:moveTo>
                      <a:pt x="1511148" y="1532727"/>
                    </a:moveTo>
                    <a:lnTo>
                      <a:pt x="1509878" y="1532092"/>
                    </a:lnTo>
                    <a:lnTo>
                      <a:pt x="1508609" y="1531457"/>
                    </a:lnTo>
                    <a:lnTo>
                      <a:pt x="1508609" y="1531457"/>
                    </a:lnTo>
                    <a:lnTo>
                      <a:pt x="1508609" y="1531457"/>
                    </a:lnTo>
                    <a:lnTo>
                      <a:pt x="1507340" y="1531457"/>
                    </a:lnTo>
                    <a:lnTo>
                      <a:pt x="1503531" y="1536535"/>
                    </a:lnTo>
                    <a:lnTo>
                      <a:pt x="1502262" y="1537804"/>
                    </a:lnTo>
                    <a:lnTo>
                      <a:pt x="1499723" y="1537804"/>
                    </a:lnTo>
                    <a:lnTo>
                      <a:pt x="1497185" y="1537169"/>
                    </a:lnTo>
                    <a:lnTo>
                      <a:pt x="1495281" y="1537804"/>
                    </a:lnTo>
                    <a:lnTo>
                      <a:pt x="1494647" y="1541612"/>
                    </a:lnTo>
                    <a:lnTo>
                      <a:pt x="1494647" y="1541612"/>
                    </a:lnTo>
                    <a:lnTo>
                      <a:pt x="1494647" y="1541612"/>
                    </a:lnTo>
                    <a:lnTo>
                      <a:pt x="1501628" y="1539708"/>
                    </a:lnTo>
                    <a:lnTo>
                      <a:pt x="1504801" y="1538439"/>
                    </a:lnTo>
                    <a:lnTo>
                      <a:pt x="1506705" y="1536535"/>
                    </a:lnTo>
                    <a:lnTo>
                      <a:pt x="1507340" y="1534631"/>
                    </a:lnTo>
                    <a:lnTo>
                      <a:pt x="1507975" y="1532727"/>
                    </a:lnTo>
                    <a:lnTo>
                      <a:pt x="1508609" y="1533996"/>
                    </a:lnTo>
                    <a:lnTo>
                      <a:pt x="1508609" y="1533996"/>
                    </a:lnTo>
                    <a:lnTo>
                      <a:pt x="1508609" y="1533996"/>
                    </a:lnTo>
                    <a:lnTo>
                      <a:pt x="1508609" y="1533996"/>
                    </a:lnTo>
                    <a:lnTo>
                      <a:pt x="1508609" y="1533362"/>
                    </a:lnTo>
                    <a:lnTo>
                      <a:pt x="1508609" y="1532727"/>
                    </a:lnTo>
                    <a:lnTo>
                      <a:pt x="1509244" y="1533362"/>
                    </a:lnTo>
                    <a:lnTo>
                      <a:pt x="1509878" y="1533996"/>
                    </a:lnTo>
                    <a:lnTo>
                      <a:pt x="1510513" y="1534631"/>
                    </a:lnTo>
                    <a:lnTo>
                      <a:pt x="1510513" y="1534631"/>
                    </a:lnTo>
                    <a:lnTo>
                      <a:pt x="1510513" y="1534631"/>
                    </a:lnTo>
                    <a:lnTo>
                      <a:pt x="1511782" y="1534631"/>
                    </a:lnTo>
                    <a:lnTo>
                      <a:pt x="1511148" y="1532727"/>
                    </a:lnTo>
                    <a:lnTo>
                      <a:pt x="1511148" y="1532727"/>
                    </a:lnTo>
                    <a:close/>
                    <a:moveTo>
                      <a:pt x="1495281" y="1204603"/>
                    </a:moveTo>
                    <a:lnTo>
                      <a:pt x="1495281" y="1203334"/>
                    </a:lnTo>
                    <a:lnTo>
                      <a:pt x="1494647" y="1202699"/>
                    </a:lnTo>
                    <a:lnTo>
                      <a:pt x="1494011" y="1203334"/>
                    </a:lnTo>
                    <a:lnTo>
                      <a:pt x="1494011" y="1205872"/>
                    </a:lnTo>
                    <a:lnTo>
                      <a:pt x="1494647" y="1206507"/>
                    </a:lnTo>
                    <a:lnTo>
                      <a:pt x="1495281" y="1205872"/>
                    </a:lnTo>
                    <a:lnTo>
                      <a:pt x="1495281" y="1204603"/>
                    </a:lnTo>
                    <a:close/>
                    <a:moveTo>
                      <a:pt x="1423563" y="1540343"/>
                    </a:moveTo>
                    <a:lnTo>
                      <a:pt x="1420390" y="1539708"/>
                    </a:lnTo>
                    <a:lnTo>
                      <a:pt x="1417851" y="1540343"/>
                    </a:lnTo>
                    <a:lnTo>
                      <a:pt x="1417216" y="1540977"/>
                    </a:lnTo>
                    <a:lnTo>
                      <a:pt x="1418486" y="1540343"/>
                    </a:lnTo>
                    <a:lnTo>
                      <a:pt x="1419755" y="1540343"/>
                    </a:lnTo>
                    <a:lnTo>
                      <a:pt x="1421660" y="1540977"/>
                    </a:lnTo>
                    <a:lnTo>
                      <a:pt x="1423563" y="1541612"/>
                    </a:lnTo>
                    <a:lnTo>
                      <a:pt x="1426102" y="1544786"/>
                    </a:lnTo>
                    <a:lnTo>
                      <a:pt x="1426737" y="1546055"/>
                    </a:lnTo>
                    <a:lnTo>
                      <a:pt x="1427371" y="1543516"/>
                    </a:lnTo>
                    <a:lnTo>
                      <a:pt x="1426737" y="1540977"/>
                    </a:lnTo>
                    <a:lnTo>
                      <a:pt x="1423563" y="1540343"/>
                    </a:lnTo>
                    <a:close/>
                    <a:moveTo>
                      <a:pt x="1422929" y="1551132"/>
                    </a:moveTo>
                    <a:lnTo>
                      <a:pt x="1422929" y="1551767"/>
                    </a:lnTo>
                    <a:lnTo>
                      <a:pt x="1425467" y="1550497"/>
                    </a:lnTo>
                    <a:lnTo>
                      <a:pt x="1426102" y="1549228"/>
                    </a:lnTo>
                    <a:lnTo>
                      <a:pt x="1425467" y="1549863"/>
                    </a:lnTo>
                    <a:lnTo>
                      <a:pt x="1422929" y="1551132"/>
                    </a:lnTo>
                    <a:close/>
                    <a:moveTo>
                      <a:pt x="1418486" y="1552402"/>
                    </a:moveTo>
                    <a:lnTo>
                      <a:pt x="1418486" y="1552402"/>
                    </a:lnTo>
                    <a:lnTo>
                      <a:pt x="1418486" y="1552402"/>
                    </a:lnTo>
                    <a:lnTo>
                      <a:pt x="1418486" y="1552402"/>
                    </a:lnTo>
                    <a:lnTo>
                      <a:pt x="1418486" y="1552402"/>
                    </a:lnTo>
                    <a:lnTo>
                      <a:pt x="1418486" y="1552402"/>
                    </a:lnTo>
                    <a:lnTo>
                      <a:pt x="1418486" y="1552402"/>
                    </a:lnTo>
                    <a:lnTo>
                      <a:pt x="1418486" y="1552402"/>
                    </a:lnTo>
                    <a:lnTo>
                      <a:pt x="1418486" y="1552402"/>
                    </a:lnTo>
                    <a:close/>
                    <a:moveTo>
                      <a:pt x="1527649" y="1522572"/>
                    </a:moveTo>
                    <a:lnTo>
                      <a:pt x="1527649" y="1522572"/>
                    </a:lnTo>
                    <a:lnTo>
                      <a:pt x="1527649" y="1522572"/>
                    </a:lnTo>
                    <a:lnTo>
                      <a:pt x="1521937" y="1525111"/>
                    </a:lnTo>
                    <a:lnTo>
                      <a:pt x="1519398" y="1525746"/>
                    </a:lnTo>
                    <a:lnTo>
                      <a:pt x="1516860" y="1524476"/>
                    </a:lnTo>
                    <a:lnTo>
                      <a:pt x="1516860" y="1524476"/>
                    </a:lnTo>
                    <a:lnTo>
                      <a:pt x="1516860" y="1524476"/>
                    </a:lnTo>
                    <a:lnTo>
                      <a:pt x="1515590" y="1524476"/>
                    </a:lnTo>
                    <a:lnTo>
                      <a:pt x="1514956" y="1526380"/>
                    </a:lnTo>
                    <a:lnTo>
                      <a:pt x="1514956" y="1527649"/>
                    </a:lnTo>
                    <a:lnTo>
                      <a:pt x="1515590" y="1528919"/>
                    </a:lnTo>
                    <a:lnTo>
                      <a:pt x="1516860" y="1530188"/>
                    </a:lnTo>
                    <a:lnTo>
                      <a:pt x="1516860" y="1531457"/>
                    </a:lnTo>
                    <a:lnTo>
                      <a:pt x="1514956" y="1534631"/>
                    </a:lnTo>
                    <a:lnTo>
                      <a:pt x="1514321" y="1535266"/>
                    </a:lnTo>
                    <a:lnTo>
                      <a:pt x="1514321" y="1535266"/>
                    </a:lnTo>
                    <a:lnTo>
                      <a:pt x="1514321" y="1535266"/>
                    </a:lnTo>
                    <a:lnTo>
                      <a:pt x="1530188" y="1527649"/>
                    </a:lnTo>
                    <a:lnTo>
                      <a:pt x="1528284" y="1523842"/>
                    </a:lnTo>
                    <a:lnTo>
                      <a:pt x="1527649" y="1522572"/>
                    </a:lnTo>
                    <a:close/>
                    <a:moveTo>
                      <a:pt x="1535265" y="1219835"/>
                    </a:moveTo>
                    <a:lnTo>
                      <a:pt x="1535900" y="1219835"/>
                    </a:lnTo>
                    <a:lnTo>
                      <a:pt x="1535265" y="1219835"/>
                    </a:lnTo>
                    <a:lnTo>
                      <a:pt x="1536535" y="1218565"/>
                    </a:lnTo>
                    <a:lnTo>
                      <a:pt x="1537169" y="1217296"/>
                    </a:lnTo>
                    <a:lnTo>
                      <a:pt x="1538438" y="1216027"/>
                    </a:lnTo>
                    <a:lnTo>
                      <a:pt x="1540977" y="1215392"/>
                    </a:lnTo>
                    <a:lnTo>
                      <a:pt x="1542247" y="1214123"/>
                    </a:lnTo>
                    <a:lnTo>
                      <a:pt x="1541612" y="1212854"/>
                    </a:lnTo>
                    <a:lnTo>
                      <a:pt x="1539708" y="1212219"/>
                    </a:lnTo>
                    <a:lnTo>
                      <a:pt x="1537804" y="1211584"/>
                    </a:lnTo>
                    <a:lnTo>
                      <a:pt x="1533361" y="1209045"/>
                    </a:lnTo>
                    <a:lnTo>
                      <a:pt x="1531457" y="1207776"/>
                    </a:lnTo>
                    <a:lnTo>
                      <a:pt x="1527015" y="1206507"/>
                    </a:lnTo>
                    <a:lnTo>
                      <a:pt x="1525110" y="1209045"/>
                    </a:lnTo>
                    <a:lnTo>
                      <a:pt x="1525110" y="1211584"/>
                    </a:lnTo>
                    <a:lnTo>
                      <a:pt x="1525745" y="1212854"/>
                    </a:lnTo>
                    <a:lnTo>
                      <a:pt x="1526380" y="1217931"/>
                    </a:lnTo>
                    <a:lnTo>
                      <a:pt x="1527649" y="1217296"/>
                    </a:lnTo>
                    <a:lnTo>
                      <a:pt x="1528918" y="1215392"/>
                    </a:lnTo>
                    <a:lnTo>
                      <a:pt x="1530822" y="1216027"/>
                    </a:lnTo>
                    <a:lnTo>
                      <a:pt x="1533996" y="1218565"/>
                    </a:lnTo>
                    <a:lnTo>
                      <a:pt x="1535265" y="1219835"/>
                    </a:lnTo>
                    <a:close/>
                    <a:moveTo>
                      <a:pt x="1540342" y="1216661"/>
                    </a:moveTo>
                    <a:lnTo>
                      <a:pt x="1537804" y="1218565"/>
                    </a:lnTo>
                    <a:lnTo>
                      <a:pt x="1538438" y="1219835"/>
                    </a:lnTo>
                    <a:lnTo>
                      <a:pt x="1544785" y="1221104"/>
                    </a:lnTo>
                    <a:lnTo>
                      <a:pt x="1546689" y="1220469"/>
                    </a:lnTo>
                    <a:lnTo>
                      <a:pt x="1547958" y="1218565"/>
                    </a:lnTo>
                    <a:lnTo>
                      <a:pt x="1546689" y="1216661"/>
                    </a:lnTo>
                    <a:lnTo>
                      <a:pt x="1544150" y="1216661"/>
                    </a:lnTo>
                    <a:lnTo>
                      <a:pt x="1542881" y="1217296"/>
                    </a:lnTo>
                    <a:lnTo>
                      <a:pt x="1542247" y="1217931"/>
                    </a:lnTo>
                    <a:lnTo>
                      <a:pt x="1541612" y="1216661"/>
                    </a:lnTo>
                    <a:lnTo>
                      <a:pt x="1540342" y="1216661"/>
                    </a:lnTo>
                    <a:close/>
                    <a:moveTo>
                      <a:pt x="1416582" y="1547324"/>
                    </a:moveTo>
                    <a:lnTo>
                      <a:pt x="1416582" y="1547324"/>
                    </a:lnTo>
                    <a:lnTo>
                      <a:pt x="1416582" y="1547324"/>
                    </a:lnTo>
                    <a:lnTo>
                      <a:pt x="1416582" y="1547324"/>
                    </a:lnTo>
                    <a:close/>
                    <a:moveTo>
                      <a:pt x="1500993" y="1200160"/>
                    </a:moveTo>
                    <a:lnTo>
                      <a:pt x="1499089" y="1198891"/>
                    </a:lnTo>
                    <a:lnTo>
                      <a:pt x="1496550" y="1198891"/>
                    </a:lnTo>
                    <a:lnTo>
                      <a:pt x="1496550" y="1201429"/>
                    </a:lnTo>
                    <a:lnTo>
                      <a:pt x="1497185" y="1202699"/>
                    </a:lnTo>
                    <a:lnTo>
                      <a:pt x="1498454" y="1203334"/>
                    </a:lnTo>
                    <a:lnTo>
                      <a:pt x="1499723" y="1203968"/>
                    </a:lnTo>
                    <a:lnTo>
                      <a:pt x="1500358" y="1206507"/>
                    </a:lnTo>
                    <a:lnTo>
                      <a:pt x="1500358" y="1210315"/>
                    </a:lnTo>
                    <a:lnTo>
                      <a:pt x="1500993" y="1210949"/>
                    </a:lnTo>
                    <a:lnTo>
                      <a:pt x="1502262" y="1206507"/>
                    </a:lnTo>
                    <a:lnTo>
                      <a:pt x="1502262" y="1204603"/>
                    </a:lnTo>
                    <a:lnTo>
                      <a:pt x="1501628" y="1203334"/>
                    </a:lnTo>
                    <a:lnTo>
                      <a:pt x="1500358" y="1202064"/>
                    </a:lnTo>
                    <a:lnTo>
                      <a:pt x="1499723" y="1201429"/>
                    </a:lnTo>
                    <a:lnTo>
                      <a:pt x="1500993" y="1200160"/>
                    </a:lnTo>
                    <a:lnTo>
                      <a:pt x="1500993" y="1200160"/>
                    </a:lnTo>
                    <a:close/>
                    <a:moveTo>
                      <a:pt x="1511782" y="1209045"/>
                    </a:moveTo>
                    <a:lnTo>
                      <a:pt x="1512417" y="1209680"/>
                    </a:lnTo>
                    <a:lnTo>
                      <a:pt x="1516225" y="1209680"/>
                    </a:lnTo>
                    <a:lnTo>
                      <a:pt x="1518129" y="1210949"/>
                    </a:lnTo>
                    <a:lnTo>
                      <a:pt x="1518764" y="1212219"/>
                    </a:lnTo>
                    <a:lnTo>
                      <a:pt x="1520033" y="1213488"/>
                    </a:lnTo>
                    <a:lnTo>
                      <a:pt x="1521937" y="1214758"/>
                    </a:lnTo>
                    <a:lnTo>
                      <a:pt x="1523207" y="1214123"/>
                    </a:lnTo>
                    <a:lnTo>
                      <a:pt x="1523841" y="1212219"/>
                    </a:lnTo>
                    <a:lnTo>
                      <a:pt x="1523207" y="1210949"/>
                    </a:lnTo>
                    <a:lnTo>
                      <a:pt x="1522571" y="1210315"/>
                    </a:lnTo>
                    <a:lnTo>
                      <a:pt x="1521937" y="1208411"/>
                    </a:lnTo>
                    <a:lnTo>
                      <a:pt x="1519398" y="1204603"/>
                    </a:lnTo>
                    <a:lnTo>
                      <a:pt x="1516860" y="1203334"/>
                    </a:lnTo>
                    <a:lnTo>
                      <a:pt x="1513687" y="1204603"/>
                    </a:lnTo>
                    <a:lnTo>
                      <a:pt x="1513051" y="1205237"/>
                    </a:lnTo>
                    <a:lnTo>
                      <a:pt x="1511148" y="1205872"/>
                    </a:lnTo>
                    <a:lnTo>
                      <a:pt x="1508609" y="1207776"/>
                    </a:lnTo>
                    <a:lnTo>
                      <a:pt x="1507975" y="1210949"/>
                    </a:lnTo>
                    <a:lnTo>
                      <a:pt x="1509244" y="1212219"/>
                    </a:lnTo>
                    <a:lnTo>
                      <a:pt x="1509878" y="1212854"/>
                    </a:lnTo>
                    <a:lnTo>
                      <a:pt x="1509878" y="1213488"/>
                    </a:lnTo>
                    <a:lnTo>
                      <a:pt x="1510513" y="1213488"/>
                    </a:lnTo>
                    <a:lnTo>
                      <a:pt x="1510513" y="1211584"/>
                    </a:lnTo>
                    <a:lnTo>
                      <a:pt x="1510513" y="1210949"/>
                    </a:lnTo>
                    <a:lnTo>
                      <a:pt x="1510513" y="1209680"/>
                    </a:lnTo>
                    <a:lnTo>
                      <a:pt x="1511148" y="1209045"/>
                    </a:lnTo>
                    <a:lnTo>
                      <a:pt x="1511782" y="1209045"/>
                    </a:lnTo>
                    <a:close/>
                    <a:moveTo>
                      <a:pt x="1469894" y="1203968"/>
                    </a:moveTo>
                    <a:lnTo>
                      <a:pt x="1467356" y="1205237"/>
                    </a:lnTo>
                    <a:lnTo>
                      <a:pt x="1464817" y="1205237"/>
                    </a:lnTo>
                    <a:lnTo>
                      <a:pt x="1462913" y="1205872"/>
                    </a:lnTo>
                    <a:lnTo>
                      <a:pt x="1462913" y="1208411"/>
                    </a:lnTo>
                    <a:lnTo>
                      <a:pt x="1463548" y="1209680"/>
                    </a:lnTo>
                    <a:lnTo>
                      <a:pt x="1464182" y="1210315"/>
                    </a:lnTo>
                    <a:lnTo>
                      <a:pt x="1465451" y="1210949"/>
                    </a:lnTo>
                    <a:lnTo>
                      <a:pt x="1466086" y="1212219"/>
                    </a:lnTo>
                    <a:lnTo>
                      <a:pt x="1466721" y="1214123"/>
                    </a:lnTo>
                    <a:lnTo>
                      <a:pt x="1467990" y="1214758"/>
                    </a:lnTo>
                    <a:lnTo>
                      <a:pt x="1470529" y="1214758"/>
                    </a:lnTo>
                    <a:lnTo>
                      <a:pt x="1471798" y="1213488"/>
                    </a:lnTo>
                    <a:lnTo>
                      <a:pt x="1473702" y="1208411"/>
                    </a:lnTo>
                    <a:lnTo>
                      <a:pt x="1472433" y="1205872"/>
                    </a:lnTo>
                    <a:lnTo>
                      <a:pt x="1469894" y="1203968"/>
                    </a:lnTo>
                    <a:close/>
                    <a:moveTo>
                      <a:pt x="1251568" y="1560652"/>
                    </a:moveTo>
                    <a:lnTo>
                      <a:pt x="1251568" y="1560652"/>
                    </a:lnTo>
                    <a:lnTo>
                      <a:pt x="1251568" y="1559383"/>
                    </a:lnTo>
                    <a:lnTo>
                      <a:pt x="1251568" y="1560652"/>
                    </a:lnTo>
                    <a:close/>
                    <a:moveTo>
                      <a:pt x="1252837" y="1559383"/>
                    </a:moveTo>
                    <a:lnTo>
                      <a:pt x="1252837" y="1559383"/>
                    </a:lnTo>
                    <a:lnTo>
                      <a:pt x="1252837" y="1558748"/>
                    </a:lnTo>
                    <a:lnTo>
                      <a:pt x="1252837" y="1559383"/>
                    </a:lnTo>
                    <a:close/>
                    <a:moveTo>
                      <a:pt x="1254107" y="1560017"/>
                    </a:moveTo>
                    <a:lnTo>
                      <a:pt x="1254107" y="1559383"/>
                    </a:lnTo>
                    <a:lnTo>
                      <a:pt x="1253472" y="1559383"/>
                    </a:lnTo>
                    <a:lnTo>
                      <a:pt x="1254107" y="1560017"/>
                    </a:lnTo>
                    <a:close/>
                    <a:moveTo>
                      <a:pt x="1240144" y="1560652"/>
                    </a:moveTo>
                    <a:lnTo>
                      <a:pt x="1240779" y="1560017"/>
                    </a:lnTo>
                    <a:lnTo>
                      <a:pt x="1240144" y="1559383"/>
                    </a:lnTo>
                    <a:lnTo>
                      <a:pt x="1240144" y="1560652"/>
                    </a:lnTo>
                    <a:close/>
                    <a:moveTo>
                      <a:pt x="1209680" y="883460"/>
                    </a:moveTo>
                    <a:lnTo>
                      <a:pt x="1199525" y="875209"/>
                    </a:lnTo>
                    <a:lnTo>
                      <a:pt x="1192543" y="866324"/>
                    </a:lnTo>
                    <a:lnTo>
                      <a:pt x="1190005" y="865054"/>
                    </a:lnTo>
                    <a:lnTo>
                      <a:pt x="1189370" y="865054"/>
                    </a:lnTo>
                    <a:lnTo>
                      <a:pt x="1185562" y="863785"/>
                    </a:lnTo>
                    <a:lnTo>
                      <a:pt x="1186832" y="866959"/>
                    </a:lnTo>
                    <a:lnTo>
                      <a:pt x="1190005" y="870767"/>
                    </a:lnTo>
                    <a:lnTo>
                      <a:pt x="1191909" y="872670"/>
                    </a:lnTo>
                    <a:lnTo>
                      <a:pt x="1194448" y="876479"/>
                    </a:lnTo>
                    <a:lnTo>
                      <a:pt x="1205237" y="885999"/>
                    </a:lnTo>
                    <a:lnTo>
                      <a:pt x="1209680" y="888537"/>
                    </a:lnTo>
                    <a:lnTo>
                      <a:pt x="1209680" y="888537"/>
                    </a:lnTo>
                    <a:lnTo>
                      <a:pt x="1209680" y="888537"/>
                    </a:lnTo>
                    <a:lnTo>
                      <a:pt x="1209680" y="883460"/>
                    </a:lnTo>
                    <a:close/>
                    <a:moveTo>
                      <a:pt x="1339153" y="1030068"/>
                    </a:moveTo>
                    <a:lnTo>
                      <a:pt x="1334075" y="1026261"/>
                    </a:lnTo>
                    <a:lnTo>
                      <a:pt x="1328997" y="1025626"/>
                    </a:lnTo>
                    <a:lnTo>
                      <a:pt x="1328997" y="1025626"/>
                    </a:lnTo>
                    <a:lnTo>
                      <a:pt x="1328997" y="1025626"/>
                    </a:lnTo>
                    <a:lnTo>
                      <a:pt x="1325824" y="1026261"/>
                    </a:lnTo>
                    <a:lnTo>
                      <a:pt x="1329633" y="1033242"/>
                    </a:lnTo>
                    <a:lnTo>
                      <a:pt x="1334709" y="1040223"/>
                    </a:lnTo>
                    <a:lnTo>
                      <a:pt x="1339153" y="1047205"/>
                    </a:lnTo>
                    <a:lnTo>
                      <a:pt x="1339153" y="1053551"/>
                    </a:lnTo>
                    <a:lnTo>
                      <a:pt x="1342960" y="1057994"/>
                    </a:lnTo>
                    <a:lnTo>
                      <a:pt x="1348673" y="1069418"/>
                    </a:lnTo>
                    <a:lnTo>
                      <a:pt x="1352480" y="1073861"/>
                    </a:lnTo>
                    <a:lnTo>
                      <a:pt x="1352480" y="1073861"/>
                    </a:lnTo>
                    <a:lnTo>
                      <a:pt x="1352480" y="1073861"/>
                    </a:lnTo>
                    <a:lnTo>
                      <a:pt x="1355654" y="1074495"/>
                    </a:lnTo>
                    <a:lnTo>
                      <a:pt x="1355019" y="1070053"/>
                    </a:lnTo>
                    <a:lnTo>
                      <a:pt x="1351211" y="1057360"/>
                    </a:lnTo>
                    <a:lnTo>
                      <a:pt x="1348673" y="1054186"/>
                    </a:lnTo>
                    <a:lnTo>
                      <a:pt x="1344229" y="1049109"/>
                    </a:lnTo>
                    <a:lnTo>
                      <a:pt x="1340422" y="1044031"/>
                    </a:lnTo>
                    <a:lnTo>
                      <a:pt x="1341056" y="1035146"/>
                    </a:lnTo>
                    <a:lnTo>
                      <a:pt x="1339153" y="1030068"/>
                    </a:lnTo>
                    <a:close/>
                    <a:moveTo>
                      <a:pt x="1414678" y="1553036"/>
                    </a:moveTo>
                    <a:lnTo>
                      <a:pt x="1415313" y="1553671"/>
                    </a:lnTo>
                    <a:lnTo>
                      <a:pt x="1415947" y="1553036"/>
                    </a:lnTo>
                    <a:lnTo>
                      <a:pt x="1414678" y="1553036"/>
                    </a:lnTo>
                    <a:lnTo>
                      <a:pt x="1414678" y="1553036"/>
                    </a:lnTo>
                    <a:close/>
                    <a:moveTo>
                      <a:pt x="1255376" y="1553671"/>
                    </a:moveTo>
                    <a:lnTo>
                      <a:pt x="1255376" y="1553671"/>
                    </a:lnTo>
                    <a:lnTo>
                      <a:pt x="1255376" y="1553671"/>
                    </a:lnTo>
                    <a:lnTo>
                      <a:pt x="1255376" y="1553671"/>
                    </a:lnTo>
                    <a:lnTo>
                      <a:pt x="1255376" y="1553671"/>
                    </a:lnTo>
                    <a:lnTo>
                      <a:pt x="1255376" y="1553671"/>
                    </a:lnTo>
                    <a:lnTo>
                      <a:pt x="1255376" y="1553671"/>
                    </a:lnTo>
                    <a:lnTo>
                      <a:pt x="1255376" y="1553671"/>
                    </a:lnTo>
                    <a:lnTo>
                      <a:pt x="1255376" y="1553671"/>
                    </a:lnTo>
                    <a:close/>
                    <a:moveTo>
                      <a:pt x="1414678" y="1550497"/>
                    </a:moveTo>
                    <a:lnTo>
                      <a:pt x="1414678" y="1550497"/>
                    </a:lnTo>
                    <a:lnTo>
                      <a:pt x="1414678" y="1549863"/>
                    </a:lnTo>
                    <a:lnTo>
                      <a:pt x="1414678" y="1550497"/>
                    </a:lnTo>
                    <a:close/>
                    <a:moveTo>
                      <a:pt x="1317574" y="1044031"/>
                    </a:moveTo>
                    <a:lnTo>
                      <a:pt x="1312496" y="1035146"/>
                    </a:lnTo>
                    <a:lnTo>
                      <a:pt x="1311227" y="1029434"/>
                    </a:lnTo>
                    <a:lnTo>
                      <a:pt x="1309323" y="1028799"/>
                    </a:lnTo>
                    <a:lnTo>
                      <a:pt x="1308688" y="1028799"/>
                    </a:lnTo>
                    <a:lnTo>
                      <a:pt x="1308054" y="1028799"/>
                    </a:lnTo>
                    <a:lnTo>
                      <a:pt x="1307419" y="1028799"/>
                    </a:lnTo>
                    <a:lnTo>
                      <a:pt x="1311861" y="1040223"/>
                    </a:lnTo>
                    <a:lnTo>
                      <a:pt x="1314400" y="1044666"/>
                    </a:lnTo>
                    <a:lnTo>
                      <a:pt x="1318208" y="1049743"/>
                    </a:lnTo>
                    <a:lnTo>
                      <a:pt x="1318208" y="1049743"/>
                    </a:lnTo>
                    <a:lnTo>
                      <a:pt x="1318208" y="1050378"/>
                    </a:lnTo>
                    <a:lnTo>
                      <a:pt x="1317574" y="1044031"/>
                    </a:lnTo>
                    <a:close/>
                    <a:moveTo>
                      <a:pt x="1551132" y="1499089"/>
                    </a:moveTo>
                    <a:lnTo>
                      <a:pt x="1549228" y="1496550"/>
                    </a:lnTo>
                    <a:lnTo>
                      <a:pt x="1548594" y="1496550"/>
                    </a:lnTo>
                    <a:lnTo>
                      <a:pt x="1548594" y="1496550"/>
                    </a:lnTo>
                    <a:lnTo>
                      <a:pt x="1548594" y="1496550"/>
                    </a:lnTo>
                    <a:lnTo>
                      <a:pt x="1547958" y="1496550"/>
                    </a:lnTo>
                    <a:lnTo>
                      <a:pt x="1547324" y="1496550"/>
                    </a:lnTo>
                    <a:lnTo>
                      <a:pt x="1547324" y="1495281"/>
                    </a:lnTo>
                    <a:lnTo>
                      <a:pt x="1547324" y="1495281"/>
                    </a:lnTo>
                    <a:lnTo>
                      <a:pt x="1547324" y="1495281"/>
                    </a:lnTo>
                    <a:lnTo>
                      <a:pt x="1546055" y="1495281"/>
                    </a:lnTo>
                    <a:lnTo>
                      <a:pt x="1545420" y="1500993"/>
                    </a:lnTo>
                    <a:lnTo>
                      <a:pt x="1545420" y="1500993"/>
                    </a:lnTo>
                    <a:lnTo>
                      <a:pt x="1545420" y="1500993"/>
                    </a:lnTo>
                    <a:lnTo>
                      <a:pt x="1547958" y="1500993"/>
                    </a:lnTo>
                    <a:lnTo>
                      <a:pt x="1549228" y="1501628"/>
                    </a:lnTo>
                    <a:lnTo>
                      <a:pt x="1549863" y="1502263"/>
                    </a:lnTo>
                    <a:lnTo>
                      <a:pt x="1549228" y="1504167"/>
                    </a:lnTo>
                    <a:lnTo>
                      <a:pt x="1549863" y="1506071"/>
                    </a:lnTo>
                    <a:lnTo>
                      <a:pt x="1549863" y="1506071"/>
                    </a:lnTo>
                    <a:lnTo>
                      <a:pt x="1549863" y="1506071"/>
                    </a:lnTo>
                    <a:lnTo>
                      <a:pt x="1553670" y="1505436"/>
                    </a:lnTo>
                    <a:lnTo>
                      <a:pt x="1556209" y="1506071"/>
                    </a:lnTo>
                    <a:lnTo>
                      <a:pt x="1557478" y="1508609"/>
                    </a:lnTo>
                    <a:lnTo>
                      <a:pt x="1556844" y="1511783"/>
                    </a:lnTo>
                    <a:lnTo>
                      <a:pt x="1555575" y="1512417"/>
                    </a:lnTo>
                    <a:lnTo>
                      <a:pt x="1553670" y="1509879"/>
                    </a:lnTo>
                    <a:lnTo>
                      <a:pt x="1553670" y="1509879"/>
                    </a:lnTo>
                    <a:lnTo>
                      <a:pt x="1550497" y="1508609"/>
                    </a:lnTo>
                    <a:lnTo>
                      <a:pt x="1544785" y="1507975"/>
                    </a:lnTo>
                    <a:lnTo>
                      <a:pt x="1543516" y="1507975"/>
                    </a:lnTo>
                    <a:lnTo>
                      <a:pt x="1543516" y="1507975"/>
                    </a:lnTo>
                    <a:lnTo>
                      <a:pt x="1543516" y="1507975"/>
                    </a:lnTo>
                    <a:lnTo>
                      <a:pt x="1545420" y="1509244"/>
                    </a:lnTo>
                    <a:lnTo>
                      <a:pt x="1546689" y="1510513"/>
                    </a:lnTo>
                    <a:lnTo>
                      <a:pt x="1550497" y="1511783"/>
                    </a:lnTo>
                    <a:lnTo>
                      <a:pt x="1549228" y="1514322"/>
                    </a:lnTo>
                    <a:lnTo>
                      <a:pt x="1548594" y="1514956"/>
                    </a:lnTo>
                    <a:lnTo>
                      <a:pt x="1547958" y="1515591"/>
                    </a:lnTo>
                    <a:lnTo>
                      <a:pt x="1546689" y="1516860"/>
                    </a:lnTo>
                    <a:lnTo>
                      <a:pt x="1542247" y="1520033"/>
                    </a:lnTo>
                    <a:lnTo>
                      <a:pt x="1539708" y="1519399"/>
                    </a:lnTo>
                    <a:lnTo>
                      <a:pt x="1539708" y="1519399"/>
                    </a:lnTo>
                    <a:lnTo>
                      <a:pt x="1539708" y="1519399"/>
                    </a:lnTo>
                    <a:lnTo>
                      <a:pt x="1537169" y="1520668"/>
                    </a:lnTo>
                    <a:lnTo>
                      <a:pt x="1533361" y="1525111"/>
                    </a:lnTo>
                    <a:lnTo>
                      <a:pt x="1533361" y="1527015"/>
                    </a:lnTo>
                    <a:lnTo>
                      <a:pt x="1533361" y="1527015"/>
                    </a:lnTo>
                    <a:lnTo>
                      <a:pt x="1533361" y="1527015"/>
                    </a:lnTo>
                    <a:lnTo>
                      <a:pt x="1548594" y="1520033"/>
                    </a:lnTo>
                    <a:lnTo>
                      <a:pt x="1555575" y="1515591"/>
                    </a:lnTo>
                    <a:lnTo>
                      <a:pt x="1560652" y="1510513"/>
                    </a:lnTo>
                    <a:lnTo>
                      <a:pt x="1560017" y="1508609"/>
                    </a:lnTo>
                    <a:lnTo>
                      <a:pt x="1551132" y="1499089"/>
                    </a:lnTo>
                    <a:close/>
                    <a:moveTo>
                      <a:pt x="1304246" y="1009124"/>
                    </a:moveTo>
                    <a:lnTo>
                      <a:pt x="1301072" y="1004047"/>
                    </a:lnTo>
                    <a:lnTo>
                      <a:pt x="1299803" y="1002778"/>
                    </a:lnTo>
                    <a:lnTo>
                      <a:pt x="1299803" y="1002778"/>
                    </a:lnTo>
                    <a:lnTo>
                      <a:pt x="1299803" y="1002778"/>
                    </a:lnTo>
                    <a:lnTo>
                      <a:pt x="1299168" y="1002778"/>
                    </a:lnTo>
                    <a:lnTo>
                      <a:pt x="1298534" y="1004682"/>
                    </a:lnTo>
                    <a:lnTo>
                      <a:pt x="1301072" y="1008490"/>
                    </a:lnTo>
                    <a:lnTo>
                      <a:pt x="1303610" y="1020548"/>
                    </a:lnTo>
                    <a:lnTo>
                      <a:pt x="1306149" y="1025626"/>
                    </a:lnTo>
                    <a:lnTo>
                      <a:pt x="1306149" y="1025626"/>
                    </a:lnTo>
                    <a:lnTo>
                      <a:pt x="1306149" y="1025626"/>
                    </a:lnTo>
                    <a:lnTo>
                      <a:pt x="1306784" y="1019914"/>
                    </a:lnTo>
                    <a:lnTo>
                      <a:pt x="1306149" y="1014837"/>
                    </a:lnTo>
                    <a:lnTo>
                      <a:pt x="1304246" y="1009124"/>
                    </a:lnTo>
                    <a:close/>
                    <a:moveTo>
                      <a:pt x="1620945" y="1323921"/>
                    </a:moveTo>
                    <a:lnTo>
                      <a:pt x="1622850" y="1325190"/>
                    </a:lnTo>
                    <a:lnTo>
                      <a:pt x="1625388" y="1325825"/>
                    </a:lnTo>
                    <a:lnTo>
                      <a:pt x="1625388" y="1323286"/>
                    </a:lnTo>
                    <a:lnTo>
                      <a:pt x="1626023" y="1322016"/>
                    </a:lnTo>
                    <a:lnTo>
                      <a:pt x="1625388" y="1321382"/>
                    </a:lnTo>
                    <a:lnTo>
                      <a:pt x="1624754" y="1319478"/>
                    </a:lnTo>
                    <a:lnTo>
                      <a:pt x="1622850" y="1319478"/>
                    </a:lnTo>
                    <a:lnTo>
                      <a:pt x="1620311" y="1320747"/>
                    </a:lnTo>
                    <a:lnTo>
                      <a:pt x="1619676" y="1320747"/>
                    </a:lnTo>
                    <a:lnTo>
                      <a:pt x="1620311" y="1320112"/>
                    </a:lnTo>
                    <a:lnTo>
                      <a:pt x="1619042" y="1320112"/>
                    </a:lnTo>
                    <a:lnTo>
                      <a:pt x="1617772" y="1321382"/>
                    </a:lnTo>
                    <a:lnTo>
                      <a:pt x="1620945" y="1323921"/>
                    </a:lnTo>
                    <a:close/>
                    <a:moveTo>
                      <a:pt x="1652679" y="1336614"/>
                    </a:moveTo>
                    <a:lnTo>
                      <a:pt x="1653948" y="1335345"/>
                    </a:lnTo>
                    <a:lnTo>
                      <a:pt x="1655218" y="1334710"/>
                    </a:lnTo>
                    <a:lnTo>
                      <a:pt x="1653948" y="1332806"/>
                    </a:lnTo>
                    <a:lnTo>
                      <a:pt x="1652679" y="1332806"/>
                    </a:lnTo>
                    <a:lnTo>
                      <a:pt x="1652679" y="1333441"/>
                    </a:lnTo>
                    <a:lnTo>
                      <a:pt x="1653314" y="1334075"/>
                    </a:lnTo>
                    <a:lnTo>
                      <a:pt x="1653314" y="1334075"/>
                    </a:lnTo>
                    <a:lnTo>
                      <a:pt x="1652679" y="1335345"/>
                    </a:lnTo>
                    <a:lnTo>
                      <a:pt x="1652679" y="1336614"/>
                    </a:lnTo>
                    <a:close/>
                    <a:moveTo>
                      <a:pt x="1658391" y="1342961"/>
                    </a:moveTo>
                    <a:lnTo>
                      <a:pt x="1660930" y="1342961"/>
                    </a:lnTo>
                    <a:lnTo>
                      <a:pt x="1660930" y="1342961"/>
                    </a:lnTo>
                    <a:lnTo>
                      <a:pt x="1660295" y="1341056"/>
                    </a:lnTo>
                    <a:lnTo>
                      <a:pt x="1662199" y="1339787"/>
                    </a:lnTo>
                    <a:lnTo>
                      <a:pt x="1662834" y="1339153"/>
                    </a:lnTo>
                    <a:lnTo>
                      <a:pt x="1662199" y="1338518"/>
                    </a:lnTo>
                    <a:lnTo>
                      <a:pt x="1662199" y="1337883"/>
                    </a:lnTo>
                    <a:lnTo>
                      <a:pt x="1660295" y="1337249"/>
                    </a:lnTo>
                    <a:lnTo>
                      <a:pt x="1659025" y="1337249"/>
                    </a:lnTo>
                    <a:lnTo>
                      <a:pt x="1659661" y="1337883"/>
                    </a:lnTo>
                    <a:lnTo>
                      <a:pt x="1659025" y="1339153"/>
                    </a:lnTo>
                    <a:lnTo>
                      <a:pt x="1658391" y="1342961"/>
                    </a:lnTo>
                    <a:close/>
                    <a:moveTo>
                      <a:pt x="1634274" y="1323921"/>
                    </a:moveTo>
                    <a:lnTo>
                      <a:pt x="1636177" y="1322016"/>
                    </a:lnTo>
                    <a:lnTo>
                      <a:pt x="1635543" y="1321382"/>
                    </a:lnTo>
                    <a:lnTo>
                      <a:pt x="1631735" y="1320747"/>
                    </a:lnTo>
                    <a:lnTo>
                      <a:pt x="1630465" y="1321382"/>
                    </a:lnTo>
                    <a:lnTo>
                      <a:pt x="1630465" y="1322651"/>
                    </a:lnTo>
                    <a:lnTo>
                      <a:pt x="1631101" y="1323921"/>
                    </a:lnTo>
                    <a:lnTo>
                      <a:pt x="1632370" y="1324555"/>
                    </a:lnTo>
                    <a:lnTo>
                      <a:pt x="1634274" y="1323921"/>
                    </a:lnTo>
                    <a:close/>
                    <a:moveTo>
                      <a:pt x="1628562" y="1328363"/>
                    </a:moveTo>
                    <a:lnTo>
                      <a:pt x="1629831" y="1331536"/>
                    </a:lnTo>
                    <a:lnTo>
                      <a:pt x="1632370" y="1334075"/>
                    </a:lnTo>
                    <a:lnTo>
                      <a:pt x="1634274" y="1334710"/>
                    </a:lnTo>
                    <a:lnTo>
                      <a:pt x="1635543" y="1333441"/>
                    </a:lnTo>
                    <a:lnTo>
                      <a:pt x="1636177" y="1331536"/>
                    </a:lnTo>
                    <a:lnTo>
                      <a:pt x="1637447" y="1328363"/>
                    </a:lnTo>
                    <a:lnTo>
                      <a:pt x="1636177" y="1325825"/>
                    </a:lnTo>
                    <a:lnTo>
                      <a:pt x="1634908" y="1325190"/>
                    </a:lnTo>
                    <a:lnTo>
                      <a:pt x="1632370" y="1325190"/>
                    </a:lnTo>
                    <a:lnTo>
                      <a:pt x="1629831" y="1325825"/>
                    </a:lnTo>
                    <a:lnTo>
                      <a:pt x="1628562" y="1328363"/>
                    </a:lnTo>
                    <a:close/>
                    <a:moveTo>
                      <a:pt x="1627292" y="1318209"/>
                    </a:moveTo>
                    <a:lnTo>
                      <a:pt x="1627292" y="1317574"/>
                    </a:lnTo>
                    <a:lnTo>
                      <a:pt x="1623484" y="1317574"/>
                    </a:lnTo>
                    <a:lnTo>
                      <a:pt x="1619042" y="1316939"/>
                    </a:lnTo>
                    <a:lnTo>
                      <a:pt x="1617772" y="1317574"/>
                    </a:lnTo>
                    <a:lnTo>
                      <a:pt x="1617137" y="1318843"/>
                    </a:lnTo>
                    <a:lnTo>
                      <a:pt x="1619042" y="1318843"/>
                    </a:lnTo>
                    <a:lnTo>
                      <a:pt x="1627292" y="1318209"/>
                    </a:lnTo>
                    <a:close/>
                    <a:moveTo>
                      <a:pt x="1196986" y="831417"/>
                    </a:moveTo>
                    <a:lnTo>
                      <a:pt x="1196986" y="831417"/>
                    </a:lnTo>
                    <a:lnTo>
                      <a:pt x="1195717" y="831417"/>
                    </a:lnTo>
                    <a:lnTo>
                      <a:pt x="1195082" y="832052"/>
                    </a:lnTo>
                    <a:lnTo>
                      <a:pt x="1194448" y="834590"/>
                    </a:lnTo>
                    <a:lnTo>
                      <a:pt x="1194448" y="834590"/>
                    </a:lnTo>
                    <a:lnTo>
                      <a:pt x="1194448" y="834590"/>
                    </a:lnTo>
                    <a:lnTo>
                      <a:pt x="1198256" y="832052"/>
                    </a:lnTo>
                    <a:lnTo>
                      <a:pt x="1198256" y="832052"/>
                    </a:lnTo>
                    <a:lnTo>
                      <a:pt x="1198256" y="832052"/>
                    </a:lnTo>
                    <a:lnTo>
                      <a:pt x="1198256" y="832052"/>
                    </a:lnTo>
                    <a:lnTo>
                      <a:pt x="1198890" y="831417"/>
                    </a:lnTo>
                    <a:lnTo>
                      <a:pt x="1198256" y="831417"/>
                    </a:lnTo>
                    <a:lnTo>
                      <a:pt x="1198256" y="831417"/>
                    </a:lnTo>
                    <a:lnTo>
                      <a:pt x="1197621" y="832052"/>
                    </a:lnTo>
                    <a:lnTo>
                      <a:pt x="1196986" y="831417"/>
                    </a:lnTo>
                    <a:close/>
                    <a:moveTo>
                      <a:pt x="1662834" y="1334710"/>
                    </a:moveTo>
                    <a:lnTo>
                      <a:pt x="1663469" y="1335979"/>
                    </a:lnTo>
                    <a:lnTo>
                      <a:pt x="1664103" y="1339787"/>
                    </a:lnTo>
                    <a:lnTo>
                      <a:pt x="1664738" y="1339787"/>
                    </a:lnTo>
                    <a:lnTo>
                      <a:pt x="1665372" y="1337883"/>
                    </a:lnTo>
                    <a:lnTo>
                      <a:pt x="1665372" y="1335979"/>
                    </a:lnTo>
                    <a:lnTo>
                      <a:pt x="1663469" y="1332806"/>
                    </a:lnTo>
                    <a:lnTo>
                      <a:pt x="1661564" y="1331536"/>
                    </a:lnTo>
                    <a:lnTo>
                      <a:pt x="1660295" y="1333441"/>
                    </a:lnTo>
                    <a:lnTo>
                      <a:pt x="1660295" y="1335345"/>
                    </a:lnTo>
                    <a:lnTo>
                      <a:pt x="1660930" y="1335345"/>
                    </a:lnTo>
                    <a:lnTo>
                      <a:pt x="1662834" y="1334710"/>
                    </a:lnTo>
                    <a:close/>
                    <a:moveTo>
                      <a:pt x="1563825" y="1495281"/>
                    </a:moveTo>
                    <a:lnTo>
                      <a:pt x="1563190" y="1494647"/>
                    </a:lnTo>
                    <a:lnTo>
                      <a:pt x="1561287" y="1493377"/>
                    </a:lnTo>
                    <a:lnTo>
                      <a:pt x="1559383" y="1492743"/>
                    </a:lnTo>
                    <a:lnTo>
                      <a:pt x="1558114" y="1492743"/>
                    </a:lnTo>
                    <a:lnTo>
                      <a:pt x="1556844" y="1492108"/>
                    </a:lnTo>
                    <a:lnTo>
                      <a:pt x="1556209" y="1492108"/>
                    </a:lnTo>
                    <a:lnTo>
                      <a:pt x="1555575" y="1494647"/>
                    </a:lnTo>
                    <a:lnTo>
                      <a:pt x="1555575" y="1497820"/>
                    </a:lnTo>
                    <a:lnTo>
                      <a:pt x="1556844" y="1499724"/>
                    </a:lnTo>
                    <a:lnTo>
                      <a:pt x="1557478" y="1500359"/>
                    </a:lnTo>
                    <a:lnTo>
                      <a:pt x="1558114" y="1500993"/>
                    </a:lnTo>
                    <a:lnTo>
                      <a:pt x="1559383" y="1500993"/>
                    </a:lnTo>
                    <a:lnTo>
                      <a:pt x="1560017" y="1500359"/>
                    </a:lnTo>
                    <a:lnTo>
                      <a:pt x="1560652" y="1499724"/>
                    </a:lnTo>
                    <a:lnTo>
                      <a:pt x="1561921" y="1499724"/>
                    </a:lnTo>
                    <a:lnTo>
                      <a:pt x="1563190" y="1500993"/>
                    </a:lnTo>
                    <a:lnTo>
                      <a:pt x="1564460" y="1502897"/>
                    </a:lnTo>
                    <a:lnTo>
                      <a:pt x="1565095" y="1501628"/>
                    </a:lnTo>
                    <a:lnTo>
                      <a:pt x="1564460" y="1497185"/>
                    </a:lnTo>
                    <a:lnTo>
                      <a:pt x="1563825" y="1495281"/>
                    </a:lnTo>
                    <a:close/>
                    <a:moveTo>
                      <a:pt x="1148752" y="588339"/>
                    </a:moveTo>
                    <a:lnTo>
                      <a:pt x="1148752" y="588339"/>
                    </a:lnTo>
                    <a:lnTo>
                      <a:pt x="1149386" y="588973"/>
                    </a:lnTo>
                    <a:lnTo>
                      <a:pt x="1150021" y="588339"/>
                    </a:lnTo>
                    <a:lnTo>
                      <a:pt x="1150021" y="587704"/>
                    </a:lnTo>
                    <a:lnTo>
                      <a:pt x="1148752" y="586435"/>
                    </a:lnTo>
                    <a:lnTo>
                      <a:pt x="1146847" y="587069"/>
                    </a:lnTo>
                    <a:lnTo>
                      <a:pt x="1148116" y="587704"/>
                    </a:lnTo>
                    <a:lnTo>
                      <a:pt x="1148752" y="588339"/>
                    </a:lnTo>
                    <a:close/>
                    <a:moveTo>
                      <a:pt x="1754861" y="1333441"/>
                    </a:moveTo>
                    <a:lnTo>
                      <a:pt x="1754226" y="1334075"/>
                    </a:lnTo>
                    <a:lnTo>
                      <a:pt x="1754226" y="1334710"/>
                    </a:lnTo>
                    <a:lnTo>
                      <a:pt x="1752957" y="1335345"/>
                    </a:lnTo>
                    <a:lnTo>
                      <a:pt x="1752322" y="1336614"/>
                    </a:lnTo>
                    <a:lnTo>
                      <a:pt x="1752322" y="1336614"/>
                    </a:lnTo>
                    <a:lnTo>
                      <a:pt x="1754226" y="1335979"/>
                    </a:lnTo>
                    <a:lnTo>
                      <a:pt x="1754861" y="1333441"/>
                    </a:lnTo>
                    <a:close/>
                    <a:moveTo>
                      <a:pt x="1725666" y="1358193"/>
                    </a:moveTo>
                    <a:lnTo>
                      <a:pt x="1725031" y="1356923"/>
                    </a:lnTo>
                    <a:lnTo>
                      <a:pt x="1724397" y="1356289"/>
                    </a:lnTo>
                    <a:lnTo>
                      <a:pt x="1724397" y="1358828"/>
                    </a:lnTo>
                    <a:lnTo>
                      <a:pt x="1725031" y="1358193"/>
                    </a:lnTo>
                    <a:lnTo>
                      <a:pt x="1725666" y="1358193"/>
                    </a:lnTo>
                    <a:close/>
                    <a:moveTo>
                      <a:pt x="1730109" y="1410236"/>
                    </a:moveTo>
                    <a:lnTo>
                      <a:pt x="1730743" y="1411505"/>
                    </a:lnTo>
                    <a:lnTo>
                      <a:pt x="1731378" y="1410870"/>
                    </a:lnTo>
                    <a:lnTo>
                      <a:pt x="1730109" y="1410236"/>
                    </a:lnTo>
                    <a:close/>
                    <a:moveTo>
                      <a:pt x="1733282" y="1358828"/>
                    </a:moveTo>
                    <a:lnTo>
                      <a:pt x="1732012" y="1358193"/>
                    </a:lnTo>
                    <a:lnTo>
                      <a:pt x="1730743" y="1358828"/>
                    </a:lnTo>
                    <a:lnTo>
                      <a:pt x="1730743" y="1359462"/>
                    </a:lnTo>
                    <a:lnTo>
                      <a:pt x="1732012" y="1360097"/>
                    </a:lnTo>
                    <a:lnTo>
                      <a:pt x="1732648" y="1361366"/>
                    </a:lnTo>
                    <a:lnTo>
                      <a:pt x="1733282" y="1361366"/>
                    </a:lnTo>
                    <a:lnTo>
                      <a:pt x="1733917" y="1362001"/>
                    </a:lnTo>
                    <a:lnTo>
                      <a:pt x="1734551" y="1360731"/>
                    </a:lnTo>
                    <a:lnTo>
                      <a:pt x="1733917" y="1358828"/>
                    </a:lnTo>
                    <a:lnTo>
                      <a:pt x="1733282" y="1358828"/>
                    </a:lnTo>
                    <a:close/>
                    <a:moveTo>
                      <a:pt x="1719319" y="1353750"/>
                    </a:moveTo>
                    <a:lnTo>
                      <a:pt x="1717415" y="1354385"/>
                    </a:lnTo>
                    <a:lnTo>
                      <a:pt x="1719319" y="1356289"/>
                    </a:lnTo>
                    <a:lnTo>
                      <a:pt x="1719319" y="1353750"/>
                    </a:lnTo>
                    <a:close/>
                    <a:moveTo>
                      <a:pt x="1726935" y="1420390"/>
                    </a:moveTo>
                    <a:lnTo>
                      <a:pt x="1725031" y="1421660"/>
                    </a:lnTo>
                    <a:lnTo>
                      <a:pt x="1723762" y="1422929"/>
                    </a:lnTo>
                    <a:lnTo>
                      <a:pt x="1723762" y="1424833"/>
                    </a:lnTo>
                    <a:lnTo>
                      <a:pt x="1724397" y="1424833"/>
                    </a:lnTo>
                    <a:lnTo>
                      <a:pt x="1727570" y="1422294"/>
                    </a:lnTo>
                    <a:lnTo>
                      <a:pt x="1728839" y="1421025"/>
                    </a:lnTo>
                    <a:lnTo>
                      <a:pt x="1730743" y="1417852"/>
                    </a:lnTo>
                    <a:lnTo>
                      <a:pt x="1730109" y="1416582"/>
                    </a:lnTo>
                    <a:lnTo>
                      <a:pt x="1726935" y="1420390"/>
                    </a:lnTo>
                    <a:close/>
                    <a:moveTo>
                      <a:pt x="1747245" y="1398177"/>
                    </a:moveTo>
                    <a:lnTo>
                      <a:pt x="1745976" y="1399446"/>
                    </a:lnTo>
                    <a:lnTo>
                      <a:pt x="1740263" y="1409601"/>
                    </a:lnTo>
                    <a:lnTo>
                      <a:pt x="1742802" y="1408332"/>
                    </a:lnTo>
                    <a:lnTo>
                      <a:pt x="1746610" y="1402619"/>
                    </a:lnTo>
                    <a:lnTo>
                      <a:pt x="1747879" y="1399446"/>
                    </a:lnTo>
                    <a:lnTo>
                      <a:pt x="1747879" y="1398812"/>
                    </a:lnTo>
                    <a:lnTo>
                      <a:pt x="1747245" y="1398177"/>
                    </a:lnTo>
                    <a:close/>
                    <a:moveTo>
                      <a:pt x="1734551" y="1357558"/>
                    </a:moveTo>
                    <a:lnTo>
                      <a:pt x="1735186" y="1357558"/>
                    </a:lnTo>
                    <a:lnTo>
                      <a:pt x="1735186" y="1355019"/>
                    </a:lnTo>
                    <a:lnTo>
                      <a:pt x="1733917" y="1352481"/>
                    </a:lnTo>
                    <a:lnTo>
                      <a:pt x="1733282" y="1351846"/>
                    </a:lnTo>
                    <a:lnTo>
                      <a:pt x="1732648" y="1352481"/>
                    </a:lnTo>
                    <a:lnTo>
                      <a:pt x="1732648" y="1355019"/>
                    </a:lnTo>
                    <a:lnTo>
                      <a:pt x="1734551" y="1357558"/>
                    </a:lnTo>
                    <a:close/>
                    <a:moveTo>
                      <a:pt x="1806269" y="1283936"/>
                    </a:moveTo>
                    <a:lnTo>
                      <a:pt x="1803096" y="1287110"/>
                    </a:lnTo>
                    <a:lnTo>
                      <a:pt x="1798653" y="1297265"/>
                    </a:lnTo>
                    <a:lnTo>
                      <a:pt x="1796115" y="1299803"/>
                    </a:lnTo>
                    <a:lnTo>
                      <a:pt x="1789133" y="1302976"/>
                    </a:lnTo>
                    <a:lnTo>
                      <a:pt x="1787864" y="1304881"/>
                    </a:lnTo>
                    <a:lnTo>
                      <a:pt x="1789133" y="1307419"/>
                    </a:lnTo>
                    <a:lnTo>
                      <a:pt x="1791037" y="1308054"/>
                    </a:lnTo>
                    <a:lnTo>
                      <a:pt x="1792941" y="1309323"/>
                    </a:lnTo>
                    <a:lnTo>
                      <a:pt x="1794210" y="1312496"/>
                    </a:lnTo>
                    <a:lnTo>
                      <a:pt x="1792941" y="1318209"/>
                    </a:lnTo>
                    <a:lnTo>
                      <a:pt x="1785959" y="1328363"/>
                    </a:lnTo>
                    <a:lnTo>
                      <a:pt x="1783421" y="1339787"/>
                    </a:lnTo>
                    <a:lnTo>
                      <a:pt x="1772631" y="1339153"/>
                    </a:lnTo>
                    <a:lnTo>
                      <a:pt x="1771997" y="1343595"/>
                    </a:lnTo>
                    <a:lnTo>
                      <a:pt x="1771997" y="1343595"/>
                    </a:lnTo>
                    <a:lnTo>
                      <a:pt x="1771997" y="1343595"/>
                    </a:lnTo>
                    <a:lnTo>
                      <a:pt x="1775170" y="1341691"/>
                    </a:lnTo>
                    <a:lnTo>
                      <a:pt x="1775805" y="1341691"/>
                    </a:lnTo>
                    <a:lnTo>
                      <a:pt x="1777709" y="1342326"/>
                    </a:lnTo>
                    <a:lnTo>
                      <a:pt x="1779613" y="1344230"/>
                    </a:lnTo>
                    <a:lnTo>
                      <a:pt x="1778978" y="1347403"/>
                    </a:lnTo>
                    <a:lnTo>
                      <a:pt x="1777075" y="1346769"/>
                    </a:lnTo>
                    <a:lnTo>
                      <a:pt x="1777075" y="1346769"/>
                    </a:lnTo>
                    <a:lnTo>
                      <a:pt x="1777075" y="1346769"/>
                    </a:lnTo>
                    <a:lnTo>
                      <a:pt x="1776439" y="1346769"/>
                    </a:lnTo>
                    <a:lnTo>
                      <a:pt x="1776439" y="1347403"/>
                    </a:lnTo>
                    <a:lnTo>
                      <a:pt x="1777709" y="1348673"/>
                    </a:lnTo>
                    <a:lnTo>
                      <a:pt x="1776439" y="1351846"/>
                    </a:lnTo>
                    <a:lnTo>
                      <a:pt x="1774536" y="1353750"/>
                    </a:lnTo>
                    <a:lnTo>
                      <a:pt x="1770093" y="1355654"/>
                    </a:lnTo>
                    <a:lnTo>
                      <a:pt x="1771362" y="1358828"/>
                    </a:lnTo>
                    <a:lnTo>
                      <a:pt x="1770093" y="1362001"/>
                    </a:lnTo>
                    <a:lnTo>
                      <a:pt x="1765650" y="1368982"/>
                    </a:lnTo>
                    <a:lnTo>
                      <a:pt x="1763111" y="1374694"/>
                    </a:lnTo>
                    <a:lnTo>
                      <a:pt x="1761842" y="1375963"/>
                    </a:lnTo>
                    <a:lnTo>
                      <a:pt x="1758034" y="1377233"/>
                    </a:lnTo>
                    <a:lnTo>
                      <a:pt x="1757399" y="1379137"/>
                    </a:lnTo>
                    <a:lnTo>
                      <a:pt x="1756130" y="1388022"/>
                    </a:lnTo>
                    <a:lnTo>
                      <a:pt x="1753591" y="1389292"/>
                    </a:lnTo>
                    <a:lnTo>
                      <a:pt x="1750418" y="1390561"/>
                    </a:lnTo>
                    <a:lnTo>
                      <a:pt x="1748514" y="1392465"/>
                    </a:lnTo>
                    <a:lnTo>
                      <a:pt x="1750418" y="1395003"/>
                    </a:lnTo>
                    <a:lnTo>
                      <a:pt x="1750418" y="1395003"/>
                    </a:lnTo>
                    <a:lnTo>
                      <a:pt x="1750418" y="1395003"/>
                    </a:lnTo>
                    <a:lnTo>
                      <a:pt x="1754861" y="1394369"/>
                    </a:lnTo>
                    <a:lnTo>
                      <a:pt x="1758669" y="1388022"/>
                    </a:lnTo>
                    <a:lnTo>
                      <a:pt x="1765016" y="1375963"/>
                    </a:lnTo>
                    <a:lnTo>
                      <a:pt x="1770728" y="1368982"/>
                    </a:lnTo>
                    <a:lnTo>
                      <a:pt x="1771997" y="1365809"/>
                    </a:lnTo>
                    <a:lnTo>
                      <a:pt x="1772631" y="1360097"/>
                    </a:lnTo>
                    <a:lnTo>
                      <a:pt x="1773901" y="1356923"/>
                    </a:lnTo>
                    <a:lnTo>
                      <a:pt x="1776439" y="1356923"/>
                    </a:lnTo>
                    <a:lnTo>
                      <a:pt x="1778978" y="1355019"/>
                    </a:lnTo>
                    <a:lnTo>
                      <a:pt x="1794210" y="1334075"/>
                    </a:lnTo>
                    <a:lnTo>
                      <a:pt x="1793576" y="1332806"/>
                    </a:lnTo>
                    <a:lnTo>
                      <a:pt x="1791671" y="1328998"/>
                    </a:lnTo>
                    <a:lnTo>
                      <a:pt x="1793576" y="1322651"/>
                    </a:lnTo>
                    <a:lnTo>
                      <a:pt x="1798653" y="1310592"/>
                    </a:lnTo>
                    <a:lnTo>
                      <a:pt x="1803730" y="1301072"/>
                    </a:lnTo>
                    <a:lnTo>
                      <a:pt x="1804365" y="1298534"/>
                    </a:lnTo>
                    <a:lnTo>
                      <a:pt x="1804365" y="1296630"/>
                    </a:lnTo>
                    <a:lnTo>
                      <a:pt x="1804999" y="1293456"/>
                    </a:lnTo>
                    <a:lnTo>
                      <a:pt x="1806269" y="1290283"/>
                    </a:lnTo>
                    <a:lnTo>
                      <a:pt x="1807538" y="1288379"/>
                    </a:lnTo>
                    <a:lnTo>
                      <a:pt x="1808173" y="1287744"/>
                    </a:lnTo>
                    <a:lnTo>
                      <a:pt x="1808808" y="1287110"/>
                    </a:lnTo>
                    <a:lnTo>
                      <a:pt x="1809442" y="1286475"/>
                    </a:lnTo>
                    <a:lnTo>
                      <a:pt x="1810077" y="1285206"/>
                    </a:lnTo>
                    <a:lnTo>
                      <a:pt x="1806269" y="1283936"/>
                    </a:lnTo>
                    <a:lnTo>
                      <a:pt x="1806269" y="1283936"/>
                    </a:lnTo>
                    <a:close/>
                    <a:moveTo>
                      <a:pt x="1744071" y="1341691"/>
                    </a:moveTo>
                    <a:lnTo>
                      <a:pt x="1742802" y="1341056"/>
                    </a:lnTo>
                    <a:lnTo>
                      <a:pt x="1740898" y="1340422"/>
                    </a:lnTo>
                    <a:lnTo>
                      <a:pt x="1740263" y="1341691"/>
                    </a:lnTo>
                    <a:lnTo>
                      <a:pt x="1740898" y="1342326"/>
                    </a:lnTo>
                    <a:lnTo>
                      <a:pt x="1743437" y="1342961"/>
                    </a:lnTo>
                    <a:lnTo>
                      <a:pt x="1744071" y="1341691"/>
                    </a:lnTo>
                    <a:close/>
                    <a:moveTo>
                      <a:pt x="1734551" y="1365174"/>
                    </a:moveTo>
                    <a:lnTo>
                      <a:pt x="1735186" y="1366443"/>
                    </a:lnTo>
                    <a:lnTo>
                      <a:pt x="1735821" y="1365809"/>
                    </a:lnTo>
                    <a:lnTo>
                      <a:pt x="1735186" y="1364539"/>
                    </a:lnTo>
                    <a:lnTo>
                      <a:pt x="1734551" y="1365174"/>
                    </a:lnTo>
                    <a:close/>
                    <a:moveTo>
                      <a:pt x="1719319" y="1389292"/>
                    </a:moveTo>
                    <a:lnTo>
                      <a:pt x="1720589" y="1388022"/>
                    </a:lnTo>
                    <a:lnTo>
                      <a:pt x="1719319" y="1388022"/>
                    </a:lnTo>
                    <a:lnTo>
                      <a:pt x="1719319" y="1389292"/>
                    </a:lnTo>
                    <a:close/>
                    <a:moveTo>
                      <a:pt x="1728839" y="1360731"/>
                    </a:moveTo>
                    <a:lnTo>
                      <a:pt x="1726301" y="1360731"/>
                    </a:lnTo>
                    <a:lnTo>
                      <a:pt x="1730109" y="1362001"/>
                    </a:lnTo>
                    <a:lnTo>
                      <a:pt x="1728839" y="1360731"/>
                    </a:lnTo>
                    <a:close/>
                    <a:moveTo>
                      <a:pt x="1613329" y="1489569"/>
                    </a:moveTo>
                    <a:lnTo>
                      <a:pt x="1610791" y="1493377"/>
                    </a:lnTo>
                    <a:lnTo>
                      <a:pt x="1611425" y="1494012"/>
                    </a:lnTo>
                    <a:lnTo>
                      <a:pt x="1613329" y="1492108"/>
                    </a:lnTo>
                    <a:lnTo>
                      <a:pt x="1614599" y="1490204"/>
                    </a:lnTo>
                    <a:lnTo>
                      <a:pt x="1613964" y="1489569"/>
                    </a:lnTo>
                    <a:lnTo>
                      <a:pt x="1613329" y="1489569"/>
                    </a:lnTo>
                    <a:close/>
                    <a:moveTo>
                      <a:pt x="1583500" y="1480684"/>
                    </a:moveTo>
                    <a:lnTo>
                      <a:pt x="1575884" y="1476876"/>
                    </a:lnTo>
                    <a:lnTo>
                      <a:pt x="1575884" y="1476876"/>
                    </a:lnTo>
                    <a:lnTo>
                      <a:pt x="1575884" y="1476876"/>
                    </a:lnTo>
                    <a:lnTo>
                      <a:pt x="1573980" y="1476876"/>
                    </a:lnTo>
                    <a:lnTo>
                      <a:pt x="1573345" y="1476876"/>
                    </a:lnTo>
                    <a:lnTo>
                      <a:pt x="1572710" y="1476241"/>
                    </a:lnTo>
                    <a:lnTo>
                      <a:pt x="1573345" y="1476876"/>
                    </a:lnTo>
                    <a:lnTo>
                      <a:pt x="1573345" y="1476876"/>
                    </a:lnTo>
                    <a:lnTo>
                      <a:pt x="1572710" y="1476241"/>
                    </a:lnTo>
                    <a:lnTo>
                      <a:pt x="1591751" y="1496550"/>
                    </a:lnTo>
                    <a:lnTo>
                      <a:pt x="1593020" y="1503532"/>
                    </a:lnTo>
                    <a:lnTo>
                      <a:pt x="1593020" y="1503532"/>
                    </a:lnTo>
                    <a:lnTo>
                      <a:pt x="1593020" y="1503532"/>
                    </a:lnTo>
                    <a:lnTo>
                      <a:pt x="1597463" y="1499089"/>
                    </a:lnTo>
                    <a:lnTo>
                      <a:pt x="1592385" y="1490204"/>
                    </a:lnTo>
                    <a:lnTo>
                      <a:pt x="1583500" y="1480684"/>
                    </a:lnTo>
                    <a:close/>
                    <a:moveTo>
                      <a:pt x="1571441" y="1494012"/>
                    </a:moveTo>
                    <a:lnTo>
                      <a:pt x="1569537" y="1494012"/>
                    </a:lnTo>
                    <a:lnTo>
                      <a:pt x="1569537" y="1494647"/>
                    </a:lnTo>
                    <a:lnTo>
                      <a:pt x="1570172" y="1494647"/>
                    </a:lnTo>
                    <a:lnTo>
                      <a:pt x="1570172" y="1495281"/>
                    </a:lnTo>
                    <a:lnTo>
                      <a:pt x="1568903" y="1496550"/>
                    </a:lnTo>
                    <a:lnTo>
                      <a:pt x="1569537" y="1497820"/>
                    </a:lnTo>
                    <a:lnTo>
                      <a:pt x="1572710" y="1499724"/>
                    </a:lnTo>
                    <a:lnTo>
                      <a:pt x="1573345" y="1500993"/>
                    </a:lnTo>
                    <a:lnTo>
                      <a:pt x="1574615" y="1500993"/>
                    </a:lnTo>
                    <a:lnTo>
                      <a:pt x="1574615" y="1498455"/>
                    </a:lnTo>
                    <a:lnTo>
                      <a:pt x="1573345" y="1495916"/>
                    </a:lnTo>
                    <a:lnTo>
                      <a:pt x="1571441" y="1494012"/>
                    </a:lnTo>
                    <a:close/>
                    <a:moveTo>
                      <a:pt x="1577788" y="1499724"/>
                    </a:moveTo>
                    <a:lnTo>
                      <a:pt x="1578423" y="1500359"/>
                    </a:lnTo>
                    <a:lnTo>
                      <a:pt x="1580327" y="1500993"/>
                    </a:lnTo>
                    <a:lnTo>
                      <a:pt x="1580961" y="1499089"/>
                    </a:lnTo>
                    <a:lnTo>
                      <a:pt x="1579057" y="1498455"/>
                    </a:lnTo>
                    <a:lnTo>
                      <a:pt x="1577788" y="1499724"/>
                    </a:lnTo>
                    <a:close/>
                    <a:moveTo>
                      <a:pt x="1596828" y="1484492"/>
                    </a:moveTo>
                    <a:lnTo>
                      <a:pt x="1594924" y="1484492"/>
                    </a:lnTo>
                    <a:lnTo>
                      <a:pt x="1594289" y="1485127"/>
                    </a:lnTo>
                    <a:lnTo>
                      <a:pt x="1594924" y="1487030"/>
                    </a:lnTo>
                    <a:lnTo>
                      <a:pt x="1595558" y="1487665"/>
                    </a:lnTo>
                    <a:lnTo>
                      <a:pt x="1598097" y="1488300"/>
                    </a:lnTo>
                    <a:lnTo>
                      <a:pt x="1600636" y="1490204"/>
                    </a:lnTo>
                    <a:lnTo>
                      <a:pt x="1600636" y="1488935"/>
                    </a:lnTo>
                    <a:lnTo>
                      <a:pt x="1598732" y="1485761"/>
                    </a:lnTo>
                    <a:lnTo>
                      <a:pt x="1596828" y="1484492"/>
                    </a:lnTo>
                    <a:close/>
                    <a:moveTo>
                      <a:pt x="1709164" y="1405158"/>
                    </a:moveTo>
                    <a:lnTo>
                      <a:pt x="1710434" y="1405793"/>
                    </a:lnTo>
                    <a:lnTo>
                      <a:pt x="1710434" y="1405158"/>
                    </a:lnTo>
                    <a:lnTo>
                      <a:pt x="1709164" y="1405158"/>
                    </a:lnTo>
                    <a:close/>
                    <a:moveTo>
                      <a:pt x="1713608" y="1431815"/>
                    </a:moveTo>
                    <a:lnTo>
                      <a:pt x="1713608" y="1431815"/>
                    </a:lnTo>
                    <a:lnTo>
                      <a:pt x="1712338" y="1431815"/>
                    </a:lnTo>
                    <a:lnTo>
                      <a:pt x="1711069" y="1433084"/>
                    </a:lnTo>
                    <a:lnTo>
                      <a:pt x="1710434" y="1433084"/>
                    </a:lnTo>
                    <a:lnTo>
                      <a:pt x="1710434" y="1433084"/>
                    </a:lnTo>
                    <a:lnTo>
                      <a:pt x="1710434" y="1431180"/>
                    </a:lnTo>
                    <a:lnTo>
                      <a:pt x="1710434" y="1428641"/>
                    </a:lnTo>
                    <a:lnTo>
                      <a:pt x="1710434" y="1428641"/>
                    </a:lnTo>
                    <a:lnTo>
                      <a:pt x="1710434" y="1428641"/>
                    </a:lnTo>
                    <a:lnTo>
                      <a:pt x="1701549" y="1437526"/>
                    </a:lnTo>
                    <a:lnTo>
                      <a:pt x="1699644" y="1440700"/>
                    </a:lnTo>
                    <a:lnTo>
                      <a:pt x="1699644" y="1440700"/>
                    </a:lnTo>
                    <a:lnTo>
                      <a:pt x="1699644" y="1440700"/>
                    </a:lnTo>
                    <a:lnTo>
                      <a:pt x="1707895" y="1438796"/>
                    </a:lnTo>
                    <a:lnTo>
                      <a:pt x="1711069" y="1436892"/>
                    </a:lnTo>
                    <a:lnTo>
                      <a:pt x="1712972" y="1434988"/>
                    </a:lnTo>
                    <a:lnTo>
                      <a:pt x="1713608" y="1433084"/>
                    </a:lnTo>
                    <a:lnTo>
                      <a:pt x="1713608" y="1432449"/>
                    </a:lnTo>
                    <a:lnTo>
                      <a:pt x="1713608" y="1431815"/>
                    </a:lnTo>
                    <a:lnTo>
                      <a:pt x="1713608" y="1431815"/>
                    </a:lnTo>
                    <a:close/>
                    <a:moveTo>
                      <a:pt x="1687585" y="1386118"/>
                    </a:moveTo>
                    <a:lnTo>
                      <a:pt x="1687585" y="1386118"/>
                    </a:lnTo>
                    <a:lnTo>
                      <a:pt x="1686951" y="1385483"/>
                    </a:lnTo>
                    <a:lnTo>
                      <a:pt x="1687585" y="1386118"/>
                    </a:lnTo>
                    <a:close/>
                    <a:moveTo>
                      <a:pt x="1660930" y="1465452"/>
                    </a:moveTo>
                    <a:lnTo>
                      <a:pt x="1660930" y="1465452"/>
                    </a:lnTo>
                    <a:lnTo>
                      <a:pt x="1655852" y="1466721"/>
                    </a:lnTo>
                    <a:lnTo>
                      <a:pt x="1644428" y="1472433"/>
                    </a:lnTo>
                    <a:lnTo>
                      <a:pt x="1639985" y="1475606"/>
                    </a:lnTo>
                    <a:lnTo>
                      <a:pt x="1640621" y="1475606"/>
                    </a:lnTo>
                    <a:lnTo>
                      <a:pt x="1640621" y="1475606"/>
                    </a:lnTo>
                    <a:lnTo>
                      <a:pt x="1647602" y="1474337"/>
                    </a:lnTo>
                    <a:lnTo>
                      <a:pt x="1649505" y="1474972"/>
                    </a:lnTo>
                    <a:lnTo>
                      <a:pt x="1650141" y="1475606"/>
                    </a:lnTo>
                    <a:lnTo>
                      <a:pt x="1652044" y="1478780"/>
                    </a:lnTo>
                    <a:lnTo>
                      <a:pt x="1652044" y="1478780"/>
                    </a:lnTo>
                    <a:lnTo>
                      <a:pt x="1652044" y="1478780"/>
                    </a:lnTo>
                    <a:lnTo>
                      <a:pt x="1652679" y="1475606"/>
                    </a:lnTo>
                    <a:lnTo>
                      <a:pt x="1653314" y="1473068"/>
                    </a:lnTo>
                    <a:lnTo>
                      <a:pt x="1655218" y="1471164"/>
                    </a:lnTo>
                    <a:lnTo>
                      <a:pt x="1660295" y="1467990"/>
                    </a:lnTo>
                    <a:lnTo>
                      <a:pt x="1660930" y="1467356"/>
                    </a:lnTo>
                    <a:lnTo>
                      <a:pt x="1660930" y="1465452"/>
                    </a:lnTo>
                    <a:lnTo>
                      <a:pt x="1660930" y="1465452"/>
                    </a:lnTo>
                    <a:close/>
                    <a:moveTo>
                      <a:pt x="1685682" y="1450855"/>
                    </a:moveTo>
                    <a:lnTo>
                      <a:pt x="1685682" y="1450855"/>
                    </a:lnTo>
                    <a:lnTo>
                      <a:pt x="1678701" y="1453393"/>
                    </a:lnTo>
                    <a:lnTo>
                      <a:pt x="1663469" y="1467990"/>
                    </a:lnTo>
                    <a:lnTo>
                      <a:pt x="1664103" y="1467356"/>
                    </a:lnTo>
                    <a:lnTo>
                      <a:pt x="1663469" y="1467990"/>
                    </a:lnTo>
                    <a:lnTo>
                      <a:pt x="1678701" y="1457836"/>
                    </a:lnTo>
                    <a:lnTo>
                      <a:pt x="1681239" y="1454028"/>
                    </a:lnTo>
                    <a:lnTo>
                      <a:pt x="1683778" y="1452759"/>
                    </a:lnTo>
                    <a:lnTo>
                      <a:pt x="1684412" y="1452124"/>
                    </a:lnTo>
                    <a:lnTo>
                      <a:pt x="1685047" y="1450855"/>
                    </a:lnTo>
                    <a:lnTo>
                      <a:pt x="1685682" y="1450855"/>
                    </a:lnTo>
                    <a:lnTo>
                      <a:pt x="1685682" y="1450855"/>
                    </a:lnTo>
                    <a:close/>
                    <a:moveTo>
                      <a:pt x="1712972" y="1381041"/>
                    </a:moveTo>
                    <a:lnTo>
                      <a:pt x="1711703" y="1379137"/>
                    </a:lnTo>
                    <a:lnTo>
                      <a:pt x="1711069" y="1380406"/>
                    </a:lnTo>
                    <a:lnTo>
                      <a:pt x="1712972" y="1382310"/>
                    </a:lnTo>
                    <a:lnTo>
                      <a:pt x="1712972" y="1381041"/>
                    </a:lnTo>
                    <a:close/>
                    <a:moveTo>
                      <a:pt x="1818963" y="1245222"/>
                    </a:moveTo>
                    <a:lnTo>
                      <a:pt x="1818963" y="1245222"/>
                    </a:lnTo>
                    <a:lnTo>
                      <a:pt x="1817058" y="1246491"/>
                    </a:lnTo>
                    <a:lnTo>
                      <a:pt x="1816424" y="1247760"/>
                    </a:lnTo>
                    <a:lnTo>
                      <a:pt x="1815789" y="1262358"/>
                    </a:lnTo>
                    <a:lnTo>
                      <a:pt x="1814519" y="1266800"/>
                    </a:lnTo>
                    <a:lnTo>
                      <a:pt x="1811981" y="1269974"/>
                    </a:lnTo>
                    <a:lnTo>
                      <a:pt x="1812616" y="1269974"/>
                    </a:lnTo>
                    <a:lnTo>
                      <a:pt x="1812616" y="1269974"/>
                    </a:lnTo>
                    <a:lnTo>
                      <a:pt x="1812616" y="1269974"/>
                    </a:lnTo>
                    <a:lnTo>
                      <a:pt x="1813250" y="1269974"/>
                    </a:lnTo>
                    <a:lnTo>
                      <a:pt x="1813250" y="1269974"/>
                    </a:lnTo>
                    <a:lnTo>
                      <a:pt x="1813250" y="1269974"/>
                    </a:lnTo>
                    <a:lnTo>
                      <a:pt x="1813250" y="1269974"/>
                    </a:lnTo>
                    <a:lnTo>
                      <a:pt x="1815789" y="1266166"/>
                    </a:lnTo>
                    <a:lnTo>
                      <a:pt x="1817693" y="1260454"/>
                    </a:lnTo>
                    <a:lnTo>
                      <a:pt x="1818963" y="1254742"/>
                    </a:lnTo>
                    <a:lnTo>
                      <a:pt x="1818963" y="1249664"/>
                    </a:lnTo>
                    <a:lnTo>
                      <a:pt x="1818963" y="1248395"/>
                    </a:lnTo>
                    <a:lnTo>
                      <a:pt x="1818963" y="1246491"/>
                    </a:lnTo>
                    <a:lnTo>
                      <a:pt x="1818963" y="1245222"/>
                    </a:lnTo>
                    <a:lnTo>
                      <a:pt x="1818963" y="1245222"/>
                    </a:lnTo>
                    <a:close/>
                    <a:moveTo>
                      <a:pt x="1771362" y="1351211"/>
                    </a:moveTo>
                    <a:lnTo>
                      <a:pt x="1770093" y="1348038"/>
                    </a:lnTo>
                    <a:lnTo>
                      <a:pt x="1769458" y="1350577"/>
                    </a:lnTo>
                    <a:lnTo>
                      <a:pt x="1768189" y="1352481"/>
                    </a:lnTo>
                    <a:lnTo>
                      <a:pt x="1768189" y="1353750"/>
                    </a:lnTo>
                    <a:lnTo>
                      <a:pt x="1767554" y="1354385"/>
                    </a:lnTo>
                    <a:lnTo>
                      <a:pt x="1766919" y="1355019"/>
                    </a:lnTo>
                    <a:lnTo>
                      <a:pt x="1767554" y="1355654"/>
                    </a:lnTo>
                    <a:lnTo>
                      <a:pt x="1770093" y="1351846"/>
                    </a:lnTo>
                    <a:lnTo>
                      <a:pt x="1771362" y="1351211"/>
                    </a:lnTo>
                    <a:close/>
                  </a:path>
                </a:pathLst>
              </a:custGeom>
              <a:solidFill>
                <a:srgbClr val="D8D8D8"/>
              </a:solid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solidFill>
                    <a:schemeClr val="dk1"/>
                  </a:solidFill>
                  <a:latin typeface="Avenir"/>
                  <a:ea typeface="Avenir"/>
                  <a:cs typeface="Avenir"/>
                  <a:sym typeface="Avenir"/>
                </a:endParaRPr>
              </a:p>
            </p:txBody>
          </p:sp>
        </p:grpSp>
        <p:grpSp>
          <p:nvGrpSpPr>
            <p:cNvPr id="467" name="Google Shape;467;p51"/>
            <p:cNvGrpSpPr/>
            <p:nvPr/>
          </p:nvGrpSpPr>
          <p:grpSpPr>
            <a:xfrm>
              <a:off x="2260300" y="1637693"/>
              <a:ext cx="8127390" cy="4165928"/>
              <a:chOff x="2341082" y="1725254"/>
              <a:chExt cx="7323248" cy="3753742"/>
            </a:xfrm>
          </p:grpSpPr>
          <p:sp>
            <p:nvSpPr>
              <p:cNvPr id="468" name="Google Shape;468;p51"/>
              <p:cNvSpPr txBox="1"/>
              <p:nvPr/>
            </p:nvSpPr>
            <p:spPr>
              <a:xfrm>
                <a:off x="9304450" y="1725254"/>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ME</a:t>
                </a:r>
                <a:endParaRPr/>
              </a:p>
            </p:txBody>
          </p:sp>
          <p:sp>
            <p:nvSpPr>
              <p:cNvPr id="469" name="Google Shape;469;p51"/>
              <p:cNvSpPr txBox="1"/>
              <p:nvPr/>
            </p:nvSpPr>
            <p:spPr>
              <a:xfrm>
                <a:off x="8586397" y="2378810"/>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NY</a:t>
                </a:r>
                <a:endParaRPr/>
              </a:p>
            </p:txBody>
          </p:sp>
          <p:sp>
            <p:nvSpPr>
              <p:cNvPr id="470" name="Google Shape;470;p51"/>
              <p:cNvSpPr txBox="1"/>
              <p:nvPr/>
            </p:nvSpPr>
            <p:spPr>
              <a:xfrm>
                <a:off x="7348009" y="2614669"/>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MI</a:t>
                </a:r>
                <a:endParaRPr/>
              </a:p>
            </p:txBody>
          </p:sp>
          <p:sp>
            <p:nvSpPr>
              <p:cNvPr id="471" name="Google Shape;471;p51"/>
              <p:cNvSpPr txBox="1"/>
              <p:nvPr/>
            </p:nvSpPr>
            <p:spPr>
              <a:xfrm>
                <a:off x="6669053" y="2484197"/>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WI</a:t>
                </a:r>
                <a:endParaRPr/>
              </a:p>
            </p:txBody>
          </p:sp>
          <p:sp>
            <p:nvSpPr>
              <p:cNvPr id="472" name="Google Shape;472;p51"/>
              <p:cNvSpPr txBox="1"/>
              <p:nvPr/>
            </p:nvSpPr>
            <p:spPr>
              <a:xfrm>
                <a:off x="5985016" y="2204360"/>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MN</a:t>
                </a:r>
                <a:endParaRPr/>
              </a:p>
            </p:txBody>
          </p:sp>
          <p:sp>
            <p:nvSpPr>
              <p:cNvPr id="473" name="Google Shape;473;p51"/>
              <p:cNvSpPr txBox="1"/>
              <p:nvPr/>
            </p:nvSpPr>
            <p:spPr>
              <a:xfrm>
                <a:off x="6770653" y="3182697"/>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IL</a:t>
                </a:r>
                <a:endParaRPr/>
              </a:p>
            </p:txBody>
          </p:sp>
          <p:sp>
            <p:nvSpPr>
              <p:cNvPr id="474" name="Google Shape;474;p51"/>
              <p:cNvSpPr txBox="1"/>
              <p:nvPr/>
            </p:nvSpPr>
            <p:spPr>
              <a:xfrm>
                <a:off x="7202453" y="3182697"/>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IN</a:t>
                </a:r>
                <a:endParaRPr/>
              </a:p>
            </p:txBody>
          </p:sp>
          <p:sp>
            <p:nvSpPr>
              <p:cNvPr id="475" name="Google Shape;475;p51"/>
              <p:cNvSpPr txBox="1"/>
              <p:nvPr/>
            </p:nvSpPr>
            <p:spPr>
              <a:xfrm>
                <a:off x="7672353" y="3093797"/>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OH</a:t>
                </a:r>
                <a:endParaRPr/>
              </a:p>
            </p:txBody>
          </p:sp>
          <p:sp>
            <p:nvSpPr>
              <p:cNvPr id="476" name="Google Shape;476;p51"/>
              <p:cNvSpPr txBox="1"/>
              <p:nvPr/>
            </p:nvSpPr>
            <p:spPr>
              <a:xfrm>
                <a:off x="8332567" y="2852706"/>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PA</a:t>
                </a:r>
                <a:endParaRPr/>
              </a:p>
            </p:txBody>
          </p:sp>
          <p:sp>
            <p:nvSpPr>
              <p:cNvPr id="477" name="Google Shape;477;p51"/>
              <p:cNvSpPr txBox="1"/>
              <p:nvPr/>
            </p:nvSpPr>
            <p:spPr>
              <a:xfrm>
                <a:off x="8332567" y="3419972"/>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VA</a:t>
                </a:r>
                <a:endParaRPr/>
              </a:p>
            </p:txBody>
          </p:sp>
          <p:sp>
            <p:nvSpPr>
              <p:cNvPr id="478" name="Google Shape;478;p51"/>
              <p:cNvSpPr txBox="1"/>
              <p:nvPr/>
            </p:nvSpPr>
            <p:spPr>
              <a:xfrm>
                <a:off x="8332567" y="3809439"/>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NC</a:t>
                </a:r>
                <a:endParaRPr/>
              </a:p>
            </p:txBody>
          </p:sp>
          <p:sp>
            <p:nvSpPr>
              <p:cNvPr id="479" name="Google Shape;479;p51"/>
              <p:cNvSpPr txBox="1"/>
              <p:nvPr/>
            </p:nvSpPr>
            <p:spPr>
              <a:xfrm>
                <a:off x="8130543" y="4158260"/>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lt1"/>
                    </a:solidFill>
                    <a:latin typeface="Avenir"/>
                    <a:ea typeface="Avenir"/>
                    <a:cs typeface="Avenir"/>
                    <a:sym typeface="Avenir"/>
                  </a:rPr>
                  <a:t>SC</a:t>
                </a:r>
                <a:endParaRPr/>
              </a:p>
            </p:txBody>
          </p:sp>
          <p:sp>
            <p:nvSpPr>
              <p:cNvPr id="480" name="Google Shape;480;p51"/>
              <p:cNvSpPr txBox="1"/>
              <p:nvPr/>
            </p:nvSpPr>
            <p:spPr>
              <a:xfrm>
                <a:off x="7333902" y="3920778"/>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TN</a:t>
                </a:r>
                <a:endParaRPr/>
              </a:p>
            </p:txBody>
          </p:sp>
          <p:sp>
            <p:nvSpPr>
              <p:cNvPr id="481" name="Google Shape;481;p51"/>
              <p:cNvSpPr txBox="1"/>
              <p:nvPr/>
            </p:nvSpPr>
            <p:spPr>
              <a:xfrm>
                <a:off x="7477193" y="3581883"/>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KY</a:t>
                </a:r>
                <a:endParaRPr/>
              </a:p>
            </p:txBody>
          </p:sp>
          <p:sp>
            <p:nvSpPr>
              <p:cNvPr id="482" name="Google Shape;482;p51"/>
              <p:cNvSpPr txBox="1"/>
              <p:nvPr/>
            </p:nvSpPr>
            <p:spPr>
              <a:xfrm>
                <a:off x="7774367" y="4421553"/>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GA</a:t>
                </a:r>
                <a:endParaRPr/>
              </a:p>
            </p:txBody>
          </p:sp>
          <p:sp>
            <p:nvSpPr>
              <p:cNvPr id="483" name="Google Shape;483;p51"/>
              <p:cNvSpPr txBox="1"/>
              <p:nvPr/>
            </p:nvSpPr>
            <p:spPr>
              <a:xfrm>
                <a:off x="7291767" y="4421553"/>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AL</a:t>
                </a:r>
                <a:endParaRPr/>
              </a:p>
            </p:txBody>
          </p:sp>
          <p:sp>
            <p:nvSpPr>
              <p:cNvPr id="484" name="Google Shape;484;p51"/>
              <p:cNvSpPr txBox="1"/>
              <p:nvPr/>
            </p:nvSpPr>
            <p:spPr>
              <a:xfrm>
                <a:off x="6843034" y="4489289"/>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MS</a:t>
                </a:r>
                <a:endParaRPr/>
              </a:p>
            </p:txBody>
          </p:sp>
          <p:sp>
            <p:nvSpPr>
              <p:cNvPr id="485" name="Google Shape;485;p51"/>
              <p:cNvSpPr txBox="1"/>
              <p:nvPr/>
            </p:nvSpPr>
            <p:spPr>
              <a:xfrm>
                <a:off x="6418975" y="4768410"/>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LA</a:t>
                </a:r>
                <a:endParaRPr/>
              </a:p>
            </p:txBody>
          </p:sp>
          <p:sp>
            <p:nvSpPr>
              <p:cNvPr id="486" name="Google Shape;486;p51"/>
              <p:cNvSpPr txBox="1"/>
              <p:nvPr/>
            </p:nvSpPr>
            <p:spPr>
              <a:xfrm>
                <a:off x="8187694" y="5184060"/>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FL</a:t>
                </a:r>
                <a:endParaRPr/>
              </a:p>
            </p:txBody>
          </p:sp>
          <p:sp>
            <p:nvSpPr>
              <p:cNvPr id="487" name="Google Shape;487;p51"/>
              <p:cNvSpPr txBox="1"/>
              <p:nvPr/>
            </p:nvSpPr>
            <p:spPr>
              <a:xfrm>
                <a:off x="6127196" y="2894153"/>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IA</a:t>
                </a:r>
                <a:endParaRPr/>
              </a:p>
            </p:txBody>
          </p:sp>
          <p:sp>
            <p:nvSpPr>
              <p:cNvPr id="488" name="Google Shape;488;p51"/>
              <p:cNvSpPr txBox="1"/>
              <p:nvPr/>
            </p:nvSpPr>
            <p:spPr>
              <a:xfrm>
                <a:off x="6304820" y="3537614"/>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MO</a:t>
                </a:r>
                <a:endParaRPr/>
              </a:p>
            </p:txBody>
          </p:sp>
          <p:sp>
            <p:nvSpPr>
              <p:cNvPr id="489" name="Google Shape;489;p51"/>
              <p:cNvSpPr txBox="1"/>
              <p:nvPr/>
            </p:nvSpPr>
            <p:spPr>
              <a:xfrm>
                <a:off x="6347133" y="4155719"/>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AR</a:t>
                </a:r>
                <a:endParaRPr/>
              </a:p>
            </p:txBody>
          </p:sp>
          <p:sp>
            <p:nvSpPr>
              <p:cNvPr id="490" name="Google Shape;490;p51"/>
              <p:cNvSpPr txBox="1"/>
              <p:nvPr/>
            </p:nvSpPr>
            <p:spPr>
              <a:xfrm>
                <a:off x="5686729" y="4130318"/>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OK</a:t>
                </a:r>
                <a:endParaRPr/>
              </a:p>
            </p:txBody>
          </p:sp>
          <p:sp>
            <p:nvSpPr>
              <p:cNvPr id="491" name="Google Shape;491;p51"/>
              <p:cNvSpPr txBox="1"/>
              <p:nvPr/>
            </p:nvSpPr>
            <p:spPr>
              <a:xfrm>
                <a:off x="5483653" y="3579033"/>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KS</a:t>
                </a:r>
                <a:endParaRPr/>
              </a:p>
            </p:txBody>
          </p:sp>
          <p:sp>
            <p:nvSpPr>
              <p:cNvPr id="492" name="Google Shape;492;p51"/>
              <p:cNvSpPr txBox="1"/>
              <p:nvPr/>
            </p:nvSpPr>
            <p:spPr>
              <a:xfrm>
                <a:off x="5380327" y="3046300"/>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NE</a:t>
                </a:r>
                <a:endParaRPr/>
              </a:p>
            </p:txBody>
          </p:sp>
          <p:sp>
            <p:nvSpPr>
              <p:cNvPr id="493" name="Google Shape;493;p51"/>
              <p:cNvSpPr txBox="1"/>
              <p:nvPr/>
            </p:nvSpPr>
            <p:spPr>
              <a:xfrm>
                <a:off x="5261248" y="2505212"/>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SD</a:t>
                </a:r>
                <a:endParaRPr/>
              </a:p>
            </p:txBody>
          </p:sp>
          <p:sp>
            <p:nvSpPr>
              <p:cNvPr id="494" name="Google Shape;494;p51"/>
              <p:cNvSpPr txBox="1"/>
              <p:nvPr/>
            </p:nvSpPr>
            <p:spPr>
              <a:xfrm>
                <a:off x="5261248" y="1997212"/>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ND</a:t>
                </a:r>
                <a:endParaRPr/>
              </a:p>
            </p:txBody>
          </p:sp>
          <p:sp>
            <p:nvSpPr>
              <p:cNvPr id="495" name="Google Shape;495;p51"/>
              <p:cNvSpPr txBox="1"/>
              <p:nvPr/>
            </p:nvSpPr>
            <p:spPr>
              <a:xfrm>
                <a:off x="2341082" y="3570555"/>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lt1"/>
                    </a:solidFill>
                    <a:latin typeface="Avenir"/>
                    <a:ea typeface="Avenir"/>
                    <a:cs typeface="Avenir"/>
                    <a:sym typeface="Avenir"/>
                  </a:rPr>
                  <a:t>CA</a:t>
                </a:r>
                <a:endParaRPr/>
              </a:p>
            </p:txBody>
          </p:sp>
          <p:sp>
            <p:nvSpPr>
              <p:cNvPr id="496" name="Google Shape;496;p51"/>
              <p:cNvSpPr txBox="1"/>
              <p:nvPr/>
            </p:nvSpPr>
            <p:spPr>
              <a:xfrm>
                <a:off x="2341082" y="5001422"/>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AK</a:t>
                </a:r>
                <a:endParaRPr/>
              </a:p>
            </p:txBody>
          </p:sp>
          <p:sp>
            <p:nvSpPr>
              <p:cNvPr id="497" name="Google Shape;497;p51"/>
              <p:cNvSpPr txBox="1"/>
              <p:nvPr/>
            </p:nvSpPr>
            <p:spPr>
              <a:xfrm>
                <a:off x="2459619" y="2342888"/>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OR</a:t>
                </a:r>
                <a:endParaRPr/>
              </a:p>
            </p:txBody>
          </p:sp>
          <p:sp>
            <p:nvSpPr>
              <p:cNvPr id="498" name="Google Shape;498;p51"/>
              <p:cNvSpPr txBox="1"/>
              <p:nvPr/>
            </p:nvSpPr>
            <p:spPr>
              <a:xfrm>
                <a:off x="2629194" y="1758057"/>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WA</a:t>
                </a:r>
                <a:endParaRPr/>
              </a:p>
            </p:txBody>
          </p:sp>
          <p:sp>
            <p:nvSpPr>
              <p:cNvPr id="499" name="Google Shape;499;p51"/>
              <p:cNvSpPr txBox="1"/>
              <p:nvPr/>
            </p:nvSpPr>
            <p:spPr>
              <a:xfrm>
                <a:off x="3932001" y="1945140"/>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MT</a:t>
                </a:r>
                <a:endParaRPr/>
              </a:p>
            </p:txBody>
          </p:sp>
          <p:sp>
            <p:nvSpPr>
              <p:cNvPr id="500" name="Google Shape;500;p51"/>
              <p:cNvSpPr txBox="1"/>
              <p:nvPr/>
            </p:nvSpPr>
            <p:spPr>
              <a:xfrm>
                <a:off x="4202609" y="2695566"/>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WY</a:t>
                </a:r>
                <a:endParaRPr/>
              </a:p>
            </p:txBody>
          </p:sp>
          <p:sp>
            <p:nvSpPr>
              <p:cNvPr id="501" name="Google Shape;501;p51"/>
              <p:cNvSpPr txBox="1"/>
              <p:nvPr/>
            </p:nvSpPr>
            <p:spPr>
              <a:xfrm>
                <a:off x="3349640" y="2544349"/>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ID</a:t>
                </a:r>
                <a:endParaRPr/>
              </a:p>
            </p:txBody>
          </p:sp>
          <p:sp>
            <p:nvSpPr>
              <p:cNvPr id="502" name="Google Shape;502;p51"/>
              <p:cNvSpPr txBox="1"/>
              <p:nvPr/>
            </p:nvSpPr>
            <p:spPr>
              <a:xfrm>
                <a:off x="2865212" y="3181715"/>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NV</a:t>
                </a:r>
                <a:endParaRPr/>
              </a:p>
            </p:txBody>
          </p:sp>
          <p:sp>
            <p:nvSpPr>
              <p:cNvPr id="503" name="Google Shape;503;p51"/>
              <p:cNvSpPr txBox="1"/>
              <p:nvPr/>
            </p:nvSpPr>
            <p:spPr>
              <a:xfrm>
                <a:off x="3593433" y="3419972"/>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UT</a:t>
                </a:r>
                <a:endParaRPr/>
              </a:p>
            </p:txBody>
          </p:sp>
          <p:sp>
            <p:nvSpPr>
              <p:cNvPr id="504" name="Google Shape;504;p51"/>
              <p:cNvSpPr txBox="1"/>
              <p:nvPr/>
            </p:nvSpPr>
            <p:spPr>
              <a:xfrm>
                <a:off x="4432272" y="3503794"/>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CO</a:t>
                </a:r>
                <a:endParaRPr/>
              </a:p>
            </p:txBody>
          </p:sp>
          <p:sp>
            <p:nvSpPr>
              <p:cNvPr id="505" name="Google Shape;505;p51"/>
              <p:cNvSpPr txBox="1"/>
              <p:nvPr/>
            </p:nvSpPr>
            <p:spPr>
              <a:xfrm>
                <a:off x="4330964" y="4274085"/>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NM</a:t>
                </a:r>
                <a:endParaRPr/>
              </a:p>
            </p:txBody>
          </p:sp>
          <p:sp>
            <p:nvSpPr>
              <p:cNvPr id="506" name="Google Shape;506;p51"/>
              <p:cNvSpPr txBox="1"/>
              <p:nvPr/>
            </p:nvSpPr>
            <p:spPr>
              <a:xfrm>
                <a:off x="3519083" y="4191146"/>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AZ</a:t>
                </a:r>
                <a:endParaRPr/>
              </a:p>
            </p:txBody>
          </p:sp>
          <p:sp>
            <p:nvSpPr>
              <p:cNvPr id="507" name="Google Shape;507;p51"/>
              <p:cNvSpPr txBox="1"/>
              <p:nvPr/>
            </p:nvSpPr>
            <p:spPr>
              <a:xfrm>
                <a:off x="5373002" y="4857156"/>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lt1"/>
                    </a:solidFill>
                    <a:latin typeface="Avenir"/>
                    <a:ea typeface="Avenir"/>
                    <a:cs typeface="Avenir"/>
                    <a:sym typeface="Avenir"/>
                  </a:rPr>
                  <a:t>TX</a:t>
                </a:r>
                <a:endParaRPr/>
              </a:p>
            </p:txBody>
          </p:sp>
          <p:sp>
            <p:nvSpPr>
              <p:cNvPr id="508" name="Google Shape;508;p51"/>
              <p:cNvSpPr txBox="1"/>
              <p:nvPr/>
            </p:nvSpPr>
            <p:spPr>
              <a:xfrm>
                <a:off x="8006061" y="3356659"/>
                <a:ext cx="359880" cy="2949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00">
                    <a:solidFill>
                      <a:schemeClr val="dk1"/>
                    </a:solidFill>
                    <a:latin typeface="Avenir"/>
                    <a:ea typeface="Avenir"/>
                    <a:cs typeface="Avenir"/>
                    <a:sym typeface="Avenir"/>
                  </a:rPr>
                  <a:t>WV</a:t>
                </a:r>
                <a:endParaRPr/>
              </a:p>
            </p:txBody>
          </p:sp>
        </p:grpSp>
      </p:grpSp>
      <p:sp>
        <p:nvSpPr>
          <p:cNvPr id="509" name="Google Shape;509;p51"/>
          <p:cNvSpPr txBox="1"/>
          <p:nvPr/>
        </p:nvSpPr>
        <p:spPr>
          <a:xfrm>
            <a:off x="685800" y="457200"/>
            <a:ext cx="10820400" cy="411480"/>
          </a:xfrm>
          <a:prstGeom prst="rect">
            <a:avLst/>
          </a:prstGeom>
          <a:noFill/>
          <a:ln>
            <a:noFill/>
          </a:ln>
        </p:spPr>
        <p:txBody>
          <a:bodyPr spcFirstLastPara="1" wrap="square" lIns="0" tIns="0" rIns="0" bIns="0" anchor="t" anchorCtr="0">
            <a:noAutofit/>
          </a:bodyPr>
          <a:lstStyle/>
          <a:p>
            <a:pPr marL="0" marR="0" lvl="0" indent="-177800" algn="l" rtl="0">
              <a:lnSpc>
                <a:spcPct val="90000"/>
              </a:lnSpc>
              <a:spcBef>
                <a:spcPts val="0"/>
              </a:spcBef>
              <a:spcAft>
                <a:spcPts val="0"/>
              </a:spcAft>
              <a:buClr>
                <a:schemeClr val="dk1"/>
              </a:buClr>
              <a:buSzPts val="2800"/>
              <a:buFont typeface="Arial"/>
              <a:buChar char="​"/>
            </a:pPr>
            <a:r>
              <a:rPr lang="en-US" sz="2800" b="0" u="none">
                <a:solidFill>
                  <a:schemeClr val="dk1"/>
                </a:solidFill>
                <a:latin typeface="Avenir"/>
                <a:ea typeface="Avenir"/>
                <a:cs typeface="Avenir"/>
                <a:sym typeface="Avenir"/>
              </a:rPr>
              <a:t>Nexus Collection</a:t>
            </a:r>
            <a:endParaRPr sz="2800" b="0" u="none">
              <a:solidFill>
                <a:schemeClr val="dk1"/>
              </a:solidFill>
              <a:latin typeface="Avenir"/>
              <a:ea typeface="Avenir"/>
              <a:cs typeface="Avenir"/>
              <a:sym typeface="Avenir"/>
            </a:endParaRPr>
          </a:p>
        </p:txBody>
      </p:sp>
      <p:sp>
        <p:nvSpPr>
          <p:cNvPr id="510" name="Google Shape;510;p51"/>
          <p:cNvSpPr txBox="1"/>
          <p:nvPr/>
        </p:nvSpPr>
        <p:spPr>
          <a:xfrm>
            <a:off x="7921951" y="1598064"/>
            <a:ext cx="3768696" cy="3674691"/>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1600">
              <a:solidFill>
                <a:schemeClr val="dk1"/>
              </a:solidFill>
              <a:latin typeface="Avenir"/>
              <a:ea typeface="Avenir"/>
              <a:cs typeface="Avenir"/>
              <a:sym typeface="Avenir"/>
            </a:endParaRPr>
          </a:p>
        </p:txBody>
      </p:sp>
      <p:sp>
        <p:nvSpPr>
          <p:cNvPr id="511" name="Google Shape;511;p51"/>
          <p:cNvSpPr txBox="1"/>
          <p:nvPr/>
        </p:nvSpPr>
        <p:spPr>
          <a:xfrm>
            <a:off x="7921951" y="1862983"/>
            <a:ext cx="4270049" cy="3537959"/>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1600">
              <a:solidFill>
                <a:schemeClr val="dk1"/>
              </a:solidFill>
              <a:latin typeface="Avenir"/>
              <a:ea typeface="Avenir"/>
              <a:cs typeface="Avenir"/>
              <a:sym typeface="Avenir"/>
            </a:endParaRPr>
          </a:p>
        </p:txBody>
      </p:sp>
      <p:sp>
        <p:nvSpPr>
          <p:cNvPr id="512" name="Google Shape;512;p51"/>
          <p:cNvSpPr txBox="1"/>
          <p:nvPr/>
        </p:nvSpPr>
        <p:spPr>
          <a:xfrm>
            <a:off x="7674123" y="1598064"/>
            <a:ext cx="2760292" cy="3418317"/>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1600">
              <a:solidFill>
                <a:schemeClr val="dk1"/>
              </a:solidFill>
              <a:latin typeface="Avenir"/>
              <a:ea typeface="Avenir"/>
              <a:cs typeface="Avenir"/>
              <a:sym typeface="Avenir"/>
            </a:endParaRPr>
          </a:p>
        </p:txBody>
      </p:sp>
      <p:sp>
        <p:nvSpPr>
          <p:cNvPr id="513" name="Google Shape;513;p51"/>
          <p:cNvSpPr txBox="1"/>
          <p:nvPr/>
        </p:nvSpPr>
        <p:spPr>
          <a:xfrm>
            <a:off x="7524579" y="1862983"/>
            <a:ext cx="3409995" cy="2842261"/>
          </a:xfrm>
          <a:prstGeom prst="rect">
            <a:avLst/>
          </a:prstGeom>
          <a:noFill/>
          <a:ln>
            <a:noFill/>
          </a:ln>
        </p:spPr>
        <p:txBody>
          <a:bodyPr spcFirstLastPara="1" wrap="square" lIns="0" tIns="0" rIns="0" bIns="0" anchor="t" anchorCtr="0">
            <a:noAutofit/>
          </a:bodyPr>
          <a:lstStyle/>
          <a:p>
            <a:pPr marL="285750" marR="0" lvl="0" indent="-285750" algn="l" rtl="0">
              <a:spcBef>
                <a:spcPts val="0"/>
              </a:spcBef>
              <a:spcAft>
                <a:spcPts val="0"/>
              </a:spcAft>
              <a:buClr>
                <a:schemeClr val="dk1"/>
              </a:buClr>
              <a:buSzPts val="1600"/>
              <a:buFont typeface="Arial"/>
              <a:buChar char="•"/>
            </a:pPr>
            <a:r>
              <a:rPr lang="en-US" sz="1600">
                <a:solidFill>
                  <a:schemeClr val="dk1"/>
                </a:solidFill>
                <a:latin typeface="Avenir"/>
                <a:ea typeface="Avenir"/>
                <a:cs typeface="Avenir"/>
                <a:sym typeface="Avenir"/>
              </a:rPr>
              <a:t>What US states and CAN provinces are you currently registered to collect Sales and Use tax? Local Jurisdictions?</a:t>
            </a:r>
            <a:endParaRPr sz="1600">
              <a:solidFill>
                <a:schemeClr val="dk1"/>
              </a:solidFill>
              <a:latin typeface="Avenir"/>
              <a:ea typeface="Avenir"/>
              <a:cs typeface="Avenir"/>
              <a:sym typeface="Avenir"/>
            </a:endParaRPr>
          </a:p>
          <a:p>
            <a:pPr marL="457200" marR="0" lvl="0" indent="0" algn="l" rtl="0">
              <a:spcBef>
                <a:spcPts val="0"/>
              </a:spcBef>
              <a:spcAft>
                <a:spcPts val="0"/>
              </a:spcAft>
              <a:buNone/>
            </a:pPr>
            <a:endParaRPr sz="1600">
              <a:solidFill>
                <a:schemeClr val="dk1"/>
              </a:solidFill>
              <a:latin typeface="Avenir"/>
              <a:ea typeface="Avenir"/>
              <a:cs typeface="Avenir"/>
              <a:sym typeface="Avenir"/>
            </a:endParaRPr>
          </a:p>
          <a:p>
            <a:pPr marL="285750" marR="0" lvl="0" indent="-285750" algn="l" rtl="0">
              <a:spcBef>
                <a:spcPts val="0"/>
              </a:spcBef>
              <a:spcAft>
                <a:spcPts val="0"/>
              </a:spcAft>
              <a:buClr>
                <a:schemeClr val="dk1"/>
              </a:buClr>
              <a:buSzPts val="1600"/>
              <a:buFont typeface="Arial"/>
              <a:buChar char="•"/>
            </a:pPr>
            <a:r>
              <a:rPr lang="en-US" sz="1600">
                <a:solidFill>
                  <a:schemeClr val="dk1"/>
                </a:solidFill>
                <a:latin typeface="Avenir"/>
                <a:ea typeface="Avenir"/>
                <a:cs typeface="Avenir"/>
                <a:sym typeface="Avenir"/>
              </a:rPr>
              <a:t>Effective date? </a:t>
            </a:r>
            <a:endParaRPr/>
          </a:p>
          <a:p>
            <a:pPr marL="285750" marR="0" lvl="0" indent="-184150" algn="l" rtl="0">
              <a:spcBef>
                <a:spcPts val="0"/>
              </a:spcBef>
              <a:spcAft>
                <a:spcPts val="0"/>
              </a:spcAft>
              <a:buClr>
                <a:schemeClr val="dk1"/>
              </a:buClr>
              <a:buSzPts val="1600"/>
              <a:buFont typeface="Arial"/>
              <a:buNone/>
            </a:pPr>
            <a:endParaRPr sz="1600">
              <a:solidFill>
                <a:schemeClr val="dk1"/>
              </a:solidFill>
              <a:latin typeface="Avenir"/>
              <a:ea typeface="Avenir"/>
              <a:cs typeface="Avenir"/>
              <a:sym typeface="Avenir"/>
            </a:endParaRPr>
          </a:p>
          <a:p>
            <a:pPr marL="285750" marR="0" lvl="0" indent="-285750" algn="l" rtl="0">
              <a:spcBef>
                <a:spcPts val="0"/>
              </a:spcBef>
              <a:spcAft>
                <a:spcPts val="0"/>
              </a:spcAft>
              <a:buClr>
                <a:schemeClr val="dk1"/>
              </a:buClr>
              <a:buSzPts val="1600"/>
              <a:buFont typeface="Arial"/>
              <a:buChar char="•"/>
            </a:pPr>
            <a:r>
              <a:rPr lang="en-US" sz="1600">
                <a:solidFill>
                  <a:schemeClr val="dk1"/>
                </a:solidFill>
                <a:latin typeface="Avenir"/>
                <a:ea typeface="Avenir"/>
                <a:cs typeface="Avenir"/>
                <a:sym typeface="Avenir"/>
              </a:rPr>
              <a:t>What US states and CAN provinces are you planning to get registered in? Local Jurisdictions? </a:t>
            </a:r>
            <a:endParaRPr/>
          </a:p>
          <a:p>
            <a:pPr marL="285750" marR="0" lvl="0" indent="-184150" algn="l" rtl="0">
              <a:spcBef>
                <a:spcPts val="0"/>
              </a:spcBef>
              <a:spcAft>
                <a:spcPts val="0"/>
              </a:spcAft>
              <a:buClr>
                <a:schemeClr val="dk1"/>
              </a:buClr>
              <a:buSzPts val="1600"/>
              <a:buFont typeface="Arial"/>
              <a:buNone/>
            </a:pPr>
            <a:endParaRPr sz="1600">
              <a:solidFill>
                <a:schemeClr val="dk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graphicFrame>
        <p:nvGraphicFramePr>
          <p:cNvPr id="519" name="Google Shape;519;p52"/>
          <p:cNvGraphicFramePr/>
          <p:nvPr>
            <p:extLst>
              <p:ext uri="{D42A27DB-BD31-4B8C-83A1-F6EECF244321}">
                <p14:modId xmlns:p14="http://schemas.microsoft.com/office/powerpoint/2010/main" val="1905847924"/>
              </p:ext>
            </p:extLst>
          </p:nvPr>
        </p:nvGraphicFramePr>
        <p:xfrm>
          <a:off x="685800" y="986974"/>
          <a:ext cx="10937625" cy="3418500"/>
        </p:xfrm>
        <a:graphic>
          <a:graphicData uri="http://schemas.openxmlformats.org/drawingml/2006/table">
            <a:tbl>
              <a:tblPr firstRow="1" bandRow="1">
                <a:noFill/>
                <a:tableStyleId>{59679569-A7A2-4478-91F9-9F48E7F3837D}</a:tableStyleId>
              </a:tblPr>
              <a:tblGrid>
                <a:gridCol w="2057400">
                  <a:extLst>
                    <a:ext uri="{9D8B030D-6E8A-4147-A177-3AD203B41FA5}">
                      <a16:colId xmlns:a16="http://schemas.microsoft.com/office/drawing/2014/main" val="20000"/>
                    </a:ext>
                  </a:extLst>
                </a:gridCol>
                <a:gridCol w="2929689">
                  <a:extLst>
                    <a:ext uri="{9D8B030D-6E8A-4147-A177-3AD203B41FA5}">
                      <a16:colId xmlns:a16="http://schemas.microsoft.com/office/drawing/2014/main" val="20001"/>
                    </a:ext>
                  </a:extLst>
                </a:gridCol>
                <a:gridCol w="5950536">
                  <a:extLst>
                    <a:ext uri="{9D8B030D-6E8A-4147-A177-3AD203B41FA5}">
                      <a16:colId xmlns:a16="http://schemas.microsoft.com/office/drawing/2014/main" val="20002"/>
                    </a:ext>
                  </a:extLst>
                </a:gridCol>
              </a:tblGrid>
              <a:tr h="334675">
                <a:tc>
                  <a:txBody>
                    <a:bodyPr/>
                    <a:lstStyle/>
                    <a:p>
                      <a:pPr marL="0" marR="0" lvl="0" indent="0" algn="l" rtl="0">
                        <a:spcBef>
                          <a:spcPts val="0"/>
                        </a:spcBef>
                        <a:spcAft>
                          <a:spcPts val="0"/>
                        </a:spcAft>
                        <a:buNone/>
                      </a:pPr>
                      <a:r>
                        <a:rPr lang="en-US" sz="1600" b="1" u="none" strike="noStrike" cap="none" dirty="0">
                          <a:solidFill>
                            <a:schemeClr val="lt1"/>
                          </a:solidFill>
                          <a:latin typeface="Avenir"/>
                          <a:ea typeface="Avenir"/>
                          <a:cs typeface="Avenir"/>
                          <a:sym typeface="Avenir"/>
                        </a:rPr>
                        <a:t>Phases</a:t>
                      </a:r>
                      <a:endParaRPr dirty="0"/>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solidFill>
                      <a:srgbClr val="015F87"/>
                    </a:solidFill>
                  </a:tcPr>
                </a:tc>
                <a:tc>
                  <a:txBody>
                    <a:bodyPr/>
                    <a:lstStyle/>
                    <a:p>
                      <a:pPr marL="0" marR="0" lvl="0" indent="0" algn="l" rtl="0">
                        <a:spcBef>
                          <a:spcPts val="0"/>
                        </a:spcBef>
                        <a:spcAft>
                          <a:spcPts val="0"/>
                        </a:spcAft>
                        <a:buNone/>
                      </a:pPr>
                      <a:r>
                        <a:rPr lang="en-US" sz="1600" b="1" u="none" strike="noStrike" cap="none">
                          <a:solidFill>
                            <a:schemeClr val="lt1"/>
                          </a:solidFill>
                          <a:latin typeface="Avenir"/>
                          <a:ea typeface="Avenir"/>
                          <a:cs typeface="Avenir"/>
                          <a:sym typeface="Avenir"/>
                        </a:rPr>
                        <a:t>Forecasted Dates</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solidFill>
                      <a:srgbClr val="015F87"/>
                    </a:solidFill>
                  </a:tcPr>
                </a:tc>
                <a:tc>
                  <a:txBody>
                    <a:bodyPr/>
                    <a:lstStyle/>
                    <a:p>
                      <a:pPr marL="0" marR="0" lvl="0" indent="0" algn="l" rtl="0">
                        <a:spcBef>
                          <a:spcPts val="0"/>
                        </a:spcBef>
                        <a:spcAft>
                          <a:spcPts val="0"/>
                        </a:spcAft>
                        <a:buNone/>
                      </a:pPr>
                      <a:r>
                        <a:rPr lang="en-US" sz="1600" b="1" u="none" strike="noStrike" cap="none">
                          <a:solidFill>
                            <a:schemeClr val="lt1"/>
                          </a:solidFill>
                          <a:latin typeface="Avenir"/>
                          <a:ea typeface="Avenir"/>
                          <a:cs typeface="Avenir"/>
                          <a:sym typeface="Avenir"/>
                        </a:rPr>
                        <a:t>Key Milestones</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solidFill>
                      <a:srgbClr val="015F87"/>
                    </a:solidFill>
                  </a:tcPr>
                </a:tc>
                <a:extLst>
                  <a:ext uri="{0D108BD9-81ED-4DB2-BD59-A6C34878D82A}">
                    <a16:rowId xmlns:a16="http://schemas.microsoft.com/office/drawing/2014/main" val="10000"/>
                  </a:ext>
                </a:extLst>
              </a:tr>
              <a:tr h="203200">
                <a:tc>
                  <a:txBody>
                    <a:bodyPr/>
                    <a:lstStyle/>
                    <a:p>
                      <a:pPr marL="0" marR="0" lvl="0" indent="0" algn="l" rtl="0">
                        <a:spcBef>
                          <a:spcPts val="0"/>
                        </a:spcBef>
                        <a:spcAft>
                          <a:spcPts val="0"/>
                        </a:spcAft>
                        <a:buNone/>
                      </a:pPr>
                      <a:r>
                        <a:rPr lang="en-US" sz="1600" u="none" strike="noStrike" cap="none">
                          <a:solidFill>
                            <a:schemeClr val="dk1"/>
                          </a:solidFill>
                          <a:latin typeface="Avenir"/>
                          <a:ea typeface="Avenir"/>
                          <a:cs typeface="Avenir"/>
                          <a:sym typeface="Avenir"/>
                        </a:rPr>
                        <a:t>Planning/Execution</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B w="12700" cap="flat" cmpd="sng">
                      <a:solidFill>
                        <a:srgbClr val="D5D5D9"/>
                      </a:solidFill>
                      <a:prstDash val="solid"/>
                      <a:round/>
                      <a:headEnd type="none" w="sm" len="sm"/>
                      <a:tailEnd type="none" w="sm" len="sm"/>
                    </a:lnB>
                  </a:tcPr>
                </a:tc>
                <a:tc>
                  <a:txBody>
                    <a:bodyPr/>
                    <a:lstStyle/>
                    <a:p>
                      <a:pPr marL="0" marR="0" lvl="0" indent="0" algn="l" rtl="0">
                        <a:spcBef>
                          <a:spcPts val="0"/>
                        </a:spcBef>
                        <a:spcAft>
                          <a:spcPts val="0"/>
                        </a:spcAft>
                        <a:buNone/>
                      </a:pPr>
                      <a:r>
                        <a:rPr lang="en-IN" sz="1600" u="none" strike="noStrike" cap="none" dirty="0">
                          <a:latin typeface="Avenir"/>
                          <a:ea typeface="Avenir"/>
                          <a:cs typeface="Avenir"/>
                          <a:sym typeface="Avenir"/>
                        </a:rPr>
                        <a:t>30 April, 2025- 02 May, 2025</a:t>
                      </a:r>
                      <a:endParaRPr sz="1600" u="none" strike="noStrike" cap="none" dirty="0">
                        <a:latin typeface="Avenir"/>
                        <a:ea typeface="Avenir"/>
                        <a:cs typeface="Avenir"/>
                        <a:sym typeface="Aveni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B w="12700" cap="flat" cmpd="sng">
                      <a:solidFill>
                        <a:srgbClr val="D5D5D9"/>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dk1"/>
                        </a:buClr>
                        <a:buSzPts val="1200"/>
                        <a:buFont typeface="Arial"/>
                        <a:buChar char="•"/>
                      </a:pPr>
                      <a:r>
                        <a:rPr lang="en-US" sz="1200" u="none" strike="noStrike" cap="none" dirty="0">
                          <a:latin typeface="Avenir"/>
                          <a:ea typeface="Avenir"/>
                          <a:cs typeface="Avenir"/>
                          <a:sym typeface="Avenir"/>
                        </a:rPr>
                        <a:t>Kickoff Call </a:t>
                      </a:r>
                      <a:r>
                        <a:rPr lang="en-US" sz="1200" b="0" i="1" u="none" strike="noStrike" cap="none" dirty="0">
                          <a:latin typeface="Avenir"/>
                          <a:ea typeface="Avenir"/>
                          <a:cs typeface="Avenir"/>
                          <a:sym typeface="Avenir"/>
                        </a:rPr>
                        <a:t>(Avalara/Client)</a:t>
                      </a:r>
                      <a:endParaRPr dirty="0"/>
                    </a:p>
                    <a:p>
                      <a:pPr marL="171450" marR="0" lvl="0" indent="-171450" algn="l" rtl="0">
                        <a:lnSpc>
                          <a:spcPct val="100000"/>
                        </a:lnSpc>
                        <a:spcBef>
                          <a:spcPts val="0"/>
                        </a:spcBef>
                        <a:spcAft>
                          <a:spcPts val="0"/>
                        </a:spcAft>
                        <a:buClr>
                          <a:schemeClr val="dk1"/>
                        </a:buClr>
                        <a:buSzPts val="1200"/>
                        <a:buFont typeface="Arial"/>
                        <a:buChar char="•"/>
                      </a:pPr>
                      <a:r>
                        <a:rPr lang="en-US" sz="1200" dirty="0">
                          <a:latin typeface="Avenir"/>
                          <a:ea typeface="Avenir"/>
                          <a:cs typeface="Avenir"/>
                          <a:sym typeface="Avenir"/>
                        </a:rPr>
                        <a:t>Technical Discovery Call </a:t>
                      </a:r>
                      <a:r>
                        <a:rPr lang="en-US" sz="1200" i="1" dirty="0">
                          <a:latin typeface="Avenir"/>
                          <a:ea typeface="Avenir"/>
                          <a:cs typeface="Avenir"/>
                          <a:sym typeface="Avenir"/>
                        </a:rPr>
                        <a:t>(Avalara/Client)</a:t>
                      </a:r>
                      <a:endParaRPr sz="1200" dirty="0">
                        <a:latin typeface="Avenir"/>
                        <a:ea typeface="Avenir"/>
                        <a:cs typeface="Avenir"/>
                        <a:sym typeface="Avenir"/>
                      </a:endParaRPr>
                    </a:p>
                    <a:p>
                      <a:pPr marL="171450" marR="0" lvl="0" indent="-171450" algn="l" rtl="0">
                        <a:lnSpc>
                          <a:spcPct val="100000"/>
                        </a:lnSpc>
                        <a:spcBef>
                          <a:spcPts val="0"/>
                        </a:spcBef>
                        <a:spcAft>
                          <a:spcPts val="0"/>
                        </a:spcAft>
                        <a:buClr>
                          <a:schemeClr val="dk1"/>
                        </a:buClr>
                        <a:buSzPts val="1200"/>
                        <a:buFont typeface="Arial"/>
                        <a:buChar char="•"/>
                      </a:pPr>
                      <a:r>
                        <a:rPr lang="en-US" sz="1200" u="none" strike="noStrike" cap="none" dirty="0">
                          <a:latin typeface="Avenir"/>
                          <a:ea typeface="Avenir"/>
                          <a:cs typeface="Avenir"/>
                          <a:sym typeface="Avenir"/>
                        </a:rPr>
                        <a:t>AvaTax Setup </a:t>
                      </a:r>
                      <a:r>
                        <a:rPr lang="en-US" sz="1200" b="0" i="1" u="none" strike="noStrike" cap="none" dirty="0">
                          <a:latin typeface="Avenir"/>
                          <a:ea typeface="Avenir"/>
                          <a:cs typeface="Avenir"/>
                          <a:sym typeface="Avenir"/>
                        </a:rPr>
                        <a:t>(Avalara)</a:t>
                      </a:r>
                      <a:endParaRPr dirty="0"/>
                    </a:p>
                    <a:p>
                      <a:pPr marL="171450" marR="0" lvl="0" indent="-171450" algn="l" rtl="0">
                        <a:lnSpc>
                          <a:spcPct val="100000"/>
                        </a:lnSpc>
                        <a:spcBef>
                          <a:spcPts val="0"/>
                        </a:spcBef>
                        <a:spcAft>
                          <a:spcPts val="0"/>
                        </a:spcAft>
                        <a:buClr>
                          <a:schemeClr val="dk1"/>
                        </a:buClr>
                        <a:buSzPts val="1200"/>
                        <a:buFont typeface="Arial"/>
                        <a:buChar char="•"/>
                      </a:pPr>
                      <a:r>
                        <a:rPr lang="en-US" sz="1200" u="none" strike="noStrike" cap="none" dirty="0">
                          <a:latin typeface="Avenir"/>
                          <a:ea typeface="Avenir"/>
                          <a:cs typeface="Avenir"/>
                          <a:sym typeface="Avenir"/>
                        </a:rPr>
                        <a:t>AvaTax Training &amp; Configuration Call </a:t>
                      </a:r>
                      <a:r>
                        <a:rPr lang="en-US" sz="1200" b="0" i="1" u="none" strike="noStrike" cap="none" dirty="0">
                          <a:latin typeface="Avenir"/>
                          <a:ea typeface="Avenir"/>
                          <a:cs typeface="Avenir"/>
                          <a:sym typeface="Avenir"/>
                        </a:rPr>
                        <a:t>(Avalara/Client)</a:t>
                      </a:r>
                      <a:endParaRPr dirty="0"/>
                    </a:p>
                    <a:p>
                      <a:pPr marL="171450" marR="0" lvl="0" indent="-171450" algn="l" rtl="0">
                        <a:spcBef>
                          <a:spcPts val="0"/>
                        </a:spcBef>
                        <a:spcAft>
                          <a:spcPts val="0"/>
                        </a:spcAft>
                        <a:buClr>
                          <a:schemeClr val="dk1"/>
                        </a:buClr>
                        <a:buSzPts val="1200"/>
                        <a:buFont typeface="Arial"/>
                        <a:buChar char="•"/>
                      </a:pPr>
                      <a:r>
                        <a:rPr lang="en-US" sz="1200" dirty="0">
                          <a:latin typeface="Avenir"/>
                          <a:ea typeface="Avenir"/>
                          <a:cs typeface="Avenir"/>
                          <a:sym typeface="Avenir"/>
                        </a:rPr>
                        <a:t>Item Taxability Review Call</a:t>
                      </a:r>
                      <a:r>
                        <a:rPr lang="en-US" sz="1200" i="1" dirty="0">
                          <a:latin typeface="Avenir"/>
                          <a:ea typeface="Avenir"/>
                          <a:cs typeface="Avenir"/>
                          <a:sym typeface="Avenir"/>
                        </a:rPr>
                        <a:t> (Avalara/Client)</a:t>
                      </a:r>
                      <a:endParaRPr dirty="0"/>
                    </a:p>
                    <a:p>
                      <a:pPr marL="171450" marR="0" lvl="0" indent="-171450" algn="l" rtl="0">
                        <a:spcBef>
                          <a:spcPts val="0"/>
                        </a:spcBef>
                        <a:spcAft>
                          <a:spcPts val="0"/>
                        </a:spcAft>
                        <a:buClr>
                          <a:schemeClr val="dk1"/>
                        </a:buClr>
                        <a:buSzPts val="1200"/>
                        <a:buFont typeface="Arial"/>
                        <a:buChar char="•"/>
                      </a:pPr>
                      <a:r>
                        <a:rPr lang="en-US" sz="1200" u="none" strike="noStrike" cap="none" dirty="0">
                          <a:highlight>
                            <a:srgbClr val="FFFF00"/>
                          </a:highlight>
                          <a:latin typeface="Avenir"/>
                          <a:ea typeface="Avenir"/>
                          <a:cs typeface="Avenir"/>
                          <a:sym typeface="Avenir"/>
                        </a:rPr>
                        <a:t>Connector Configuration Call </a:t>
                      </a:r>
                      <a:r>
                        <a:rPr lang="en-US" sz="1200" i="1" u="none" strike="noStrike" cap="none" dirty="0">
                          <a:highlight>
                            <a:srgbClr val="FFFF00"/>
                          </a:highlight>
                          <a:latin typeface="Avenir"/>
                          <a:ea typeface="Avenir"/>
                          <a:cs typeface="Avenir"/>
                          <a:sym typeface="Avenir"/>
                        </a:rPr>
                        <a:t>(Avalara/Client)</a:t>
                      </a:r>
                      <a:endParaRPr dirty="0">
                        <a:highlight>
                          <a:srgbClr val="FFFF00"/>
                        </a:highlight>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B w="12700" cap="flat" cmpd="sng">
                      <a:solidFill>
                        <a:srgbClr val="D5D5D9"/>
                      </a:solidFill>
                      <a:prstDash val="solid"/>
                      <a:round/>
                      <a:headEnd type="none" w="sm" len="sm"/>
                      <a:tailEnd type="none" w="sm" len="sm"/>
                    </a:lnB>
                  </a:tcPr>
                </a:tc>
                <a:extLst>
                  <a:ext uri="{0D108BD9-81ED-4DB2-BD59-A6C34878D82A}">
                    <a16:rowId xmlns:a16="http://schemas.microsoft.com/office/drawing/2014/main" val="10001"/>
                  </a:ext>
                </a:extLst>
              </a:tr>
              <a:tr h="653975">
                <a:tc>
                  <a:txBody>
                    <a:bodyPr/>
                    <a:lstStyle/>
                    <a:p>
                      <a:pPr marL="0" marR="0" lvl="0" indent="0" algn="l" rtl="0">
                        <a:spcBef>
                          <a:spcPts val="0"/>
                        </a:spcBef>
                        <a:spcAft>
                          <a:spcPts val="0"/>
                        </a:spcAft>
                        <a:buNone/>
                      </a:pPr>
                      <a:r>
                        <a:rPr lang="en-US" sz="1600" b="0" i="0" u="none" strike="noStrike" cap="none">
                          <a:solidFill>
                            <a:schemeClr val="dk1"/>
                          </a:solidFill>
                          <a:latin typeface="Avenir"/>
                          <a:ea typeface="Avenir"/>
                          <a:cs typeface="Avenir"/>
                          <a:sym typeface="Avenir"/>
                        </a:rPr>
                        <a:t>Testing</a:t>
                      </a:r>
                      <a:endParaRPr sz="1600" u="none" strike="noStrike" cap="none">
                        <a:latin typeface="Avenir"/>
                        <a:ea typeface="Avenir"/>
                        <a:cs typeface="Avenir"/>
                        <a:sym typeface="Aveni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rgbClr val="D5D5D9"/>
                      </a:solidFill>
                      <a:prstDash val="solid"/>
                      <a:round/>
                      <a:headEnd type="none" w="sm" len="sm"/>
                      <a:tailEnd type="none" w="sm" len="sm"/>
                    </a:lnT>
                    <a:lnB w="12700" cap="flat" cmpd="sng">
                      <a:solidFill>
                        <a:srgbClr val="D5D5D9"/>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u="none" strike="noStrike" cap="none" dirty="0">
                          <a:latin typeface="Avenir"/>
                          <a:ea typeface="Avenir"/>
                          <a:cs typeface="Avenir"/>
                          <a:sym typeface="Avenir"/>
                        </a:rPr>
                        <a:t>02 May, 2025- 02 June, 2025 </a:t>
                      </a:r>
                    </a:p>
                    <a:p>
                      <a:pPr marL="0" marR="0" lvl="0" indent="0" algn="l" rtl="0">
                        <a:spcBef>
                          <a:spcPts val="0"/>
                        </a:spcBef>
                        <a:spcAft>
                          <a:spcPts val="0"/>
                        </a:spcAft>
                        <a:buNone/>
                      </a:pPr>
                      <a:endParaRPr sz="1600" u="none" strike="noStrike" cap="none" dirty="0">
                        <a:solidFill>
                          <a:schemeClr val="dk1"/>
                        </a:solidFill>
                        <a:latin typeface="Avenir"/>
                        <a:ea typeface="Avenir"/>
                        <a:cs typeface="Avenir"/>
                        <a:sym typeface="Aveni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rgbClr val="D5D5D9"/>
                      </a:solidFill>
                      <a:prstDash val="solid"/>
                      <a:round/>
                      <a:headEnd type="none" w="sm" len="sm"/>
                      <a:tailEnd type="none" w="sm" len="sm"/>
                    </a:lnT>
                    <a:lnB w="12700" cap="flat" cmpd="sng">
                      <a:solidFill>
                        <a:srgbClr val="D5D5D9"/>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dk1"/>
                        </a:buClr>
                        <a:buSzPts val="1200"/>
                        <a:buFont typeface="Arial"/>
                        <a:buChar char="•"/>
                      </a:pPr>
                      <a:r>
                        <a:rPr lang="en-US" sz="1200" u="none" strike="noStrike" cap="none" dirty="0">
                          <a:latin typeface="Avenir"/>
                          <a:ea typeface="Avenir"/>
                          <a:cs typeface="Avenir"/>
                          <a:sym typeface="Avenir"/>
                        </a:rPr>
                        <a:t>Create a Plan for Testing. </a:t>
                      </a:r>
                      <a:r>
                        <a:rPr lang="en-US" sz="1200" i="1" u="none" strike="noStrike" cap="none" dirty="0">
                          <a:latin typeface="Avenir"/>
                          <a:ea typeface="Avenir"/>
                          <a:cs typeface="Avenir"/>
                          <a:sym typeface="Avenir"/>
                        </a:rPr>
                        <a:t>(Client)</a:t>
                      </a:r>
                      <a:endParaRPr dirty="0"/>
                    </a:p>
                    <a:p>
                      <a:pPr marL="171450" marR="0" lvl="0" indent="-171450" algn="l" rtl="0">
                        <a:lnSpc>
                          <a:spcPct val="100000"/>
                        </a:lnSpc>
                        <a:spcBef>
                          <a:spcPts val="0"/>
                        </a:spcBef>
                        <a:spcAft>
                          <a:spcPts val="0"/>
                        </a:spcAft>
                        <a:buClr>
                          <a:schemeClr val="dk1"/>
                        </a:buClr>
                        <a:buSzPts val="1200"/>
                        <a:buFont typeface="Arial"/>
                        <a:buChar char="•"/>
                      </a:pPr>
                      <a:r>
                        <a:rPr lang="en-US" sz="1200" u="none" strike="noStrike" cap="none" dirty="0">
                          <a:latin typeface="Avenir"/>
                          <a:ea typeface="Avenir"/>
                          <a:cs typeface="Avenir"/>
                          <a:sym typeface="Avenir"/>
                        </a:rPr>
                        <a:t>Perform Unit /UAT Testing. </a:t>
                      </a:r>
                      <a:r>
                        <a:rPr lang="en-US" sz="1200" i="1" u="none" strike="noStrike" cap="none" dirty="0">
                          <a:latin typeface="Avenir"/>
                          <a:ea typeface="Avenir"/>
                          <a:cs typeface="Avenir"/>
                          <a:sym typeface="Avenir"/>
                        </a:rPr>
                        <a:t>(Client)</a:t>
                      </a:r>
                      <a:endParaRPr dirty="0"/>
                    </a:p>
                    <a:p>
                      <a:pPr marL="171450" marR="0" lvl="0" indent="-171450" algn="l" rtl="0">
                        <a:spcBef>
                          <a:spcPts val="0"/>
                        </a:spcBef>
                        <a:spcAft>
                          <a:spcPts val="0"/>
                        </a:spcAft>
                        <a:buClr>
                          <a:schemeClr val="dk1"/>
                        </a:buClr>
                        <a:buSzPts val="1200"/>
                        <a:buFont typeface="Arial"/>
                        <a:buChar char="•"/>
                      </a:pPr>
                      <a:r>
                        <a:rPr lang="en-US" sz="1200" u="none" strike="noStrike" cap="none" dirty="0">
                          <a:latin typeface="Avenir"/>
                          <a:ea typeface="Avenir"/>
                          <a:cs typeface="Avenir"/>
                          <a:sym typeface="Avenir"/>
                        </a:rPr>
                        <a:t>Issue Resolution </a:t>
                      </a:r>
                      <a:r>
                        <a:rPr lang="en-US" sz="1200" i="1" u="none" strike="noStrike" cap="none" dirty="0">
                          <a:latin typeface="Avenir"/>
                          <a:ea typeface="Avenir"/>
                          <a:cs typeface="Avenir"/>
                          <a:sym typeface="Avenir"/>
                        </a:rPr>
                        <a:t>(Avalara/Client)</a:t>
                      </a:r>
                      <a:endParaRPr dirty="0"/>
                    </a:p>
                    <a:p>
                      <a:pPr marL="171450" marR="0" lvl="0" indent="-171450" algn="l" rtl="0">
                        <a:lnSpc>
                          <a:spcPct val="100000"/>
                        </a:lnSpc>
                        <a:spcBef>
                          <a:spcPts val="0"/>
                        </a:spcBef>
                        <a:spcAft>
                          <a:spcPts val="0"/>
                        </a:spcAft>
                        <a:buClr>
                          <a:schemeClr val="dk1"/>
                        </a:buClr>
                        <a:buSzPts val="1200"/>
                        <a:buFont typeface="Arial"/>
                        <a:buChar char="•"/>
                      </a:pPr>
                      <a:r>
                        <a:rPr lang="en-US" sz="1200" u="none" strike="noStrike" cap="none" dirty="0">
                          <a:latin typeface="Avenir"/>
                          <a:ea typeface="Avenir"/>
                          <a:cs typeface="Avenir"/>
                          <a:sym typeface="Avenir"/>
                        </a:rPr>
                        <a:t>Production </a:t>
                      </a:r>
                      <a:r>
                        <a:rPr lang="en-US" sz="1200" dirty="0">
                          <a:latin typeface="Avenir"/>
                          <a:ea typeface="Avenir"/>
                          <a:cs typeface="Avenir"/>
                          <a:sym typeface="Avenir"/>
                        </a:rPr>
                        <a:t>Sign Off</a:t>
                      </a:r>
                      <a:r>
                        <a:rPr lang="en-US" sz="1200" u="none" strike="noStrike" cap="none" dirty="0">
                          <a:latin typeface="Avenir"/>
                          <a:ea typeface="Avenir"/>
                          <a:cs typeface="Avenir"/>
                          <a:sym typeface="Avenir"/>
                        </a:rPr>
                        <a:t> </a:t>
                      </a:r>
                      <a:r>
                        <a:rPr lang="en-US" sz="1200" i="1" u="none" strike="noStrike" cap="none" dirty="0">
                          <a:latin typeface="Avenir"/>
                          <a:ea typeface="Avenir"/>
                          <a:cs typeface="Avenir"/>
                          <a:sym typeface="Avenir"/>
                        </a:rPr>
                        <a:t>(Client)</a:t>
                      </a:r>
                      <a:endParaRPr sz="1200" i="1" dirty="0">
                        <a:latin typeface="Avenir"/>
                        <a:ea typeface="Avenir"/>
                        <a:cs typeface="Avenir"/>
                        <a:sym typeface="Avenir"/>
                      </a:endParaRPr>
                    </a:p>
                    <a:p>
                      <a:pPr marL="171450" marR="0" lvl="0" indent="-171450" algn="l" rtl="0">
                        <a:lnSpc>
                          <a:spcPct val="100000"/>
                        </a:lnSpc>
                        <a:spcBef>
                          <a:spcPts val="0"/>
                        </a:spcBef>
                        <a:spcAft>
                          <a:spcPts val="0"/>
                        </a:spcAft>
                        <a:buClr>
                          <a:schemeClr val="dk1"/>
                        </a:buClr>
                        <a:buSzPts val="1200"/>
                        <a:buFont typeface="Arial"/>
                        <a:buChar char="•"/>
                      </a:pPr>
                      <a:r>
                        <a:rPr lang="en-US" sz="1200" dirty="0">
                          <a:latin typeface="Avenir"/>
                          <a:ea typeface="Avenir"/>
                          <a:cs typeface="Avenir"/>
                          <a:sym typeface="Avenir"/>
                        </a:rPr>
                        <a:t>AvaTax Migration to Production </a:t>
                      </a:r>
                      <a:r>
                        <a:rPr lang="en-US" sz="1200" i="1" dirty="0">
                          <a:latin typeface="Avenir"/>
                          <a:ea typeface="Avenir"/>
                          <a:cs typeface="Avenir"/>
                          <a:sym typeface="Avenir"/>
                        </a:rPr>
                        <a:t>(Avalara)</a:t>
                      </a:r>
                      <a:endParaRPr dirty="0"/>
                    </a:p>
                    <a:p>
                      <a:pPr marL="171450" marR="0" lvl="0" indent="-171450" algn="l" rtl="0">
                        <a:lnSpc>
                          <a:spcPct val="100000"/>
                        </a:lnSpc>
                        <a:spcBef>
                          <a:spcPts val="0"/>
                        </a:spcBef>
                        <a:spcAft>
                          <a:spcPts val="0"/>
                        </a:spcAft>
                        <a:buClr>
                          <a:schemeClr val="dk1"/>
                        </a:buClr>
                        <a:buSzPts val="1200"/>
                        <a:buFont typeface="Arial"/>
                        <a:buChar char="•"/>
                      </a:pPr>
                      <a:r>
                        <a:rPr lang="en-US" sz="1200" dirty="0">
                          <a:latin typeface="Avenir"/>
                          <a:ea typeface="Avenir"/>
                          <a:cs typeface="Avenir"/>
                          <a:sym typeface="Avenir"/>
                        </a:rPr>
                        <a:t>Connector Configuration in Production. </a:t>
                      </a:r>
                      <a:r>
                        <a:rPr lang="en-US" sz="1200" i="1" dirty="0">
                          <a:latin typeface="Avenir"/>
                          <a:ea typeface="Avenir"/>
                          <a:cs typeface="Avenir"/>
                          <a:sym typeface="Avenir"/>
                        </a:rPr>
                        <a:t>(Client)</a:t>
                      </a:r>
                      <a:endParaRPr dirty="0"/>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rgbClr val="D5D5D9"/>
                      </a:solidFill>
                      <a:prstDash val="solid"/>
                      <a:round/>
                      <a:headEnd type="none" w="sm" len="sm"/>
                      <a:tailEnd type="none" w="sm" len="sm"/>
                    </a:lnT>
                    <a:lnB w="12700" cap="flat" cmpd="sng">
                      <a:solidFill>
                        <a:srgbClr val="D5D5D9"/>
                      </a:solidFill>
                      <a:prstDash val="solid"/>
                      <a:round/>
                      <a:headEnd type="none" w="sm" len="sm"/>
                      <a:tailEnd type="none" w="sm" len="sm"/>
                    </a:lnB>
                  </a:tcPr>
                </a:tc>
                <a:extLst>
                  <a:ext uri="{0D108BD9-81ED-4DB2-BD59-A6C34878D82A}">
                    <a16:rowId xmlns:a16="http://schemas.microsoft.com/office/drawing/2014/main" val="10002"/>
                  </a:ext>
                </a:extLst>
              </a:tr>
              <a:tr h="705750">
                <a:tc>
                  <a:txBody>
                    <a:bodyPr/>
                    <a:lstStyle/>
                    <a:p>
                      <a:pPr marL="0" marR="0" lvl="0" indent="0" algn="l" rtl="0">
                        <a:spcBef>
                          <a:spcPts val="0"/>
                        </a:spcBef>
                        <a:spcAft>
                          <a:spcPts val="0"/>
                        </a:spcAft>
                        <a:buNone/>
                      </a:pPr>
                      <a:r>
                        <a:rPr lang="en-US" sz="1600" b="0" i="0" u="none" strike="noStrike" cap="none">
                          <a:solidFill>
                            <a:schemeClr val="dk1"/>
                          </a:solidFill>
                          <a:latin typeface="Avenir"/>
                          <a:ea typeface="Avenir"/>
                          <a:cs typeface="Avenir"/>
                          <a:sym typeface="Avenir"/>
                        </a:rPr>
                        <a:t>Go Live</a:t>
                      </a:r>
                      <a:endParaRPr sz="1600" u="none" strike="noStrike" cap="none">
                        <a:latin typeface="Avenir"/>
                        <a:ea typeface="Avenir"/>
                        <a:cs typeface="Avenir"/>
                        <a:sym typeface="Aveni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rgbClr val="D5D5D9"/>
                      </a:solidFill>
                      <a:prstDash val="solid"/>
                      <a:round/>
                      <a:headEnd type="none" w="sm" len="sm"/>
                      <a:tailEnd type="none" w="sm" len="sm"/>
                    </a:lnT>
                    <a:lnB w="12700" cap="flat" cmpd="sng">
                      <a:solidFill>
                        <a:srgbClr val="D5D5D9"/>
                      </a:solidFill>
                      <a:prstDash val="solid"/>
                      <a:round/>
                      <a:headEnd type="none" w="sm" len="sm"/>
                      <a:tailEnd type="none" w="sm" len="sm"/>
                    </a:lnB>
                  </a:tcPr>
                </a:tc>
                <a:tc>
                  <a:txBody>
                    <a:bodyPr/>
                    <a:lstStyle/>
                    <a:p>
                      <a:pPr marL="0" marR="0" lvl="0" indent="0" algn="l" rtl="0">
                        <a:spcBef>
                          <a:spcPts val="0"/>
                        </a:spcBef>
                        <a:spcAft>
                          <a:spcPts val="0"/>
                        </a:spcAft>
                        <a:buNone/>
                      </a:pPr>
                      <a:r>
                        <a:rPr lang="en-US" sz="1600" u="none" strike="noStrike" cap="none" dirty="0">
                          <a:latin typeface="Avenir"/>
                          <a:ea typeface="Avenir"/>
                          <a:cs typeface="Avenir"/>
                          <a:sym typeface="Avenir"/>
                        </a:rPr>
                        <a:t>02 June, 2025- 13 June, 2025</a:t>
                      </a:r>
                      <a:endParaRPr sz="1600" u="none" strike="noStrike" cap="none" dirty="0">
                        <a:latin typeface="Avenir"/>
                        <a:ea typeface="Avenir"/>
                        <a:cs typeface="Avenir"/>
                        <a:sym typeface="Aveni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rgbClr val="D5D5D9"/>
                      </a:solidFill>
                      <a:prstDash val="solid"/>
                      <a:round/>
                      <a:headEnd type="none" w="sm" len="sm"/>
                      <a:tailEnd type="none" w="sm" len="sm"/>
                    </a:lnT>
                    <a:lnB w="12700" cap="flat" cmpd="sng">
                      <a:solidFill>
                        <a:srgbClr val="D5D5D9"/>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dk1"/>
                        </a:buClr>
                        <a:buSzPts val="1200"/>
                        <a:buChar char="•"/>
                      </a:pPr>
                      <a:r>
                        <a:rPr lang="en-US" sz="1200" dirty="0">
                          <a:latin typeface="Avenir"/>
                          <a:ea typeface="Avenir"/>
                          <a:cs typeface="Avenir"/>
                          <a:sym typeface="Avenir"/>
                        </a:rPr>
                        <a:t>Go Live </a:t>
                      </a:r>
                      <a:r>
                        <a:rPr lang="en-US" sz="1200" i="1" dirty="0">
                          <a:latin typeface="Avenir"/>
                          <a:ea typeface="Avenir"/>
                          <a:cs typeface="Avenir"/>
                          <a:sym typeface="Avenir"/>
                        </a:rPr>
                        <a:t>(Client)</a:t>
                      </a:r>
                      <a:endParaRPr sz="1200" i="1" dirty="0">
                        <a:latin typeface="Avenir"/>
                        <a:ea typeface="Avenir"/>
                        <a:cs typeface="Avenir"/>
                        <a:sym typeface="Avenir"/>
                      </a:endParaRPr>
                    </a:p>
                    <a:p>
                      <a:pPr marL="171450" marR="0" lvl="0" indent="-171450" algn="l" rtl="0">
                        <a:lnSpc>
                          <a:spcPct val="100000"/>
                        </a:lnSpc>
                        <a:spcBef>
                          <a:spcPts val="0"/>
                        </a:spcBef>
                        <a:spcAft>
                          <a:spcPts val="0"/>
                        </a:spcAft>
                        <a:buClr>
                          <a:schemeClr val="dk1"/>
                        </a:buClr>
                        <a:buSzPts val="1200"/>
                        <a:buFont typeface="Arial"/>
                        <a:buChar char="•"/>
                      </a:pPr>
                      <a:r>
                        <a:rPr lang="en-US" sz="1200" u="none" strike="noStrike" cap="none" dirty="0">
                          <a:highlight>
                            <a:srgbClr val="FFFF00"/>
                          </a:highlight>
                          <a:latin typeface="Avenir"/>
                          <a:ea typeface="Avenir"/>
                          <a:cs typeface="Avenir"/>
                          <a:sym typeface="Avenir"/>
                        </a:rPr>
                        <a:t>Post-Production Support </a:t>
                      </a:r>
                      <a:r>
                        <a:rPr lang="en-US" sz="1200" b="1" u="none" strike="noStrike" cap="none" dirty="0">
                          <a:highlight>
                            <a:srgbClr val="FFFF00"/>
                          </a:highlight>
                          <a:latin typeface="Avenir"/>
                          <a:ea typeface="Avenir"/>
                          <a:cs typeface="Avenir"/>
                          <a:sym typeface="Avenir"/>
                        </a:rPr>
                        <a:t>(10 – Business Days)</a:t>
                      </a:r>
                      <a:r>
                        <a:rPr lang="en-US" sz="1200" b="1" u="none" strike="noStrike" cap="none" dirty="0">
                          <a:latin typeface="Avenir"/>
                          <a:ea typeface="Avenir"/>
                          <a:cs typeface="Avenir"/>
                          <a:sym typeface="Avenir"/>
                        </a:rPr>
                        <a:t> </a:t>
                      </a:r>
                      <a:r>
                        <a:rPr lang="en-US" sz="1200" i="1" u="none" strike="noStrike" cap="none" dirty="0">
                          <a:latin typeface="Avenir"/>
                          <a:ea typeface="Avenir"/>
                          <a:cs typeface="Avenir"/>
                          <a:sym typeface="Avenir"/>
                        </a:rPr>
                        <a:t>(Avalara)</a:t>
                      </a:r>
                      <a:endParaRPr dirty="0"/>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rgbClr val="D5D5D9"/>
                      </a:solidFill>
                      <a:prstDash val="solid"/>
                      <a:round/>
                      <a:headEnd type="none" w="sm" len="sm"/>
                      <a:tailEnd type="none" w="sm" len="sm"/>
                    </a:lnT>
                    <a:lnB w="12700" cap="flat" cmpd="sng">
                      <a:solidFill>
                        <a:srgbClr val="D5D5D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20" name="Google Shape;520;p52"/>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a:t>6</a:t>
            </a:fld>
            <a:endParaRPr/>
          </a:p>
        </p:txBody>
      </p:sp>
      <p:sp>
        <p:nvSpPr>
          <p:cNvPr id="521" name="Google Shape;521;p52"/>
          <p:cNvSpPr txBox="1">
            <a:spLocks noGrp="1"/>
          </p:cNvSpPr>
          <p:nvPr>
            <p:ph type="ftr" idx="11"/>
          </p:nvPr>
        </p:nvSpPr>
        <p:spPr>
          <a:xfrm>
            <a:off x="685800" y="6458833"/>
            <a:ext cx="4114800" cy="184666"/>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US"/>
              <a:t>© Avalara. Confidential and proprietary.</a:t>
            </a:r>
            <a:endParaRPr/>
          </a:p>
        </p:txBody>
      </p:sp>
      <p:sp>
        <p:nvSpPr>
          <p:cNvPr id="522" name="Google Shape;522;p52"/>
          <p:cNvSpPr txBox="1">
            <a:spLocks noGrp="1"/>
          </p:cNvSpPr>
          <p:nvPr>
            <p:ph type="title"/>
          </p:nvPr>
        </p:nvSpPr>
        <p:spPr>
          <a:xfrm>
            <a:off x="685800" y="457200"/>
            <a:ext cx="10820400" cy="411480"/>
          </a:xfrm>
          <a:prstGeom prst="rect">
            <a:avLst/>
          </a:prstGeom>
          <a:noFill/>
          <a:ln>
            <a:noFill/>
          </a:ln>
        </p:spPr>
        <p:txBody>
          <a:bodyPr spcFirstLastPara="1" wrap="square" lIns="0" tIns="0" rIns="0" bIns="0" anchor="t" anchorCtr="0">
            <a:noAutofit/>
          </a:bodyPr>
          <a:lstStyle/>
          <a:p>
            <a:pPr marL="0" lvl="0" indent="-177800" algn="l" rtl="0">
              <a:lnSpc>
                <a:spcPct val="90000"/>
              </a:lnSpc>
              <a:spcBef>
                <a:spcPts val="0"/>
              </a:spcBef>
              <a:spcAft>
                <a:spcPts val="0"/>
              </a:spcAft>
              <a:buClr>
                <a:schemeClr val="dk1"/>
              </a:buClr>
              <a:buSzPts val="2800"/>
              <a:buChar char="​"/>
            </a:pPr>
            <a:r>
              <a:rPr lang="en-US" sz="2800"/>
              <a:t>Forecasted Project Plan Overview</a:t>
            </a: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55"/>
          <p:cNvSpPr txBox="1">
            <a:spLocks noGrp="1"/>
          </p:cNvSpPr>
          <p:nvPr>
            <p:ph type="body" idx="1"/>
          </p:nvPr>
        </p:nvSpPr>
        <p:spPr>
          <a:xfrm>
            <a:off x="685800" y="1211536"/>
            <a:ext cx="8801100" cy="5085372"/>
          </a:xfrm>
          <a:prstGeom prst="rect">
            <a:avLst/>
          </a:prstGeom>
          <a:noFill/>
          <a:ln>
            <a:noFill/>
          </a:ln>
        </p:spPr>
        <p:txBody>
          <a:bodyPr spcFirstLastPara="1" wrap="square" lIns="0" tIns="0" rIns="0" bIns="0" anchor="t" anchorCtr="0">
            <a:noAutofit/>
          </a:bodyPr>
          <a:lstStyle/>
          <a:p>
            <a:pPr marL="0" lvl="1" indent="0" algn="l" rtl="0">
              <a:lnSpc>
                <a:spcPct val="100000"/>
              </a:lnSpc>
              <a:spcBef>
                <a:spcPts val="0"/>
              </a:spcBef>
              <a:spcAft>
                <a:spcPts val="0"/>
              </a:spcAft>
              <a:buSzPts val="1280"/>
              <a:buNone/>
            </a:pPr>
            <a:r>
              <a:rPr lang="en-US" sz="1600" dirty="0"/>
              <a:t>1) Schedule AvaTax Training &amp; Configuration Call (</a:t>
            </a:r>
            <a:r>
              <a:rPr lang="en-US" sz="1600" b="1" dirty="0"/>
              <a:t>Ankush</a:t>
            </a:r>
            <a:r>
              <a:rPr lang="en-US" sz="1600" dirty="0"/>
              <a:t>)</a:t>
            </a:r>
            <a:endParaRPr dirty="0"/>
          </a:p>
          <a:p>
            <a:pPr marL="684213" lvl="2" indent="-338137" algn="l" rtl="0">
              <a:lnSpc>
                <a:spcPct val="100000"/>
              </a:lnSpc>
              <a:spcBef>
                <a:spcPts val="600"/>
              </a:spcBef>
              <a:spcAft>
                <a:spcPts val="0"/>
              </a:spcAft>
              <a:buClr>
                <a:schemeClr val="dk1"/>
              </a:buClr>
              <a:buSzPts val="1080"/>
              <a:buChar char="•"/>
            </a:pPr>
            <a:r>
              <a:rPr lang="en-US" sz="1200" dirty="0"/>
              <a:t>Include AvaTax Admin(s), and Tax Specialists/Software Users </a:t>
            </a:r>
            <a:endParaRPr dirty="0"/>
          </a:p>
          <a:p>
            <a:pPr marL="684213" lvl="2" indent="-338137" algn="l" rtl="0">
              <a:lnSpc>
                <a:spcPct val="100000"/>
              </a:lnSpc>
              <a:spcBef>
                <a:spcPts val="600"/>
              </a:spcBef>
              <a:spcAft>
                <a:spcPts val="0"/>
              </a:spcAft>
              <a:buClr>
                <a:schemeClr val="dk1"/>
              </a:buClr>
              <a:buSzPts val="1080"/>
              <a:buChar char="•"/>
            </a:pPr>
            <a:r>
              <a:rPr lang="en-US" sz="1200" dirty="0"/>
              <a:t>Please complete a test login to your AvaTax Sandbox prior to call </a:t>
            </a:r>
            <a:r>
              <a:rPr lang="en-US" sz="1200" u="sng" dirty="0">
                <a:solidFill>
                  <a:srgbClr val="3687BE"/>
                </a:solidFill>
                <a:hlinkClick r:id="rId3">
                  <a:extLst>
                    <a:ext uri="{A12FA001-AC4F-418D-AE19-62706E023703}">
                      <ahyp:hlinkClr xmlns:ahyp="http://schemas.microsoft.com/office/drawing/2018/hyperlinkcolor" val="tx"/>
                    </a:ext>
                  </a:extLst>
                </a:hlinkClick>
              </a:rPr>
              <a:t>http://sandbox.admin.avalara.com/</a:t>
            </a:r>
            <a:endParaRPr sz="1200" dirty="0">
              <a:solidFill>
                <a:srgbClr val="3687BE"/>
              </a:solidFill>
            </a:endParaRPr>
          </a:p>
          <a:p>
            <a:pPr marL="684213" lvl="2" indent="-338137" algn="l" rtl="0">
              <a:lnSpc>
                <a:spcPct val="100000"/>
              </a:lnSpc>
              <a:spcBef>
                <a:spcPts val="600"/>
              </a:spcBef>
              <a:spcAft>
                <a:spcPts val="0"/>
              </a:spcAft>
              <a:buClr>
                <a:schemeClr val="dk1"/>
              </a:buClr>
              <a:buSzPts val="1080"/>
              <a:buChar char="•"/>
            </a:pPr>
            <a:r>
              <a:rPr lang="en-US" sz="1200" dirty="0"/>
              <a:t>User with access: </a:t>
            </a:r>
            <a:r>
              <a:rPr lang="en-US" sz="1200" b="1" dirty="0"/>
              <a:t>dtuller@onebarnes.com</a:t>
            </a:r>
            <a:endParaRPr b="1" dirty="0"/>
          </a:p>
          <a:p>
            <a:pPr marL="346075" lvl="2" indent="0" algn="l" rtl="0">
              <a:lnSpc>
                <a:spcPct val="100000"/>
              </a:lnSpc>
              <a:spcBef>
                <a:spcPts val="600"/>
              </a:spcBef>
              <a:spcAft>
                <a:spcPts val="0"/>
              </a:spcAft>
              <a:buClr>
                <a:schemeClr val="dk1"/>
              </a:buClr>
              <a:buSzPts val="1080"/>
              <a:buNone/>
            </a:pPr>
            <a:endParaRPr sz="1200" dirty="0"/>
          </a:p>
          <a:p>
            <a:pPr marL="0" lvl="1" indent="0" algn="l" rtl="0">
              <a:lnSpc>
                <a:spcPct val="100000"/>
              </a:lnSpc>
              <a:spcBef>
                <a:spcPts val="600"/>
              </a:spcBef>
              <a:spcAft>
                <a:spcPts val="0"/>
              </a:spcAft>
              <a:buSzPts val="1280"/>
              <a:buNone/>
            </a:pPr>
            <a:endParaRPr sz="1400" b="1" dirty="0"/>
          </a:p>
          <a:p>
            <a:pPr marL="0" lvl="1" indent="0" algn="l" rtl="0">
              <a:lnSpc>
                <a:spcPct val="100000"/>
              </a:lnSpc>
              <a:spcBef>
                <a:spcPts val="600"/>
              </a:spcBef>
              <a:spcAft>
                <a:spcPts val="0"/>
              </a:spcAft>
              <a:buSzPts val="1440"/>
              <a:buNone/>
            </a:pPr>
            <a:r>
              <a:rPr lang="en-US" dirty="0"/>
              <a:t>2) </a:t>
            </a:r>
            <a:r>
              <a:rPr lang="en-US" sz="1600" dirty="0"/>
              <a:t>Schedule Bi-weekly Status Calls. (</a:t>
            </a:r>
            <a:r>
              <a:rPr lang="en-US" sz="1600" b="1" dirty="0"/>
              <a:t>Jagdeep</a:t>
            </a:r>
            <a:r>
              <a:rPr lang="en-US" sz="1600" dirty="0"/>
              <a:t>)</a:t>
            </a:r>
            <a:endParaRPr dirty="0"/>
          </a:p>
          <a:p>
            <a:pPr marL="684213" lvl="2" indent="-338137" algn="l" rtl="0">
              <a:lnSpc>
                <a:spcPct val="100000"/>
              </a:lnSpc>
              <a:spcBef>
                <a:spcPts val="600"/>
              </a:spcBef>
              <a:spcAft>
                <a:spcPts val="0"/>
              </a:spcAft>
              <a:buClr>
                <a:schemeClr val="dk1"/>
              </a:buClr>
              <a:buSzPts val="1080"/>
              <a:buChar char="•"/>
            </a:pPr>
            <a:r>
              <a:rPr lang="en-US" sz="1200" dirty="0"/>
              <a:t>Review project timeline and open tasks</a:t>
            </a:r>
            <a:endParaRPr dirty="0"/>
          </a:p>
          <a:p>
            <a:pPr marL="684213" lvl="2" indent="-338137" algn="l" rtl="0">
              <a:lnSpc>
                <a:spcPct val="100000"/>
              </a:lnSpc>
              <a:spcBef>
                <a:spcPts val="600"/>
              </a:spcBef>
              <a:spcAft>
                <a:spcPts val="0"/>
              </a:spcAft>
              <a:buClr>
                <a:schemeClr val="dk1"/>
              </a:buClr>
              <a:buSzPts val="1080"/>
              <a:buChar char="•"/>
            </a:pPr>
            <a:r>
              <a:rPr lang="en-US" sz="1200" dirty="0"/>
              <a:t>Troubleshoot</a:t>
            </a:r>
            <a:endParaRPr dirty="0"/>
          </a:p>
          <a:p>
            <a:pPr marL="684213" lvl="2" indent="-338137" algn="l" rtl="0">
              <a:lnSpc>
                <a:spcPct val="100000"/>
              </a:lnSpc>
              <a:spcBef>
                <a:spcPts val="600"/>
              </a:spcBef>
              <a:spcAft>
                <a:spcPts val="0"/>
              </a:spcAft>
              <a:buClr>
                <a:schemeClr val="dk1"/>
              </a:buClr>
              <a:buSzPts val="1080"/>
              <a:buChar char="•"/>
            </a:pPr>
            <a:r>
              <a:rPr lang="en-US" sz="1200" dirty="0"/>
              <a:t>Discuss questions and concerns</a:t>
            </a:r>
            <a:endParaRPr dirty="0"/>
          </a:p>
          <a:p>
            <a:pPr marL="0" lvl="1" indent="0" algn="l" rtl="0">
              <a:lnSpc>
                <a:spcPct val="100000"/>
              </a:lnSpc>
              <a:spcBef>
                <a:spcPts val="600"/>
              </a:spcBef>
              <a:spcAft>
                <a:spcPts val="0"/>
              </a:spcAft>
              <a:buSzPts val="1280"/>
              <a:buNone/>
            </a:pPr>
            <a:endParaRPr sz="1600" dirty="0"/>
          </a:p>
        </p:txBody>
      </p:sp>
      <p:sp>
        <p:nvSpPr>
          <p:cNvPr id="548" name="Google Shape;548;p55"/>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a:t>7</a:t>
            </a:fld>
            <a:endParaRPr/>
          </a:p>
        </p:txBody>
      </p:sp>
      <p:sp>
        <p:nvSpPr>
          <p:cNvPr id="549" name="Google Shape;549;p55"/>
          <p:cNvSpPr txBox="1">
            <a:spLocks noGrp="1"/>
          </p:cNvSpPr>
          <p:nvPr>
            <p:ph type="ftr" idx="11"/>
          </p:nvPr>
        </p:nvSpPr>
        <p:spPr>
          <a:xfrm>
            <a:off x="685800" y="6458833"/>
            <a:ext cx="4114800" cy="184666"/>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US"/>
              <a:t>© Avalara. Confidential and proprietary.</a:t>
            </a:r>
            <a:endParaRPr/>
          </a:p>
        </p:txBody>
      </p:sp>
      <p:sp>
        <p:nvSpPr>
          <p:cNvPr id="550" name="Google Shape;550;p55"/>
          <p:cNvSpPr txBox="1">
            <a:spLocks noGrp="1"/>
          </p:cNvSpPr>
          <p:nvPr>
            <p:ph type="title"/>
          </p:nvPr>
        </p:nvSpPr>
        <p:spPr>
          <a:xfrm>
            <a:off x="685800" y="457200"/>
            <a:ext cx="10820400" cy="411480"/>
          </a:xfrm>
          <a:prstGeom prst="rect">
            <a:avLst/>
          </a:prstGeom>
          <a:noFill/>
          <a:ln>
            <a:noFill/>
          </a:ln>
        </p:spPr>
        <p:txBody>
          <a:bodyPr spcFirstLastPara="1" wrap="square" lIns="0" tIns="0" rIns="0" bIns="0" anchor="t" anchorCtr="0">
            <a:noAutofit/>
          </a:bodyPr>
          <a:lstStyle/>
          <a:p>
            <a:pPr marL="0" lvl="0" indent="-177800" algn="l" rtl="0">
              <a:lnSpc>
                <a:spcPct val="90000"/>
              </a:lnSpc>
              <a:spcBef>
                <a:spcPts val="0"/>
              </a:spcBef>
              <a:spcAft>
                <a:spcPts val="0"/>
              </a:spcAft>
              <a:buClr>
                <a:schemeClr val="dk1"/>
              </a:buClr>
              <a:buSzPts val="2800"/>
              <a:buChar char="​"/>
            </a:pPr>
            <a:r>
              <a:rPr lang="en-US" sz="2800"/>
              <a:t>Next Steps</a:t>
            </a:r>
            <a:endParaRPr/>
          </a:p>
        </p:txBody>
      </p:sp>
      <p:pic>
        <p:nvPicPr>
          <p:cNvPr id="551" name="Google Shape;551;p55"/>
          <p:cNvPicPr preferRelativeResize="0"/>
          <p:nvPr/>
        </p:nvPicPr>
        <p:blipFill rotWithShape="1">
          <a:blip r:embed="rId4">
            <a:alphaModFix/>
          </a:blip>
          <a:srcRect t="-14335" b="-14335"/>
          <a:stretch/>
        </p:blipFill>
        <p:spPr>
          <a:xfrm>
            <a:off x="8700380" y="3823855"/>
            <a:ext cx="3424671" cy="352522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56"/>
          <p:cNvSpPr txBox="1">
            <a:spLocks noGrp="1"/>
          </p:cNvSpPr>
          <p:nvPr>
            <p:ph type="ftr" idx="11"/>
          </p:nvPr>
        </p:nvSpPr>
        <p:spPr>
          <a:xfrm>
            <a:off x="685800" y="6458833"/>
            <a:ext cx="4114800" cy="184666"/>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US"/>
              <a:t>© Avalara. Confidential and proprietary.</a:t>
            </a:r>
            <a:endParaRPr/>
          </a:p>
        </p:txBody>
      </p:sp>
      <p:pic>
        <p:nvPicPr>
          <p:cNvPr id="557" name="Google Shape;557;p56" descr="2_where-business-nexus_2014.png"/>
          <p:cNvPicPr preferRelativeResize="0"/>
          <p:nvPr/>
        </p:nvPicPr>
        <p:blipFill rotWithShape="1">
          <a:blip r:embed="rId3">
            <a:alphaModFix/>
          </a:blip>
          <a:srcRect/>
          <a:stretch/>
        </p:blipFill>
        <p:spPr>
          <a:xfrm>
            <a:off x="2963501" y="1425031"/>
            <a:ext cx="6264997" cy="4007938"/>
          </a:xfrm>
          <a:prstGeom prst="rect">
            <a:avLst/>
          </a:prstGeom>
          <a:noFill/>
          <a:ln>
            <a:noFill/>
          </a:ln>
        </p:spPr>
      </p:pic>
      <p:sp>
        <p:nvSpPr>
          <p:cNvPr id="558" name="Google Shape;558;p56"/>
          <p:cNvSpPr txBox="1"/>
          <p:nvPr/>
        </p:nvSpPr>
        <p:spPr>
          <a:xfrm>
            <a:off x="685800" y="457200"/>
            <a:ext cx="10820400" cy="411480"/>
          </a:xfrm>
          <a:prstGeom prst="rect">
            <a:avLst/>
          </a:prstGeom>
          <a:noFill/>
          <a:ln>
            <a:noFill/>
          </a:ln>
        </p:spPr>
        <p:txBody>
          <a:bodyPr spcFirstLastPara="1" wrap="square" lIns="0" tIns="0" rIns="0" bIns="0" anchor="t" anchorCtr="0">
            <a:noAutofit/>
          </a:bodyPr>
          <a:lstStyle/>
          <a:p>
            <a:pPr marL="0" marR="0" lvl="0" indent="-177800" algn="l" rtl="0">
              <a:lnSpc>
                <a:spcPct val="90000"/>
              </a:lnSpc>
              <a:spcBef>
                <a:spcPts val="0"/>
              </a:spcBef>
              <a:spcAft>
                <a:spcPts val="0"/>
              </a:spcAft>
              <a:buClr>
                <a:schemeClr val="dk1"/>
              </a:buClr>
              <a:buSzPts val="2800"/>
              <a:buFont typeface="Arial"/>
              <a:buChar char="​"/>
            </a:pPr>
            <a:r>
              <a:rPr lang="en-US" sz="2800" b="0">
                <a:solidFill>
                  <a:schemeClr val="dk1"/>
                </a:solidFill>
                <a:latin typeface="Avenir"/>
                <a:ea typeface="Avenir"/>
                <a:cs typeface="Avenir"/>
                <a:sym typeface="Avenir"/>
              </a:rPr>
              <a:t>Questions?</a:t>
            </a:r>
            <a:endParaRPr sz="2800" b="0">
              <a:solidFill>
                <a:schemeClr val="dk1"/>
              </a:solidFill>
              <a:highlight>
                <a:srgbClr val="FF0000"/>
              </a:highlight>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Shape 562"/>
        <p:cNvGrpSpPr/>
        <p:nvPr/>
      </p:nvGrpSpPr>
      <p:grpSpPr>
        <a:xfrm>
          <a:off x="0" y="0"/>
          <a:ext cx="0" cy="0"/>
          <a:chOff x="0" y="0"/>
          <a:chExt cx="0" cy="0"/>
        </a:xfrm>
      </p:grpSpPr>
      <p:sp>
        <p:nvSpPr>
          <p:cNvPr id="563" name="Google Shape;563;p57"/>
          <p:cNvSpPr txBox="1">
            <a:spLocks noGrp="1"/>
          </p:cNvSpPr>
          <p:nvPr>
            <p:ph type="ftr" idx="11"/>
          </p:nvPr>
        </p:nvSpPr>
        <p:spPr>
          <a:xfrm>
            <a:off x="685800" y="6458833"/>
            <a:ext cx="4114800" cy="184666"/>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US"/>
              <a:t>© Avalara. Confidential and proprietary.</a:t>
            </a:r>
            <a:endParaRPr/>
          </a:p>
        </p:txBody>
      </p:sp>
      <p:sp>
        <p:nvSpPr>
          <p:cNvPr id="564" name="Google Shape;564;p57"/>
          <p:cNvSpPr txBox="1">
            <a:spLocks noGrp="1"/>
          </p:cNvSpPr>
          <p:nvPr>
            <p:ph type="sldNum" idx="12"/>
          </p:nvPr>
        </p:nvSpPr>
        <p:spPr>
          <a:xfrm>
            <a:off x="10575924" y="6458833"/>
            <a:ext cx="930275" cy="184666"/>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a:t>9</a:t>
            </a:fld>
            <a:endParaRPr/>
          </a:p>
        </p:txBody>
      </p:sp>
      <p:sp>
        <p:nvSpPr>
          <p:cNvPr id="565" name="Google Shape;565;p57"/>
          <p:cNvSpPr txBox="1"/>
          <p:nvPr/>
        </p:nvSpPr>
        <p:spPr>
          <a:xfrm>
            <a:off x="676275" y="1182688"/>
            <a:ext cx="7939199" cy="3279818"/>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FC661E"/>
              </a:buClr>
              <a:buSzPts val="1120"/>
              <a:buFont typeface="Arial"/>
              <a:buAutoNum type="arabicPeriod"/>
            </a:pPr>
            <a:r>
              <a:rPr lang="en-US" sz="1400">
                <a:solidFill>
                  <a:schemeClr val="dk1"/>
                </a:solidFill>
                <a:latin typeface="Avenir"/>
                <a:ea typeface="Avenir"/>
                <a:cs typeface="Avenir"/>
                <a:sym typeface="Avenir"/>
              </a:rPr>
              <a:t>Identify if your products/services are Taxable/non-taxable</a:t>
            </a:r>
            <a:endParaRPr/>
          </a:p>
          <a:p>
            <a:pPr marL="457200" marR="0" lvl="0" indent="-457200" algn="l" rtl="0">
              <a:lnSpc>
                <a:spcPct val="100000"/>
              </a:lnSpc>
              <a:spcBef>
                <a:spcPts val="1600"/>
              </a:spcBef>
              <a:spcAft>
                <a:spcPts val="0"/>
              </a:spcAft>
              <a:buClr>
                <a:srgbClr val="FC661E"/>
              </a:buClr>
              <a:buSzPts val="1120"/>
              <a:buFont typeface="Arial"/>
              <a:buAutoNum type="arabicPeriod"/>
            </a:pPr>
            <a:r>
              <a:rPr lang="en-US" sz="1400">
                <a:solidFill>
                  <a:schemeClr val="dk1"/>
                </a:solidFill>
                <a:latin typeface="Avenir"/>
                <a:ea typeface="Avenir"/>
                <a:cs typeface="Avenir"/>
                <a:sym typeface="Avenir"/>
              </a:rPr>
              <a:t>Identify if they deviate from default taxable (TPP-default setting in Avalara)</a:t>
            </a:r>
            <a:endParaRPr/>
          </a:p>
          <a:p>
            <a:pPr marL="457200" marR="0" lvl="0" indent="-457200" algn="l" rtl="0">
              <a:lnSpc>
                <a:spcPct val="100000"/>
              </a:lnSpc>
              <a:spcBef>
                <a:spcPts val="1600"/>
              </a:spcBef>
              <a:spcAft>
                <a:spcPts val="0"/>
              </a:spcAft>
              <a:buClr>
                <a:srgbClr val="FC661E"/>
              </a:buClr>
              <a:buSzPts val="1120"/>
              <a:buFont typeface="Arial"/>
              <a:buAutoNum type="arabicPeriod"/>
            </a:pPr>
            <a:r>
              <a:rPr lang="en-US" sz="1400">
                <a:solidFill>
                  <a:schemeClr val="dk1"/>
                </a:solidFill>
                <a:latin typeface="Avenir"/>
                <a:ea typeface="Avenir"/>
                <a:cs typeface="Avenir"/>
                <a:sym typeface="Avenir"/>
              </a:rPr>
              <a:t>If they deviate from default taxable- select applicable Avalara codes from: </a:t>
            </a:r>
            <a:r>
              <a:rPr lang="en-US" sz="1400" u="sng">
                <a:solidFill>
                  <a:schemeClr val="dk1"/>
                </a:solidFill>
                <a:latin typeface="Avenir"/>
                <a:ea typeface="Avenir"/>
                <a:cs typeface="Avenir"/>
                <a:sym typeface="Avenir"/>
                <a:hlinkClick r:id="rId3">
                  <a:extLst>
                    <a:ext uri="{A12FA001-AC4F-418D-AE19-62706E023703}">
                      <ahyp:hlinkClr xmlns:ahyp="http://schemas.microsoft.com/office/drawing/2018/hyperlinkcolor" val="tx"/>
                    </a:ext>
                  </a:extLst>
                </a:hlinkClick>
              </a:rPr>
              <a:t>https://taxcode.avatax.avalara.com/</a:t>
            </a:r>
            <a:r>
              <a:rPr lang="en-US" sz="1400">
                <a:solidFill>
                  <a:schemeClr val="dk1"/>
                </a:solidFill>
                <a:latin typeface="Avenir"/>
                <a:ea typeface="Avenir"/>
                <a:cs typeface="Avenir"/>
                <a:sym typeface="Avenir"/>
              </a:rPr>
              <a:t> to match your products &amp;services</a:t>
            </a:r>
            <a:endParaRPr/>
          </a:p>
          <a:p>
            <a:pPr marL="457200" marR="0" lvl="0" indent="-457200" algn="l" rtl="0">
              <a:lnSpc>
                <a:spcPct val="100000"/>
              </a:lnSpc>
              <a:spcBef>
                <a:spcPts val="1600"/>
              </a:spcBef>
              <a:spcAft>
                <a:spcPts val="0"/>
              </a:spcAft>
              <a:buClr>
                <a:srgbClr val="FC661E"/>
              </a:buClr>
              <a:buSzPts val="1120"/>
              <a:buFont typeface="Arial"/>
              <a:buAutoNum type="arabicPeriod"/>
            </a:pPr>
            <a:r>
              <a:rPr lang="en-US" sz="1400">
                <a:solidFill>
                  <a:schemeClr val="dk1"/>
                </a:solidFill>
                <a:latin typeface="Avenir"/>
                <a:ea typeface="Avenir"/>
                <a:cs typeface="Avenir"/>
                <a:sym typeface="Avenir"/>
              </a:rPr>
              <a:t>Send tax codes per Unit/Group to Avalara Team or login and go to tab ‘taxability matrix’</a:t>
            </a:r>
            <a:endParaRPr/>
          </a:p>
          <a:p>
            <a:pPr marL="457200" marR="0" lvl="0" indent="-457200" algn="l" rtl="0">
              <a:lnSpc>
                <a:spcPct val="100000"/>
              </a:lnSpc>
              <a:spcBef>
                <a:spcPts val="1600"/>
              </a:spcBef>
              <a:spcAft>
                <a:spcPts val="0"/>
              </a:spcAft>
              <a:buClr>
                <a:srgbClr val="FC661E"/>
              </a:buClr>
              <a:buSzPts val="1120"/>
              <a:buFont typeface="Arial"/>
              <a:buAutoNum type="arabicPeriod"/>
            </a:pPr>
            <a:r>
              <a:rPr lang="en-US" sz="1400">
                <a:solidFill>
                  <a:schemeClr val="dk1"/>
                </a:solidFill>
                <a:latin typeface="Avenir"/>
                <a:ea typeface="Avenir"/>
                <a:cs typeface="Avenir"/>
                <a:sym typeface="Avenir"/>
              </a:rPr>
              <a:t>Avalara team will generate a taxability matrix that shows the behavior of the AvaTax system which these codes</a:t>
            </a:r>
            <a:endParaRPr/>
          </a:p>
          <a:p>
            <a:pPr marL="457200" marR="0" lvl="0" indent="-457200" algn="l" rtl="0">
              <a:lnSpc>
                <a:spcPct val="100000"/>
              </a:lnSpc>
              <a:spcBef>
                <a:spcPts val="1600"/>
              </a:spcBef>
              <a:spcAft>
                <a:spcPts val="0"/>
              </a:spcAft>
              <a:buClr>
                <a:srgbClr val="FC661E"/>
              </a:buClr>
              <a:buSzPts val="1120"/>
              <a:buFont typeface="Arial"/>
              <a:buAutoNum type="arabicPeriod"/>
            </a:pPr>
            <a:r>
              <a:rPr lang="en-US" sz="1400">
                <a:solidFill>
                  <a:schemeClr val="dk1"/>
                </a:solidFill>
                <a:latin typeface="Avenir"/>
                <a:ea typeface="Avenir"/>
                <a:cs typeface="Avenir"/>
                <a:sym typeface="Avenir"/>
              </a:rPr>
              <a:t>Taxability Review call </a:t>
            </a:r>
            <a:endParaRPr/>
          </a:p>
          <a:p>
            <a:pPr marL="457200" marR="0" lvl="0" indent="-457200" algn="l" rtl="0">
              <a:lnSpc>
                <a:spcPct val="100000"/>
              </a:lnSpc>
              <a:spcBef>
                <a:spcPts val="1600"/>
              </a:spcBef>
              <a:spcAft>
                <a:spcPts val="0"/>
              </a:spcAft>
              <a:buClr>
                <a:srgbClr val="FC661E"/>
              </a:buClr>
              <a:buSzPts val="1120"/>
              <a:buFont typeface="Arial"/>
              <a:buAutoNum type="arabicPeriod"/>
            </a:pPr>
            <a:r>
              <a:rPr lang="en-US" sz="1400">
                <a:solidFill>
                  <a:schemeClr val="dk1"/>
                </a:solidFill>
                <a:latin typeface="Avenir"/>
                <a:ea typeface="Avenir"/>
                <a:cs typeface="Avenir"/>
                <a:sym typeface="Avenir"/>
              </a:rPr>
              <a:t>Set up final mapping in AvaTax or ERP</a:t>
            </a:r>
            <a:endParaRPr sz="1200">
              <a:solidFill>
                <a:schemeClr val="dk1"/>
              </a:solidFill>
              <a:latin typeface="Avenir"/>
              <a:ea typeface="Avenir"/>
              <a:cs typeface="Avenir"/>
              <a:sym typeface="Avenir"/>
            </a:endParaRPr>
          </a:p>
        </p:txBody>
      </p:sp>
      <p:pic>
        <p:nvPicPr>
          <p:cNvPr id="566" name="Google Shape;566;p57"/>
          <p:cNvPicPr preferRelativeResize="0"/>
          <p:nvPr/>
        </p:nvPicPr>
        <p:blipFill rotWithShape="1">
          <a:blip r:embed="rId4">
            <a:alphaModFix/>
          </a:blip>
          <a:srcRect/>
          <a:stretch/>
        </p:blipFill>
        <p:spPr>
          <a:xfrm>
            <a:off x="6079600" y="4558520"/>
            <a:ext cx="1893612" cy="1891861"/>
          </a:xfrm>
          <a:prstGeom prst="rect">
            <a:avLst/>
          </a:prstGeom>
          <a:noFill/>
          <a:ln>
            <a:noFill/>
          </a:ln>
        </p:spPr>
      </p:pic>
      <p:pic>
        <p:nvPicPr>
          <p:cNvPr id="567" name="Google Shape;567;p57"/>
          <p:cNvPicPr preferRelativeResize="0"/>
          <p:nvPr/>
        </p:nvPicPr>
        <p:blipFill rotWithShape="1">
          <a:blip r:embed="rId5">
            <a:alphaModFix/>
          </a:blip>
          <a:srcRect/>
          <a:stretch/>
        </p:blipFill>
        <p:spPr>
          <a:xfrm>
            <a:off x="8838982" y="4558520"/>
            <a:ext cx="1893613" cy="1891861"/>
          </a:xfrm>
          <a:prstGeom prst="rect">
            <a:avLst/>
          </a:prstGeom>
          <a:noFill/>
          <a:ln>
            <a:noFill/>
          </a:ln>
        </p:spPr>
      </p:pic>
      <p:pic>
        <p:nvPicPr>
          <p:cNvPr id="568" name="Google Shape;568;p57"/>
          <p:cNvPicPr preferRelativeResize="0"/>
          <p:nvPr/>
        </p:nvPicPr>
        <p:blipFill rotWithShape="1">
          <a:blip r:embed="rId6">
            <a:alphaModFix/>
          </a:blip>
          <a:srcRect/>
          <a:stretch/>
        </p:blipFill>
        <p:spPr>
          <a:xfrm>
            <a:off x="3321970" y="4558520"/>
            <a:ext cx="1891861" cy="1891861"/>
          </a:xfrm>
          <a:prstGeom prst="rect">
            <a:avLst/>
          </a:prstGeom>
          <a:noFill/>
          <a:ln>
            <a:noFill/>
          </a:ln>
        </p:spPr>
      </p:pic>
      <p:sp>
        <p:nvSpPr>
          <p:cNvPr id="569" name="Google Shape;569;p57"/>
          <p:cNvSpPr txBox="1"/>
          <p:nvPr/>
        </p:nvSpPr>
        <p:spPr>
          <a:xfrm>
            <a:off x="685800" y="457200"/>
            <a:ext cx="10820400" cy="411480"/>
          </a:xfrm>
          <a:prstGeom prst="rect">
            <a:avLst/>
          </a:prstGeom>
          <a:noFill/>
          <a:ln>
            <a:noFill/>
          </a:ln>
        </p:spPr>
        <p:txBody>
          <a:bodyPr spcFirstLastPara="1" wrap="square" lIns="0" tIns="0" rIns="0" bIns="0" anchor="t" anchorCtr="0">
            <a:noAutofit/>
          </a:bodyPr>
          <a:lstStyle/>
          <a:p>
            <a:pPr marL="0" marR="0" lvl="0" indent="-177800" algn="l" rtl="0">
              <a:lnSpc>
                <a:spcPct val="90000"/>
              </a:lnSpc>
              <a:spcBef>
                <a:spcPts val="0"/>
              </a:spcBef>
              <a:spcAft>
                <a:spcPts val="0"/>
              </a:spcAft>
              <a:buClr>
                <a:schemeClr val="dk1"/>
              </a:buClr>
              <a:buSzPts val="2800"/>
              <a:buFont typeface="Arial"/>
              <a:buChar char="​"/>
            </a:pPr>
            <a:r>
              <a:rPr lang="en-US" sz="2800" b="0">
                <a:solidFill>
                  <a:schemeClr val="dk1"/>
                </a:solidFill>
                <a:latin typeface="Avenir"/>
                <a:ea typeface="Avenir"/>
                <a:cs typeface="Avenir"/>
                <a:sym typeface="Avenir"/>
              </a:rPr>
              <a:t>Tax Code Selection - Steps To Take</a:t>
            </a:r>
            <a:endParaRPr sz="2800" b="0">
              <a:solidFill>
                <a:schemeClr val="dk1"/>
              </a:solidFill>
              <a:highlight>
                <a:srgbClr val="FF0000"/>
              </a:highlight>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Shape 573"/>
        <p:cNvGrpSpPr/>
        <p:nvPr/>
      </p:nvGrpSpPr>
      <p:grpSpPr>
        <a:xfrm>
          <a:off x="0" y="0"/>
          <a:ext cx="0" cy="0"/>
          <a:chOff x="0" y="0"/>
          <a:chExt cx="0" cy="0"/>
        </a:xfrm>
      </p:grpSpPr>
      <p:sp>
        <p:nvSpPr>
          <p:cNvPr id="574" name="Google Shape;574;p58"/>
          <p:cNvSpPr txBox="1">
            <a:spLocks noGrp="1"/>
          </p:cNvSpPr>
          <p:nvPr>
            <p:ph type="ftr" idx="11"/>
          </p:nvPr>
        </p:nvSpPr>
        <p:spPr>
          <a:xfrm>
            <a:off x="4406899" y="6546850"/>
            <a:ext cx="4114800" cy="12065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US"/>
              <a:t>© Avalara. Confidential and proprietary.</a:t>
            </a:r>
            <a:endParaRPr/>
          </a:p>
        </p:txBody>
      </p:sp>
      <p:sp>
        <p:nvSpPr>
          <p:cNvPr id="575" name="Google Shape;575;p58"/>
          <p:cNvSpPr txBox="1"/>
          <p:nvPr/>
        </p:nvSpPr>
        <p:spPr>
          <a:xfrm>
            <a:off x="4173721" y="1177233"/>
            <a:ext cx="7713479" cy="4994967"/>
          </a:xfrm>
          <a:prstGeom prst="rect">
            <a:avLst/>
          </a:prstGeom>
          <a:noFill/>
          <a:ln>
            <a:noFill/>
          </a:ln>
        </p:spPr>
        <p:txBody>
          <a:bodyPr spcFirstLastPara="1" wrap="square" lIns="91425" tIns="45700" rIns="91425" bIns="45700" anchor="t" anchorCtr="0">
            <a:noAutofit/>
          </a:bodyPr>
          <a:lstStyle/>
          <a:p>
            <a:pPr marL="0" marR="0" lvl="0" indent="-66040" algn="l" rtl="0">
              <a:lnSpc>
                <a:spcPct val="150000"/>
              </a:lnSpc>
              <a:spcBef>
                <a:spcPts val="0"/>
              </a:spcBef>
              <a:spcAft>
                <a:spcPts val="0"/>
              </a:spcAft>
              <a:buClr>
                <a:srgbClr val="FC661E"/>
              </a:buClr>
              <a:buSzPts val="1040"/>
              <a:buFont typeface="Arial"/>
              <a:buChar char="​"/>
            </a:pPr>
            <a:r>
              <a:rPr lang="en-US" sz="1300" u="sng">
                <a:solidFill>
                  <a:schemeClr val="dk1"/>
                </a:solidFill>
                <a:latin typeface="Avenir"/>
                <a:ea typeface="Avenir"/>
                <a:cs typeface="Avenir"/>
                <a:sym typeface="Avenir"/>
                <a:hlinkClick r:id="rId3">
                  <a:extLst>
                    <a:ext uri="{A12FA001-AC4F-418D-AE19-62706E023703}">
                      <ahyp:hlinkClr xmlns:ahyp="http://schemas.microsoft.com/office/drawing/2018/hyperlinkcolor" val="tx"/>
                    </a:ext>
                  </a:extLst>
                </a:hlinkClick>
              </a:rPr>
              <a:t>Avalara Knowledge Center</a:t>
            </a:r>
            <a:endParaRPr sz="1300">
              <a:solidFill>
                <a:schemeClr val="dk1"/>
              </a:solidFill>
              <a:latin typeface="Avenir"/>
              <a:ea typeface="Avenir"/>
              <a:cs typeface="Avenir"/>
              <a:sym typeface="Avenir"/>
            </a:endParaRPr>
          </a:p>
          <a:p>
            <a:pPr marL="0" marR="0" lvl="0" indent="-66040" algn="l" rtl="0">
              <a:lnSpc>
                <a:spcPct val="150000"/>
              </a:lnSpc>
              <a:spcBef>
                <a:spcPts val="1600"/>
              </a:spcBef>
              <a:spcAft>
                <a:spcPts val="0"/>
              </a:spcAft>
              <a:buClr>
                <a:srgbClr val="FC661E"/>
              </a:buClr>
              <a:buSzPts val="1040"/>
              <a:buFont typeface="Arial"/>
              <a:buChar char="​"/>
            </a:pPr>
            <a:r>
              <a:rPr lang="en-US" sz="1300" u="sng">
                <a:solidFill>
                  <a:schemeClr val="dk1"/>
                </a:solidFill>
                <a:latin typeface="Avenir"/>
                <a:ea typeface="Avenir"/>
                <a:cs typeface="Avenir"/>
                <a:sym typeface="Avenir"/>
                <a:hlinkClick r:id="rId4">
                  <a:extLst>
                    <a:ext uri="{A12FA001-AC4F-418D-AE19-62706E023703}">
                      <ahyp:hlinkClr xmlns:ahyp="http://schemas.microsoft.com/office/drawing/2018/hyperlinkcolor" val="tx"/>
                    </a:ext>
                  </a:extLst>
                </a:hlinkClick>
              </a:rPr>
              <a:t>AvaTax Sandbox </a:t>
            </a:r>
            <a:endParaRPr sz="1300">
              <a:solidFill>
                <a:schemeClr val="dk1"/>
              </a:solidFill>
              <a:latin typeface="Avenir"/>
              <a:ea typeface="Avenir"/>
              <a:cs typeface="Avenir"/>
              <a:sym typeface="Avenir"/>
            </a:endParaRPr>
          </a:p>
          <a:p>
            <a:pPr marL="0" marR="0" lvl="0" indent="-66040" algn="l" rtl="0">
              <a:lnSpc>
                <a:spcPct val="150000"/>
              </a:lnSpc>
              <a:spcBef>
                <a:spcPts val="1600"/>
              </a:spcBef>
              <a:spcAft>
                <a:spcPts val="0"/>
              </a:spcAft>
              <a:buClr>
                <a:srgbClr val="FC661E"/>
              </a:buClr>
              <a:buSzPts val="1040"/>
              <a:buFont typeface="Arial"/>
              <a:buChar char="​"/>
            </a:pPr>
            <a:r>
              <a:rPr lang="en-US" sz="1300" u="sng">
                <a:solidFill>
                  <a:schemeClr val="dk1"/>
                </a:solidFill>
                <a:latin typeface="Avenir"/>
                <a:ea typeface="Avenir"/>
                <a:cs typeface="Avenir"/>
                <a:sym typeface="Avenir"/>
                <a:hlinkClick r:id="rId5">
                  <a:extLst>
                    <a:ext uri="{A12FA001-AC4F-418D-AE19-62706E023703}">
                      <ahyp:hlinkClr xmlns:ahyp="http://schemas.microsoft.com/office/drawing/2018/hyperlinkcolor" val="tx"/>
                    </a:ext>
                  </a:extLst>
                </a:hlinkClick>
              </a:rPr>
              <a:t>Avalara Tax Code Search Tool</a:t>
            </a:r>
            <a:endParaRPr sz="1300">
              <a:solidFill>
                <a:schemeClr val="dk1"/>
              </a:solidFill>
              <a:latin typeface="Avenir"/>
              <a:ea typeface="Avenir"/>
              <a:cs typeface="Avenir"/>
              <a:sym typeface="Avenir"/>
            </a:endParaRPr>
          </a:p>
          <a:p>
            <a:pPr marL="0" marR="0" lvl="0" indent="-66040" algn="l" rtl="0">
              <a:lnSpc>
                <a:spcPct val="150000"/>
              </a:lnSpc>
              <a:spcBef>
                <a:spcPts val="1600"/>
              </a:spcBef>
              <a:spcAft>
                <a:spcPts val="0"/>
              </a:spcAft>
              <a:buClr>
                <a:srgbClr val="FC661E"/>
              </a:buClr>
              <a:buSzPts val="1040"/>
              <a:buFont typeface="Arial"/>
              <a:buChar char="​"/>
            </a:pPr>
            <a:r>
              <a:rPr lang="en-US" sz="1300" u="sng">
                <a:solidFill>
                  <a:schemeClr val="dk1"/>
                </a:solidFill>
                <a:latin typeface="Avenir"/>
                <a:ea typeface="Avenir"/>
                <a:cs typeface="Avenir"/>
                <a:sym typeface="Avenir"/>
                <a:hlinkClick r:id="rId6">
                  <a:extLst>
                    <a:ext uri="{A12FA001-AC4F-418D-AE19-62706E023703}">
                      <ahyp:hlinkClr xmlns:ahyp="http://schemas.microsoft.com/office/drawing/2018/hyperlinkcolor" val="tx"/>
                    </a:ext>
                  </a:extLst>
                </a:hlinkClick>
              </a:rPr>
              <a:t>Statement of Work</a:t>
            </a:r>
            <a:endParaRPr sz="1300">
              <a:solidFill>
                <a:schemeClr val="dk1"/>
              </a:solidFill>
              <a:latin typeface="Avenir"/>
              <a:ea typeface="Avenir"/>
              <a:cs typeface="Avenir"/>
              <a:sym typeface="Avenir"/>
            </a:endParaRPr>
          </a:p>
          <a:p>
            <a:pPr marL="0" marR="0" lvl="0" indent="-66040" algn="l" rtl="0">
              <a:lnSpc>
                <a:spcPct val="150000"/>
              </a:lnSpc>
              <a:spcBef>
                <a:spcPts val="1600"/>
              </a:spcBef>
              <a:spcAft>
                <a:spcPts val="0"/>
              </a:spcAft>
              <a:buClr>
                <a:srgbClr val="FC661E"/>
              </a:buClr>
              <a:buSzPts val="1040"/>
              <a:buFont typeface="Arial"/>
              <a:buChar char="​"/>
            </a:pPr>
            <a:r>
              <a:rPr lang="en-US" sz="1300" u="sng">
                <a:solidFill>
                  <a:schemeClr val="dk1"/>
                </a:solidFill>
                <a:latin typeface="Avenir"/>
                <a:ea typeface="Avenir"/>
                <a:cs typeface="Avenir"/>
                <a:sym typeface="Avenir"/>
                <a:hlinkClick r:id="rId7">
                  <a:extLst>
                    <a:ext uri="{A12FA001-AC4F-418D-AE19-62706E023703}">
                      <ahyp:hlinkClr xmlns:ahyp="http://schemas.microsoft.com/office/drawing/2018/hyperlinkcolor" val="tx"/>
                    </a:ext>
                  </a:extLst>
                </a:hlinkClick>
              </a:rPr>
              <a:t>Avalara University</a:t>
            </a:r>
            <a:endParaRPr sz="1300">
              <a:solidFill>
                <a:schemeClr val="dk1"/>
              </a:solidFill>
              <a:latin typeface="Avenir"/>
              <a:ea typeface="Avenir"/>
              <a:cs typeface="Avenir"/>
              <a:sym typeface="Avenir"/>
            </a:endParaRPr>
          </a:p>
          <a:p>
            <a:pPr marL="0" marR="0" lvl="0" indent="-66040" algn="l" rtl="0">
              <a:lnSpc>
                <a:spcPct val="150000"/>
              </a:lnSpc>
              <a:spcBef>
                <a:spcPts val="1600"/>
              </a:spcBef>
              <a:spcAft>
                <a:spcPts val="0"/>
              </a:spcAft>
              <a:buClr>
                <a:srgbClr val="FC661E"/>
              </a:buClr>
              <a:buSzPts val="1040"/>
              <a:buFont typeface="Arial"/>
              <a:buChar char="​"/>
            </a:pPr>
            <a:r>
              <a:rPr lang="en-US" sz="1300" u="sng">
                <a:solidFill>
                  <a:schemeClr val="dk1"/>
                </a:solidFill>
                <a:highlight>
                  <a:srgbClr val="FFFF00"/>
                </a:highlight>
                <a:latin typeface="Avenir"/>
                <a:ea typeface="Avenir"/>
                <a:cs typeface="Avenir"/>
                <a:sym typeface="Avenir"/>
                <a:hlinkClick r:id="rId8">
                  <a:extLst>
                    <a:ext uri="{A12FA001-AC4F-418D-AE19-62706E023703}">
                      <ahyp:hlinkClr xmlns:ahyp="http://schemas.microsoft.com/office/drawing/2018/hyperlinkcolor" val="tx"/>
                    </a:ext>
                  </a:extLst>
                </a:hlinkClick>
              </a:rPr>
              <a:t>Connector information</a:t>
            </a:r>
            <a:endParaRPr sz="1300">
              <a:solidFill>
                <a:schemeClr val="dk1"/>
              </a:solidFill>
              <a:highlight>
                <a:srgbClr val="FFFF00"/>
              </a:highlight>
              <a:latin typeface="Avenir"/>
              <a:ea typeface="Avenir"/>
              <a:cs typeface="Avenir"/>
              <a:sym typeface="Avenir"/>
            </a:endParaRPr>
          </a:p>
          <a:p>
            <a:pPr marL="0" marR="0" lvl="0" indent="-66040" algn="l" rtl="0">
              <a:lnSpc>
                <a:spcPct val="150000"/>
              </a:lnSpc>
              <a:spcBef>
                <a:spcPts val="1600"/>
              </a:spcBef>
              <a:spcAft>
                <a:spcPts val="0"/>
              </a:spcAft>
              <a:buClr>
                <a:srgbClr val="FC661E"/>
              </a:buClr>
              <a:buSzPts val="1040"/>
              <a:buFont typeface="Arial"/>
              <a:buChar char="​"/>
            </a:pPr>
            <a:r>
              <a:rPr lang="en-US" sz="1300" u="sng">
                <a:solidFill>
                  <a:schemeClr val="dk1"/>
                </a:solidFill>
                <a:highlight>
                  <a:srgbClr val="FFFF00"/>
                </a:highlight>
                <a:latin typeface="Avenir"/>
                <a:ea typeface="Avenir"/>
                <a:cs typeface="Avenir"/>
                <a:sym typeface="Avenir"/>
                <a:hlinkClick r:id="rId9">
                  <a:extLst>
                    <a:ext uri="{A12FA001-AC4F-418D-AE19-62706E023703}">
                      <ahyp:hlinkClr xmlns:ahyp="http://schemas.microsoft.com/office/drawing/2018/hyperlinkcolor" val="tx"/>
                    </a:ext>
                  </a:extLst>
                </a:hlinkClick>
              </a:rPr>
              <a:t>About SST returns</a:t>
            </a:r>
            <a:endParaRPr sz="1300">
              <a:solidFill>
                <a:schemeClr val="dk1"/>
              </a:solidFill>
              <a:highlight>
                <a:srgbClr val="FFFF00"/>
              </a:highlight>
              <a:latin typeface="Avenir"/>
              <a:ea typeface="Avenir"/>
              <a:cs typeface="Avenir"/>
              <a:sym typeface="Avenir"/>
            </a:endParaRPr>
          </a:p>
          <a:p>
            <a:pPr marL="0" marR="0" lvl="0" indent="-66040" algn="l" rtl="0">
              <a:lnSpc>
                <a:spcPct val="150000"/>
              </a:lnSpc>
              <a:spcBef>
                <a:spcPts val="1600"/>
              </a:spcBef>
              <a:spcAft>
                <a:spcPts val="0"/>
              </a:spcAft>
              <a:buClr>
                <a:srgbClr val="FC661E"/>
              </a:buClr>
              <a:buSzPts val="1040"/>
              <a:buFont typeface="Arial"/>
              <a:buChar char="​"/>
            </a:pPr>
            <a:r>
              <a:rPr lang="en-US" sz="1300" u="sng">
                <a:solidFill>
                  <a:schemeClr val="dk1"/>
                </a:solidFill>
                <a:highlight>
                  <a:srgbClr val="FFFF00"/>
                </a:highlight>
                <a:latin typeface="Avenir"/>
                <a:ea typeface="Avenir"/>
                <a:cs typeface="Avenir"/>
                <a:sym typeface="Avenir"/>
                <a:hlinkClick r:id="rId10">
                  <a:extLst>
                    <a:ext uri="{A12FA001-AC4F-418D-AE19-62706E023703}">
                      <ahyp:hlinkClr xmlns:ahyp="http://schemas.microsoft.com/office/drawing/2018/hyperlinkcolor" val="tx"/>
                    </a:ext>
                  </a:extLst>
                </a:hlinkClick>
              </a:rPr>
              <a:t>Where do I have Nexus</a:t>
            </a:r>
            <a:endParaRPr sz="1300">
              <a:solidFill>
                <a:schemeClr val="dk1"/>
              </a:solidFill>
              <a:highlight>
                <a:srgbClr val="FFFF00"/>
              </a:highlight>
              <a:latin typeface="Avenir"/>
              <a:ea typeface="Avenir"/>
              <a:cs typeface="Avenir"/>
              <a:sym typeface="Avenir"/>
            </a:endParaRPr>
          </a:p>
        </p:txBody>
      </p:sp>
      <p:pic>
        <p:nvPicPr>
          <p:cNvPr id="576" name="Google Shape;576;p58"/>
          <p:cNvPicPr preferRelativeResize="0"/>
          <p:nvPr/>
        </p:nvPicPr>
        <p:blipFill rotWithShape="1">
          <a:blip r:embed="rId11">
            <a:alphaModFix/>
          </a:blip>
          <a:srcRect t="20908" b="20907"/>
          <a:stretch/>
        </p:blipFill>
        <p:spPr>
          <a:xfrm>
            <a:off x="8216252" y="4263685"/>
            <a:ext cx="3670948" cy="2283165"/>
          </a:xfrm>
          <a:prstGeom prst="rect">
            <a:avLst/>
          </a:prstGeom>
          <a:noFill/>
          <a:ln>
            <a:noFill/>
          </a:ln>
        </p:spPr>
      </p:pic>
      <p:sp>
        <p:nvSpPr>
          <p:cNvPr id="577" name="Google Shape;577;p58"/>
          <p:cNvSpPr txBox="1"/>
          <p:nvPr/>
        </p:nvSpPr>
        <p:spPr>
          <a:xfrm>
            <a:off x="4056490" y="457200"/>
            <a:ext cx="7449710" cy="411480"/>
          </a:xfrm>
          <a:prstGeom prst="rect">
            <a:avLst/>
          </a:prstGeom>
          <a:noFill/>
          <a:ln>
            <a:noFill/>
          </a:ln>
        </p:spPr>
        <p:txBody>
          <a:bodyPr spcFirstLastPara="1" wrap="square" lIns="0" tIns="0" rIns="0" bIns="0" anchor="t" anchorCtr="0">
            <a:noAutofit/>
          </a:bodyPr>
          <a:lstStyle/>
          <a:p>
            <a:pPr marL="0" marR="0" lvl="0" indent="-177800" algn="l" rtl="0">
              <a:lnSpc>
                <a:spcPct val="90000"/>
              </a:lnSpc>
              <a:spcBef>
                <a:spcPts val="0"/>
              </a:spcBef>
              <a:spcAft>
                <a:spcPts val="0"/>
              </a:spcAft>
              <a:buClr>
                <a:schemeClr val="dk1"/>
              </a:buClr>
              <a:buSzPts val="2800"/>
              <a:buFont typeface="Arial"/>
              <a:buChar char="​"/>
            </a:pPr>
            <a:r>
              <a:rPr lang="en-US" sz="2800" b="0">
                <a:solidFill>
                  <a:schemeClr val="dk1"/>
                </a:solidFill>
                <a:latin typeface="Avenir"/>
                <a:ea typeface="Avenir"/>
                <a:cs typeface="Avenir"/>
                <a:sym typeface="Avenir"/>
              </a:rPr>
              <a:t>Helpful Links</a:t>
            </a:r>
            <a:endParaRPr sz="2800" b="0">
              <a:solidFill>
                <a:schemeClr val="dk1"/>
              </a:solidFill>
              <a:highlight>
                <a:srgbClr val="FF0000"/>
              </a:highlight>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theme/theme1.xml><?xml version="1.0" encoding="utf-8"?>
<a:theme xmlns:a="http://schemas.openxmlformats.org/drawingml/2006/main" name="Avalara">
  <a:themeElements>
    <a:clrScheme name="Avalara 2023">
      <a:dk1>
        <a:srgbClr val="3A3B3C"/>
      </a:dk1>
      <a:lt1>
        <a:srgbClr val="FFFFFF"/>
      </a:lt1>
      <a:dk2>
        <a:srgbClr val="919195"/>
      </a:dk2>
      <a:lt2>
        <a:srgbClr val="E7E6E7"/>
      </a:lt2>
      <a:accent1>
        <a:srgbClr val="0BA193"/>
      </a:accent1>
      <a:accent2>
        <a:srgbClr val="38A632"/>
      </a:accent2>
      <a:accent3>
        <a:srgbClr val="8D95A6"/>
      </a:accent3>
      <a:accent4>
        <a:srgbClr val="7F3391"/>
      </a:accent4>
      <a:accent5>
        <a:srgbClr val="059BD2"/>
      </a:accent5>
      <a:accent6>
        <a:srgbClr val="FC6600"/>
      </a:accent6>
      <a:hlink>
        <a:srgbClr val="059BD2"/>
      </a:hlink>
      <a:folHlink>
        <a:srgbClr val="0C7BA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23732848957A4F80D33BDA9DE5A9B7" ma:contentTypeVersion="14" ma:contentTypeDescription="Create a new document." ma:contentTypeScope="" ma:versionID="4fde21a92bd43d7121d179b458ceb954">
  <xsd:schema xmlns:xsd="http://www.w3.org/2001/XMLSchema" xmlns:xs="http://www.w3.org/2001/XMLSchema" xmlns:p="http://schemas.microsoft.com/office/2006/metadata/properties" xmlns:ns2="ef033816-a0e6-4509-a8e2-97b34c35c2ad" xmlns:ns3="3b112f34-7ebd-4978-ae81-c8ae32b04a7c" targetNamespace="http://schemas.microsoft.com/office/2006/metadata/properties" ma:root="true" ma:fieldsID="001a6cfb546aaf9b99c0c233e84765ce" ns2:_="" ns3:_="">
    <xsd:import namespace="ef033816-a0e6-4509-a8e2-97b34c35c2ad"/>
    <xsd:import namespace="3b112f34-7ebd-4978-ae81-c8ae32b04a7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SearchProperties" minOccurs="0"/>
                <xsd:element ref="ns2:MediaServiceObjectDetectorVersions" minOccurs="0"/>
                <xsd:element ref="ns2:MediaServiceGenerationTime" minOccurs="0"/>
                <xsd:element ref="ns2:MediaServiceEventHashCode"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033816-a0e6-4509-a8e2-97b34c35c2a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3ffff582-5398-435b-be80-812982cbddc1"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b112f34-7ebd-4978-ae81-c8ae32b04a7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d0c92c1b-d0ac-4ab4-b7b6-64ad473a056e}" ma:internalName="TaxCatchAll" ma:showField="CatchAllData" ma:web="3b112f34-7ebd-4978-ae81-c8ae32b04a7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3b112f34-7ebd-4978-ae81-c8ae32b04a7c" xsi:nil="true"/>
    <lcf76f155ced4ddcb4097134ff3c332f xmlns="ef033816-a0e6-4509-a8e2-97b34c35c2a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1ABD9A9-761F-49BC-B2C4-172DDD411357}"/>
</file>

<file path=customXml/itemProps2.xml><?xml version="1.0" encoding="utf-8"?>
<ds:datastoreItem xmlns:ds="http://schemas.openxmlformats.org/officeDocument/2006/customXml" ds:itemID="{72EED0D4-404D-4CB0-8DE6-2BFB284ACA79}"/>
</file>

<file path=customXml/itemProps3.xml><?xml version="1.0" encoding="utf-8"?>
<ds:datastoreItem xmlns:ds="http://schemas.openxmlformats.org/officeDocument/2006/customXml" ds:itemID="{9153EF80-3EDC-4F44-84D4-297BBBB0ABFA}"/>
</file>

<file path=docMetadata/LabelInfo.xml><?xml version="1.0" encoding="utf-8"?>
<clbl:labelList xmlns:clbl="http://schemas.microsoft.com/office/2020/mipLabelMetadata">
  <clbl:label id="{23c8cb6c-d4f1-414d-89e3-d897c55612ae}" enabled="1" method="Privileged" siteId="{443614e2-ebe4-4568-8af0-66ca270d653f}" contentBits="0" removed="0"/>
</clbl:labelList>
</file>

<file path=docProps/app.xml><?xml version="1.0" encoding="utf-8"?>
<Properties xmlns="http://schemas.openxmlformats.org/officeDocument/2006/extended-properties" xmlns:vt="http://schemas.openxmlformats.org/officeDocument/2006/docPropsVTypes">
  <TotalTime>273</TotalTime>
  <Words>962</Words>
  <Application>Microsoft Office PowerPoint</Application>
  <PresentationFormat>Widescreen</PresentationFormat>
  <Paragraphs>176</Paragraphs>
  <Slides>11</Slides>
  <Notes>11</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Segoe UI</vt:lpstr>
      <vt:lpstr>Calibri</vt:lpstr>
      <vt:lpstr>Corbel</vt:lpstr>
      <vt:lpstr>Quattrocento Sans</vt:lpstr>
      <vt:lpstr>Roboto</vt:lpstr>
      <vt:lpstr>-apple-system</vt:lpstr>
      <vt:lpstr>Avenir</vt:lpstr>
      <vt:lpstr>Arial</vt:lpstr>
      <vt:lpstr>Avalara</vt:lpstr>
      <vt:lpstr>AsRaymond</vt:lpstr>
      <vt:lpstr>PowerPoint Presentation</vt:lpstr>
      <vt:lpstr>Team Introductions &amp; Project Scope</vt:lpstr>
      <vt:lpstr>Company Overview </vt:lpstr>
      <vt:lpstr>PowerPoint Presentation</vt:lpstr>
      <vt:lpstr>Forecasted Project Plan Overview</vt:lpstr>
      <vt:lpstr>Next Steps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Amo, Dean</dc:creator>
  <cp:lastModifiedBy>Amo, Dean</cp:lastModifiedBy>
  <cp:revision>3</cp:revision>
  <dcterms:modified xsi:type="dcterms:W3CDTF">2025-05-12T20:02:57Z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0x010100EA23732848957A4F80D33BDA9DE5A9B7</vt:lpwstr>
  </property>
</Properties>
</file>