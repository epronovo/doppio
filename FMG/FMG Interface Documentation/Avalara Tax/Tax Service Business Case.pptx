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sldIdLst>
    <p:sldId id="256" r:id="rId5"/>
    <p:sldId id="259" r:id="rId6"/>
    <p:sldId id="260" r:id="rId7"/>
    <p:sldId id="263" r:id="rId8"/>
    <p:sldId id="262" r:id="rId9"/>
    <p:sldId id="25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A603B-F6B9-4A34-B58A-DD50706BAA18}" v="1" dt="2025-03-18T19:31:06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6"/>
    <p:restoredTop sz="94521"/>
  </p:normalViewPr>
  <p:slideViewPr>
    <p:cSldViewPr snapToGrid="0">
      <p:cViewPr varScale="1">
        <p:scale>
          <a:sx n="104" d="100"/>
          <a:sy n="104" d="100"/>
        </p:scale>
        <p:origin x="3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, Dean" userId="b9e6e1ca-9b05-4cf3-a2e9-0fa4eeedd59d" providerId="ADAL" clId="{64AA603B-F6B9-4A34-B58A-DD50706BAA18}"/>
    <pc:docChg chg="custSel addSld delSld modSld sldOrd">
      <pc:chgData name="Amo, Dean" userId="b9e6e1ca-9b05-4cf3-a2e9-0fa4eeedd59d" providerId="ADAL" clId="{64AA603B-F6B9-4A34-B58A-DD50706BAA18}" dt="2025-03-18T20:14:51.558" v="715" actId="1076"/>
      <pc:docMkLst>
        <pc:docMk/>
      </pc:docMkLst>
      <pc:sldChg chg="modSp mod">
        <pc:chgData name="Amo, Dean" userId="b9e6e1ca-9b05-4cf3-a2e9-0fa4eeedd59d" providerId="ADAL" clId="{64AA603B-F6B9-4A34-B58A-DD50706BAA18}" dt="2025-03-18T20:00:09.238" v="301" actId="20577"/>
        <pc:sldMkLst>
          <pc:docMk/>
          <pc:sldMk cId="2670745211" sldId="256"/>
        </pc:sldMkLst>
        <pc:spChg chg="mod">
          <ac:chgData name="Amo, Dean" userId="b9e6e1ca-9b05-4cf3-a2e9-0fa4eeedd59d" providerId="ADAL" clId="{64AA603B-F6B9-4A34-B58A-DD50706BAA18}" dt="2025-03-18T19:25:38.196" v="57" actId="20577"/>
          <ac:spMkLst>
            <pc:docMk/>
            <pc:sldMk cId="2670745211" sldId="256"/>
            <ac:spMk id="2" creationId="{594DDB8C-19E6-F7D3-4FF6-3B14EE0E9B3E}"/>
          </ac:spMkLst>
        </pc:spChg>
        <pc:spChg chg="mod">
          <ac:chgData name="Amo, Dean" userId="b9e6e1ca-9b05-4cf3-a2e9-0fa4eeedd59d" providerId="ADAL" clId="{64AA603B-F6B9-4A34-B58A-DD50706BAA18}" dt="2025-03-18T20:00:09.238" v="301" actId="20577"/>
          <ac:spMkLst>
            <pc:docMk/>
            <pc:sldMk cId="2670745211" sldId="256"/>
            <ac:spMk id="3" creationId="{F25AE9B5-5355-FEB8-581F-8060E9DAE60A}"/>
          </ac:spMkLst>
        </pc:spChg>
      </pc:sldChg>
      <pc:sldChg chg="del">
        <pc:chgData name="Amo, Dean" userId="b9e6e1ca-9b05-4cf3-a2e9-0fa4eeedd59d" providerId="ADAL" clId="{64AA603B-F6B9-4A34-B58A-DD50706BAA18}" dt="2025-03-18T19:26:02.781" v="73" actId="47"/>
        <pc:sldMkLst>
          <pc:docMk/>
          <pc:sldMk cId="30058514" sldId="257"/>
        </pc:sldMkLst>
      </pc:sldChg>
      <pc:sldChg chg="addSp delSp modSp new mod">
        <pc:chgData name="Amo, Dean" userId="b9e6e1ca-9b05-4cf3-a2e9-0fa4eeedd59d" providerId="ADAL" clId="{64AA603B-F6B9-4A34-B58A-DD50706BAA18}" dt="2025-03-18T20:14:51.558" v="715" actId="1076"/>
        <pc:sldMkLst>
          <pc:docMk/>
          <pc:sldMk cId="861221530" sldId="258"/>
        </pc:sldMkLst>
        <pc:spChg chg="mod">
          <ac:chgData name="Amo, Dean" userId="b9e6e1ca-9b05-4cf3-a2e9-0fa4eeedd59d" providerId="ADAL" clId="{64AA603B-F6B9-4A34-B58A-DD50706BAA18}" dt="2025-03-18T19:31:30.448" v="147" actId="20577"/>
          <ac:spMkLst>
            <pc:docMk/>
            <pc:sldMk cId="861221530" sldId="258"/>
            <ac:spMk id="2" creationId="{E1CC8E55-C858-8BE7-4CF7-61462144287A}"/>
          </ac:spMkLst>
        </pc:spChg>
        <pc:spChg chg="del">
          <ac:chgData name="Amo, Dean" userId="b9e6e1ca-9b05-4cf3-a2e9-0fa4eeedd59d" providerId="ADAL" clId="{64AA603B-F6B9-4A34-B58A-DD50706BAA18}" dt="2025-03-18T19:31:06.493" v="94"/>
          <ac:spMkLst>
            <pc:docMk/>
            <pc:sldMk cId="861221530" sldId="258"/>
            <ac:spMk id="3" creationId="{B23F1601-D1E4-230C-F770-34C76676BEBE}"/>
          </ac:spMkLst>
        </pc:spChg>
        <pc:picChg chg="add mod">
          <ac:chgData name="Amo, Dean" userId="b9e6e1ca-9b05-4cf3-a2e9-0fa4eeedd59d" providerId="ADAL" clId="{64AA603B-F6B9-4A34-B58A-DD50706BAA18}" dt="2025-03-18T20:14:51.558" v="715" actId="1076"/>
          <ac:picMkLst>
            <pc:docMk/>
            <pc:sldMk cId="861221530" sldId="258"/>
            <ac:picMk id="5" creationId="{FF2220B0-269F-79A0-92D4-F08F2DE2544B}"/>
          </ac:picMkLst>
        </pc:picChg>
      </pc:sldChg>
      <pc:sldChg chg="modSp new mod">
        <pc:chgData name="Amo, Dean" userId="b9e6e1ca-9b05-4cf3-a2e9-0fa4eeedd59d" providerId="ADAL" clId="{64AA603B-F6B9-4A34-B58A-DD50706BAA18}" dt="2025-03-18T20:11:20.046" v="690" actId="20577"/>
        <pc:sldMkLst>
          <pc:docMk/>
          <pc:sldMk cId="3521532936" sldId="259"/>
        </pc:sldMkLst>
        <pc:spChg chg="mod">
          <ac:chgData name="Amo, Dean" userId="b9e6e1ca-9b05-4cf3-a2e9-0fa4eeedd59d" providerId="ADAL" clId="{64AA603B-F6B9-4A34-B58A-DD50706BAA18}" dt="2025-03-18T19:27:06.853" v="83" actId="20577"/>
          <ac:spMkLst>
            <pc:docMk/>
            <pc:sldMk cId="3521532936" sldId="259"/>
            <ac:spMk id="2" creationId="{0B9CB1D2-FB80-4309-1A74-645FEBEA3D36}"/>
          </ac:spMkLst>
        </pc:spChg>
        <pc:spChg chg="mod">
          <ac:chgData name="Amo, Dean" userId="b9e6e1ca-9b05-4cf3-a2e9-0fa4eeedd59d" providerId="ADAL" clId="{64AA603B-F6B9-4A34-B58A-DD50706BAA18}" dt="2025-03-18T20:11:20.046" v="690" actId="20577"/>
          <ac:spMkLst>
            <pc:docMk/>
            <pc:sldMk cId="3521532936" sldId="259"/>
            <ac:spMk id="3" creationId="{75AE20AD-81AE-49B8-B141-6DE4ED559616}"/>
          </ac:spMkLst>
        </pc:spChg>
      </pc:sldChg>
      <pc:sldChg chg="modSp new mod ord">
        <pc:chgData name="Amo, Dean" userId="b9e6e1ca-9b05-4cf3-a2e9-0fa4eeedd59d" providerId="ADAL" clId="{64AA603B-F6B9-4A34-B58A-DD50706BAA18}" dt="2025-03-18T20:14:20.671" v="711" actId="20577"/>
        <pc:sldMkLst>
          <pc:docMk/>
          <pc:sldMk cId="2074984407" sldId="260"/>
        </pc:sldMkLst>
        <pc:spChg chg="mod">
          <ac:chgData name="Amo, Dean" userId="b9e6e1ca-9b05-4cf3-a2e9-0fa4eeedd59d" providerId="ADAL" clId="{64AA603B-F6B9-4A34-B58A-DD50706BAA18}" dt="2025-03-18T19:26:43.401" v="77"/>
          <ac:spMkLst>
            <pc:docMk/>
            <pc:sldMk cId="2074984407" sldId="260"/>
            <ac:spMk id="2" creationId="{253DA1FC-968C-66F1-CEEE-FA2A3FA9C56B}"/>
          </ac:spMkLst>
        </pc:spChg>
        <pc:spChg chg="mod">
          <ac:chgData name="Amo, Dean" userId="b9e6e1ca-9b05-4cf3-a2e9-0fa4eeedd59d" providerId="ADAL" clId="{64AA603B-F6B9-4A34-B58A-DD50706BAA18}" dt="2025-03-18T20:14:20.671" v="711" actId="20577"/>
          <ac:spMkLst>
            <pc:docMk/>
            <pc:sldMk cId="2074984407" sldId="260"/>
            <ac:spMk id="3" creationId="{49D0BCD9-A2D2-D8EB-12D2-25BE3447FFE1}"/>
          </ac:spMkLst>
        </pc:spChg>
      </pc:sldChg>
      <pc:sldChg chg="addSp delSp modSp new mod">
        <pc:chgData name="Amo, Dean" userId="b9e6e1ca-9b05-4cf3-a2e9-0fa4eeedd59d" providerId="ADAL" clId="{64AA603B-F6B9-4A34-B58A-DD50706BAA18}" dt="2025-03-18T19:58:25.412" v="256" actId="20577"/>
        <pc:sldMkLst>
          <pc:docMk/>
          <pc:sldMk cId="555694220" sldId="261"/>
        </pc:sldMkLst>
        <pc:spChg chg="mod">
          <ac:chgData name="Amo, Dean" userId="b9e6e1ca-9b05-4cf3-a2e9-0fa4eeedd59d" providerId="ADAL" clId="{64AA603B-F6B9-4A34-B58A-DD50706BAA18}" dt="2025-03-18T19:58:25.412" v="256" actId="20577"/>
          <ac:spMkLst>
            <pc:docMk/>
            <pc:sldMk cId="555694220" sldId="261"/>
            <ac:spMk id="2" creationId="{AC609730-288F-FF23-FC0B-48539C1FE015}"/>
          </ac:spMkLst>
        </pc:spChg>
        <pc:spChg chg="del">
          <ac:chgData name="Amo, Dean" userId="b9e6e1ca-9b05-4cf3-a2e9-0fa4eeedd59d" providerId="ADAL" clId="{64AA603B-F6B9-4A34-B58A-DD50706BAA18}" dt="2025-03-18T19:58:14.364" v="218" actId="22"/>
          <ac:spMkLst>
            <pc:docMk/>
            <pc:sldMk cId="555694220" sldId="261"/>
            <ac:spMk id="3" creationId="{C4254168-E387-6B6F-3666-9B7D04C1B6BB}"/>
          </ac:spMkLst>
        </pc:spChg>
        <pc:picChg chg="add mod ord">
          <ac:chgData name="Amo, Dean" userId="b9e6e1ca-9b05-4cf3-a2e9-0fa4eeedd59d" providerId="ADAL" clId="{64AA603B-F6B9-4A34-B58A-DD50706BAA18}" dt="2025-03-18T19:58:14.364" v="218" actId="22"/>
          <ac:picMkLst>
            <pc:docMk/>
            <pc:sldMk cId="555694220" sldId="261"/>
            <ac:picMk id="5" creationId="{A98FED96-7D92-B438-A8CB-EAF2D48B86EB}"/>
          </ac:picMkLst>
        </pc:picChg>
      </pc:sldChg>
      <pc:sldChg chg="addSp delSp modSp new mod modClrScheme chgLayout">
        <pc:chgData name="Amo, Dean" userId="b9e6e1ca-9b05-4cf3-a2e9-0fa4eeedd59d" providerId="ADAL" clId="{64AA603B-F6B9-4A34-B58A-DD50706BAA18}" dt="2025-03-18T19:33:25.056" v="164" actId="20577"/>
        <pc:sldMkLst>
          <pc:docMk/>
          <pc:sldMk cId="2880795484" sldId="262"/>
        </pc:sldMkLst>
        <pc:spChg chg="del mod ord">
          <ac:chgData name="Amo, Dean" userId="b9e6e1ca-9b05-4cf3-a2e9-0fa4eeedd59d" providerId="ADAL" clId="{64AA603B-F6B9-4A34-B58A-DD50706BAA18}" dt="2025-03-18T19:33:19.527" v="150" actId="700"/>
          <ac:spMkLst>
            <pc:docMk/>
            <pc:sldMk cId="2880795484" sldId="262"/>
            <ac:spMk id="2" creationId="{9982B35F-C184-1672-87C5-D7C26B8EAC8D}"/>
          </ac:spMkLst>
        </pc:spChg>
        <pc:spChg chg="del mod ord">
          <ac:chgData name="Amo, Dean" userId="b9e6e1ca-9b05-4cf3-a2e9-0fa4eeedd59d" providerId="ADAL" clId="{64AA603B-F6B9-4A34-B58A-DD50706BAA18}" dt="2025-03-18T19:33:19.527" v="150" actId="700"/>
          <ac:spMkLst>
            <pc:docMk/>
            <pc:sldMk cId="2880795484" sldId="262"/>
            <ac:spMk id="3" creationId="{FAB7259A-08EF-43FC-FA80-4651E51A78DD}"/>
          </ac:spMkLst>
        </pc:spChg>
        <pc:spChg chg="add mod ord">
          <ac:chgData name="Amo, Dean" userId="b9e6e1ca-9b05-4cf3-a2e9-0fa4eeedd59d" providerId="ADAL" clId="{64AA603B-F6B9-4A34-B58A-DD50706BAA18}" dt="2025-03-18T19:33:25.056" v="164" actId="20577"/>
          <ac:spMkLst>
            <pc:docMk/>
            <pc:sldMk cId="2880795484" sldId="262"/>
            <ac:spMk id="4" creationId="{1E19AB03-DF04-10D2-8C52-A2488B5F8C76}"/>
          </ac:spMkLst>
        </pc:spChg>
        <pc:spChg chg="add mod ord">
          <ac:chgData name="Amo, Dean" userId="b9e6e1ca-9b05-4cf3-a2e9-0fa4eeedd59d" providerId="ADAL" clId="{64AA603B-F6B9-4A34-B58A-DD50706BAA18}" dt="2025-03-18T19:33:19.527" v="150" actId="700"/>
          <ac:spMkLst>
            <pc:docMk/>
            <pc:sldMk cId="2880795484" sldId="262"/>
            <ac:spMk id="5" creationId="{214D90AB-8519-9C7D-9A21-F25BD0AF6513}"/>
          </ac:spMkLst>
        </pc:spChg>
      </pc:sldChg>
      <pc:sldChg chg="del">
        <pc:chgData name="Amo, Dean" userId="b9e6e1ca-9b05-4cf3-a2e9-0fa4eeedd59d" providerId="ADAL" clId="{64AA603B-F6B9-4A34-B58A-DD50706BAA18}" dt="2025-03-18T19:25:49.967" v="69" actId="47"/>
        <pc:sldMkLst>
          <pc:docMk/>
          <pc:sldMk cId="3494517632" sldId="263"/>
        </pc:sldMkLst>
      </pc:sldChg>
      <pc:sldChg chg="modSp new mod">
        <pc:chgData name="Amo, Dean" userId="b9e6e1ca-9b05-4cf3-a2e9-0fa4eeedd59d" providerId="ADAL" clId="{64AA603B-F6B9-4A34-B58A-DD50706BAA18}" dt="2025-03-18T20:10:59.719" v="685" actId="20577"/>
        <pc:sldMkLst>
          <pc:docMk/>
          <pc:sldMk cId="3707789217" sldId="263"/>
        </pc:sldMkLst>
        <pc:spChg chg="mod">
          <ac:chgData name="Amo, Dean" userId="b9e6e1ca-9b05-4cf3-a2e9-0fa4eeedd59d" providerId="ADAL" clId="{64AA603B-F6B9-4A34-B58A-DD50706BAA18}" dt="2025-03-18T19:45:03.276" v="217" actId="20577"/>
          <ac:spMkLst>
            <pc:docMk/>
            <pc:sldMk cId="3707789217" sldId="263"/>
            <ac:spMk id="2" creationId="{6A7A9651-3200-1E9E-5655-63B8F4FAAAD3}"/>
          </ac:spMkLst>
        </pc:spChg>
        <pc:spChg chg="mod">
          <ac:chgData name="Amo, Dean" userId="b9e6e1ca-9b05-4cf3-a2e9-0fa4eeedd59d" providerId="ADAL" clId="{64AA603B-F6B9-4A34-B58A-DD50706BAA18}" dt="2025-03-18T20:10:59.719" v="685" actId="20577"/>
          <ac:spMkLst>
            <pc:docMk/>
            <pc:sldMk cId="3707789217" sldId="263"/>
            <ac:spMk id="3" creationId="{BE4571A5-B56A-DBBD-8A1A-E4B2B6258B7F}"/>
          </ac:spMkLst>
        </pc:spChg>
      </pc:sldChg>
      <pc:sldChg chg="del">
        <pc:chgData name="Amo, Dean" userId="b9e6e1ca-9b05-4cf3-a2e9-0fa4eeedd59d" providerId="ADAL" clId="{64AA603B-F6B9-4A34-B58A-DD50706BAA18}" dt="2025-03-18T19:25:55.015" v="70" actId="47"/>
        <pc:sldMkLst>
          <pc:docMk/>
          <pc:sldMk cId="245826643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BF8FA-0EBB-4DF7-8F50-63004E21AB4F}" type="datetimeFigureOut">
              <a:rPr lang="en-CA" smtClean="0"/>
              <a:t>2025-03-18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6026-142D-433E-B4C9-AF999E1B7A7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021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C6026-142D-433E-B4C9-AF999E1B7A7B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838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4315-6CAB-594E-BB24-8D027589A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6122" y="3060915"/>
            <a:ext cx="7721966" cy="183779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Work Sans Extra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38AB7-939A-2540-81BB-A15DD9983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122" y="5200859"/>
            <a:ext cx="8447902" cy="739174"/>
          </a:xfrm>
        </p:spPr>
        <p:txBody>
          <a:bodyPr/>
          <a:lstStyle>
            <a:lvl1pPr marL="0" indent="0" algn="l">
              <a:buNone/>
              <a:defRPr sz="2400" b="1" i="0" cap="all" baseline="0">
                <a:solidFill>
                  <a:schemeClr val="bg1"/>
                </a:solidFill>
                <a:latin typeface="Work Sans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BD3D1-4C1B-8D48-ADD5-8322AABD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122" y="5940033"/>
            <a:ext cx="2743200" cy="365125"/>
          </a:xfrm>
        </p:spPr>
        <p:txBody>
          <a:bodyPr/>
          <a:lstStyle/>
          <a:p>
            <a:fld id="{9E0E5244-E81D-2B4F-B999-6AE5D8B685A1}" type="datetimeFigureOut">
              <a:rPr lang="en-US" smtClean="0"/>
              <a:t>3/18/2025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7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5E847C-6562-004E-B8F6-246D7FFB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4E66F0-7201-2C45-96FF-8BB57BD4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365125"/>
            <a:ext cx="10132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9DFFE-4087-6047-B341-A2CCEB8A3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4" y="1825625"/>
            <a:ext cx="1013278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B490E-64B8-3942-B45D-DA1754F1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0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3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Work Sa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3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accent1"/>
                </a:solidFill>
                <a:latin typeface="Work Sa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440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Work Sa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4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tx2"/>
                </a:solidFill>
                <a:latin typeface="Work Sa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6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Work Sa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0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accent3"/>
                </a:solidFill>
                <a:latin typeface="Work Sa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63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FE9-6E99-E242-BBBA-2E45529A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22" y="1709738"/>
            <a:ext cx="7434648" cy="2852737"/>
          </a:xfrm>
        </p:spPr>
        <p:txBody>
          <a:bodyPr anchor="b">
            <a:normAutofit/>
          </a:bodyPr>
          <a:lstStyle>
            <a:lvl1pPr>
              <a:defRPr sz="5400" b="0" i="0">
                <a:solidFill>
                  <a:schemeClr val="bg1"/>
                </a:solidFill>
                <a:latin typeface="Work Sa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792C7-156D-6E40-AF8A-32F97002C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822" y="4725390"/>
            <a:ext cx="7434648" cy="1500187"/>
          </a:xfrm>
        </p:spPr>
        <p:txBody>
          <a:bodyPr/>
          <a:lstStyle>
            <a:lvl1pPr marL="0" indent="0">
              <a:buNone/>
              <a:defRPr sz="2400" b="1" i="0" cap="all" baseline="0">
                <a:solidFill>
                  <a:schemeClr val="tx1"/>
                </a:solidFill>
                <a:latin typeface="Work Sans SemiBold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658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EF01-F1CC-294D-9A4B-5130A4E1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365125"/>
            <a:ext cx="1076067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ADCFE-4ED2-D24C-970B-48EE73BCA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124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42F2E-D24C-FB4A-9718-A3C58BE2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92AE4-C4D8-C046-AF57-60C5E035F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875CC99-61FD-2944-86F5-F173CF34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3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B503-6268-9D42-A8DB-D1269752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82" y="365125"/>
            <a:ext cx="1074990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27E1-D72B-A743-A624-6C035F22C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8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92D97-C93A-5F44-AA17-AFAFAB141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8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F27FC-7BDF-9D4E-970E-8791A6305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96F56-4DFE-B24E-9EA3-265A362AC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09AEA6-EA94-974A-B8D5-D9E09D2BE5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3E07F27-BA78-7749-9C08-70971FEB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6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B61C-F3BA-C243-A8EC-60679E7A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39" y="381855"/>
            <a:ext cx="107359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A65261-3803-5A4C-AB2F-6BA13A15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5C9B47D-90A2-2241-981A-EF505A56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7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C98930-2DC2-3C43-8C80-6D0B58A05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AF535DB-8BC0-994F-939F-23B21E8C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C78A-7596-CE47-8E5F-91A45C492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6" y="457200"/>
            <a:ext cx="414183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41971-B4B8-284B-9E80-738194ED1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553EC-4573-E542-8DFC-B5FE15664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196" y="2057400"/>
            <a:ext cx="414183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E3D3ED-6064-C547-BC18-735D7F76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FDC654D-D3BA-F747-8A94-B9100B79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30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21A0D-C80C-134E-8753-DC77215A8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37622" y="0"/>
            <a:ext cx="4654378" cy="6292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5D3545-333F-C34F-B41F-ABA13DDC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365125"/>
            <a:ext cx="6328376" cy="1325563"/>
          </a:xfrm>
        </p:spPr>
        <p:txBody>
          <a:bodyPr/>
          <a:lstStyle>
            <a:lvl1pPr>
              <a:defRPr b="0" i="0">
                <a:solidFill>
                  <a:schemeClr val="accent5">
                    <a:lumMod val="10000"/>
                  </a:schemeClr>
                </a:solidFill>
                <a:latin typeface="Work Sans Ligh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2D42D4-4D52-304E-8D41-553F4A8B3F8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93124" y="1825625"/>
            <a:ext cx="632837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81ED64-FF9E-EF45-94FB-347FE854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724" y="6308578"/>
            <a:ext cx="12198724" cy="533694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48AD8FD-AA28-DA4C-A536-20162A10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0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4315-6CAB-594E-BB24-8D027589A6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2530" y="2235200"/>
            <a:ext cx="8447902" cy="2387600"/>
          </a:xfrm>
        </p:spPr>
        <p:txBody>
          <a:bodyPr anchor="b">
            <a:normAutofit/>
          </a:bodyPr>
          <a:lstStyle>
            <a:lvl1pPr algn="l">
              <a:defRPr sz="8000" b="0" i="0">
                <a:solidFill>
                  <a:schemeClr val="bg1"/>
                </a:solidFill>
                <a:latin typeface="Work Sans ExtraLight" pitchFamily="2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38AB7-939A-2540-81BB-A15DD99833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5134" y="4669652"/>
            <a:ext cx="8165298" cy="739174"/>
          </a:xfrm>
        </p:spPr>
        <p:txBody>
          <a:bodyPr/>
          <a:lstStyle>
            <a:lvl1pPr marL="0" indent="0" algn="l">
              <a:buNone/>
              <a:defRPr sz="2400" b="1" i="0" cap="none" baseline="0">
                <a:solidFill>
                  <a:schemeClr val="bg1"/>
                </a:solidFill>
                <a:latin typeface="Work Sans SemiBold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err="1"/>
              <a:t>asraymond.com</a:t>
            </a:r>
            <a:endParaRPr lang="en-US"/>
          </a:p>
        </p:txBody>
      </p:sp>
      <p:pic>
        <p:nvPicPr>
          <p:cNvPr id="6" name="Picture 5" descr="Icon, arrow&#10;&#10;Description automatically generated">
            <a:extLst>
              <a:ext uri="{FF2B5EF4-FFF2-40B4-BE49-F238E27FC236}">
                <a16:creationId xmlns:a16="http://schemas.microsoft.com/office/drawing/2014/main" id="{C2B31A8B-C031-324F-806B-9260DC63EB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530" y="4737367"/>
            <a:ext cx="181003" cy="2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3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F4BA5-CED4-AD40-A282-8B1EBCDE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BE4E8-3C69-754B-A2D5-5604D7AE2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55D4-753B-9A47-BF20-B5A940941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Work Sans Medium" pitchFamily="2" charset="77"/>
              </a:defRPr>
            </a:lvl1pPr>
          </a:lstStyle>
          <a:p>
            <a:fld id="{9E0E5244-E81D-2B4F-B999-6AE5D8B685A1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67205-6566-6546-B370-F6F6FF99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Work Sans Medium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B3464-3B20-FD42-9D3D-3B4C883DF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Work Sans Medium" pitchFamily="2" charset="77"/>
              </a:defRPr>
            </a:lvl1pPr>
          </a:lstStyle>
          <a:p>
            <a:fld id="{49ED2BB8-E0A7-5A4D-8DAE-782CC2323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22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Work Sans SemiBold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2400" b="0" i="0" kern="1200">
          <a:solidFill>
            <a:schemeClr val="accent5">
              <a:lumMod val="10000"/>
            </a:schemeClr>
          </a:solidFill>
          <a:latin typeface="Work Sans Light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b="1" i="0" kern="1200" cap="all" baseline="0">
          <a:solidFill>
            <a:schemeClr val="accent1"/>
          </a:solidFill>
          <a:latin typeface="Work Sans Semi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1800" b="0" i="0" kern="1200">
          <a:solidFill>
            <a:schemeClr val="accent5">
              <a:lumMod val="10000"/>
            </a:schemeClr>
          </a:solidFill>
          <a:latin typeface="Work Sans Light" pitchFamily="2" charset="77"/>
          <a:ea typeface="+mn-ea"/>
          <a:cs typeface="+mn-cs"/>
        </a:defRPr>
      </a:lvl3pPr>
      <a:lvl4pPr marL="0" indent="-18288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5">
              <a:lumMod val="10000"/>
            </a:schemeClr>
          </a:solidFill>
          <a:latin typeface="Work Sans Light" pitchFamily="2" charset="77"/>
          <a:ea typeface="+mn-ea"/>
          <a:cs typeface="+mn-cs"/>
        </a:defRPr>
      </a:lvl4pPr>
      <a:lvl5pPr marL="0" indent="-18288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accent5">
              <a:lumMod val="10000"/>
            </a:schemeClr>
          </a:solidFill>
          <a:latin typeface="Work Sans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DB8C-19E6-F7D3-4FF6-3B14EE0E9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Case for Service Based Tax 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AE9B5-5355-FEB8-581F-8060E9DAE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cap="none" dirty="0" err="1">
                <a:latin typeface="Work Sans SemiBold"/>
              </a:rPr>
              <a:t>Alavara</a:t>
            </a:r>
            <a:r>
              <a:rPr lang="en-US" cap="none" dirty="0">
                <a:latin typeface="Work Sans SemiBold"/>
              </a:rPr>
              <a:t> AvaTax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74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1D2-FB80-4309-1A74-645FEBEA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Current Challenges and Risks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20AD-81AE-49B8-B141-6DE4ED559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3" y="1825625"/>
            <a:ext cx="11410677" cy="4351338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Transaction Volume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65,000-77,000 orders annually (95.7% US, 2.4% Canada, 1.9% OTHER) </a:t>
            </a:r>
          </a:p>
          <a:p>
            <a:pPr marL="742950" lvl="3" indent="-285750"/>
            <a:r>
              <a:rPr lang="en-US" dirty="0"/>
              <a:t>( INCLUDES 10K E-COMMERCE ORDERS 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SYNCRONIZATION OF TAX RATES ACROSS TWO PLATFORMS (ERP/E-COMMERCE)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Compliance Burden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ACCOUNTING spends 25-30 hours/month on monthly filings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Additional 5-10 hours quarterly (approx. 360-420 hours/year)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Error-Prone Processes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Manual tracking of nexus thresholds across states/countries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Risk of incorrect tax calculations and missed registration deadlines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Potential Financial Risks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Penalties for non-compliance or audit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cost of manual corrections and customer refunds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32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A1FC-968C-66F1-CEEE-FA2A3FA9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Avalara Sales Tax Automation ROI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0BCD9-A2D2-D8EB-12D2-25BE3447F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4" y="1825625"/>
            <a:ext cx="11067010" cy="4351338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Financial Justification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Annual Cost: $31K-37K subscription + $13K PRO SERVICES = $50K Year 1, 31K YEAR 2+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(NOT NEGOTIATED YET)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Labor Cost Savings: ~400 hours/year recovered (estimated value: $36K)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Reduced penalties &amp; audit risk: ESTIMATED $10K + annually (potential avoidance)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RATE VARIANCE EXPOSURE: ~$5K ANNUALLY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Operational Efficiency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Automated nexus threshold monitoring reduces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Accurate real-time tax calculations integrated with existing ERP/e-commerce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Scalable compliance supports future growth without additional staffing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Strategic Advantages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Redirect customer service resources to higher-value activities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Improve regulatory compliance, reducing audit risk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Quick payback (estimated 1 YEAR) and long-term savings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8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9651-3200-1E9E-5655-63B8F4FA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Option: Tax Exemption Certificate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71A5-B56A-DBBD-8A1A-E4B2B625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TRACKING OF VALID CERTIFICATIONS</a:t>
            </a:r>
          </a:p>
          <a:p>
            <a:pPr lvl="1"/>
            <a:endParaRPr lang="en-US" dirty="0"/>
          </a:p>
          <a:p>
            <a:r>
              <a:rPr lang="en-US" dirty="0"/>
              <a:t>Financial Justification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ANNUAL COST: $2.5K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TIME SPENT: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78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9AB03-DF04-10D2-8C52-A2488B5F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90AB-8519-9C7D-9A21-F25BD0AF6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95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8E55-C858-8BE7-4CF7-61462144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Tax Rules by County and Product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2220B0-269F-79A0-92D4-F08F2DE25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39" y="1592423"/>
            <a:ext cx="8706449" cy="4691648"/>
          </a:xfrm>
        </p:spPr>
      </p:pic>
    </p:spTree>
    <p:extLst>
      <p:ext uri="{BB962C8B-B14F-4D97-AF65-F5344CB8AC3E}">
        <p14:creationId xmlns:p14="http://schemas.microsoft.com/office/powerpoint/2010/main" val="861221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9730-288F-FF23-FC0B-48539C1F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Registration Threshold Reporting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FED96-7D92-B438-A8CB-EAF2D48B86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388" y="2188276"/>
            <a:ext cx="7760099" cy="3626036"/>
          </a:xfrm>
        </p:spPr>
      </p:pic>
    </p:spTree>
    <p:extLst>
      <p:ext uri="{BB962C8B-B14F-4D97-AF65-F5344CB8AC3E}">
        <p14:creationId xmlns:p14="http://schemas.microsoft.com/office/powerpoint/2010/main" val="555694220"/>
      </p:ext>
    </p:extLst>
  </p:cSld>
  <p:clrMapOvr>
    <a:masterClrMapping/>
  </p:clrMapOvr>
</p:sld>
</file>

<file path=ppt/theme/theme1.xml><?xml version="1.0" encoding="utf-8"?>
<a:theme xmlns:a="http://schemas.openxmlformats.org/drawingml/2006/main" name="ASR Theme">
  <a:themeElements>
    <a:clrScheme name="ASRaymond Color Palette">
      <a:dk1>
        <a:srgbClr val="1E417C"/>
      </a:dk1>
      <a:lt1>
        <a:srgbClr val="FFFFFF"/>
      </a:lt1>
      <a:dk2>
        <a:srgbClr val="1A0D47"/>
      </a:dk2>
      <a:lt2>
        <a:srgbClr val="EAEAEA"/>
      </a:lt2>
      <a:accent1>
        <a:srgbClr val="4472C4"/>
      </a:accent1>
      <a:accent2>
        <a:srgbClr val="30999B"/>
      </a:accent2>
      <a:accent3>
        <a:srgbClr val="4DC58E"/>
      </a:accent3>
      <a:accent4>
        <a:srgbClr val="75EA8E"/>
      </a:accent4>
      <a:accent5>
        <a:srgbClr val="E8E8EA"/>
      </a:accent5>
      <a:accent6>
        <a:srgbClr val="5C5D5C"/>
      </a:accent6>
      <a:hlink>
        <a:srgbClr val="1A1918"/>
      </a:hlink>
      <a:folHlink>
        <a:srgbClr val="1E417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R Theme" id="{A55C3E2D-455F-8147-AD53-EBAC03C8AEE1}" vid="{954F07A3-BB52-2448-A2AC-56BC721E66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f033816-a0e6-4509-a8e2-97b34c35c2ad">
      <Terms xmlns="http://schemas.microsoft.com/office/infopath/2007/PartnerControls"/>
    </lcf76f155ced4ddcb4097134ff3c332f>
    <TaxCatchAll xmlns="3b112f34-7ebd-4978-ae81-c8ae32b04a7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23732848957A4F80D33BDA9DE5A9B7" ma:contentTypeVersion="14" ma:contentTypeDescription="Create a new document." ma:contentTypeScope="" ma:versionID="4fde21a92bd43d7121d179b458ceb954">
  <xsd:schema xmlns:xsd="http://www.w3.org/2001/XMLSchema" xmlns:xs="http://www.w3.org/2001/XMLSchema" xmlns:p="http://schemas.microsoft.com/office/2006/metadata/properties" xmlns:ns2="ef033816-a0e6-4509-a8e2-97b34c35c2ad" xmlns:ns3="3b112f34-7ebd-4978-ae81-c8ae32b04a7c" targetNamespace="http://schemas.microsoft.com/office/2006/metadata/properties" ma:root="true" ma:fieldsID="001a6cfb546aaf9b99c0c233e84765ce" ns2:_="" ns3:_="">
    <xsd:import namespace="ef033816-a0e6-4509-a8e2-97b34c35c2ad"/>
    <xsd:import namespace="3b112f34-7ebd-4978-ae81-c8ae32b04a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033816-a0e6-4509-a8e2-97b34c35c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ffff582-5398-435b-be80-812982cbdd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112f34-7ebd-4978-ae81-c8ae32b04a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0c92c1b-d0ac-4ab4-b7b6-64ad473a056e}" ma:internalName="TaxCatchAll" ma:showField="CatchAllData" ma:web="3b112f34-7ebd-4978-ae81-c8ae32b04a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5EF6C4-9A95-471C-8EFE-BA21A758200F}">
  <ds:schemaRefs>
    <ds:schemaRef ds:uri="http://schemas.openxmlformats.org/package/2006/metadata/core-properties"/>
    <ds:schemaRef ds:uri="http://purl.org/dc/dcmitype/"/>
    <ds:schemaRef ds:uri="http://purl.org/dc/elements/1.1/"/>
    <ds:schemaRef ds:uri="5a8b3106-d36e-4170-b860-8163031577d9"/>
    <ds:schemaRef ds:uri="http://purl.org/dc/terms/"/>
    <ds:schemaRef ds:uri="http://schemas.microsoft.com/office/2006/documentManagement/types"/>
    <ds:schemaRef ds:uri="http://schemas.microsoft.com/office/infopath/2007/PartnerControls"/>
    <ds:schemaRef ds:uri="58ed7469-7f10-43f4-b274-466744e1853b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C91D6C-8D8E-4A76-BD32-E92B5F16A8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A26520-3716-4673-95DE-7867C68A1120}"/>
</file>

<file path=docMetadata/LabelInfo.xml><?xml version="1.0" encoding="utf-8"?>
<clbl:labelList xmlns:clbl="http://schemas.microsoft.com/office/2020/mipLabelMetadata">
  <clbl:label id="{09fef5ea-23bc-46f0-a82c-ef3e79912e21}" enabled="1" method="Privileged" siteId="{443614e2-ebe4-4568-8af0-66ca270d65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ASR Theme</Template>
  <TotalTime>50</TotalTime>
  <Words>270</Words>
  <Application>Microsoft Office PowerPoint</Application>
  <PresentationFormat>Widescreen</PresentationFormat>
  <Paragraphs>42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Work Sans ExtraLight</vt:lpstr>
      <vt:lpstr>Work Sans Light</vt:lpstr>
      <vt:lpstr>Work Sans Medium</vt:lpstr>
      <vt:lpstr>Work Sans SemiBold</vt:lpstr>
      <vt:lpstr>ASR Theme</vt:lpstr>
      <vt:lpstr>Business Case for Service Based Tax Calculation</vt:lpstr>
      <vt:lpstr>Current Challenges and Risks</vt:lpstr>
      <vt:lpstr>Avalara Sales Tax Automation ROI </vt:lpstr>
      <vt:lpstr>Option: Tax Exemption Certificate Management</vt:lpstr>
      <vt:lpstr>Appendix</vt:lpstr>
      <vt:lpstr>Complex Tax Rules by County and Product</vt:lpstr>
      <vt:lpstr>Tax Registration Threshold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Kelly Noto</dc:creator>
  <cp:lastModifiedBy>Amo, Dean</cp:lastModifiedBy>
  <cp:revision>354</cp:revision>
  <cp:lastPrinted>2025-02-27T19:53:35Z</cp:lastPrinted>
  <dcterms:created xsi:type="dcterms:W3CDTF">2025-02-22T17:21:51Z</dcterms:created>
  <dcterms:modified xsi:type="dcterms:W3CDTF">2025-03-18T20:14:54Z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0x010100EA23732848957A4F80D33BDA9DE5A9B7</vt:lpwstr>
  </property>
  <property fmtid="{D5CDD505-2E9C-101B-9397-08002B2CF9AE}" pid="3" name="MediaServiceImageTags">
    <vt:lpwstr/>
  </property>
</Properties>
</file>