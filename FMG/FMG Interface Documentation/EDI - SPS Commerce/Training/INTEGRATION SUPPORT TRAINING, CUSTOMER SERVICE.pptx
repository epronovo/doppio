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16" r:id="rId1"/>
  </p:sldMasterIdLst>
  <p:notesMasterIdLst>
    <p:notesMasterId r:id="rId31"/>
  </p:notesMasterIdLst>
  <p:handoutMasterIdLst>
    <p:handoutMasterId r:id="rId32"/>
  </p:handoutMasterIdLst>
  <p:sldIdLst>
    <p:sldId id="287" r:id="rId2"/>
    <p:sldId id="346" r:id="rId3"/>
    <p:sldId id="400" r:id="rId4"/>
    <p:sldId id="373" r:id="rId5"/>
    <p:sldId id="401" r:id="rId6"/>
    <p:sldId id="399" r:id="rId7"/>
    <p:sldId id="402" r:id="rId8"/>
    <p:sldId id="403" r:id="rId9"/>
    <p:sldId id="404" r:id="rId10"/>
    <p:sldId id="405" r:id="rId11"/>
    <p:sldId id="406" r:id="rId12"/>
    <p:sldId id="407" r:id="rId13"/>
    <p:sldId id="408" r:id="rId14"/>
    <p:sldId id="409" r:id="rId15"/>
    <p:sldId id="410" r:id="rId16"/>
    <p:sldId id="411" r:id="rId17"/>
    <p:sldId id="412" r:id="rId18"/>
    <p:sldId id="413" r:id="rId19"/>
    <p:sldId id="415" r:id="rId20"/>
    <p:sldId id="417" r:id="rId21"/>
    <p:sldId id="421" r:id="rId22"/>
    <p:sldId id="422" r:id="rId23"/>
    <p:sldId id="424" r:id="rId24"/>
    <p:sldId id="425" r:id="rId25"/>
    <p:sldId id="426" r:id="rId26"/>
    <p:sldId id="414" r:id="rId27"/>
    <p:sldId id="419" r:id="rId28"/>
    <p:sldId id="418" r:id="rId29"/>
    <p:sldId id="427" r:id="rId30"/>
  </p:sldIdLst>
  <p:sldSz cx="16257588" cy="9144000"/>
  <p:notesSz cx="6858000" cy="9144000"/>
  <p:embeddedFontLst>
    <p:embeddedFont>
      <p:font typeface="Aptos Narrow" panose="020B0004020202020204" pitchFamily="34" charset="0"/>
      <p:regular r:id="rId33"/>
      <p:bold r:id="rId34"/>
      <p:italic r:id="rId35"/>
      <p:boldItalic r:id="rId36"/>
    </p:embeddedFont>
    <p:embeddedFont>
      <p:font typeface="Source Sans Pro" panose="020B050303040302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26E5FD2C-D016-420B-B400-E075E166B583}">
          <p14:sldIdLst>
            <p14:sldId id="287"/>
          </p14:sldIdLst>
        </p14:section>
        <p14:section name="Introduction" id="{DDC6DABC-E5C9-463F-990F-EEC73B9783BC}">
          <p14:sldIdLst>
            <p14:sldId id="346"/>
            <p14:sldId id="400"/>
            <p14:sldId id="373"/>
            <p14:sldId id="401"/>
            <p14:sldId id="399"/>
            <p14:sldId id="402"/>
            <p14:sldId id="403"/>
            <p14:sldId id="404"/>
            <p14:sldId id="405"/>
            <p14:sldId id="406"/>
            <p14:sldId id="407"/>
            <p14:sldId id="408"/>
            <p14:sldId id="409"/>
            <p14:sldId id="410"/>
            <p14:sldId id="411"/>
            <p14:sldId id="412"/>
            <p14:sldId id="413"/>
          </p14:sldIdLst>
        </p14:section>
        <p14:section name="SPS" id="{0C140D43-F004-4712-A501-5DD2AE684261}">
          <p14:sldIdLst>
            <p14:sldId id="415"/>
            <p14:sldId id="417"/>
            <p14:sldId id="421"/>
            <p14:sldId id="422"/>
            <p14:sldId id="424"/>
            <p14:sldId id="425"/>
            <p14:sldId id="426"/>
            <p14:sldId id="414"/>
            <p14:sldId id="419"/>
            <p14:sldId id="418"/>
            <p14:sldId id="427"/>
          </p14:sldIdLst>
        </p14:section>
      </p14:sectionLst>
    </p:ext>
    <p:ext uri="{EFAFB233-063F-42B5-8137-9DF3F51BA10A}">
      <p15:sldGuideLst xmlns:p15="http://schemas.microsoft.com/office/powerpoint/2012/main">
        <p15:guide id="1" pos="5961" userDrawn="1">
          <p15:clr>
            <a:srgbClr val="A4A3A4"/>
          </p15:clr>
        </p15:guide>
        <p15:guide id="2" orient="horz"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EB"/>
    <a:srgbClr val="F0F0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D1D043-08F6-4198-B059-A57B64E8DCAC}" v="7" dt="2025-04-21T22:34:57.227"/>
  </p1510:revLst>
</p1510:revInfo>
</file>

<file path=ppt/tableStyles.xml><?xml version="1.0" encoding="utf-8"?>
<a:tblStyleLst xmlns:a="http://schemas.openxmlformats.org/drawingml/2006/main" def="{932DD4B6-889D-42D5-92E4-91639F40B188}">
  <a:tblStyle styleId="{932DD4B6-889D-42D5-92E4-91639F40B18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660" autoAdjust="0"/>
  </p:normalViewPr>
  <p:slideViewPr>
    <p:cSldViewPr snapToGrid="0" showGuides="1">
      <p:cViewPr varScale="1">
        <p:scale>
          <a:sx n="52" d="100"/>
          <a:sy n="52" d="100"/>
        </p:scale>
        <p:origin x="1210" y="53"/>
      </p:cViewPr>
      <p:guideLst>
        <p:guide pos="5961"/>
        <p:guide orient="horz"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21308"/>
    </p:cViewPr>
  </p:sorterViewPr>
  <p:notesViewPr>
    <p:cSldViewPr snapToGrid="0" showGuides="1">
      <p:cViewPr varScale="1">
        <p:scale>
          <a:sx n="116" d="100"/>
          <a:sy n="116" d="100"/>
        </p:scale>
        <p:origin x="5052"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47" Type="http://schemas.microsoft.com/office/2018/10/relationships/authors" Target="author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ska Angeline Acance" userId="a03c5aa4-49b1-4b5b-8a42-07b2a873cff9" providerId="ADAL" clId="{51E47FCA-1028-403B-8AA3-8E2425265D95}"/>
    <pc:docChg chg="undo custSel addSld delSld modSld addSection modSection">
      <pc:chgData name="Cheska Angeline Acance" userId="a03c5aa4-49b1-4b5b-8a42-07b2a873cff9" providerId="ADAL" clId="{51E47FCA-1028-403B-8AA3-8E2425265D95}" dt="2025-03-26T20:17:13.709" v="2475" actId="20577"/>
      <pc:docMkLst>
        <pc:docMk/>
      </pc:docMkLst>
      <pc:sldChg chg="modSp mod">
        <pc:chgData name="Cheska Angeline Acance" userId="a03c5aa4-49b1-4b5b-8a42-07b2a873cff9" providerId="ADAL" clId="{51E47FCA-1028-403B-8AA3-8E2425265D95}" dt="2025-03-08T00:38:17.784" v="822" actId="1076"/>
        <pc:sldMkLst>
          <pc:docMk/>
          <pc:sldMk cId="3704385147" sldId="405"/>
        </pc:sldMkLst>
        <pc:graphicFrameChg chg="mod">
          <ac:chgData name="Cheska Angeline Acance" userId="a03c5aa4-49b1-4b5b-8a42-07b2a873cff9" providerId="ADAL" clId="{51E47FCA-1028-403B-8AA3-8E2425265D95}" dt="2025-03-08T00:38:17.784" v="822" actId="1076"/>
          <ac:graphicFrameMkLst>
            <pc:docMk/>
            <pc:sldMk cId="3704385147" sldId="405"/>
            <ac:graphicFrameMk id="5" creationId="{B587E7DD-DA00-47E4-22D4-BF05C9D2FBE7}"/>
          </ac:graphicFrameMkLst>
        </pc:graphicFrameChg>
      </pc:sldChg>
      <pc:sldChg chg="addSp delSp modSp mod">
        <pc:chgData name="Cheska Angeline Acance" userId="a03c5aa4-49b1-4b5b-8a42-07b2a873cff9" providerId="ADAL" clId="{51E47FCA-1028-403B-8AA3-8E2425265D95}" dt="2025-03-08T00:08:51.298" v="184" actId="1076"/>
        <pc:sldMkLst>
          <pc:docMk/>
          <pc:sldMk cId="3557713213" sldId="410"/>
        </pc:sldMkLst>
        <pc:spChg chg="mod">
          <ac:chgData name="Cheska Angeline Acance" userId="a03c5aa4-49b1-4b5b-8a42-07b2a873cff9" providerId="ADAL" clId="{51E47FCA-1028-403B-8AA3-8E2425265D95}" dt="2025-03-08T00:07:13.679" v="167" actId="20577"/>
          <ac:spMkLst>
            <pc:docMk/>
            <pc:sldMk cId="3557713213" sldId="410"/>
            <ac:spMk id="3" creationId="{8BFA0B60-1654-BB1D-B010-B79828F50D7F}"/>
          </ac:spMkLst>
        </pc:spChg>
        <pc:spChg chg="add mod">
          <ac:chgData name="Cheska Angeline Acance" userId="a03c5aa4-49b1-4b5b-8a42-07b2a873cff9" providerId="ADAL" clId="{51E47FCA-1028-403B-8AA3-8E2425265D95}" dt="2025-03-08T00:08:48.220" v="183" actId="164"/>
          <ac:spMkLst>
            <pc:docMk/>
            <pc:sldMk cId="3557713213" sldId="410"/>
            <ac:spMk id="7" creationId="{8E114BF9-F8DD-10FC-17FD-5588B64785CD}"/>
          </ac:spMkLst>
        </pc:spChg>
        <pc:spChg chg="add mod">
          <ac:chgData name="Cheska Angeline Acance" userId="a03c5aa4-49b1-4b5b-8a42-07b2a873cff9" providerId="ADAL" clId="{51E47FCA-1028-403B-8AA3-8E2425265D95}" dt="2025-03-08T00:08:48.220" v="183" actId="164"/>
          <ac:spMkLst>
            <pc:docMk/>
            <pc:sldMk cId="3557713213" sldId="410"/>
            <ac:spMk id="10" creationId="{1933E143-58B3-197E-D538-DE71046ACE1C}"/>
          </ac:spMkLst>
        </pc:spChg>
        <pc:spChg chg="add mod">
          <ac:chgData name="Cheska Angeline Acance" userId="a03c5aa4-49b1-4b5b-8a42-07b2a873cff9" providerId="ADAL" clId="{51E47FCA-1028-403B-8AA3-8E2425265D95}" dt="2025-03-08T00:08:48.220" v="183" actId="164"/>
          <ac:spMkLst>
            <pc:docMk/>
            <pc:sldMk cId="3557713213" sldId="410"/>
            <ac:spMk id="13" creationId="{192C2D07-61F4-2732-C3B8-2894FBB42241}"/>
          </ac:spMkLst>
        </pc:spChg>
        <pc:grpChg chg="add mod">
          <ac:chgData name="Cheska Angeline Acance" userId="a03c5aa4-49b1-4b5b-8a42-07b2a873cff9" providerId="ADAL" clId="{51E47FCA-1028-403B-8AA3-8E2425265D95}" dt="2025-03-08T00:08:51.298" v="184" actId="1076"/>
          <ac:grpSpMkLst>
            <pc:docMk/>
            <pc:sldMk cId="3557713213" sldId="410"/>
            <ac:grpSpMk id="14" creationId="{D5F44CCE-3CF5-1E9A-3640-8DC1EF5055D1}"/>
          </ac:grpSpMkLst>
        </pc:grpChg>
        <pc:picChg chg="add mod">
          <ac:chgData name="Cheska Angeline Acance" userId="a03c5aa4-49b1-4b5b-8a42-07b2a873cff9" providerId="ADAL" clId="{51E47FCA-1028-403B-8AA3-8E2425265D95}" dt="2025-03-08T00:08:48.220" v="183" actId="164"/>
          <ac:picMkLst>
            <pc:docMk/>
            <pc:sldMk cId="3557713213" sldId="410"/>
            <ac:picMk id="6" creationId="{2486C6F9-251F-A460-270F-215F357DF2B0}"/>
          </ac:picMkLst>
        </pc:picChg>
        <pc:picChg chg="add mod">
          <ac:chgData name="Cheska Angeline Acance" userId="a03c5aa4-49b1-4b5b-8a42-07b2a873cff9" providerId="ADAL" clId="{51E47FCA-1028-403B-8AA3-8E2425265D95}" dt="2025-03-08T00:08:48.220" v="183" actId="164"/>
          <ac:picMkLst>
            <pc:docMk/>
            <pc:sldMk cId="3557713213" sldId="410"/>
            <ac:picMk id="9" creationId="{850B7823-1CF5-37FB-7247-19FA035160A9}"/>
          </ac:picMkLst>
        </pc:picChg>
        <pc:picChg chg="add mod">
          <ac:chgData name="Cheska Angeline Acance" userId="a03c5aa4-49b1-4b5b-8a42-07b2a873cff9" providerId="ADAL" clId="{51E47FCA-1028-403B-8AA3-8E2425265D95}" dt="2025-03-08T00:08:48.220" v="183" actId="164"/>
          <ac:picMkLst>
            <pc:docMk/>
            <pc:sldMk cId="3557713213" sldId="410"/>
            <ac:picMk id="12" creationId="{F398711F-2D6B-B005-44AF-494AC039CAFD}"/>
          </ac:picMkLst>
        </pc:picChg>
      </pc:sldChg>
      <pc:sldChg chg="addSp delSp modSp new mod">
        <pc:chgData name="Cheska Angeline Acance" userId="a03c5aa4-49b1-4b5b-8a42-07b2a873cff9" providerId="ADAL" clId="{51E47FCA-1028-403B-8AA3-8E2425265D95}" dt="2025-03-08T00:12:57.049" v="409" actId="1076"/>
        <pc:sldMkLst>
          <pc:docMk/>
          <pc:sldMk cId="3111592541" sldId="411"/>
        </pc:sldMkLst>
        <pc:spChg chg="mod">
          <ac:chgData name="Cheska Angeline Acance" userId="a03c5aa4-49b1-4b5b-8a42-07b2a873cff9" providerId="ADAL" clId="{51E47FCA-1028-403B-8AA3-8E2425265D95}" dt="2025-03-08T00:09:03.226" v="186" actId="14100"/>
          <ac:spMkLst>
            <pc:docMk/>
            <pc:sldMk cId="3111592541" sldId="411"/>
            <ac:spMk id="2" creationId="{37992330-74CF-9DC3-8602-471F31C9A046}"/>
          </ac:spMkLst>
        </pc:spChg>
        <pc:spChg chg="mod">
          <ac:chgData name="Cheska Angeline Acance" userId="a03c5aa4-49b1-4b5b-8a42-07b2a873cff9" providerId="ADAL" clId="{51E47FCA-1028-403B-8AA3-8E2425265D95}" dt="2025-03-08T00:10:06.212" v="388" actId="20577"/>
          <ac:spMkLst>
            <pc:docMk/>
            <pc:sldMk cId="3111592541" sldId="411"/>
            <ac:spMk id="3" creationId="{F2109B19-B04D-EF1D-A45F-FEABF921773B}"/>
          </ac:spMkLst>
        </pc:spChg>
        <pc:spChg chg="add mod">
          <ac:chgData name="Cheska Angeline Acance" userId="a03c5aa4-49b1-4b5b-8a42-07b2a873cff9" providerId="ADAL" clId="{51E47FCA-1028-403B-8AA3-8E2425265D95}" dt="2025-03-08T00:12:54.867" v="408" actId="164"/>
          <ac:spMkLst>
            <pc:docMk/>
            <pc:sldMk cId="3111592541" sldId="411"/>
            <ac:spMk id="7" creationId="{9B783D67-2AEF-D95A-78FB-A66285AF43B3}"/>
          </ac:spMkLst>
        </pc:spChg>
        <pc:spChg chg="add mod">
          <ac:chgData name="Cheska Angeline Acance" userId="a03c5aa4-49b1-4b5b-8a42-07b2a873cff9" providerId="ADAL" clId="{51E47FCA-1028-403B-8AA3-8E2425265D95}" dt="2025-03-08T00:12:54.867" v="408" actId="164"/>
          <ac:spMkLst>
            <pc:docMk/>
            <pc:sldMk cId="3111592541" sldId="411"/>
            <ac:spMk id="10" creationId="{B40534E0-63A9-90C4-4DAA-BEFD30B88C8C}"/>
          </ac:spMkLst>
        </pc:spChg>
        <pc:spChg chg="add mod">
          <ac:chgData name="Cheska Angeline Acance" userId="a03c5aa4-49b1-4b5b-8a42-07b2a873cff9" providerId="ADAL" clId="{51E47FCA-1028-403B-8AA3-8E2425265D95}" dt="2025-03-08T00:12:54.867" v="408" actId="164"/>
          <ac:spMkLst>
            <pc:docMk/>
            <pc:sldMk cId="3111592541" sldId="411"/>
            <ac:spMk id="11" creationId="{0C682544-486B-604C-5FC0-924F8100FC98}"/>
          </ac:spMkLst>
        </pc:spChg>
        <pc:grpChg chg="add mod">
          <ac:chgData name="Cheska Angeline Acance" userId="a03c5aa4-49b1-4b5b-8a42-07b2a873cff9" providerId="ADAL" clId="{51E47FCA-1028-403B-8AA3-8E2425265D95}" dt="2025-03-08T00:12:57.049" v="409" actId="1076"/>
          <ac:grpSpMkLst>
            <pc:docMk/>
            <pc:sldMk cId="3111592541" sldId="411"/>
            <ac:grpSpMk id="12" creationId="{76868808-F5CC-4167-2828-690952443C18}"/>
          </ac:grpSpMkLst>
        </pc:grpChg>
        <pc:picChg chg="add mod">
          <ac:chgData name="Cheska Angeline Acance" userId="a03c5aa4-49b1-4b5b-8a42-07b2a873cff9" providerId="ADAL" clId="{51E47FCA-1028-403B-8AA3-8E2425265D95}" dt="2025-03-08T00:12:54.867" v="408" actId="164"/>
          <ac:picMkLst>
            <pc:docMk/>
            <pc:sldMk cId="3111592541" sldId="411"/>
            <ac:picMk id="6" creationId="{21472998-3750-7992-8FA0-B0D1ED084B1E}"/>
          </ac:picMkLst>
        </pc:picChg>
        <pc:picChg chg="add mod">
          <ac:chgData name="Cheska Angeline Acance" userId="a03c5aa4-49b1-4b5b-8a42-07b2a873cff9" providerId="ADAL" clId="{51E47FCA-1028-403B-8AA3-8E2425265D95}" dt="2025-03-08T00:12:54.867" v="408" actId="164"/>
          <ac:picMkLst>
            <pc:docMk/>
            <pc:sldMk cId="3111592541" sldId="411"/>
            <ac:picMk id="9" creationId="{3ACCF962-9095-CE85-54DF-03FDD0F209D0}"/>
          </ac:picMkLst>
        </pc:picChg>
      </pc:sldChg>
      <pc:sldChg chg="addSp delSp modSp new mod">
        <pc:chgData name="Cheska Angeline Acance" userId="a03c5aa4-49b1-4b5b-8a42-07b2a873cff9" providerId="ADAL" clId="{51E47FCA-1028-403B-8AA3-8E2425265D95}" dt="2025-03-08T00:17:26.051" v="742" actId="1076"/>
        <pc:sldMkLst>
          <pc:docMk/>
          <pc:sldMk cId="1923080205" sldId="412"/>
        </pc:sldMkLst>
        <pc:spChg chg="mod">
          <ac:chgData name="Cheska Angeline Acance" userId="a03c5aa4-49b1-4b5b-8a42-07b2a873cff9" providerId="ADAL" clId="{51E47FCA-1028-403B-8AA3-8E2425265D95}" dt="2025-03-08T00:13:27.912" v="412" actId="14100"/>
          <ac:spMkLst>
            <pc:docMk/>
            <pc:sldMk cId="1923080205" sldId="412"/>
            <ac:spMk id="2" creationId="{001331ED-9191-8504-372B-60D3E8FC8826}"/>
          </ac:spMkLst>
        </pc:spChg>
        <pc:spChg chg="mod">
          <ac:chgData name="Cheska Angeline Acance" userId="a03c5aa4-49b1-4b5b-8a42-07b2a873cff9" providerId="ADAL" clId="{51E47FCA-1028-403B-8AA3-8E2425265D95}" dt="2025-03-08T00:17:26.051" v="742" actId="1076"/>
          <ac:spMkLst>
            <pc:docMk/>
            <pc:sldMk cId="1923080205" sldId="412"/>
            <ac:spMk id="3" creationId="{7DD47D7F-085E-7620-9816-ABD902FB0DA4}"/>
          </ac:spMkLst>
        </pc:spChg>
        <pc:spChg chg="add mod">
          <ac:chgData name="Cheska Angeline Acance" userId="a03c5aa4-49b1-4b5b-8a42-07b2a873cff9" providerId="ADAL" clId="{51E47FCA-1028-403B-8AA3-8E2425265D95}" dt="2025-03-08T00:16:14.305" v="693" actId="20577"/>
          <ac:spMkLst>
            <pc:docMk/>
            <pc:sldMk cId="1923080205" sldId="412"/>
            <ac:spMk id="9" creationId="{BBF1DAFD-478B-F871-F4B9-234DCE9EC7D0}"/>
          </ac:spMkLst>
        </pc:spChg>
        <pc:spChg chg="add mod">
          <ac:chgData name="Cheska Angeline Acance" userId="a03c5aa4-49b1-4b5b-8a42-07b2a873cff9" providerId="ADAL" clId="{51E47FCA-1028-403B-8AA3-8E2425265D95}" dt="2025-03-08T00:16:20.880" v="697" actId="20577"/>
          <ac:spMkLst>
            <pc:docMk/>
            <pc:sldMk cId="1923080205" sldId="412"/>
            <ac:spMk id="10" creationId="{EACCD515-0CB7-F49F-7358-23FC775A67CF}"/>
          </ac:spMkLst>
        </pc:spChg>
        <pc:spChg chg="add mod">
          <ac:chgData name="Cheska Angeline Acance" userId="a03c5aa4-49b1-4b5b-8a42-07b2a873cff9" providerId="ADAL" clId="{51E47FCA-1028-403B-8AA3-8E2425265D95}" dt="2025-03-08T00:16:27.994" v="703" actId="20577"/>
          <ac:spMkLst>
            <pc:docMk/>
            <pc:sldMk cId="1923080205" sldId="412"/>
            <ac:spMk id="11" creationId="{7D5F926E-BD77-AC93-A47A-3BBFE129F907}"/>
          </ac:spMkLst>
        </pc:spChg>
        <pc:spChg chg="add mod">
          <ac:chgData name="Cheska Angeline Acance" userId="a03c5aa4-49b1-4b5b-8a42-07b2a873cff9" providerId="ADAL" clId="{51E47FCA-1028-403B-8AA3-8E2425265D95}" dt="2025-03-08T00:16:45.929" v="709" actId="14100"/>
          <ac:spMkLst>
            <pc:docMk/>
            <pc:sldMk cId="1923080205" sldId="412"/>
            <ac:spMk id="12" creationId="{09F3B072-CC47-0884-461C-853C97EFB62A}"/>
          </ac:spMkLst>
        </pc:spChg>
        <pc:picChg chg="add mod ord">
          <ac:chgData name="Cheska Angeline Acance" userId="a03c5aa4-49b1-4b5b-8a42-07b2a873cff9" providerId="ADAL" clId="{51E47FCA-1028-403B-8AA3-8E2425265D95}" dt="2025-03-08T00:16:01.130" v="688" actId="1076"/>
          <ac:picMkLst>
            <pc:docMk/>
            <pc:sldMk cId="1923080205" sldId="412"/>
            <ac:picMk id="6" creationId="{03278BA5-CED4-6425-46A4-9E6152DD2EB2}"/>
          </ac:picMkLst>
        </pc:picChg>
        <pc:picChg chg="add mod">
          <ac:chgData name="Cheska Angeline Acance" userId="a03c5aa4-49b1-4b5b-8a42-07b2a873cff9" providerId="ADAL" clId="{51E47FCA-1028-403B-8AA3-8E2425265D95}" dt="2025-03-08T00:16:04.339" v="690" actId="14100"/>
          <ac:picMkLst>
            <pc:docMk/>
            <pc:sldMk cId="1923080205" sldId="412"/>
            <ac:picMk id="8" creationId="{32FCF56A-2531-D021-B573-3516629A353F}"/>
          </ac:picMkLst>
        </pc:picChg>
      </pc:sldChg>
      <pc:sldChg chg="modSp add mod">
        <pc:chgData name="Cheska Angeline Acance" userId="a03c5aa4-49b1-4b5b-8a42-07b2a873cff9" providerId="ADAL" clId="{51E47FCA-1028-403B-8AA3-8E2425265D95}" dt="2025-03-08T00:40:06.032" v="914" actId="20577"/>
        <pc:sldMkLst>
          <pc:docMk/>
          <pc:sldMk cId="593773941" sldId="413"/>
        </pc:sldMkLst>
        <pc:spChg chg="mod">
          <ac:chgData name="Cheska Angeline Acance" userId="a03c5aa4-49b1-4b5b-8a42-07b2a873cff9" providerId="ADAL" clId="{51E47FCA-1028-403B-8AA3-8E2425265D95}" dt="2025-03-08T00:40:06.032" v="914" actId="20577"/>
          <ac:spMkLst>
            <pc:docMk/>
            <pc:sldMk cId="593773941" sldId="413"/>
            <ac:spMk id="4" creationId="{D5AD96C2-41C9-CF7B-73AF-7B385340972A}"/>
          </ac:spMkLst>
        </pc:spChg>
      </pc:sldChg>
      <pc:sldChg chg="addSp delSp modSp new mod modClrScheme chgLayout">
        <pc:chgData name="Cheska Angeline Acance" userId="a03c5aa4-49b1-4b5b-8a42-07b2a873cff9" providerId="ADAL" clId="{51E47FCA-1028-403B-8AA3-8E2425265D95}" dt="2025-03-26T20:17:13.709" v="2475" actId="20577"/>
        <pc:sldMkLst>
          <pc:docMk/>
          <pc:sldMk cId="3552037413" sldId="414"/>
        </pc:sldMkLst>
        <pc:graphicFrameChg chg="add mod modGraphic">
          <ac:chgData name="Cheska Angeline Acance" userId="a03c5aa4-49b1-4b5b-8a42-07b2a873cff9" providerId="ADAL" clId="{51E47FCA-1028-403B-8AA3-8E2425265D95}" dt="2025-03-26T20:17:13.709" v="2475" actId="20577"/>
          <ac:graphicFrameMkLst>
            <pc:docMk/>
            <pc:sldMk cId="3552037413" sldId="414"/>
            <ac:graphicFrameMk id="5" creationId="{246BDBEC-93EC-C19D-C1FD-0A56FFC4A21F}"/>
          </ac:graphicFrameMkLst>
        </pc:graphicFrameChg>
      </pc:sldChg>
      <pc:sldChg chg="addSp delSp modSp new mod modClrScheme chgLayout">
        <pc:chgData name="Cheska Angeline Acance" userId="a03c5aa4-49b1-4b5b-8a42-07b2a873cff9" providerId="ADAL" clId="{51E47FCA-1028-403B-8AA3-8E2425265D95}" dt="2025-03-14T13:42:31.842" v="2463"/>
        <pc:sldMkLst>
          <pc:docMk/>
          <pc:sldMk cId="2320704827" sldId="415"/>
        </pc:sldMkLst>
        <pc:spChg chg="add mod ord">
          <ac:chgData name="Cheska Angeline Acance" userId="a03c5aa4-49b1-4b5b-8a42-07b2a873cff9" providerId="ADAL" clId="{51E47FCA-1028-403B-8AA3-8E2425265D95}" dt="2025-03-08T00:38:07.824" v="821" actId="1076"/>
          <ac:spMkLst>
            <pc:docMk/>
            <pc:sldMk cId="2320704827" sldId="415"/>
            <ac:spMk id="4" creationId="{1475E424-7731-9198-E8A5-EE3F026554BC}"/>
          </ac:spMkLst>
        </pc:spChg>
      </pc:sldChg>
      <pc:sldChg chg="addSp delSp modSp new del mod">
        <pc:chgData name="Cheska Angeline Acance" userId="a03c5aa4-49b1-4b5b-8a42-07b2a873cff9" providerId="ADAL" clId="{51E47FCA-1028-403B-8AA3-8E2425265D95}" dt="2025-03-14T09:24:54.605" v="2458" actId="47"/>
        <pc:sldMkLst>
          <pc:docMk/>
          <pc:sldMk cId="393887853" sldId="416"/>
        </pc:sldMkLst>
      </pc:sldChg>
      <pc:sldChg chg="modSp add mod">
        <pc:chgData name="Cheska Angeline Acance" userId="a03c5aa4-49b1-4b5b-8a42-07b2a873cff9" providerId="ADAL" clId="{51E47FCA-1028-403B-8AA3-8E2425265D95}" dt="2025-03-08T00:39:59.611" v="890" actId="20577"/>
        <pc:sldMkLst>
          <pc:docMk/>
          <pc:sldMk cId="859225766" sldId="417"/>
        </pc:sldMkLst>
        <pc:spChg chg="mod">
          <ac:chgData name="Cheska Angeline Acance" userId="a03c5aa4-49b1-4b5b-8a42-07b2a873cff9" providerId="ADAL" clId="{51E47FCA-1028-403B-8AA3-8E2425265D95}" dt="2025-03-08T00:39:59.611" v="890" actId="20577"/>
          <ac:spMkLst>
            <pc:docMk/>
            <pc:sldMk cId="859225766" sldId="417"/>
            <ac:spMk id="4" creationId="{3077B0D3-9728-7FBC-5FFC-186CE34F6B86}"/>
          </ac:spMkLst>
        </pc:spChg>
      </pc:sldChg>
      <pc:sldChg chg="modSp add mod">
        <pc:chgData name="Cheska Angeline Acance" userId="a03c5aa4-49b1-4b5b-8a42-07b2a873cff9" providerId="ADAL" clId="{51E47FCA-1028-403B-8AA3-8E2425265D95}" dt="2025-03-08T00:40:44.855" v="953" actId="5793"/>
        <pc:sldMkLst>
          <pc:docMk/>
          <pc:sldMk cId="346546138" sldId="418"/>
        </pc:sldMkLst>
        <pc:spChg chg="mod">
          <ac:chgData name="Cheska Angeline Acance" userId="a03c5aa4-49b1-4b5b-8a42-07b2a873cff9" providerId="ADAL" clId="{51E47FCA-1028-403B-8AA3-8E2425265D95}" dt="2025-03-08T00:40:44.855" v="953" actId="5793"/>
          <ac:spMkLst>
            <pc:docMk/>
            <pc:sldMk cId="346546138" sldId="418"/>
            <ac:spMk id="4" creationId="{4C7614EC-1604-E1AF-60A0-B44E160112A0}"/>
          </ac:spMkLst>
        </pc:spChg>
      </pc:sldChg>
      <pc:sldChg chg="addSp delSp modSp new mod">
        <pc:chgData name="Cheska Angeline Acance" userId="a03c5aa4-49b1-4b5b-8a42-07b2a873cff9" providerId="ADAL" clId="{51E47FCA-1028-403B-8AA3-8E2425265D95}" dt="2025-03-11T20:59:52.881" v="980" actId="1076"/>
        <pc:sldMkLst>
          <pc:docMk/>
          <pc:sldMk cId="2812242945" sldId="419"/>
        </pc:sldMkLst>
        <pc:graphicFrameChg chg="add mod modGraphic">
          <ac:chgData name="Cheska Angeline Acance" userId="a03c5aa4-49b1-4b5b-8a42-07b2a873cff9" providerId="ADAL" clId="{51E47FCA-1028-403B-8AA3-8E2425265D95}" dt="2025-03-11T20:59:52.881" v="980" actId="1076"/>
          <ac:graphicFrameMkLst>
            <pc:docMk/>
            <pc:sldMk cId="2812242945" sldId="419"/>
            <ac:graphicFrameMk id="3" creationId="{D463FE7C-D9B1-0315-3B78-E8D9B9768BF7}"/>
          </ac:graphicFrameMkLst>
        </pc:graphicFrameChg>
      </pc:sldChg>
      <pc:sldChg chg="addSp delSp modSp new del mod modClrScheme chgLayout">
        <pc:chgData name="Cheska Angeline Acance" userId="a03c5aa4-49b1-4b5b-8a42-07b2a873cff9" providerId="ADAL" clId="{51E47FCA-1028-403B-8AA3-8E2425265D95}" dt="2025-03-14T08:23:56.517" v="989" actId="47"/>
        <pc:sldMkLst>
          <pc:docMk/>
          <pc:sldMk cId="3297065821" sldId="420"/>
        </pc:sldMkLst>
      </pc:sldChg>
      <pc:sldChg chg="modSp add mod">
        <pc:chgData name="Cheska Angeline Acance" userId="a03c5aa4-49b1-4b5b-8a42-07b2a873cff9" providerId="ADAL" clId="{51E47FCA-1028-403B-8AA3-8E2425265D95}" dt="2025-03-14T08:24:14.571" v="1036" actId="20577"/>
        <pc:sldMkLst>
          <pc:docMk/>
          <pc:sldMk cId="3661846779" sldId="421"/>
        </pc:sldMkLst>
        <pc:spChg chg="mod">
          <ac:chgData name="Cheska Angeline Acance" userId="a03c5aa4-49b1-4b5b-8a42-07b2a873cff9" providerId="ADAL" clId="{51E47FCA-1028-403B-8AA3-8E2425265D95}" dt="2025-03-14T08:24:14.571" v="1036" actId="20577"/>
          <ac:spMkLst>
            <pc:docMk/>
            <pc:sldMk cId="3661846779" sldId="421"/>
            <ac:spMk id="4" creationId="{00AB90F7-2195-CDC7-E7BB-D38A5F88B966}"/>
          </ac:spMkLst>
        </pc:spChg>
      </pc:sldChg>
      <pc:sldChg chg="addSp delSp modSp add mod">
        <pc:chgData name="Cheska Angeline Acance" userId="a03c5aa4-49b1-4b5b-8a42-07b2a873cff9" providerId="ADAL" clId="{51E47FCA-1028-403B-8AA3-8E2425265D95}" dt="2025-03-14T09:07:25.705" v="2452" actId="1076"/>
        <pc:sldMkLst>
          <pc:docMk/>
          <pc:sldMk cId="1185407089" sldId="422"/>
        </pc:sldMkLst>
        <pc:spChg chg="mod">
          <ac:chgData name="Cheska Angeline Acance" userId="a03c5aa4-49b1-4b5b-8a42-07b2a873cff9" providerId="ADAL" clId="{51E47FCA-1028-403B-8AA3-8E2425265D95}" dt="2025-03-14T08:26:16.475" v="1067" actId="20577"/>
          <ac:spMkLst>
            <pc:docMk/>
            <pc:sldMk cId="1185407089" sldId="422"/>
            <ac:spMk id="2" creationId="{0E074E35-BF7B-6F6D-5B87-FD999D3FB6AB}"/>
          </ac:spMkLst>
        </pc:spChg>
        <pc:spChg chg="mod">
          <ac:chgData name="Cheska Angeline Acance" userId="a03c5aa4-49b1-4b5b-8a42-07b2a873cff9" providerId="ADAL" clId="{51E47FCA-1028-403B-8AA3-8E2425265D95}" dt="2025-03-14T09:07:25.705" v="2452" actId="1076"/>
          <ac:spMkLst>
            <pc:docMk/>
            <pc:sldMk cId="1185407089" sldId="422"/>
            <ac:spMk id="3" creationId="{B65E460C-4143-5B9F-D3D5-D8BBDF771157}"/>
          </ac:spMkLst>
        </pc:spChg>
        <pc:spChg chg="add mod">
          <ac:chgData name="Cheska Angeline Acance" userId="a03c5aa4-49b1-4b5b-8a42-07b2a873cff9" providerId="ADAL" clId="{51E47FCA-1028-403B-8AA3-8E2425265D95}" dt="2025-03-14T08:33:55.002" v="1352" actId="164"/>
          <ac:spMkLst>
            <pc:docMk/>
            <pc:sldMk cId="1185407089" sldId="422"/>
            <ac:spMk id="18" creationId="{74F7B122-3F17-582C-4F44-46EE98F66F6C}"/>
          </ac:spMkLst>
        </pc:spChg>
        <pc:spChg chg="add mod">
          <ac:chgData name="Cheska Angeline Acance" userId="a03c5aa4-49b1-4b5b-8a42-07b2a873cff9" providerId="ADAL" clId="{51E47FCA-1028-403B-8AA3-8E2425265D95}" dt="2025-03-14T08:33:55.002" v="1352" actId="164"/>
          <ac:spMkLst>
            <pc:docMk/>
            <pc:sldMk cId="1185407089" sldId="422"/>
            <ac:spMk id="21" creationId="{EFBF1C91-9185-F3A5-F6D2-B86FBE6522D6}"/>
          </ac:spMkLst>
        </pc:spChg>
        <pc:spChg chg="add del mod">
          <ac:chgData name="Cheska Angeline Acance" userId="a03c5aa4-49b1-4b5b-8a42-07b2a873cff9" providerId="ADAL" clId="{51E47FCA-1028-403B-8AA3-8E2425265D95}" dt="2025-03-14T08:33:55.002" v="1352" actId="164"/>
          <ac:spMkLst>
            <pc:docMk/>
            <pc:sldMk cId="1185407089" sldId="422"/>
            <ac:spMk id="22" creationId="{66B06167-F127-C3EB-C7B6-7C700F49E6CB}"/>
          </ac:spMkLst>
        </pc:spChg>
        <pc:spChg chg="add mod">
          <ac:chgData name="Cheska Angeline Acance" userId="a03c5aa4-49b1-4b5b-8a42-07b2a873cff9" providerId="ADAL" clId="{51E47FCA-1028-403B-8AA3-8E2425265D95}" dt="2025-03-14T08:33:55.002" v="1352" actId="164"/>
          <ac:spMkLst>
            <pc:docMk/>
            <pc:sldMk cId="1185407089" sldId="422"/>
            <ac:spMk id="23" creationId="{F5B9BFE7-B640-E6BF-1736-F923F4E9B52A}"/>
          </ac:spMkLst>
        </pc:spChg>
        <pc:grpChg chg="add mod">
          <ac:chgData name="Cheska Angeline Acance" userId="a03c5aa4-49b1-4b5b-8a42-07b2a873cff9" providerId="ADAL" clId="{51E47FCA-1028-403B-8AA3-8E2425265D95}" dt="2025-03-14T08:33:55.002" v="1352" actId="164"/>
          <ac:grpSpMkLst>
            <pc:docMk/>
            <pc:sldMk cId="1185407089" sldId="422"/>
            <ac:grpSpMk id="24" creationId="{AEA940E3-37AA-28C0-75BC-EF0D0201E126}"/>
          </ac:grpSpMkLst>
        </pc:grpChg>
        <pc:picChg chg="add mod modCrop">
          <ac:chgData name="Cheska Angeline Acance" userId="a03c5aa4-49b1-4b5b-8a42-07b2a873cff9" providerId="ADAL" clId="{51E47FCA-1028-403B-8AA3-8E2425265D95}" dt="2025-03-14T08:33:55.002" v="1352" actId="164"/>
          <ac:picMkLst>
            <pc:docMk/>
            <pc:sldMk cId="1185407089" sldId="422"/>
            <ac:picMk id="4" creationId="{4F2CE23E-A2D0-9C0A-DDA9-3FEB0366BFEB}"/>
          </ac:picMkLst>
        </pc:picChg>
        <pc:picChg chg="add mod">
          <ac:chgData name="Cheska Angeline Acance" userId="a03c5aa4-49b1-4b5b-8a42-07b2a873cff9" providerId="ADAL" clId="{51E47FCA-1028-403B-8AA3-8E2425265D95}" dt="2025-03-14T08:33:55.002" v="1352" actId="164"/>
          <ac:picMkLst>
            <pc:docMk/>
            <pc:sldMk cId="1185407089" sldId="422"/>
            <ac:picMk id="8" creationId="{F9DBC3AE-89C0-B8B3-0936-72717A8F1841}"/>
          </ac:picMkLst>
        </pc:picChg>
        <pc:picChg chg="add mod">
          <ac:chgData name="Cheska Angeline Acance" userId="a03c5aa4-49b1-4b5b-8a42-07b2a873cff9" providerId="ADAL" clId="{51E47FCA-1028-403B-8AA3-8E2425265D95}" dt="2025-03-14T08:33:55.002" v="1352" actId="164"/>
          <ac:picMkLst>
            <pc:docMk/>
            <pc:sldMk cId="1185407089" sldId="422"/>
            <ac:picMk id="15" creationId="{435876C7-0442-BBF9-1A38-F6EBAD26C604}"/>
          </ac:picMkLst>
        </pc:picChg>
        <pc:picChg chg="add mod">
          <ac:chgData name="Cheska Angeline Acance" userId="a03c5aa4-49b1-4b5b-8a42-07b2a873cff9" providerId="ADAL" clId="{51E47FCA-1028-403B-8AA3-8E2425265D95}" dt="2025-03-14T08:33:55.002" v="1352" actId="164"/>
          <ac:picMkLst>
            <pc:docMk/>
            <pc:sldMk cId="1185407089" sldId="422"/>
            <ac:picMk id="17" creationId="{2DA40D83-8633-C3F7-E5FE-D2A54E6C8BAC}"/>
          </ac:picMkLst>
        </pc:picChg>
      </pc:sldChg>
      <pc:sldChg chg="new del">
        <pc:chgData name="Cheska Angeline Acance" userId="a03c5aa4-49b1-4b5b-8a42-07b2a873cff9" providerId="ADAL" clId="{51E47FCA-1028-403B-8AA3-8E2425265D95}" dt="2025-03-14T08:25:50.111" v="1038" actId="680"/>
        <pc:sldMkLst>
          <pc:docMk/>
          <pc:sldMk cId="3118954464" sldId="422"/>
        </pc:sldMkLst>
      </pc:sldChg>
      <pc:sldChg chg="new del">
        <pc:chgData name="Cheska Angeline Acance" userId="a03c5aa4-49b1-4b5b-8a42-07b2a873cff9" providerId="ADAL" clId="{51E47FCA-1028-403B-8AA3-8E2425265D95}" dt="2025-03-14T08:34:39.789" v="1355" actId="47"/>
        <pc:sldMkLst>
          <pc:docMk/>
          <pc:sldMk cId="849167650" sldId="423"/>
        </pc:sldMkLst>
      </pc:sldChg>
      <pc:sldChg chg="addSp delSp modSp add mod">
        <pc:chgData name="Cheska Angeline Acance" userId="a03c5aa4-49b1-4b5b-8a42-07b2a873cff9" providerId="ADAL" clId="{51E47FCA-1028-403B-8AA3-8E2425265D95}" dt="2025-03-14T08:47:30.720" v="1674" actId="1076"/>
        <pc:sldMkLst>
          <pc:docMk/>
          <pc:sldMk cId="2994579523" sldId="424"/>
        </pc:sldMkLst>
        <pc:spChg chg="mod">
          <ac:chgData name="Cheska Angeline Acance" userId="a03c5aa4-49b1-4b5b-8a42-07b2a873cff9" providerId="ADAL" clId="{51E47FCA-1028-403B-8AA3-8E2425265D95}" dt="2025-03-14T08:46:26.301" v="1666" actId="20577"/>
          <ac:spMkLst>
            <pc:docMk/>
            <pc:sldMk cId="2994579523" sldId="424"/>
            <ac:spMk id="3" creationId="{BCE01B84-B157-5E24-F278-4A99A9FB0282}"/>
          </ac:spMkLst>
        </pc:spChg>
        <pc:spChg chg="add mod">
          <ac:chgData name="Cheska Angeline Acance" userId="a03c5aa4-49b1-4b5b-8a42-07b2a873cff9" providerId="ADAL" clId="{51E47FCA-1028-403B-8AA3-8E2425265D95}" dt="2025-03-14T08:47:27.759" v="1673" actId="164"/>
          <ac:spMkLst>
            <pc:docMk/>
            <pc:sldMk cId="2994579523" sldId="424"/>
            <ac:spMk id="10" creationId="{A9E8BE28-D285-AC99-481F-A97882451438}"/>
          </ac:spMkLst>
        </pc:spChg>
        <pc:spChg chg="add mod">
          <ac:chgData name="Cheska Angeline Acance" userId="a03c5aa4-49b1-4b5b-8a42-07b2a873cff9" providerId="ADAL" clId="{51E47FCA-1028-403B-8AA3-8E2425265D95}" dt="2025-03-14T08:47:27.759" v="1673" actId="164"/>
          <ac:spMkLst>
            <pc:docMk/>
            <pc:sldMk cId="2994579523" sldId="424"/>
            <ac:spMk id="11" creationId="{2CFBB97C-21B2-B025-0D63-935DE119FF07}"/>
          </ac:spMkLst>
        </pc:spChg>
        <pc:grpChg chg="add mod">
          <ac:chgData name="Cheska Angeline Acance" userId="a03c5aa4-49b1-4b5b-8a42-07b2a873cff9" providerId="ADAL" clId="{51E47FCA-1028-403B-8AA3-8E2425265D95}" dt="2025-03-14T08:47:30.720" v="1674" actId="1076"/>
          <ac:grpSpMkLst>
            <pc:docMk/>
            <pc:sldMk cId="2994579523" sldId="424"/>
            <ac:grpSpMk id="12" creationId="{8D242A1D-B143-73AC-7F6F-BBB56BE8FB8E}"/>
          </ac:grpSpMkLst>
        </pc:grpChg>
        <pc:picChg chg="add mod">
          <ac:chgData name="Cheska Angeline Acance" userId="a03c5aa4-49b1-4b5b-8a42-07b2a873cff9" providerId="ADAL" clId="{51E47FCA-1028-403B-8AA3-8E2425265D95}" dt="2025-03-14T08:47:27.759" v="1673" actId="164"/>
          <ac:picMkLst>
            <pc:docMk/>
            <pc:sldMk cId="2994579523" sldId="424"/>
            <ac:picMk id="6" creationId="{8F99DF3C-B575-ED78-46E9-0111A09026EA}"/>
          </ac:picMkLst>
        </pc:picChg>
        <pc:picChg chg="add mod">
          <ac:chgData name="Cheska Angeline Acance" userId="a03c5aa4-49b1-4b5b-8a42-07b2a873cff9" providerId="ADAL" clId="{51E47FCA-1028-403B-8AA3-8E2425265D95}" dt="2025-03-14T08:47:27.759" v="1673" actId="164"/>
          <ac:picMkLst>
            <pc:docMk/>
            <pc:sldMk cId="2994579523" sldId="424"/>
            <ac:picMk id="9" creationId="{A158731B-E68F-EEF7-AD50-30997BB80715}"/>
          </ac:picMkLst>
        </pc:picChg>
      </pc:sldChg>
      <pc:sldChg chg="addSp delSp modSp add del mod">
        <pc:chgData name="Cheska Angeline Acance" userId="a03c5aa4-49b1-4b5b-8a42-07b2a873cff9" providerId="ADAL" clId="{51E47FCA-1028-403B-8AA3-8E2425265D95}" dt="2025-03-14T08:47:47.695" v="1677" actId="47"/>
        <pc:sldMkLst>
          <pc:docMk/>
          <pc:sldMk cId="2103769529" sldId="425"/>
        </pc:sldMkLst>
      </pc:sldChg>
      <pc:sldChg chg="addSp delSp modSp add mod">
        <pc:chgData name="Cheska Angeline Acance" userId="a03c5aa4-49b1-4b5b-8a42-07b2a873cff9" providerId="ADAL" clId="{51E47FCA-1028-403B-8AA3-8E2425265D95}" dt="2025-03-14T09:03:09.475" v="2314" actId="20577"/>
        <pc:sldMkLst>
          <pc:docMk/>
          <pc:sldMk cId="3750313956" sldId="425"/>
        </pc:sldMkLst>
        <pc:spChg chg="mod">
          <ac:chgData name="Cheska Angeline Acance" userId="a03c5aa4-49b1-4b5b-8a42-07b2a873cff9" providerId="ADAL" clId="{51E47FCA-1028-403B-8AA3-8E2425265D95}" dt="2025-03-14T09:03:09.475" v="2314" actId="20577"/>
          <ac:spMkLst>
            <pc:docMk/>
            <pc:sldMk cId="3750313956" sldId="425"/>
            <ac:spMk id="3" creationId="{73387F4A-B148-D1A5-2581-FD90EA1428A7}"/>
          </ac:spMkLst>
        </pc:spChg>
        <pc:spChg chg="add mod">
          <ac:chgData name="Cheska Angeline Acance" userId="a03c5aa4-49b1-4b5b-8a42-07b2a873cff9" providerId="ADAL" clId="{51E47FCA-1028-403B-8AA3-8E2425265D95}" dt="2025-03-14T09:00:02.640" v="2212" actId="20577"/>
          <ac:spMkLst>
            <pc:docMk/>
            <pc:sldMk cId="3750313956" sldId="425"/>
            <ac:spMk id="13" creationId="{A2D76B89-2C51-2C0A-C2D0-EC594643F8C7}"/>
          </ac:spMkLst>
        </pc:spChg>
        <pc:spChg chg="add mod">
          <ac:chgData name="Cheska Angeline Acance" userId="a03c5aa4-49b1-4b5b-8a42-07b2a873cff9" providerId="ADAL" clId="{51E47FCA-1028-403B-8AA3-8E2425265D95}" dt="2025-03-14T09:00:34.109" v="2223" actId="164"/>
          <ac:spMkLst>
            <pc:docMk/>
            <pc:sldMk cId="3750313956" sldId="425"/>
            <ac:spMk id="18" creationId="{C06F0741-8CD9-C373-2D49-99328B1D06F8}"/>
          </ac:spMkLst>
        </pc:spChg>
        <pc:grpChg chg="add mod">
          <ac:chgData name="Cheska Angeline Acance" userId="a03c5aa4-49b1-4b5b-8a42-07b2a873cff9" providerId="ADAL" clId="{51E47FCA-1028-403B-8AA3-8E2425265D95}" dt="2025-03-14T09:00:34.109" v="2223" actId="164"/>
          <ac:grpSpMkLst>
            <pc:docMk/>
            <pc:sldMk cId="3750313956" sldId="425"/>
            <ac:grpSpMk id="19" creationId="{9DF84673-656B-8BF7-61A7-2C63A0AC324B}"/>
          </ac:grpSpMkLst>
        </pc:grpChg>
        <pc:picChg chg="add mod">
          <ac:chgData name="Cheska Angeline Acance" userId="a03c5aa4-49b1-4b5b-8a42-07b2a873cff9" providerId="ADAL" clId="{51E47FCA-1028-403B-8AA3-8E2425265D95}" dt="2025-03-14T09:00:34.109" v="2223" actId="164"/>
          <ac:picMkLst>
            <pc:docMk/>
            <pc:sldMk cId="3750313956" sldId="425"/>
            <ac:picMk id="8" creationId="{98F51012-3B61-26E4-FC81-3559F9CCE77E}"/>
          </ac:picMkLst>
        </pc:picChg>
        <pc:picChg chg="add mod">
          <ac:chgData name="Cheska Angeline Acance" userId="a03c5aa4-49b1-4b5b-8a42-07b2a873cff9" providerId="ADAL" clId="{51E47FCA-1028-403B-8AA3-8E2425265D95}" dt="2025-03-14T09:00:34.109" v="2223" actId="164"/>
          <ac:picMkLst>
            <pc:docMk/>
            <pc:sldMk cId="3750313956" sldId="425"/>
            <ac:picMk id="10" creationId="{C94F4D6C-D9D0-E776-7375-5893DD7FDCB8}"/>
          </ac:picMkLst>
        </pc:picChg>
        <pc:picChg chg="add mod">
          <ac:chgData name="Cheska Angeline Acance" userId="a03c5aa4-49b1-4b5b-8a42-07b2a873cff9" providerId="ADAL" clId="{51E47FCA-1028-403B-8AA3-8E2425265D95}" dt="2025-03-14T09:00:34.109" v="2223" actId="164"/>
          <ac:picMkLst>
            <pc:docMk/>
            <pc:sldMk cId="3750313956" sldId="425"/>
            <ac:picMk id="12" creationId="{0AAEEF96-2033-04FD-0B52-29443BD3782A}"/>
          </ac:picMkLst>
        </pc:picChg>
      </pc:sldChg>
      <pc:sldChg chg="addSp delSp modSp add mod">
        <pc:chgData name="Cheska Angeline Acance" userId="a03c5aa4-49b1-4b5b-8a42-07b2a873cff9" providerId="ADAL" clId="{51E47FCA-1028-403B-8AA3-8E2425265D95}" dt="2025-03-14T09:07:17.441" v="2451" actId="1076"/>
        <pc:sldMkLst>
          <pc:docMk/>
          <pc:sldMk cId="208026702" sldId="426"/>
        </pc:sldMkLst>
        <pc:spChg chg="add mod">
          <ac:chgData name="Cheska Angeline Acance" userId="a03c5aa4-49b1-4b5b-8a42-07b2a873cff9" providerId="ADAL" clId="{51E47FCA-1028-403B-8AA3-8E2425265D95}" dt="2025-03-14T09:03:39.110" v="2425" actId="1076"/>
          <ac:spMkLst>
            <pc:docMk/>
            <pc:sldMk cId="208026702" sldId="426"/>
            <ac:spMk id="5" creationId="{725F95EB-FD49-5882-4F14-739DDFCD04F6}"/>
          </ac:spMkLst>
        </pc:spChg>
        <pc:spChg chg="add mod">
          <ac:chgData name="Cheska Angeline Acance" userId="a03c5aa4-49b1-4b5b-8a42-07b2a873cff9" providerId="ADAL" clId="{51E47FCA-1028-403B-8AA3-8E2425265D95}" dt="2025-03-14T09:07:17.441" v="2451" actId="1076"/>
          <ac:spMkLst>
            <pc:docMk/>
            <pc:sldMk cId="208026702" sldId="426"/>
            <ac:spMk id="16" creationId="{312F58B0-E063-C1A0-E3A1-814A9B351642}"/>
          </ac:spMkLst>
        </pc:spChg>
        <pc:spChg chg="add mod">
          <ac:chgData name="Cheska Angeline Acance" userId="a03c5aa4-49b1-4b5b-8a42-07b2a873cff9" providerId="ADAL" clId="{51E47FCA-1028-403B-8AA3-8E2425265D95}" dt="2025-03-14T09:07:17.441" v="2451" actId="1076"/>
          <ac:spMkLst>
            <pc:docMk/>
            <pc:sldMk cId="208026702" sldId="426"/>
            <ac:spMk id="17" creationId="{4190AE4B-508E-31EA-EFE0-DA1A6CB3DFC4}"/>
          </ac:spMkLst>
        </pc:spChg>
        <pc:picChg chg="add mod">
          <ac:chgData name="Cheska Angeline Acance" userId="a03c5aa4-49b1-4b5b-8a42-07b2a873cff9" providerId="ADAL" clId="{51E47FCA-1028-403B-8AA3-8E2425265D95}" dt="2025-03-14T09:07:17.441" v="2451" actId="1076"/>
          <ac:picMkLst>
            <pc:docMk/>
            <pc:sldMk cId="208026702" sldId="426"/>
            <ac:picMk id="7" creationId="{2CF6B2F1-33E1-CB91-666A-AB2910FA1C35}"/>
          </ac:picMkLst>
        </pc:picChg>
        <pc:picChg chg="add mod">
          <ac:chgData name="Cheska Angeline Acance" userId="a03c5aa4-49b1-4b5b-8a42-07b2a873cff9" providerId="ADAL" clId="{51E47FCA-1028-403B-8AA3-8E2425265D95}" dt="2025-03-14T09:07:17.441" v="2451" actId="1076"/>
          <ac:picMkLst>
            <pc:docMk/>
            <pc:sldMk cId="208026702" sldId="426"/>
            <ac:picMk id="11" creationId="{7BBA71A4-F1E9-C329-E820-4317B8B88EF4}"/>
          </ac:picMkLst>
        </pc:picChg>
      </pc:sldChg>
      <pc:sldChg chg="new del">
        <pc:chgData name="Cheska Angeline Acance" userId="a03c5aa4-49b1-4b5b-8a42-07b2a873cff9" providerId="ADAL" clId="{51E47FCA-1028-403B-8AA3-8E2425265D95}" dt="2025-03-14T08:47:37.964" v="1676" actId="47"/>
        <pc:sldMkLst>
          <pc:docMk/>
          <pc:sldMk cId="754070513" sldId="426"/>
        </pc:sldMkLst>
      </pc:sldChg>
      <pc:sldChg chg="new del">
        <pc:chgData name="Cheska Angeline Acance" userId="a03c5aa4-49b1-4b5b-8a42-07b2a873cff9" providerId="ADAL" clId="{51E47FCA-1028-403B-8AA3-8E2425265D95}" dt="2025-03-14T09:00:44.007" v="2225" actId="47"/>
        <pc:sldMkLst>
          <pc:docMk/>
          <pc:sldMk cId="2528327357" sldId="426"/>
        </pc:sldMkLst>
      </pc:sldChg>
    </pc:docChg>
  </pc:docChgLst>
  <pc:docChgLst>
    <pc:chgData name="Cheska Angeline Acance" userId="a03c5aa4-49b1-4b5b-8a42-07b2a873cff9" providerId="ADAL" clId="{89D1D043-08F6-4198-B059-A57B64E8DCAC}"/>
    <pc:docChg chg="custSel addSld modSld modSection">
      <pc:chgData name="Cheska Angeline Acance" userId="a03c5aa4-49b1-4b5b-8a42-07b2a873cff9" providerId="ADAL" clId="{89D1D043-08F6-4198-B059-A57B64E8DCAC}" dt="2025-04-21T22:34:58.138" v="41" actId="1076"/>
      <pc:docMkLst>
        <pc:docMk/>
      </pc:docMkLst>
      <pc:sldChg chg="addSp delSp modSp mod">
        <pc:chgData name="Cheska Angeline Acance" userId="a03c5aa4-49b1-4b5b-8a42-07b2a873cff9" providerId="ADAL" clId="{89D1D043-08F6-4198-B059-A57B64E8DCAC}" dt="2025-04-21T21:11:58.883" v="5" actId="1076"/>
        <pc:sldMkLst>
          <pc:docMk/>
          <pc:sldMk cId="2320704827" sldId="415"/>
        </pc:sldMkLst>
        <pc:graphicFrameChg chg="del mod">
          <ac:chgData name="Cheska Angeline Acance" userId="a03c5aa4-49b1-4b5b-8a42-07b2a873cff9" providerId="ADAL" clId="{89D1D043-08F6-4198-B059-A57B64E8DCAC}" dt="2025-04-21T21:08:05.577" v="1" actId="478"/>
          <ac:graphicFrameMkLst>
            <pc:docMk/>
            <pc:sldMk cId="2320704827" sldId="415"/>
            <ac:graphicFrameMk id="2" creationId="{9C4CA8AC-8F40-AE15-DE8F-5C4415CCBCB9}"/>
          </ac:graphicFrameMkLst>
        </pc:graphicFrameChg>
        <pc:graphicFrameChg chg="add mod">
          <ac:chgData name="Cheska Angeline Acance" userId="a03c5aa4-49b1-4b5b-8a42-07b2a873cff9" providerId="ADAL" clId="{89D1D043-08F6-4198-B059-A57B64E8DCAC}" dt="2025-04-21T21:11:23.769" v="2"/>
          <ac:graphicFrameMkLst>
            <pc:docMk/>
            <pc:sldMk cId="2320704827" sldId="415"/>
            <ac:graphicFrameMk id="3" creationId="{2E154A57-E73E-F8A9-9154-F791A71627A7}"/>
          </ac:graphicFrameMkLst>
        </pc:graphicFrameChg>
        <pc:graphicFrameChg chg="add mod">
          <ac:chgData name="Cheska Angeline Acance" userId="a03c5aa4-49b1-4b5b-8a42-07b2a873cff9" providerId="ADAL" clId="{89D1D043-08F6-4198-B059-A57B64E8DCAC}" dt="2025-04-21T21:11:58.883" v="5" actId="1076"/>
          <ac:graphicFrameMkLst>
            <pc:docMk/>
            <pc:sldMk cId="2320704827" sldId="415"/>
            <ac:graphicFrameMk id="5" creationId="{6AB1D252-F837-DD87-1A60-20663D062084}"/>
          </ac:graphicFrameMkLst>
        </pc:graphicFrameChg>
      </pc:sldChg>
      <pc:sldChg chg="addSp delSp modSp new mod modClrScheme chgLayout">
        <pc:chgData name="Cheska Angeline Acance" userId="a03c5aa4-49b1-4b5b-8a42-07b2a873cff9" providerId="ADAL" clId="{89D1D043-08F6-4198-B059-A57B64E8DCAC}" dt="2025-04-21T22:34:58.138" v="41" actId="1076"/>
        <pc:sldMkLst>
          <pc:docMk/>
          <pc:sldMk cId="3805533762" sldId="427"/>
        </pc:sldMkLst>
        <pc:spChg chg="del mod ord">
          <ac:chgData name="Cheska Angeline Acance" userId="a03c5aa4-49b1-4b5b-8a42-07b2a873cff9" providerId="ADAL" clId="{89D1D043-08F6-4198-B059-A57B64E8DCAC}" dt="2025-04-21T22:33:46.448" v="7" actId="700"/>
          <ac:spMkLst>
            <pc:docMk/>
            <pc:sldMk cId="3805533762" sldId="427"/>
            <ac:spMk id="2" creationId="{6FEC1E9C-99B8-600E-056C-AEFAB03896BF}"/>
          </ac:spMkLst>
        </pc:spChg>
        <pc:spChg chg="del">
          <ac:chgData name="Cheska Angeline Acance" userId="a03c5aa4-49b1-4b5b-8a42-07b2a873cff9" providerId="ADAL" clId="{89D1D043-08F6-4198-B059-A57B64E8DCAC}" dt="2025-04-21T22:33:46.448" v="7" actId="700"/>
          <ac:spMkLst>
            <pc:docMk/>
            <pc:sldMk cId="3805533762" sldId="427"/>
            <ac:spMk id="3" creationId="{50AB7DA3-D575-84F3-689B-CEFB128B0AE9}"/>
          </ac:spMkLst>
        </pc:spChg>
        <pc:spChg chg="add mod ord">
          <ac:chgData name="Cheska Angeline Acance" userId="a03c5aa4-49b1-4b5b-8a42-07b2a873cff9" providerId="ADAL" clId="{89D1D043-08F6-4198-B059-A57B64E8DCAC}" dt="2025-04-21T22:33:52.016" v="38" actId="20577"/>
          <ac:spMkLst>
            <pc:docMk/>
            <pc:sldMk cId="3805533762" sldId="427"/>
            <ac:spMk id="4" creationId="{1EA4A0DC-85CB-5458-5056-4F182C3770C5}"/>
          </ac:spMkLst>
        </pc:spChg>
        <pc:graphicFrameChg chg="add mod">
          <ac:chgData name="Cheska Angeline Acance" userId="a03c5aa4-49b1-4b5b-8a42-07b2a873cff9" providerId="ADAL" clId="{89D1D043-08F6-4198-B059-A57B64E8DCAC}" dt="2025-04-21T22:34:58.138" v="41" actId="1076"/>
          <ac:graphicFrameMkLst>
            <pc:docMk/>
            <pc:sldMk cId="3805533762" sldId="427"/>
            <ac:graphicFrameMk id="5" creationId="{6E66DAA6-B2C0-5520-8B8C-E10FB3386556}"/>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209C80-1D73-450B-1313-A71C3582E0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651E2491-42C3-1D98-BA21-4E4EF61FD7B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7BCA038B-2E6C-C750-4F06-975138CCE78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20AD5A-E652-ED4D-A6DE-2D2CE5910D23}"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3805135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89" b="0" i="0" u="none" strike="noStrike" cap="none">
        <a:solidFill>
          <a:srgbClr val="000000"/>
        </a:solidFill>
        <a:latin typeface="Arial" panose="020B0604020202020204" pitchFamily="34" charset="0"/>
        <a:ea typeface="Arial" panose="020B0604020202020204" pitchFamily="34" charset="0"/>
        <a:cs typeface="Arial"/>
        <a:sym typeface="Arial"/>
      </a:defRPr>
    </a:lvl1pPr>
    <a:lvl2pPr marR="0" lvl="1"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89"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4249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89303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12.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jpe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jpe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Slide - light option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2059D4-BE1E-E90A-475B-97F4234E3D0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1" y="0"/>
            <a:ext cx="16255471" cy="9144000"/>
          </a:xfrm>
          <a:prstGeom prst="rect">
            <a:avLst/>
          </a:prstGeom>
        </p:spPr>
      </p:pic>
      <p:sp>
        <p:nvSpPr>
          <p:cNvPr id="15" name="Google Shape;77;p17">
            <a:extLst>
              <a:ext uri="{FF2B5EF4-FFF2-40B4-BE49-F238E27FC236}">
                <a16:creationId xmlns:a16="http://schemas.microsoft.com/office/drawing/2014/main" id="{DE29D824-ECE5-3350-2815-37F4256B8657}"/>
              </a:ext>
            </a:extLst>
          </p:cNvPr>
          <p:cNvSpPr txBox="1">
            <a:spLocks noGrp="1"/>
          </p:cNvSpPr>
          <p:nvPr>
            <p:ph type="title" hasCustomPrompt="1"/>
          </p:nvPr>
        </p:nvSpPr>
        <p:spPr>
          <a:xfrm>
            <a:off x="731520" y="4071251"/>
            <a:ext cx="8316452" cy="20419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5600" b="0" i="0">
                <a:solidFill>
                  <a:schemeClr val="tx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Click to add title</a:t>
            </a:r>
            <a:endParaRPr dirty="0"/>
          </a:p>
        </p:txBody>
      </p:sp>
      <p:pic>
        <p:nvPicPr>
          <p:cNvPr id="9" name="Graphic 8">
            <a:extLst>
              <a:ext uri="{FF2B5EF4-FFF2-40B4-BE49-F238E27FC236}">
                <a16:creationId xmlns:a16="http://schemas.microsoft.com/office/drawing/2014/main" id="{5311C94E-5A10-C321-CF40-B475EC030DC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4" y="882514"/>
            <a:ext cx="2071763" cy="865564"/>
          </a:xfrm>
          <a:prstGeom prst="rect">
            <a:avLst/>
          </a:prstGeom>
        </p:spPr>
      </p:pic>
      <p:sp>
        <p:nvSpPr>
          <p:cNvPr id="2" name="TextBox 1">
            <a:extLst>
              <a:ext uri="{FF2B5EF4-FFF2-40B4-BE49-F238E27FC236}">
                <a16:creationId xmlns:a16="http://schemas.microsoft.com/office/drawing/2014/main" id="{804E942E-9B43-3B9B-661D-1CAC3EC66FA7}"/>
              </a:ext>
            </a:extLst>
          </p:cNvPr>
          <p:cNvSpPr txBox="1">
            <a:spLocks noChangeArrowheads="1"/>
          </p:cNvSpPr>
          <p:nvPr/>
        </p:nvSpPr>
        <p:spPr bwMode="auto">
          <a:xfrm>
            <a:off x="773580" y="8499992"/>
            <a:ext cx="3327834" cy="164212"/>
          </a:xfrm>
          <a:prstGeom prst="rect">
            <a:avLst/>
          </a:prstGeom>
          <a:noFill/>
          <a:ln>
            <a:noFill/>
          </a:ln>
          <a:extLst>
            <a:ext uri="{909E8E84-426E-40dd-AFC4-6F175D3DCCD1}"/>
            <a:ext uri="{91240B29-F687-4f45-9708-019B960494DF}"/>
          </a:extLst>
        </p:spPr>
        <p:txBody>
          <a:bodyPr wrap="none" lIns="0" tIns="0" rIns="0" bIns="0" anchor="ct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l" eaLnBrk="1" hangingPunct="1">
              <a:defRPr/>
            </a:pPr>
            <a:r>
              <a:rPr lang="en-US" sz="1067" b="0" i="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infor.com</a:t>
            </a:r>
          </a:p>
        </p:txBody>
      </p:sp>
      <p:sp>
        <p:nvSpPr>
          <p:cNvPr id="14" name="Picture Placeholder 7">
            <a:extLst>
              <a:ext uri="{FF2B5EF4-FFF2-40B4-BE49-F238E27FC236}">
                <a16:creationId xmlns:a16="http://schemas.microsoft.com/office/drawing/2014/main" id="{41F75C02-F6D5-E62C-8838-94B1C2B08AEF}"/>
              </a:ext>
            </a:extLst>
          </p:cNvPr>
          <p:cNvSpPr>
            <a:spLocks noGrp="1"/>
          </p:cNvSpPr>
          <p:nvPr>
            <p:ph type="pic" sz="quarter" idx="15" hasCustomPrompt="1"/>
          </p:nvPr>
        </p:nvSpPr>
        <p:spPr>
          <a:xfrm>
            <a:off x="10860122" y="3092420"/>
            <a:ext cx="4209662" cy="4128415"/>
          </a:xfrm>
          <a:prstGeom prst="roundRect">
            <a:avLst>
              <a:gd name="adj" fmla="val 16882"/>
            </a:avLst>
          </a:prstGeom>
          <a:noFill/>
          <a:ln>
            <a:noFill/>
            <a:prstDash val="dash"/>
          </a:ln>
          <a:effectLst/>
        </p:spPr>
        <p:txBody>
          <a:bodyPr lIns="72000" tIns="1007999" rIns="72000" anchor="ctr"/>
          <a:lstStyle>
            <a:lvl1pPr marL="0" indent="0" algn="ctr">
              <a:buNone/>
              <a:defRPr sz="2400">
                <a:solidFill>
                  <a:schemeClr val="tx1"/>
                </a:solidFill>
                <a:latin typeface="Arial" panose="020B0604020202020204" pitchFamily="34" charset="0"/>
                <a:cs typeface="Arial" panose="020B0604020202020204" pitchFamily="34" charset="0"/>
              </a:defRPr>
            </a:lvl1pPr>
          </a:lstStyle>
          <a:p>
            <a:r>
              <a:rPr lang="en-US" dirty="0"/>
              <a:t>Click icon to insert picture</a:t>
            </a:r>
          </a:p>
        </p:txBody>
      </p:sp>
      <p:sp>
        <p:nvSpPr>
          <p:cNvPr id="6" name="Text Placeholder 5">
            <a:extLst>
              <a:ext uri="{FF2B5EF4-FFF2-40B4-BE49-F238E27FC236}">
                <a16:creationId xmlns:a16="http://schemas.microsoft.com/office/drawing/2014/main" id="{D50B9DA9-131E-F062-506C-D259D8E15A0C}"/>
              </a:ext>
            </a:extLst>
          </p:cNvPr>
          <p:cNvSpPr>
            <a:spLocks noGrp="1"/>
          </p:cNvSpPr>
          <p:nvPr>
            <p:ph type="body" sz="quarter" idx="16" hasCustomPrompt="1"/>
          </p:nvPr>
        </p:nvSpPr>
        <p:spPr>
          <a:xfrm>
            <a:off x="777240" y="6492240"/>
            <a:ext cx="2984500" cy="923330"/>
          </a:xfrm>
          <a:prstGeom prst="rect">
            <a:avLst/>
          </a:prstGeom>
        </p:spPr>
        <p:txBody>
          <a:bodyPr lIns="0" tIns="0" rIns="0" bIns="0">
            <a:spAutoFit/>
          </a:bodyPr>
          <a:lstStyle>
            <a:lvl1pPr marL="0" indent="0">
              <a:lnSpc>
                <a:spcPct val="100000"/>
              </a:lnSpc>
              <a:spcBef>
                <a:spcPts val="0"/>
              </a:spcBef>
              <a:buNone/>
              <a:defRPr sz="1600" b="1"/>
            </a:lvl1pPr>
            <a:lvl2pPr marL="14288" indent="0">
              <a:lnSpc>
                <a:spcPct val="100000"/>
              </a:lnSpc>
              <a:spcBef>
                <a:spcPts val="0"/>
              </a:spcBef>
              <a:buNone/>
              <a:tabLst/>
              <a:defRPr sz="1200"/>
            </a:lvl2pPr>
            <a:lvl3pPr marL="14288" indent="0">
              <a:lnSpc>
                <a:spcPct val="100000"/>
              </a:lnSpc>
              <a:spcBef>
                <a:spcPts val="2400"/>
              </a:spcBef>
              <a:buNone/>
              <a:tabLst/>
              <a:defRPr sz="1200"/>
            </a:lvl3pPr>
          </a:lstStyle>
          <a:p>
            <a:pPr lvl="0"/>
            <a:r>
              <a:rPr lang="en-US" dirty="0"/>
              <a:t>Presenter Name</a:t>
            </a:r>
          </a:p>
          <a:p>
            <a:pPr lvl="1"/>
            <a:r>
              <a:rPr lang="en-US" dirty="0"/>
              <a:t>Role</a:t>
            </a:r>
          </a:p>
          <a:p>
            <a:pPr lvl="2"/>
            <a:r>
              <a:rPr lang="en-US" dirty="0"/>
              <a:t>Date 0000.00.00</a:t>
            </a:r>
          </a:p>
        </p:txBody>
      </p:sp>
      <p:sp>
        <p:nvSpPr>
          <p:cNvPr id="3" name="Text Placeholder 5">
            <a:extLst>
              <a:ext uri="{FF2B5EF4-FFF2-40B4-BE49-F238E27FC236}">
                <a16:creationId xmlns:a16="http://schemas.microsoft.com/office/drawing/2014/main" id="{2FE3073B-542C-BEE1-5D1E-3A8B36EB873D}"/>
              </a:ext>
            </a:extLst>
          </p:cNvPr>
          <p:cNvSpPr>
            <a:spLocks noGrp="1"/>
          </p:cNvSpPr>
          <p:nvPr>
            <p:ph type="body" sz="quarter" idx="10" hasCustomPrompt="1"/>
          </p:nvPr>
        </p:nvSpPr>
        <p:spPr>
          <a:xfrm>
            <a:off x="773580" y="3496157"/>
            <a:ext cx="8274392" cy="474523"/>
          </a:xfrm>
          <a:prstGeom prst="rect">
            <a:avLst/>
          </a:prstGeom>
        </p:spPr>
        <p:txBody>
          <a:bodyPr lIns="0" anchor="ctr"/>
          <a:lstStyle>
            <a:lvl1pPr marL="0" indent="0">
              <a:lnSpc>
                <a:spcPct val="100000"/>
              </a:lnSpc>
              <a:buNone/>
              <a:defRPr sz="185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dirty="0"/>
              <a:t>Click to add eyebrow</a:t>
            </a:r>
          </a:p>
        </p:txBody>
      </p:sp>
      <p:pic>
        <p:nvPicPr>
          <p:cNvPr id="4" name="Picture 3">
            <a:extLst>
              <a:ext uri="{FF2B5EF4-FFF2-40B4-BE49-F238E27FC236}">
                <a16:creationId xmlns:a16="http://schemas.microsoft.com/office/drawing/2014/main" id="{841027A0-F068-AA29-28CB-184ACCD858D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1" y="0"/>
            <a:ext cx="16255471" cy="9144000"/>
          </a:xfrm>
          <a:prstGeom prst="rect">
            <a:avLst/>
          </a:prstGeom>
        </p:spPr>
      </p:pic>
      <p:pic>
        <p:nvPicPr>
          <p:cNvPr id="7" name="Graphic 6">
            <a:extLst>
              <a:ext uri="{FF2B5EF4-FFF2-40B4-BE49-F238E27FC236}">
                <a16:creationId xmlns:a16="http://schemas.microsoft.com/office/drawing/2014/main" id="{C2D79FDD-435A-3A97-296A-F0158D261C9A}"/>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4" y="882514"/>
            <a:ext cx="2071763" cy="865564"/>
          </a:xfrm>
          <a:prstGeom prst="rect">
            <a:avLst/>
          </a:prstGeom>
        </p:spPr>
      </p:pic>
      <p:sp>
        <p:nvSpPr>
          <p:cNvPr id="8" name="TextBox 7">
            <a:extLst>
              <a:ext uri="{FF2B5EF4-FFF2-40B4-BE49-F238E27FC236}">
                <a16:creationId xmlns:a16="http://schemas.microsoft.com/office/drawing/2014/main" id="{10DA308D-70B3-39CE-B963-F1B612D43A26}"/>
              </a:ext>
            </a:extLst>
          </p:cNvPr>
          <p:cNvSpPr txBox="1">
            <a:spLocks noChangeArrowheads="1"/>
          </p:cNvSpPr>
          <p:nvPr userDrawn="1"/>
        </p:nvSpPr>
        <p:spPr bwMode="auto">
          <a:xfrm>
            <a:off x="773580" y="8499992"/>
            <a:ext cx="3327834" cy="164212"/>
          </a:xfrm>
          <a:prstGeom prst="rect">
            <a:avLst/>
          </a:prstGeom>
          <a:noFill/>
          <a:ln>
            <a:noFill/>
          </a:ln>
          <a:extLst>
            <a:ext uri="{909E8E84-426E-40dd-AFC4-6F175D3DCCD1}"/>
            <a:ext uri="{91240B29-F687-4f45-9708-019B960494DF}"/>
          </a:extLst>
        </p:spPr>
        <p:txBody>
          <a:bodyPr wrap="none" lIns="0" tIns="0" rIns="0" bIns="0" anchor="ct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l" eaLnBrk="1" hangingPunct="1">
              <a:defRPr/>
            </a:pPr>
            <a:r>
              <a:rPr lang="en-US" sz="1067" b="0" i="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infor.com</a:t>
            </a:r>
          </a:p>
        </p:txBody>
      </p:sp>
    </p:spTree>
    <p:extLst>
      <p:ext uri="{BB962C8B-B14F-4D97-AF65-F5344CB8AC3E}">
        <p14:creationId xmlns:p14="http://schemas.microsoft.com/office/powerpoint/2010/main" val="176455440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Slide - dark option 1">
    <p:spTree>
      <p:nvGrpSpPr>
        <p:cNvPr id="1" name=""/>
        <p:cNvGrpSpPr/>
        <p:nvPr/>
      </p:nvGrpSpPr>
      <p:grpSpPr>
        <a:xfrm>
          <a:off x="0" y="0"/>
          <a:ext cx="0" cy="0"/>
          <a:chOff x="0" y="0"/>
          <a:chExt cx="0" cy="0"/>
        </a:xfrm>
      </p:grpSpPr>
      <p:pic>
        <p:nvPicPr>
          <p:cNvPr id="10" name="Picture 9" descr="A black rectangular object on a blue background&#10;&#10;Description automatically generated">
            <a:extLst>
              <a:ext uri="{FF2B5EF4-FFF2-40B4-BE49-F238E27FC236}">
                <a16:creationId xmlns:a16="http://schemas.microsoft.com/office/drawing/2014/main" id="{42BE4019-A600-254E-F9FB-0FB30E83BD5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60" y="3"/>
            <a:ext cx="16256529" cy="9144596"/>
          </a:xfrm>
          <a:prstGeom prst="rect">
            <a:avLst/>
          </a:prstGeom>
        </p:spPr>
      </p:pic>
      <p:pic>
        <p:nvPicPr>
          <p:cNvPr id="16" name="Graphic 15">
            <a:extLst>
              <a:ext uri="{FF2B5EF4-FFF2-40B4-BE49-F238E27FC236}">
                <a16:creationId xmlns:a16="http://schemas.microsoft.com/office/drawing/2014/main" id="{CBBA89C0-002D-6EBC-5929-0CC2252F80EE}"/>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4" y="882514"/>
            <a:ext cx="2071763" cy="865564"/>
          </a:xfrm>
          <a:prstGeom prst="rect">
            <a:avLst/>
          </a:prstGeom>
        </p:spPr>
      </p:pic>
      <p:sp>
        <p:nvSpPr>
          <p:cNvPr id="2" name="TextBox 1">
            <a:extLst>
              <a:ext uri="{FF2B5EF4-FFF2-40B4-BE49-F238E27FC236}">
                <a16:creationId xmlns:a16="http://schemas.microsoft.com/office/drawing/2014/main" id="{90F818C4-4BBC-D9C0-F060-13AEC173F774}"/>
              </a:ext>
            </a:extLst>
          </p:cNvPr>
          <p:cNvSpPr txBox="1">
            <a:spLocks noChangeArrowheads="1"/>
          </p:cNvSpPr>
          <p:nvPr/>
        </p:nvSpPr>
        <p:spPr bwMode="auto">
          <a:xfrm>
            <a:off x="773580" y="8499992"/>
            <a:ext cx="3327834" cy="164212"/>
          </a:xfrm>
          <a:prstGeom prst="rect">
            <a:avLst/>
          </a:prstGeom>
          <a:noFill/>
          <a:ln>
            <a:noFill/>
          </a:ln>
          <a:extLst>
            <a:ext uri="{909E8E84-426E-40dd-AFC4-6F175D3DCCD1}"/>
            <a:ext uri="{91240B29-F687-4f45-9708-019B960494DF}"/>
          </a:extLst>
        </p:spPr>
        <p:txBody>
          <a:bodyPr wrap="none" lIns="0" tIns="0" rIns="0" bIns="0" anchor="ct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l" eaLnBrk="1" hangingPunct="1">
              <a:defRPr/>
            </a:pPr>
            <a:r>
              <a:rPr lang="en-US" sz="1067" b="0" i="0" spc="0" baseline="0" dirty="0">
                <a:solidFill>
                  <a:schemeClr val="bg1">
                    <a:lumMod val="75000"/>
                  </a:schemeClr>
                </a:solidFill>
                <a:latin typeface="Arial" panose="020B0604020202020204" pitchFamily="34" charset="0"/>
                <a:ea typeface="Arial Regular" charset="0"/>
                <a:cs typeface="Arial Regular" charset="0"/>
              </a:rPr>
              <a:t>Copyright © 2025. Infor. All Rights Reserved. infor.com</a:t>
            </a:r>
          </a:p>
        </p:txBody>
      </p:sp>
      <p:sp>
        <p:nvSpPr>
          <p:cNvPr id="3" name="Google Shape;77;p17">
            <a:extLst>
              <a:ext uri="{FF2B5EF4-FFF2-40B4-BE49-F238E27FC236}">
                <a16:creationId xmlns:a16="http://schemas.microsoft.com/office/drawing/2014/main" id="{F9C0C86B-A615-6625-E12E-7E29FBDAD794}"/>
              </a:ext>
            </a:extLst>
          </p:cNvPr>
          <p:cNvSpPr txBox="1">
            <a:spLocks noGrp="1"/>
          </p:cNvSpPr>
          <p:nvPr>
            <p:ph type="title" hasCustomPrompt="1"/>
          </p:nvPr>
        </p:nvSpPr>
        <p:spPr>
          <a:xfrm>
            <a:off x="731520" y="4071251"/>
            <a:ext cx="8316452" cy="20419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5600" b="0" i="0">
                <a:solidFill>
                  <a:schemeClr val="bg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Click to add title</a:t>
            </a:r>
            <a:endParaRPr dirty="0"/>
          </a:p>
        </p:txBody>
      </p:sp>
      <p:sp>
        <p:nvSpPr>
          <p:cNvPr id="5" name="Text Placeholder 5">
            <a:extLst>
              <a:ext uri="{FF2B5EF4-FFF2-40B4-BE49-F238E27FC236}">
                <a16:creationId xmlns:a16="http://schemas.microsoft.com/office/drawing/2014/main" id="{B3B837B0-7BE7-4B4E-1C03-A67597228472}"/>
              </a:ext>
            </a:extLst>
          </p:cNvPr>
          <p:cNvSpPr>
            <a:spLocks noGrp="1"/>
          </p:cNvSpPr>
          <p:nvPr>
            <p:ph type="body" sz="quarter" idx="16" hasCustomPrompt="1"/>
          </p:nvPr>
        </p:nvSpPr>
        <p:spPr>
          <a:xfrm>
            <a:off x="777240" y="6492240"/>
            <a:ext cx="2984500" cy="923330"/>
          </a:xfrm>
          <a:prstGeom prst="rect">
            <a:avLst/>
          </a:prstGeom>
        </p:spPr>
        <p:txBody>
          <a:bodyPr lIns="0" tIns="0" rIns="0" bIns="0">
            <a:spAutoFit/>
          </a:bodyPr>
          <a:lstStyle>
            <a:lvl1pPr marL="0" indent="0">
              <a:lnSpc>
                <a:spcPct val="100000"/>
              </a:lnSpc>
              <a:spcBef>
                <a:spcPts val="0"/>
              </a:spcBef>
              <a:buNone/>
              <a:defRPr sz="1600" b="1">
                <a:solidFill>
                  <a:schemeClr val="bg1"/>
                </a:solidFill>
              </a:defRPr>
            </a:lvl1pPr>
            <a:lvl2pPr marL="14288" indent="0">
              <a:lnSpc>
                <a:spcPct val="100000"/>
              </a:lnSpc>
              <a:spcBef>
                <a:spcPts val="0"/>
              </a:spcBef>
              <a:buNone/>
              <a:tabLst/>
              <a:defRPr sz="1200">
                <a:solidFill>
                  <a:schemeClr val="bg1"/>
                </a:solidFill>
              </a:defRPr>
            </a:lvl2pPr>
            <a:lvl3pPr marL="14288" indent="0">
              <a:lnSpc>
                <a:spcPct val="100000"/>
              </a:lnSpc>
              <a:spcBef>
                <a:spcPts val="2400"/>
              </a:spcBef>
              <a:buNone/>
              <a:tabLst/>
              <a:defRPr sz="1200">
                <a:solidFill>
                  <a:schemeClr val="bg1"/>
                </a:solidFill>
              </a:defRPr>
            </a:lvl3pPr>
          </a:lstStyle>
          <a:p>
            <a:pPr lvl="0"/>
            <a:r>
              <a:rPr lang="en-US" dirty="0"/>
              <a:t>Presenter Name</a:t>
            </a:r>
          </a:p>
          <a:p>
            <a:pPr lvl="1"/>
            <a:r>
              <a:rPr lang="en-US" dirty="0"/>
              <a:t>Role</a:t>
            </a:r>
          </a:p>
          <a:p>
            <a:pPr lvl="2"/>
            <a:r>
              <a:rPr lang="en-US" dirty="0"/>
              <a:t>Date 0000.00.00</a:t>
            </a:r>
          </a:p>
        </p:txBody>
      </p:sp>
      <p:sp>
        <p:nvSpPr>
          <p:cNvPr id="6" name="Picture Placeholder 7">
            <a:extLst>
              <a:ext uri="{FF2B5EF4-FFF2-40B4-BE49-F238E27FC236}">
                <a16:creationId xmlns:a16="http://schemas.microsoft.com/office/drawing/2014/main" id="{2BC8E635-C8DE-76D9-EA1A-2C7116587D1F}"/>
              </a:ext>
            </a:extLst>
          </p:cNvPr>
          <p:cNvSpPr>
            <a:spLocks noGrp="1"/>
          </p:cNvSpPr>
          <p:nvPr>
            <p:ph type="pic" sz="quarter" idx="15" hasCustomPrompt="1"/>
          </p:nvPr>
        </p:nvSpPr>
        <p:spPr>
          <a:xfrm>
            <a:off x="10860122" y="3092420"/>
            <a:ext cx="4209662" cy="4128415"/>
          </a:xfrm>
          <a:prstGeom prst="roundRect">
            <a:avLst>
              <a:gd name="adj" fmla="val 16882"/>
            </a:avLst>
          </a:prstGeom>
          <a:noFill/>
          <a:ln>
            <a:noFill/>
            <a:prstDash val="dash"/>
          </a:ln>
          <a:effectLst/>
        </p:spPr>
        <p:txBody>
          <a:bodyPr lIns="72000" tIns="1007999" rIns="72000" anchor="ctr"/>
          <a:lstStyle>
            <a:lvl1pPr marL="0" indent="0" algn="ctr">
              <a:buNone/>
              <a:defRPr sz="2400">
                <a:solidFill>
                  <a:schemeClr val="bg1"/>
                </a:solidFill>
                <a:latin typeface="Arial" panose="020B0604020202020204" pitchFamily="34" charset="0"/>
                <a:cs typeface="Arial" panose="020B0604020202020204" pitchFamily="34" charset="0"/>
              </a:defRPr>
            </a:lvl1pPr>
          </a:lstStyle>
          <a:p>
            <a:r>
              <a:rPr lang="en-US"/>
              <a:t>Click icon to insert picture</a:t>
            </a:r>
          </a:p>
        </p:txBody>
      </p:sp>
      <p:sp>
        <p:nvSpPr>
          <p:cNvPr id="7" name="Text Placeholder 5">
            <a:extLst>
              <a:ext uri="{FF2B5EF4-FFF2-40B4-BE49-F238E27FC236}">
                <a16:creationId xmlns:a16="http://schemas.microsoft.com/office/drawing/2014/main" id="{B69048C9-C711-1BE5-A7FC-A520B531BAC8}"/>
              </a:ext>
            </a:extLst>
          </p:cNvPr>
          <p:cNvSpPr>
            <a:spLocks noGrp="1"/>
          </p:cNvSpPr>
          <p:nvPr>
            <p:ph type="body" sz="quarter" idx="10" hasCustomPrompt="1"/>
          </p:nvPr>
        </p:nvSpPr>
        <p:spPr>
          <a:xfrm>
            <a:off x="773580" y="3496157"/>
            <a:ext cx="8274392" cy="474523"/>
          </a:xfrm>
          <a:prstGeom prst="rect">
            <a:avLst/>
          </a:prstGeom>
        </p:spPr>
        <p:txBody>
          <a:bodyPr lIns="0" anchor="ctr"/>
          <a:lstStyle>
            <a:lvl1pPr marL="0" indent="0">
              <a:lnSpc>
                <a:spcPct val="100000"/>
              </a:lnSpc>
              <a:buNone/>
              <a:defRPr sz="1850">
                <a:solidFill>
                  <a:schemeClr val="bg1">
                    <a:lumMod val="65000"/>
                  </a:schemeClr>
                </a:solidFill>
                <a:latin typeface="Arial" panose="020B0604020202020204" pitchFamily="34" charset="0"/>
                <a:cs typeface="Arial" panose="020B0604020202020204" pitchFamily="34" charset="0"/>
              </a:defRPr>
            </a:lvl1pPr>
          </a:lstStyle>
          <a:p>
            <a:pPr lvl="0"/>
            <a:r>
              <a:rPr lang="en-US" dirty="0"/>
              <a:t>Click to add eyebrow</a:t>
            </a:r>
          </a:p>
        </p:txBody>
      </p:sp>
      <p:pic>
        <p:nvPicPr>
          <p:cNvPr id="4" name="Picture 3" descr="A black rectangular object on a blue background&#10;&#10;Description automatically generated">
            <a:extLst>
              <a:ext uri="{FF2B5EF4-FFF2-40B4-BE49-F238E27FC236}">
                <a16:creationId xmlns:a16="http://schemas.microsoft.com/office/drawing/2014/main" id="{63791D8F-E7D2-0B29-B3EC-15F67FA51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0" y="3"/>
            <a:ext cx="16256529" cy="9144596"/>
          </a:xfrm>
          <a:prstGeom prst="rect">
            <a:avLst/>
          </a:prstGeom>
        </p:spPr>
      </p:pic>
      <p:pic>
        <p:nvPicPr>
          <p:cNvPr id="8" name="Graphic 7">
            <a:extLst>
              <a:ext uri="{FF2B5EF4-FFF2-40B4-BE49-F238E27FC236}">
                <a16:creationId xmlns:a16="http://schemas.microsoft.com/office/drawing/2014/main" id="{6A8E41DD-F489-1CB0-8E98-A88FB0039DDD}"/>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4" y="882514"/>
            <a:ext cx="2071763" cy="865564"/>
          </a:xfrm>
          <a:prstGeom prst="rect">
            <a:avLst/>
          </a:prstGeom>
        </p:spPr>
      </p:pic>
      <p:sp>
        <p:nvSpPr>
          <p:cNvPr id="9" name="TextBox 8">
            <a:extLst>
              <a:ext uri="{FF2B5EF4-FFF2-40B4-BE49-F238E27FC236}">
                <a16:creationId xmlns:a16="http://schemas.microsoft.com/office/drawing/2014/main" id="{8C3AB8C1-23B9-A443-E3F7-65753730AD74}"/>
              </a:ext>
            </a:extLst>
          </p:cNvPr>
          <p:cNvSpPr txBox="1">
            <a:spLocks noChangeArrowheads="1"/>
          </p:cNvSpPr>
          <p:nvPr userDrawn="1"/>
        </p:nvSpPr>
        <p:spPr bwMode="auto">
          <a:xfrm>
            <a:off x="773580" y="8499992"/>
            <a:ext cx="3327834" cy="164212"/>
          </a:xfrm>
          <a:prstGeom prst="rect">
            <a:avLst/>
          </a:prstGeom>
          <a:noFill/>
          <a:ln>
            <a:noFill/>
          </a:ln>
          <a:extLst>
            <a:ext uri="{909E8E84-426E-40dd-AFC4-6F175D3DCCD1}"/>
            <a:ext uri="{91240B29-F687-4f45-9708-019B960494DF}"/>
          </a:extLst>
        </p:spPr>
        <p:txBody>
          <a:bodyPr wrap="none" lIns="0" tIns="0" rIns="0" bIns="0" anchor="ct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l" eaLnBrk="1" hangingPunct="1">
              <a:defRPr/>
            </a:pPr>
            <a:r>
              <a:rPr lang="en-US" sz="1067" b="0" i="0" spc="0" baseline="0" dirty="0">
                <a:solidFill>
                  <a:schemeClr val="bg1">
                    <a:lumMod val="75000"/>
                  </a:schemeClr>
                </a:solidFill>
                <a:latin typeface="Arial" panose="020B0604020202020204" pitchFamily="34" charset="0"/>
                <a:ea typeface="Arial Regular" charset="0"/>
                <a:cs typeface="Arial Regular" charset="0"/>
              </a:rPr>
              <a:t>Copyright © 2025. Infor. All Rights Reserved. infor.com</a:t>
            </a:r>
          </a:p>
        </p:txBody>
      </p:sp>
    </p:spTree>
    <p:extLst>
      <p:ext uri="{BB962C8B-B14F-4D97-AF65-F5344CB8AC3E}">
        <p14:creationId xmlns:p14="http://schemas.microsoft.com/office/powerpoint/2010/main" val="385627255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Slide - light option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9AA3F8-5640-343A-DB6E-360BC56C71F4}"/>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1" y="0"/>
            <a:ext cx="16255471" cy="9144000"/>
          </a:xfrm>
          <a:prstGeom prst="rect">
            <a:avLst/>
          </a:prstGeom>
        </p:spPr>
      </p:pic>
      <p:sp>
        <p:nvSpPr>
          <p:cNvPr id="12" name="Google Shape;77;p17">
            <a:extLst>
              <a:ext uri="{FF2B5EF4-FFF2-40B4-BE49-F238E27FC236}">
                <a16:creationId xmlns:a16="http://schemas.microsoft.com/office/drawing/2014/main" id="{C42EC10A-FE93-62F5-172C-AC419CEFB4A7}"/>
              </a:ext>
            </a:extLst>
          </p:cNvPr>
          <p:cNvSpPr txBox="1">
            <a:spLocks noGrp="1"/>
          </p:cNvSpPr>
          <p:nvPr>
            <p:ph type="title" hasCustomPrompt="1"/>
          </p:nvPr>
        </p:nvSpPr>
        <p:spPr>
          <a:xfrm>
            <a:off x="731520" y="4071251"/>
            <a:ext cx="8316452" cy="24955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5600" b="0" i="0">
                <a:solidFill>
                  <a:schemeClr val="tx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Click to add title</a:t>
            </a:r>
            <a:endParaRPr dirty="0"/>
          </a:p>
        </p:txBody>
      </p:sp>
      <p:pic>
        <p:nvPicPr>
          <p:cNvPr id="6" name="Graphic 5">
            <a:extLst>
              <a:ext uri="{FF2B5EF4-FFF2-40B4-BE49-F238E27FC236}">
                <a16:creationId xmlns:a16="http://schemas.microsoft.com/office/drawing/2014/main" id="{838AE420-269B-249E-F216-6D2BC9B5EFC9}"/>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14" name="Google Shape;287;p43">
            <a:extLst>
              <a:ext uri="{FF2B5EF4-FFF2-40B4-BE49-F238E27FC236}">
                <a16:creationId xmlns:a16="http://schemas.microsoft.com/office/drawing/2014/main" id="{D7572F04-1FDA-90EC-7C9C-EB7DD69D6BEF}"/>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rgbClr val="001528"/>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rgbClr val="001528"/>
              </a:solidFill>
              <a:latin typeface="Arial" panose="020B0604020202020204" pitchFamily="34" charset="0"/>
              <a:ea typeface="Lexend"/>
              <a:cs typeface="Arial" panose="020B0604020202020204" pitchFamily="34" charset="0"/>
              <a:sym typeface="Lexend"/>
            </a:endParaRPr>
          </a:p>
        </p:txBody>
      </p:sp>
      <p:sp>
        <p:nvSpPr>
          <p:cNvPr id="15" name="TextBox 14">
            <a:extLst>
              <a:ext uri="{FF2B5EF4-FFF2-40B4-BE49-F238E27FC236}">
                <a16:creationId xmlns:a16="http://schemas.microsoft.com/office/drawing/2014/main" id="{42B7DD7F-1A32-35E4-F159-E548CFCC536A}"/>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3" name="Text Placeholder 5">
            <a:extLst>
              <a:ext uri="{FF2B5EF4-FFF2-40B4-BE49-F238E27FC236}">
                <a16:creationId xmlns:a16="http://schemas.microsoft.com/office/drawing/2014/main" id="{AA26A87A-9E9E-C8F5-E2E6-33FA94217EAD}"/>
              </a:ext>
            </a:extLst>
          </p:cNvPr>
          <p:cNvSpPr>
            <a:spLocks noGrp="1"/>
          </p:cNvSpPr>
          <p:nvPr>
            <p:ph type="body" sz="quarter" idx="10" hasCustomPrompt="1"/>
          </p:nvPr>
        </p:nvSpPr>
        <p:spPr>
          <a:xfrm>
            <a:off x="773580" y="3496157"/>
            <a:ext cx="8274392" cy="474523"/>
          </a:xfrm>
          <a:prstGeom prst="rect">
            <a:avLst/>
          </a:prstGeom>
        </p:spPr>
        <p:txBody>
          <a:bodyPr lIns="0" anchor="ctr"/>
          <a:lstStyle>
            <a:lvl1pPr marL="0" indent="0">
              <a:lnSpc>
                <a:spcPct val="100000"/>
              </a:lnSpc>
              <a:buNone/>
              <a:defRPr sz="185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dirty="0"/>
              <a:t>Click to add eyebrow</a:t>
            </a:r>
          </a:p>
        </p:txBody>
      </p:sp>
      <p:pic>
        <p:nvPicPr>
          <p:cNvPr id="2" name="Picture 1">
            <a:extLst>
              <a:ext uri="{FF2B5EF4-FFF2-40B4-BE49-F238E27FC236}">
                <a16:creationId xmlns:a16="http://schemas.microsoft.com/office/drawing/2014/main" id="{6E343367-B94B-851B-94AE-32073B6A17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1" y="0"/>
            <a:ext cx="16255471" cy="9144000"/>
          </a:xfrm>
          <a:prstGeom prst="rect">
            <a:avLst/>
          </a:prstGeom>
        </p:spPr>
      </p:pic>
      <p:pic>
        <p:nvPicPr>
          <p:cNvPr id="5" name="Graphic 4">
            <a:extLst>
              <a:ext uri="{FF2B5EF4-FFF2-40B4-BE49-F238E27FC236}">
                <a16:creationId xmlns:a16="http://schemas.microsoft.com/office/drawing/2014/main" id="{934E8A73-B572-F6AD-E744-F0ECB02CDB2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7" name="Google Shape;287;p43">
            <a:extLst>
              <a:ext uri="{FF2B5EF4-FFF2-40B4-BE49-F238E27FC236}">
                <a16:creationId xmlns:a16="http://schemas.microsoft.com/office/drawing/2014/main" id="{329F97A6-05B1-B854-77B5-875DB9AF1E67}"/>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accent3"/>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accent3"/>
              </a:solidFill>
              <a:latin typeface="Arial" panose="020B0604020202020204" pitchFamily="34" charset="0"/>
              <a:ea typeface="Lexend"/>
              <a:cs typeface="Arial" panose="020B0604020202020204" pitchFamily="34" charset="0"/>
              <a:sym typeface="Lexend"/>
            </a:endParaRPr>
          </a:p>
        </p:txBody>
      </p:sp>
      <p:sp>
        <p:nvSpPr>
          <p:cNvPr id="8" name="TextBox 7">
            <a:extLst>
              <a:ext uri="{FF2B5EF4-FFF2-40B4-BE49-F238E27FC236}">
                <a16:creationId xmlns:a16="http://schemas.microsoft.com/office/drawing/2014/main" id="{5AA1A0B5-88D2-314F-DB8F-FE5F099F8EBE}"/>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accent3"/>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accent3"/>
                </a:solidFill>
                <a:latin typeface="Arial" panose="020B0604020202020204" pitchFamily="34" charset="0"/>
                <a:ea typeface="Arial Regular" charset="0"/>
                <a:cs typeface="Arial Regular" charset="0"/>
              </a:rPr>
              <a:t>infor.com</a:t>
            </a:r>
            <a:endParaRPr lang="en-US" sz="1000" b="0" i="0" kern="1200" spc="0" baseline="0" dirty="0">
              <a:solidFill>
                <a:schemeClr val="accent3"/>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26292842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Slide - light optio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370F2D-EEFC-2E9C-9F4F-F77A5EFDBA36}"/>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1" y="0"/>
            <a:ext cx="16255471" cy="9144000"/>
          </a:xfrm>
          <a:prstGeom prst="rect">
            <a:avLst/>
          </a:prstGeom>
        </p:spPr>
      </p:pic>
      <p:sp>
        <p:nvSpPr>
          <p:cNvPr id="12" name="Google Shape;77;p17">
            <a:extLst>
              <a:ext uri="{FF2B5EF4-FFF2-40B4-BE49-F238E27FC236}">
                <a16:creationId xmlns:a16="http://schemas.microsoft.com/office/drawing/2014/main" id="{C42EC10A-FE93-62F5-172C-AC419CEFB4A7}"/>
              </a:ext>
            </a:extLst>
          </p:cNvPr>
          <p:cNvSpPr txBox="1">
            <a:spLocks noGrp="1"/>
          </p:cNvSpPr>
          <p:nvPr>
            <p:ph type="title" hasCustomPrompt="1"/>
          </p:nvPr>
        </p:nvSpPr>
        <p:spPr>
          <a:xfrm>
            <a:off x="731520" y="4071251"/>
            <a:ext cx="8316452" cy="24955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5600" b="0" i="0">
                <a:solidFill>
                  <a:schemeClr val="tx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Click to add title</a:t>
            </a:r>
            <a:endParaRPr dirty="0"/>
          </a:p>
        </p:txBody>
      </p:sp>
      <p:pic>
        <p:nvPicPr>
          <p:cNvPr id="6" name="Graphic 5">
            <a:extLst>
              <a:ext uri="{FF2B5EF4-FFF2-40B4-BE49-F238E27FC236}">
                <a16:creationId xmlns:a16="http://schemas.microsoft.com/office/drawing/2014/main" id="{838AE420-269B-249E-F216-6D2BC9B5EFC9}"/>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9" name="Google Shape;287;p43">
            <a:extLst>
              <a:ext uri="{FF2B5EF4-FFF2-40B4-BE49-F238E27FC236}">
                <a16:creationId xmlns:a16="http://schemas.microsoft.com/office/drawing/2014/main" id="{E0D59001-335F-DA46-5E9E-8D6B167D2265}"/>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rgbClr val="001528"/>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a:solidFill>
                <a:srgbClr val="001528"/>
              </a:solidFill>
              <a:latin typeface="Arial" panose="020B0604020202020204" pitchFamily="34" charset="0"/>
              <a:ea typeface="Lexend"/>
              <a:cs typeface="Arial" panose="020B0604020202020204" pitchFamily="34" charset="0"/>
              <a:sym typeface="Lexend"/>
            </a:endParaRPr>
          </a:p>
        </p:txBody>
      </p:sp>
      <p:sp>
        <p:nvSpPr>
          <p:cNvPr id="10" name="TextBox 9">
            <a:extLst>
              <a:ext uri="{FF2B5EF4-FFF2-40B4-BE49-F238E27FC236}">
                <a16:creationId xmlns:a16="http://schemas.microsoft.com/office/drawing/2014/main" id="{7F4772F6-2A30-DDCE-BDFF-C8094CDC9747}"/>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7" name="Picture Placeholder 6">
            <a:extLst>
              <a:ext uri="{FF2B5EF4-FFF2-40B4-BE49-F238E27FC236}">
                <a16:creationId xmlns:a16="http://schemas.microsoft.com/office/drawing/2014/main" id="{F5F95B19-ACBE-896A-7909-F75CD297A212}"/>
              </a:ext>
            </a:extLst>
          </p:cNvPr>
          <p:cNvSpPr>
            <a:spLocks noGrp="1" noChangeAspect="1"/>
          </p:cNvSpPr>
          <p:nvPr>
            <p:ph type="pic" sz="quarter" idx="12" hasCustomPrompt="1"/>
          </p:nvPr>
        </p:nvSpPr>
        <p:spPr>
          <a:xfrm>
            <a:off x="10341864" y="2203704"/>
            <a:ext cx="4937760" cy="4526280"/>
          </a:xfrm>
          <a:prstGeom prst="roundRect">
            <a:avLst>
              <a:gd name="adj" fmla="val 12627"/>
            </a:avLst>
          </a:prstGeom>
        </p:spPr>
        <p:txBody>
          <a:bodyPr wrap="none" anchor="ctr" anchorCtr="1"/>
          <a:lstStyle>
            <a:lvl1pPr marL="0" indent="0">
              <a:buNone/>
              <a:defRPr sz="2000"/>
            </a:lvl1pPr>
          </a:lstStyle>
          <a:p>
            <a:r>
              <a:rPr lang="en-GB" dirty="0"/>
              <a:t>Click icon to insert picture</a:t>
            </a:r>
          </a:p>
        </p:txBody>
      </p:sp>
      <p:sp>
        <p:nvSpPr>
          <p:cNvPr id="8" name="Text Placeholder 5">
            <a:extLst>
              <a:ext uri="{FF2B5EF4-FFF2-40B4-BE49-F238E27FC236}">
                <a16:creationId xmlns:a16="http://schemas.microsoft.com/office/drawing/2014/main" id="{BE3BC8F7-5B25-4562-1C8A-BBCF6F466B3A}"/>
              </a:ext>
            </a:extLst>
          </p:cNvPr>
          <p:cNvSpPr>
            <a:spLocks noGrp="1"/>
          </p:cNvSpPr>
          <p:nvPr>
            <p:ph type="body" sz="quarter" idx="10" hasCustomPrompt="1"/>
          </p:nvPr>
        </p:nvSpPr>
        <p:spPr>
          <a:xfrm>
            <a:off x="773580" y="3496157"/>
            <a:ext cx="8274392" cy="474523"/>
          </a:xfrm>
          <a:prstGeom prst="rect">
            <a:avLst/>
          </a:prstGeom>
        </p:spPr>
        <p:txBody>
          <a:bodyPr lIns="0" anchor="ctr"/>
          <a:lstStyle>
            <a:lvl1pPr marL="0" indent="0">
              <a:lnSpc>
                <a:spcPct val="100000"/>
              </a:lnSpc>
              <a:buNone/>
              <a:defRPr sz="185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dirty="0"/>
              <a:t>Click to add eyebrow</a:t>
            </a:r>
          </a:p>
        </p:txBody>
      </p:sp>
      <p:pic>
        <p:nvPicPr>
          <p:cNvPr id="2" name="Picture 1">
            <a:extLst>
              <a:ext uri="{FF2B5EF4-FFF2-40B4-BE49-F238E27FC236}">
                <a16:creationId xmlns:a16="http://schemas.microsoft.com/office/drawing/2014/main" id="{79888EB8-8191-0478-5613-13B5DB81C3A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1" y="0"/>
            <a:ext cx="16255471" cy="9144000"/>
          </a:xfrm>
          <a:prstGeom prst="rect">
            <a:avLst/>
          </a:prstGeom>
        </p:spPr>
      </p:pic>
      <p:pic>
        <p:nvPicPr>
          <p:cNvPr id="4" name="Graphic 3">
            <a:extLst>
              <a:ext uri="{FF2B5EF4-FFF2-40B4-BE49-F238E27FC236}">
                <a16:creationId xmlns:a16="http://schemas.microsoft.com/office/drawing/2014/main" id="{7FB96D2A-0682-B3E3-8EE6-4562BA4EAC8D}"/>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5" name="Google Shape;287;p43">
            <a:extLst>
              <a:ext uri="{FF2B5EF4-FFF2-40B4-BE49-F238E27FC236}">
                <a16:creationId xmlns:a16="http://schemas.microsoft.com/office/drawing/2014/main" id="{26947BE4-33D9-7C41-C99E-0E56A6D95EBF}"/>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accent3"/>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accent3"/>
              </a:solidFill>
              <a:latin typeface="Arial" panose="020B0604020202020204" pitchFamily="34" charset="0"/>
              <a:ea typeface="Lexend"/>
              <a:cs typeface="Arial" panose="020B0604020202020204" pitchFamily="34" charset="0"/>
              <a:sym typeface="Lexend"/>
            </a:endParaRPr>
          </a:p>
        </p:txBody>
      </p:sp>
      <p:sp>
        <p:nvSpPr>
          <p:cNvPr id="11" name="TextBox 10">
            <a:extLst>
              <a:ext uri="{FF2B5EF4-FFF2-40B4-BE49-F238E27FC236}">
                <a16:creationId xmlns:a16="http://schemas.microsoft.com/office/drawing/2014/main" id="{1DED7065-BFF9-E46B-9426-2ABE954BD74E}"/>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accent3"/>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accent3"/>
                </a:solidFill>
                <a:latin typeface="Arial" panose="020B0604020202020204" pitchFamily="34" charset="0"/>
                <a:ea typeface="Arial Regular" charset="0"/>
                <a:cs typeface="Arial Regular" charset="0"/>
              </a:rPr>
              <a:t>infor.com</a:t>
            </a:r>
            <a:endParaRPr lang="en-US" sz="1000" b="0" i="0" kern="1200" spc="0" baseline="0" dirty="0">
              <a:solidFill>
                <a:schemeClr val="accent3"/>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11204750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Slide - dark option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9AA3F8-5640-343A-DB6E-360BC56C71F4}"/>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1" y="0"/>
            <a:ext cx="16255471" cy="9144000"/>
          </a:xfrm>
          <a:prstGeom prst="rect">
            <a:avLst/>
          </a:prstGeom>
        </p:spPr>
      </p:pic>
      <p:sp>
        <p:nvSpPr>
          <p:cNvPr id="12" name="Google Shape;77;p17">
            <a:extLst>
              <a:ext uri="{FF2B5EF4-FFF2-40B4-BE49-F238E27FC236}">
                <a16:creationId xmlns:a16="http://schemas.microsoft.com/office/drawing/2014/main" id="{C42EC10A-FE93-62F5-172C-AC419CEFB4A7}"/>
              </a:ext>
            </a:extLst>
          </p:cNvPr>
          <p:cNvSpPr txBox="1">
            <a:spLocks noGrp="1"/>
          </p:cNvSpPr>
          <p:nvPr>
            <p:ph type="title" hasCustomPrompt="1"/>
          </p:nvPr>
        </p:nvSpPr>
        <p:spPr>
          <a:xfrm>
            <a:off x="731520" y="4071251"/>
            <a:ext cx="8311896" cy="24955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5600" b="0" i="0">
                <a:solidFill>
                  <a:schemeClr val="bg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Click to add title</a:t>
            </a:r>
            <a:endParaRPr dirty="0"/>
          </a:p>
        </p:txBody>
      </p:sp>
      <p:pic>
        <p:nvPicPr>
          <p:cNvPr id="6" name="Graphic 5">
            <a:extLst>
              <a:ext uri="{FF2B5EF4-FFF2-40B4-BE49-F238E27FC236}">
                <a16:creationId xmlns:a16="http://schemas.microsoft.com/office/drawing/2014/main" id="{0CB2E66F-D5E0-79AA-6662-391FF628C337}"/>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8" name="Google Shape;287;p43">
            <a:extLst>
              <a:ext uri="{FF2B5EF4-FFF2-40B4-BE49-F238E27FC236}">
                <a16:creationId xmlns:a16="http://schemas.microsoft.com/office/drawing/2014/main" id="{BCF2FAEA-0FB5-4E73-E477-8986880ED21F}"/>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sp>
        <p:nvSpPr>
          <p:cNvPr id="9" name="TextBox 8">
            <a:extLst>
              <a:ext uri="{FF2B5EF4-FFF2-40B4-BE49-F238E27FC236}">
                <a16:creationId xmlns:a16="http://schemas.microsoft.com/office/drawing/2014/main" id="{3F5CB6CD-5DD6-40D3-0446-1B5D7481CE05}"/>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7" name="Picture Placeholder 6">
            <a:extLst>
              <a:ext uri="{FF2B5EF4-FFF2-40B4-BE49-F238E27FC236}">
                <a16:creationId xmlns:a16="http://schemas.microsoft.com/office/drawing/2014/main" id="{F7C2960F-0C58-02DC-FC92-7A1E36A0C218}"/>
              </a:ext>
            </a:extLst>
          </p:cNvPr>
          <p:cNvSpPr>
            <a:spLocks noGrp="1" noChangeAspect="1"/>
          </p:cNvSpPr>
          <p:nvPr>
            <p:ph type="pic" sz="quarter" idx="12" hasCustomPrompt="1"/>
          </p:nvPr>
        </p:nvSpPr>
        <p:spPr>
          <a:xfrm>
            <a:off x="10341864" y="2221402"/>
            <a:ext cx="4937760" cy="4526280"/>
          </a:xfrm>
          <a:prstGeom prst="roundRect">
            <a:avLst>
              <a:gd name="adj" fmla="val 12627"/>
            </a:avLst>
          </a:prstGeom>
          <a:ln>
            <a:noFill/>
          </a:ln>
        </p:spPr>
        <p:txBody>
          <a:bodyPr wrap="none" anchor="ctr" anchorCtr="1"/>
          <a:lstStyle>
            <a:lvl1pPr marL="0" indent="0">
              <a:buNone/>
              <a:defRPr sz="2000">
                <a:solidFill>
                  <a:schemeClr val="bg1"/>
                </a:solidFill>
              </a:defRPr>
            </a:lvl1pPr>
          </a:lstStyle>
          <a:p>
            <a:r>
              <a:rPr lang="en-GB" dirty="0"/>
              <a:t>Click icon to insert picture</a:t>
            </a:r>
          </a:p>
        </p:txBody>
      </p:sp>
      <p:sp>
        <p:nvSpPr>
          <p:cNvPr id="11" name="Text Placeholder 5">
            <a:extLst>
              <a:ext uri="{FF2B5EF4-FFF2-40B4-BE49-F238E27FC236}">
                <a16:creationId xmlns:a16="http://schemas.microsoft.com/office/drawing/2014/main" id="{A25FECD7-6A6C-BB2D-C093-59388C79EA5E}"/>
              </a:ext>
            </a:extLst>
          </p:cNvPr>
          <p:cNvSpPr>
            <a:spLocks noGrp="1"/>
          </p:cNvSpPr>
          <p:nvPr>
            <p:ph type="body" sz="quarter" idx="10" hasCustomPrompt="1"/>
          </p:nvPr>
        </p:nvSpPr>
        <p:spPr>
          <a:xfrm>
            <a:off x="773580" y="3496157"/>
            <a:ext cx="8274392" cy="474523"/>
          </a:xfrm>
          <a:prstGeom prst="rect">
            <a:avLst/>
          </a:prstGeom>
        </p:spPr>
        <p:txBody>
          <a:bodyPr lIns="0" anchor="ctr"/>
          <a:lstStyle>
            <a:lvl1pPr marL="0" indent="0">
              <a:lnSpc>
                <a:spcPct val="100000"/>
              </a:lnSpc>
              <a:buNone/>
              <a:defRPr sz="1850">
                <a:solidFill>
                  <a:schemeClr val="bg1">
                    <a:lumMod val="65000"/>
                  </a:schemeClr>
                </a:solidFill>
                <a:latin typeface="Arial" panose="020B0604020202020204" pitchFamily="34" charset="0"/>
                <a:cs typeface="Arial" panose="020B0604020202020204" pitchFamily="34" charset="0"/>
              </a:defRPr>
            </a:lvl1pPr>
          </a:lstStyle>
          <a:p>
            <a:pPr lvl="0"/>
            <a:r>
              <a:rPr lang="en-US" dirty="0"/>
              <a:t>Click to add eyebrow</a:t>
            </a:r>
          </a:p>
        </p:txBody>
      </p:sp>
      <p:pic>
        <p:nvPicPr>
          <p:cNvPr id="2" name="Picture 1">
            <a:extLst>
              <a:ext uri="{FF2B5EF4-FFF2-40B4-BE49-F238E27FC236}">
                <a16:creationId xmlns:a16="http://schemas.microsoft.com/office/drawing/2014/main" id="{8C3FE5A8-CB5C-D26E-B175-4A6B25AF35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1" y="0"/>
            <a:ext cx="16255471" cy="9144000"/>
          </a:xfrm>
          <a:prstGeom prst="rect">
            <a:avLst/>
          </a:prstGeom>
        </p:spPr>
      </p:pic>
      <p:pic>
        <p:nvPicPr>
          <p:cNvPr id="3" name="Graphic 2">
            <a:extLst>
              <a:ext uri="{FF2B5EF4-FFF2-40B4-BE49-F238E27FC236}">
                <a16:creationId xmlns:a16="http://schemas.microsoft.com/office/drawing/2014/main" id="{1284CB69-31C4-3900-5D55-79EBE10876E4}"/>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5" name="Google Shape;287;p43">
            <a:extLst>
              <a:ext uri="{FF2B5EF4-FFF2-40B4-BE49-F238E27FC236}">
                <a16:creationId xmlns:a16="http://schemas.microsoft.com/office/drawing/2014/main" id="{6882CB41-EE96-8C2C-B152-62F2379D2E3D}"/>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sp>
        <p:nvSpPr>
          <p:cNvPr id="10" name="TextBox 9">
            <a:extLst>
              <a:ext uri="{FF2B5EF4-FFF2-40B4-BE49-F238E27FC236}">
                <a16:creationId xmlns:a16="http://schemas.microsoft.com/office/drawing/2014/main" id="{22117512-8FED-A9CE-1618-00A197740E9B}"/>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992990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Slide - red option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9AA3F8-5640-343A-DB6E-360BC56C71F4}"/>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6257588" cy="9144000"/>
          </a:xfrm>
          <a:prstGeom prst="rect">
            <a:avLst/>
          </a:prstGeom>
        </p:spPr>
      </p:pic>
      <p:sp>
        <p:nvSpPr>
          <p:cNvPr id="12" name="Google Shape;77;p17">
            <a:extLst>
              <a:ext uri="{FF2B5EF4-FFF2-40B4-BE49-F238E27FC236}">
                <a16:creationId xmlns:a16="http://schemas.microsoft.com/office/drawing/2014/main" id="{C42EC10A-FE93-62F5-172C-AC419CEFB4A7}"/>
              </a:ext>
            </a:extLst>
          </p:cNvPr>
          <p:cNvSpPr txBox="1">
            <a:spLocks noGrp="1"/>
          </p:cNvSpPr>
          <p:nvPr>
            <p:ph type="title" hasCustomPrompt="1"/>
          </p:nvPr>
        </p:nvSpPr>
        <p:spPr>
          <a:xfrm>
            <a:off x="731520" y="4071251"/>
            <a:ext cx="8311896" cy="249557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5600" b="0" i="0">
                <a:solidFill>
                  <a:schemeClr val="bg1"/>
                </a:solidFill>
                <a:latin typeface="Arial" panose="020B0604020202020204" pitchFamily="34" charset="0"/>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Click to add title</a:t>
            </a:r>
            <a:endParaRPr dirty="0"/>
          </a:p>
        </p:txBody>
      </p:sp>
      <p:pic>
        <p:nvPicPr>
          <p:cNvPr id="5" name="Graphic 4">
            <a:extLst>
              <a:ext uri="{FF2B5EF4-FFF2-40B4-BE49-F238E27FC236}">
                <a16:creationId xmlns:a16="http://schemas.microsoft.com/office/drawing/2014/main" id="{A5A8E8D9-2067-56A1-CC46-4CBAA1D5126E}"/>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3" name="Google Shape;287;p43">
            <a:extLst>
              <a:ext uri="{FF2B5EF4-FFF2-40B4-BE49-F238E27FC236}">
                <a16:creationId xmlns:a16="http://schemas.microsoft.com/office/drawing/2014/main" id="{25C14633-97AE-BE16-940C-579FEE98195A}"/>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sp>
        <p:nvSpPr>
          <p:cNvPr id="8" name="TextBox 7">
            <a:extLst>
              <a:ext uri="{FF2B5EF4-FFF2-40B4-BE49-F238E27FC236}">
                <a16:creationId xmlns:a16="http://schemas.microsoft.com/office/drawing/2014/main" id="{C4443ABA-19F2-71D2-8846-92FC777B07E7}"/>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bg1"/>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bg1"/>
                </a:solidFill>
                <a:latin typeface="Arial" panose="020B0604020202020204" pitchFamily="34" charset="0"/>
                <a:ea typeface="Arial Regular" charset="0"/>
                <a:cs typeface="Arial Regular" charset="0"/>
              </a:rPr>
              <a:t>infor.com</a:t>
            </a:r>
            <a:endParaRPr lang="en-US" sz="1000" b="0" i="0" kern="1200" spc="0" baseline="0" dirty="0">
              <a:solidFill>
                <a:schemeClr val="bg1"/>
              </a:solidFill>
              <a:latin typeface="Arial" panose="020B0604020202020204" pitchFamily="34" charset="0"/>
              <a:ea typeface="Arial Regular" charset="0"/>
              <a:cs typeface="Arial Regular" charset="0"/>
            </a:endParaRPr>
          </a:p>
        </p:txBody>
      </p:sp>
      <p:sp>
        <p:nvSpPr>
          <p:cNvPr id="6" name="Text Placeholder 5">
            <a:extLst>
              <a:ext uri="{FF2B5EF4-FFF2-40B4-BE49-F238E27FC236}">
                <a16:creationId xmlns:a16="http://schemas.microsoft.com/office/drawing/2014/main" id="{24313C60-BD61-D9A0-FC65-1B087FA5B12F}"/>
              </a:ext>
            </a:extLst>
          </p:cNvPr>
          <p:cNvSpPr>
            <a:spLocks noGrp="1"/>
          </p:cNvSpPr>
          <p:nvPr>
            <p:ph type="body" sz="quarter" idx="10" hasCustomPrompt="1"/>
          </p:nvPr>
        </p:nvSpPr>
        <p:spPr>
          <a:xfrm>
            <a:off x="773580" y="3496157"/>
            <a:ext cx="8274392" cy="474523"/>
          </a:xfrm>
          <a:prstGeom prst="rect">
            <a:avLst/>
          </a:prstGeom>
        </p:spPr>
        <p:txBody>
          <a:bodyPr lIns="0" anchor="ctr"/>
          <a:lstStyle>
            <a:lvl1pPr marL="0" indent="0">
              <a:lnSpc>
                <a:spcPct val="100000"/>
              </a:lnSpc>
              <a:buNone/>
              <a:defRPr sz="1850">
                <a:solidFill>
                  <a:schemeClr val="bg1">
                    <a:lumMod val="85000"/>
                  </a:schemeClr>
                </a:solidFill>
                <a:latin typeface="Arial" panose="020B0604020202020204" pitchFamily="34" charset="0"/>
                <a:cs typeface="Arial" panose="020B0604020202020204" pitchFamily="34" charset="0"/>
              </a:defRPr>
            </a:lvl1pPr>
          </a:lstStyle>
          <a:p>
            <a:pPr lvl="0"/>
            <a:r>
              <a:rPr lang="en-US" dirty="0"/>
              <a:t>Click to add eyebrow</a:t>
            </a:r>
          </a:p>
        </p:txBody>
      </p:sp>
      <p:pic>
        <p:nvPicPr>
          <p:cNvPr id="2" name="Picture 1">
            <a:extLst>
              <a:ext uri="{FF2B5EF4-FFF2-40B4-BE49-F238E27FC236}">
                <a16:creationId xmlns:a16="http://schemas.microsoft.com/office/drawing/2014/main" id="{229CA764-6D42-639A-38E5-02A8CD8F5F0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6257588" cy="9144000"/>
          </a:xfrm>
          <a:prstGeom prst="rect">
            <a:avLst/>
          </a:prstGeom>
        </p:spPr>
      </p:pic>
      <p:pic>
        <p:nvPicPr>
          <p:cNvPr id="7" name="Graphic 6">
            <a:extLst>
              <a:ext uri="{FF2B5EF4-FFF2-40B4-BE49-F238E27FC236}">
                <a16:creationId xmlns:a16="http://schemas.microsoft.com/office/drawing/2014/main" id="{56D47BEF-0F87-90F1-0D5B-D978B833CA4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9" name="Google Shape;287;p43">
            <a:extLst>
              <a:ext uri="{FF2B5EF4-FFF2-40B4-BE49-F238E27FC236}">
                <a16:creationId xmlns:a16="http://schemas.microsoft.com/office/drawing/2014/main" id="{E679B8CB-7C83-A714-94B1-13A57384D7D9}"/>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sp>
        <p:nvSpPr>
          <p:cNvPr id="10" name="TextBox 9">
            <a:extLst>
              <a:ext uri="{FF2B5EF4-FFF2-40B4-BE49-F238E27FC236}">
                <a16:creationId xmlns:a16="http://schemas.microsoft.com/office/drawing/2014/main" id="{85411400-F122-DA6F-678F-8DE23F156DF0}"/>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bg1"/>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bg1"/>
                </a:solidFill>
                <a:latin typeface="Arial" panose="020B0604020202020204" pitchFamily="34" charset="0"/>
                <a:ea typeface="Arial Regular" charset="0"/>
                <a:cs typeface="Arial Regular" charset="0"/>
              </a:rPr>
              <a:t>infor.com</a:t>
            </a:r>
            <a:endParaRPr lang="en-US" sz="1000" b="0" i="0" kern="1200" spc="0" baseline="0" dirty="0">
              <a:solidFill>
                <a:schemeClr val="bg1"/>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8537793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sic Layout light - Content">
    <p:spTree>
      <p:nvGrpSpPr>
        <p:cNvPr id="1" name=""/>
        <p:cNvGrpSpPr/>
        <p:nvPr/>
      </p:nvGrpSpPr>
      <p:grpSpPr>
        <a:xfrm>
          <a:off x="0" y="0"/>
          <a:ext cx="0" cy="0"/>
          <a:chOff x="0" y="0"/>
          <a:chExt cx="0" cy="0"/>
        </a:xfrm>
      </p:grpSpPr>
      <p:sp>
        <p:nvSpPr>
          <p:cNvPr id="7" name="Google Shape;77;p17">
            <a:extLst>
              <a:ext uri="{FF2B5EF4-FFF2-40B4-BE49-F238E27FC236}">
                <a16:creationId xmlns:a16="http://schemas.microsoft.com/office/drawing/2014/main" id="{06AFD335-7F39-B22C-4410-E1258DBA08EA}"/>
              </a:ext>
            </a:extLst>
          </p:cNvPr>
          <p:cNvSpPr txBox="1">
            <a:spLocks noGrp="1"/>
          </p:cNvSpPr>
          <p:nvPr>
            <p:ph type="title" hasCustomPrompt="1"/>
          </p:nvPr>
        </p:nvSpPr>
        <p:spPr>
          <a:xfrm>
            <a:off x="777240" y="623701"/>
            <a:ext cx="14718348" cy="9825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Basic layout</a:t>
            </a:r>
            <a:endParaRPr dirty="0"/>
          </a:p>
        </p:txBody>
      </p:sp>
      <p:sp>
        <p:nvSpPr>
          <p:cNvPr id="2" name="Content Placeholder 8">
            <a:extLst>
              <a:ext uri="{FF2B5EF4-FFF2-40B4-BE49-F238E27FC236}">
                <a16:creationId xmlns:a16="http://schemas.microsoft.com/office/drawing/2014/main" id="{A17205CE-4C40-0B58-63C6-A5D16B3BB628}"/>
              </a:ext>
            </a:extLst>
          </p:cNvPr>
          <p:cNvSpPr>
            <a:spLocks noGrp="1"/>
          </p:cNvSpPr>
          <p:nvPr>
            <p:ph sz="quarter" idx="10"/>
          </p:nvPr>
        </p:nvSpPr>
        <p:spPr>
          <a:xfrm>
            <a:off x="777239" y="2267712"/>
            <a:ext cx="14718349" cy="5669280"/>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tx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tx1"/>
                </a:solidFill>
                <a:latin typeface="+mn-lt"/>
                <a:ea typeface="Arial"/>
                <a:cs typeface="Arial"/>
                <a:sym typeface="Arial"/>
              </a:defRPr>
            </a:lvl2pPr>
            <a:lvl3pPr marL="566928" indent="-237744">
              <a:lnSpc>
                <a:spcPct val="110000"/>
              </a:lnSpc>
              <a:spcBef>
                <a:spcPts val="300"/>
              </a:spcBef>
              <a:buClrTx/>
              <a:defRPr sz="16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876762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asic Layout light - No content">
    <p:spTree>
      <p:nvGrpSpPr>
        <p:cNvPr id="1" name=""/>
        <p:cNvGrpSpPr/>
        <p:nvPr/>
      </p:nvGrpSpPr>
      <p:grpSpPr>
        <a:xfrm>
          <a:off x="0" y="0"/>
          <a:ext cx="0" cy="0"/>
          <a:chOff x="0" y="0"/>
          <a:chExt cx="0" cy="0"/>
        </a:xfrm>
      </p:grpSpPr>
      <p:sp>
        <p:nvSpPr>
          <p:cNvPr id="7" name="Google Shape;77;p17">
            <a:extLst>
              <a:ext uri="{FF2B5EF4-FFF2-40B4-BE49-F238E27FC236}">
                <a16:creationId xmlns:a16="http://schemas.microsoft.com/office/drawing/2014/main" id="{06AFD335-7F39-B22C-4410-E1258DBA08EA}"/>
              </a:ext>
            </a:extLst>
          </p:cNvPr>
          <p:cNvSpPr txBox="1">
            <a:spLocks noGrp="1"/>
          </p:cNvSpPr>
          <p:nvPr>
            <p:ph type="title" hasCustomPrompt="1"/>
          </p:nvPr>
        </p:nvSpPr>
        <p:spPr>
          <a:xfrm>
            <a:off x="777240" y="623701"/>
            <a:ext cx="14721840" cy="9825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Basic layout – header only</a:t>
            </a:r>
            <a:endParaRPr dirty="0"/>
          </a:p>
        </p:txBody>
      </p:sp>
    </p:spTree>
    <p:extLst>
      <p:ext uri="{BB962C8B-B14F-4D97-AF65-F5344CB8AC3E}">
        <p14:creationId xmlns:p14="http://schemas.microsoft.com/office/powerpoint/2010/main" val="25500215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Basic Layout dark - Content">
    <p:bg>
      <p:bgPr>
        <a:solidFill>
          <a:schemeClr val="tx2"/>
        </a:solidFill>
        <a:effectLst/>
      </p:bgPr>
    </p:bg>
    <p:spTree>
      <p:nvGrpSpPr>
        <p:cNvPr id="1" name=""/>
        <p:cNvGrpSpPr/>
        <p:nvPr/>
      </p:nvGrpSpPr>
      <p:grpSpPr>
        <a:xfrm>
          <a:off x="0" y="0"/>
          <a:ext cx="0" cy="0"/>
          <a:chOff x="0" y="0"/>
          <a:chExt cx="0" cy="0"/>
        </a:xfrm>
      </p:grpSpPr>
      <p:sp>
        <p:nvSpPr>
          <p:cNvPr id="7" name="Google Shape;77;p17">
            <a:extLst>
              <a:ext uri="{FF2B5EF4-FFF2-40B4-BE49-F238E27FC236}">
                <a16:creationId xmlns:a16="http://schemas.microsoft.com/office/drawing/2014/main" id="{06AFD335-7F39-B22C-4410-E1258DBA08EA}"/>
              </a:ext>
            </a:extLst>
          </p:cNvPr>
          <p:cNvSpPr txBox="1">
            <a:spLocks noGrp="1"/>
          </p:cNvSpPr>
          <p:nvPr>
            <p:ph type="title" hasCustomPrompt="1"/>
          </p:nvPr>
        </p:nvSpPr>
        <p:spPr>
          <a:xfrm>
            <a:off x="777240" y="623701"/>
            <a:ext cx="14721840" cy="9825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Basic with content</a:t>
            </a:r>
            <a:endParaRPr dirty="0"/>
          </a:p>
        </p:txBody>
      </p:sp>
      <p:pic>
        <p:nvPicPr>
          <p:cNvPr id="3" name="Graphic 2">
            <a:extLst>
              <a:ext uri="{FF2B5EF4-FFF2-40B4-BE49-F238E27FC236}">
                <a16:creationId xmlns:a16="http://schemas.microsoft.com/office/drawing/2014/main" id="{758882D9-310C-6E4A-B475-ED84CD0B29C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73582" y="8289519"/>
            <a:ext cx="927574" cy="387532"/>
          </a:xfrm>
          <a:prstGeom prst="rect">
            <a:avLst/>
          </a:prstGeom>
        </p:spPr>
      </p:pic>
      <p:sp>
        <p:nvSpPr>
          <p:cNvPr id="5" name="Content Placeholder 8">
            <a:extLst>
              <a:ext uri="{FF2B5EF4-FFF2-40B4-BE49-F238E27FC236}">
                <a16:creationId xmlns:a16="http://schemas.microsoft.com/office/drawing/2014/main" id="{CBFC27C2-52DD-1ADD-04D0-CD92BDEEB385}"/>
              </a:ext>
            </a:extLst>
          </p:cNvPr>
          <p:cNvSpPr>
            <a:spLocks noGrp="1"/>
          </p:cNvSpPr>
          <p:nvPr>
            <p:ph sz="quarter" idx="10"/>
          </p:nvPr>
        </p:nvSpPr>
        <p:spPr>
          <a:xfrm>
            <a:off x="777239" y="2267712"/>
            <a:ext cx="14718349" cy="5669280"/>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bg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bg1"/>
                </a:solidFill>
                <a:latin typeface="+mn-lt"/>
                <a:ea typeface="Arial"/>
                <a:cs typeface="Arial"/>
                <a:sym typeface="Arial"/>
              </a:defRPr>
            </a:lvl2pPr>
            <a:lvl3pPr marL="566928" indent="-237744">
              <a:lnSpc>
                <a:spcPct val="110000"/>
              </a:lnSpc>
              <a:spcBef>
                <a:spcPts val="300"/>
              </a:spcBef>
              <a:buClrTx/>
              <a:defRPr sz="16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8" name="Google Shape;287;p43">
            <a:extLst>
              <a:ext uri="{FF2B5EF4-FFF2-40B4-BE49-F238E27FC236}">
                <a16:creationId xmlns:a16="http://schemas.microsoft.com/office/drawing/2014/main" id="{10AD9B68-68DD-D7DA-29E4-1865E43167AC}"/>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9" name="TextBox 8">
            <a:extLst>
              <a:ext uri="{FF2B5EF4-FFF2-40B4-BE49-F238E27FC236}">
                <a16:creationId xmlns:a16="http://schemas.microsoft.com/office/drawing/2014/main" id="{FC969AA6-325E-B192-0664-DB22860D5CCE}"/>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pic>
        <p:nvPicPr>
          <p:cNvPr id="2" name="Graphic 1">
            <a:extLst>
              <a:ext uri="{FF2B5EF4-FFF2-40B4-BE49-F238E27FC236}">
                <a16:creationId xmlns:a16="http://schemas.microsoft.com/office/drawing/2014/main" id="{BD237B9D-DAF1-FA94-EB47-7B4CA3E98CB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4" name="Google Shape;287;p43">
            <a:extLst>
              <a:ext uri="{FF2B5EF4-FFF2-40B4-BE49-F238E27FC236}">
                <a16:creationId xmlns:a16="http://schemas.microsoft.com/office/drawing/2014/main" id="{A1200EFC-16E9-2E00-433A-FCF2A1719E0C}"/>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6" name="TextBox 5">
            <a:extLst>
              <a:ext uri="{FF2B5EF4-FFF2-40B4-BE49-F238E27FC236}">
                <a16:creationId xmlns:a16="http://schemas.microsoft.com/office/drawing/2014/main" id="{975C98FD-AE68-4C30-C24A-5FDCE217F4C8}"/>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25337179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asic Layout dark - No content">
    <p:bg>
      <p:bgPr>
        <a:solidFill>
          <a:schemeClr val="tx2"/>
        </a:solidFill>
        <a:effectLst/>
      </p:bgPr>
    </p:bg>
    <p:spTree>
      <p:nvGrpSpPr>
        <p:cNvPr id="1" name=""/>
        <p:cNvGrpSpPr/>
        <p:nvPr/>
      </p:nvGrpSpPr>
      <p:grpSpPr>
        <a:xfrm>
          <a:off x="0" y="0"/>
          <a:ext cx="0" cy="0"/>
          <a:chOff x="0" y="0"/>
          <a:chExt cx="0" cy="0"/>
        </a:xfrm>
      </p:grpSpPr>
      <p:sp>
        <p:nvSpPr>
          <p:cNvPr id="7" name="Google Shape;77;p17">
            <a:extLst>
              <a:ext uri="{FF2B5EF4-FFF2-40B4-BE49-F238E27FC236}">
                <a16:creationId xmlns:a16="http://schemas.microsoft.com/office/drawing/2014/main" id="{06AFD335-7F39-B22C-4410-E1258DBA08EA}"/>
              </a:ext>
            </a:extLst>
          </p:cNvPr>
          <p:cNvSpPr txBox="1">
            <a:spLocks noGrp="1"/>
          </p:cNvSpPr>
          <p:nvPr>
            <p:ph type="title" hasCustomPrompt="1"/>
          </p:nvPr>
        </p:nvSpPr>
        <p:spPr>
          <a:xfrm>
            <a:off x="777240" y="623701"/>
            <a:ext cx="14721840" cy="9825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dirty="0"/>
              <a:t>Basic – no content</a:t>
            </a:r>
            <a:endParaRPr dirty="0"/>
          </a:p>
        </p:txBody>
      </p:sp>
      <p:pic>
        <p:nvPicPr>
          <p:cNvPr id="3" name="Graphic 2">
            <a:extLst>
              <a:ext uri="{FF2B5EF4-FFF2-40B4-BE49-F238E27FC236}">
                <a16:creationId xmlns:a16="http://schemas.microsoft.com/office/drawing/2014/main" id="{50B76662-BB84-C63A-658F-7BE44A3A6AF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73582" y="8289519"/>
            <a:ext cx="927574" cy="387532"/>
          </a:xfrm>
          <a:prstGeom prst="rect">
            <a:avLst/>
          </a:prstGeom>
        </p:spPr>
      </p:pic>
      <p:sp>
        <p:nvSpPr>
          <p:cNvPr id="6" name="Google Shape;287;p43">
            <a:extLst>
              <a:ext uri="{FF2B5EF4-FFF2-40B4-BE49-F238E27FC236}">
                <a16:creationId xmlns:a16="http://schemas.microsoft.com/office/drawing/2014/main" id="{11F94641-9882-E0C2-7345-160F15576322}"/>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8" name="TextBox 7">
            <a:extLst>
              <a:ext uri="{FF2B5EF4-FFF2-40B4-BE49-F238E27FC236}">
                <a16:creationId xmlns:a16="http://schemas.microsoft.com/office/drawing/2014/main" id="{37DAD50F-0BCE-5EB2-77CE-4012532BB0F6}"/>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pic>
        <p:nvPicPr>
          <p:cNvPr id="2" name="Graphic 1">
            <a:extLst>
              <a:ext uri="{FF2B5EF4-FFF2-40B4-BE49-F238E27FC236}">
                <a16:creationId xmlns:a16="http://schemas.microsoft.com/office/drawing/2014/main" id="{CE495ED1-A8FC-1F3E-B296-3AF8CEA0A2F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4" name="Google Shape;287;p43">
            <a:extLst>
              <a:ext uri="{FF2B5EF4-FFF2-40B4-BE49-F238E27FC236}">
                <a16:creationId xmlns:a16="http://schemas.microsoft.com/office/drawing/2014/main" id="{4A6422DD-1F24-2AB7-5415-254927979350}"/>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5" name="TextBox 4">
            <a:extLst>
              <a:ext uri="{FF2B5EF4-FFF2-40B4-BE49-F238E27FC236}">
                <a16:creationId xmlns:a16="http://schemas.microsoft.com/office/drawing/2014/main" id="{095D06B8-6CE8-5118-2A68-A1A794D094A2}"/>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41309007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 light option 1">
    <p:spTree>
      <p:nvGrpSpPr>
        <p:cNvPr id="1" name=""/>
        <p:cNvGrpSpPr/>
        <p:nvPr/>
      </p:nvGrpSpPr>
      <p:grpSpPr>
        <a:xfrm>
          <a:off x="0" y="0"/>
          <a:ext cx="0" cy="0"/>
          <a:chOff x="0" y="0"/>
          <a:chExt cx="0" cy="0"/>
        </a:xfrm>
      </p:grpSpPr>
      <p:sp>
        <p:nvSpPr>
          <p:cNvPr id="21" name="Google Shape;77;p17">
            <a:extLst>
              <a:ext uri="{FF2B5EF4-FFF2-40B4-BE49-F238E27FC236}">
                <a16:creationId xmlns:a16="http://schemas.microsoft.com/office/drawing/2014/main" id="{4AC7CE15-DA6C-3743-D8DA-66BB5B6A342E}"/>
              </a:ext>
            </a:extLst>
          </p:cNvPr>
          <p:cNvSpPr txBox="1">
            <a:spLocks noGrp="1"/>
          </p:cNvSpPr>
          <p:nvPr>
            <p:ph type="title" hasCustomPrompt="1"/>
          </p:nvPr>
        </p:nvSpPr>
        <p:spPr>
          <a:xfrm>
            <a:off x="777240" y="839364"/>
            <a:ext cx="4849190" cy="1016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8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Agenda</a:t>
            </a:r>
            <a:endParaRPr/>
          </a:p>
        </p:txBody>
      </p:sp>
    </p:spTree>
    <p:extLst>
      <p:ext uri="{BB962C8B-B14F-4D97-AF65-F5344CB8AC3E}">
        <p14:creationId xmlns:p14="http://schemas.microsoft.com/office/powerpoint/2010/main" val="40045710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 light option 2">
    <p:bg>
      <p:bgPr>
        <a:solidFill>
          <a:schemeClr val="bg2"/>
        </a:solidFill>
        <a:effectLst/>
      </p:bgPr>
    </p:bg>
    <p:spTree>
      <p:nvGrpSpPr>
        <p:cNvPr id="1" name=""/>
        <p:cNvGrpSpPr/>
        <p:nvPr/>
      </p:nvGrpSpPr>
      <p:grpSpPr>
        <a:xfrm>
          <a:off x="0" y="0"/>
          <a:ext cx="0" cy="0"/>
          <a:chOff x="0" y="0"/>
          <a:chExt cx="0" cy="0"/>
        </a:xfrm>
      </p:grpSpPr>
      <p:sp>
        <p:nvSpPr>
          <p:cNvPr id="3" name="Google Shape;77;p17">
            <a:extLst>
              <a:ext uri="{FF2B5EF4-FFF2-40B4-BE49-F238E27FC236}">
                <a16:creationId xmlns:a16="http://schemas.microsoft.com/office/drawing/2014/main" id="{AFF642F0-9635-9355-F247-D2C036F12706}"/>
              </a:ext>
            </a:extLst>
          </p:cNvPr>
          <p:cNvSpPr txBox="1">
            <a:spLocks noGrp="1"/>
          </p:cNvSpPr>
          <p:nvPr>
            <p:ph type="title" hasCustomPrompt="1"/>
          </p:nvPr>
        </p:nvSpPr>
        <p:spPr>
          <a:xfrm>
            <a:off x="777240" y="839364"/>
            <a:ext cx="4849190" cy="1016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8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Agenda</a:t>
            </a:r>
            <a:endParaRPr/>
          </a:p>
        </p:txBody>
      </p:sp>
    </p:spTree>
    <p:extLst>
      <p:ext uri="{BB962C8B-B14F-4D97-AF65-F5344CB8AC3E}">
        <p14:creationId xmlns:p14="http://schemas.microsoft.com/office/powerpoint/2010/main" val="33115505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 dark option 1">
    <p:bg>
      <p:bgPr>
        <a:solidFill>
          <a:schemeClr val="tx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56D4C5C-8FDC-264F-DEE4-1C0BD2A0F07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73582" y="8289519"/>
            <a:ext cx="927574" cy="387532"/>
          </a:xfrm>
          <a:prstGeom prst="rect">
            <a:avLst/>
          </a:prstGeom>
        </p:spPr>
      </p:pic>
      <p:sp>
        <p:nvSpPr>
          <p:cNvPr id="2" name="Google Shape;77;p17">
            <a:extLst>
              <a:ext uri="{FF2B5EF4-FFF2-40B4-BE49-F238E27FC236}">
                <a16:creationId xmlns:a16="http://schemas.microsoft.com/office/drawing/2014/main" id="{63149DDE-C804-AECE-634F-F52AFD952A9F}"/>
              </a:ext>
            </a:extLst>
          </p:cNvPr>
          <p:cNvSpPr txBox="1">
            <a:spLocks noGrp="1"/>
          </p:cNvSpPr>
          <p:nvPr>
            <p:ph type="title" hasCustomPrompt="1"/>
          </p:nvPr>
        </p:nvSpPr>
        <p:spPr>
          <a:xfrm>
            <a:off x="777240" y="839364"/>
            <a:ext cx="4849190" cy="1016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5689"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Agenda</a:t>
            </a:r>
            <a:endParaRPr/>
          </a:p>
        </p:txBody>
      </p:sp>
      <p:sp>
        <p:nvSpPr>
          <p:cNvPr id="8" name="Google Shape;287;p43">
            <a:extLst>
              <a:ext uri="{FF2B5EF4-FFF2-40B4-BE49-F238E27FC236}">
                <a16:creationId xmlns:a16="http://schemas.microsoft.com/office/drawing/2014/main" id="{897A9DFE-89BB-C749-39D9-9D0C6ECF1A46}"/>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sp>
        <p:nvSpPr>
          <p:cNvPr id="9" name="TextBox 8">
            <a:extLst>
              <a:ext uri="{FF2B5EF4-FFF2-40B4-BE49-F238E27FC236}">
                <a16:creationId xmlns:a16="http://schemas.microsoft.com/office/drawing/2014/main" id="{D69EA473-91DE-C110-A04B-58BA5BE92962}"/>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pic>
        <p:nvPicPr>
          <p:cNvPr id="3" name="Graphic 2">
            <a:extLst>
              <a:ext uri="{FF2B5EF4-FFF2-40B4-BE49-F238E27FC236}">
                <a16:creationId xmlns:a16="http://schemas.microsoft.com/office/drawing/2014/main" id="{950ED8C5-723F-D45D-1F2A-81DD1AD6339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5" name="Google Shape;287;p43">
            <a:extLst>
              <a:ext uri="{FF2B5EF4-FFF2-40B4-BE49-F238E27FC236}">
                <a16:creationId xmlns:a16="http://schemas.microsoft.com/office/drawing/2014/main" id="{1E6D3D51-98EA-CC65-8200-38C28ADAAF88}"/>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sp>
        <p:nvSpPr>
          <p:cNvPr id="6" name="TextBox 5">
            <a:extLst>
              <a:ext uri="{FF2B5EF4-FFF2-40B4-BE49-F238E27FC236}">
                <a16:creationId xmlns:a16="http://schemas.microsoft.com/office/drawing/2014/main" id="{461AE8BB-6D1A-2DE0-1C18-3995FFAD9BCD}"/>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169962679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light - option 1">
    <p:bg>
      <p:bgPr>
        <a:solidFill>
          <a:schemeClr val="bg1"/>
        </a:solidFill>
        <a:effectLst/>
      </p:bgPr>
    </p:bg>
    <p:spTree>
      <p:nvGrpSpPr>
        <p:cNvPr id="1" name=""/>
        <p:cNvGrpSpPr/>
        <p:nvPr/>
      </p:nvGrpSpPr>
      <p:grpSpPr>
        <a:xfrm>
          <a:off x="0" y="0"/>
          <a:ext cx="0" cy="0"/>
          <a:chOff x="0" y="0"/>
          <a:chExt cx="0" cy="0"/>
        </a:xfrm>
      </p:grpSpPr>
      <p:sp>
        <p:nvSpPr>
          <p:cNvPr id="2" name="Google Shape;77;p17">
            <a:extLst>
              <a:ext uri="{FF2B5EF4-FFF2-40B4-BE49-F238E27FC236}">
                <a16:creationId xmlns:a16="http://schemas.microsoft.com/office/drawing/2014/main" id="{22B1F315-A9C7-DCB6-8480-DE61728BC554}"/>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dirty="0"/>
          </a:p>
        </p:txBody>
      </p:sp>
      <p:sp>
        <p:nvSpPr>
          <p:cNvPr id="4" name="Text Placeholder 7">
            <a:extLst>
              <a:ext uri="{FF2B5EF4-FFF2-40B4-BE49-F238E27FC236}">
                <a16:creationId xmlns:a16="http://schemas.microsoft.com/office/drawing/2014/main" id="{27BD5997-25D7-549B-4401-30E7D84F6A0F}"/>
              </a:ext>
            </a:extLst>
          </p:cNvPr>
          <p:cNvSpPr>
            <a:spLocks noGrp="1"/>
          </p:cNvSpPr>
          <p:nvPr>
            <p:ph type="body" sz="quarter" idx="13"/>
          </p:nvPr>
        </p:nvSpPr>
        <p:spPr>
          <a:xfrm>
            <a:off x="6848859" y="621792"/>
            <a:ext cx="8670696" cy="2411847"/>
          </a:xfrm>
          <a:prstGeom prst="rect">
            <a:avLst/>
          </a:prstGeom>
        </p:spPr>
        <p:txBody>
          <a:bodyPr lIns="0" tIns="0" rIns="0" bIns="0"/>
          <a:lstStyle>
            <a:lvl1pPr marL="0" indent="0">
              <a:lnSpc>
                <a:spcPct val="110000"/>
              </a:lnSpc>
              <a:spcBef>
                <a:spcPts val="900"/>
              </a:spcBef>
              <a:spcAft>
                <a:spcPts val="900"/>
              </a:spcAft>
              <a:buNone/>
              <a:defRPr sz="2000">
                <a:solidFill>
                  <a:schemeClr val="tx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tx1"/>
                </a:solidFill>
              </a:defRPr>
            </a:lvl2pPr>
            <a:lvl3pPr marL="571500" indent="-237744">
              <a:lnSpc>
                <a:spcPct val="110000"/>
              </a:lnSpc>
              <a:spcBef>
                <a:spcPts val="300"/>
              </a:spcBef>
              <a:buFont typeface="Arial" panose="020B0604020202020204" pitchFamily="34" charset="0"/>
              <a:buChar char="•"/>
              <a:tabLst/>
              <a:defRPr sz="1400">
                <a:solidFill>
                  <a:schemeClr val="tx1"/>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5839342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light - option 2">
    <p:bg>
      <p:bgPr>
        <a:solidFill>
          <a:schemeClr val="bg1"/>
        </a:solidFill>
        <a:effectLst/>
      </p:bgPr>
    </p:bg>
    <p:spTree>
      <p:nvGrpSpPr>
        <p:cNvPr id="1" name=""/>
        <p:cNvGrpSpPr/>
        <p:nvPr/>
      </p:nvGrpSpPr>
      <p:grpSpPr>
        <a:xfrm>
          <a:off x="0" y="0"/>
          <a:ext cx="0" cy="0"/>
          <a:chOff x="0" y="0"/>
          <a:chExt cx="0" cy="0"/>
        </a:xfrm>
      </p:grpSpPr>
      <p:sp>
        <p:nvSpPr>
          <p:cNvPr id="7" name="Google Shape;77;p17">
            <a:extLst>
              <a:ext uri="{FF2B5EF4-FFF2-40B4-BE49-F238E27FC236}">
                <a16:creationId xmlns:a16="http://schemas.microsoft.com/office/drawing/2014/main" id="{6058D2E5-E738-8039-CEE3-D131FFDF812A}"/>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4" name="Text Placeholder 7">
            <a:extLst>
              <a:ext uri="{FF2B5EF4-FFF2-40B4-BE49-F238E27FC236}">
                <a16:creationId xmlns:a16="http://schemas.microsoft.com/office/drawing/2014/main" id="{EA95F265-E99C-7E8D-D884-D1E06001D076}"/>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spcAft>
                <a:spcPts val="900"/>
              </a:spcAft>
              <a:buNone/>
              <a:defRPr sz="2000"/>
            </a:lvl1pPr>
            <a:lvl2pPr marL="320040" indent="-320040">
              <a:lnSpc>
                <a:spcPct val="110000"/>
              </a:lnSpc>
              <a:spcBef>
                <a:spcPts val="900"/>
              </a:spcBef>
              <a:spcAft>
                <a:spcPts val="0"/>
              </a:spcAft>
              <a:buFont typeface="Arial" panose="020B0604020202020204" pitchFamily="34" charset="0"/>
              <a:buChar char="•"/>
              <a:tabLst/>
              <a:defRPr sz="2000"/>
            </a:lvl2pPr>
            <a:lvl3pPr marL="566928" indent="-237744">
              <a:lnSpc>
                <a:spcPct val="110000"/>
              </a:lnSpc>
              <a:spcBef>
                <a:spcPts val="300"/>
              </a:spcBef>
              <a:buFont typeface="Arial" panose="020B0604020202020204" pitchFamily="34" charset="0"/>
              <a:buChar char="•"/>
              <a:tabLst/>
              <a:defRPr sz="14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5146761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light - option 3">
    <p:bg>
      <p:bgPr>
        <a:solidFill>
          <a:schemeClr val="bg1"/>
        </a:solidFill>
        <a:effectLst/>
      </p:bgPr>
    </p:bg>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D2D19EAD-175C-1D57-FEC8-C6BF6C6E694F}"/>
              </a:ext>
            </a:extLst>
          </p:cNvPr>
          <p:cNvSpPr>
            <a:spLocks noGrp="1"/>
          </p:cNvSpPr>
          <p:nvPr>
            <p:ph type="pic" sz="quarter" idx="15" hasCustomPrompt="1"/>
          </p:nvPr>
        </p:nvSpPr>
        <p:spPr>
          <a:xfrm>
            <a:off x="777241" y="1366606"/>
            <a:ext cx="5866931" cy="6165968"/>
          </a:xfrm>
          <a:prstGeom prst="roundRect">
            <a:avLst>
              <a:gd name="adj" fmla="val 5042"/>
            </a:avLst>
          </a:prstGeom>
          <a:noFill/>
          <a:ln>
            <a:noFill/>
            <a:prstDash val="dash"/>
          </a:ln>
          <a:effectLst/>
        </p:spPr>
        <p:txBody>
          <a:bodyPr lIns="72000" tIns="1007999" rIns="72000" anchor="ctr"/>
          <a:lstStyle>
            <a:lvl1pPr marL="0" indent="0" algn="ctr">
              <a:buNone/>
              <a:defRPr sz="2400">
                <a:solidFill>
                  <a:schemeClr val="tx1"/>
                </a:solidFill>
                <a:latin typeface="Arial" panose="020B0604020202020204" pitchFamily="34" charset="0"/>
                <a:cs typeface="Arial" panose="020B0604020202020204" pitchFamily="34" charset="0"/>
              </a:defRPr>
            </a:lvl1pPr>
          </a:lstStyle>
          <a:p>
            <a:r>
              <a:rPr lang="en-US"/>
              <a:t>Click icon to insert picture</a:t>
            </a:r>
          </a:p>
        </p:txBody>
      </p:sp>
      <p:sp>
        <p:nvSpPr>
          <p:cNvPr id="7" name="Google Shape;77;p17">
            <a:extLst>
              <a:ext uri="{FF2B5EF4-FFF2-40B4-BE49-F238E27FC236}">
                <a16:creationId xmlns:a16="http://schemas.microsoft.com/office/drawing/2014/main" id="{6058D2E5-E738-8039-CEE3-D131FFDF812A}"/>
              </a:ext>
            </a:extLst>
          </p:cNvPr>
          <p:cNvSpPr txBox="1">
            <a:spLocks noGrp="1"/>
          </p:cNvSpPr>
          <p:nvPr>
            <p:ph type="title"/>
          </p:nvPr>
        </p:nvSpPr>
        <p:spPr>
          <a:xfrm>
            <a:off x="8128794" y="762000"/>
            <a:ext cx="750022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dirty="0"/>
          </a:p>
        </p:txBody>
      </p:sp>
      <p:sp>
        <p:nvSpPr>
          <p:cNvPr id="4" name="Text Placeholder 7">
            <a:extLst>
              <a:ext uri="{FF2B5EF4-FFF2-40B4-BE49-F238E27FC236}">
                <a16:creationId xmlns:a16="http://schemas.microsoft.com/office/drawing/2014/main" id="{C6237E86-63C1-0608-7F56-2AE77778D145}"/>
              </a:ext>
            </a:extLst>
          </p:cNvPr>
          <p:cNvSpPr>
            <a:spLocks noGrp="1"/>
          </p:cNvSpPr>
          <p:nvPr>
            <p:ph type="body" sz="quarter" idx="13"/>
          </p:nvPr>
        </p:nvSpPr>
        <p:spPr>
          <a:xfrm>
            <a:off x="8128794" y="3370977"/>
            <a:ext cx="7500227" cy="2411847"/>
          </a:xfrm>
          <a:prstGeom prst="rect">
            <a:avLst/>
          </a:prstGeom>
        </p:spPr>
        <p:txBody>
          <a:bodyPr lIns="0" tIns="0" rIns="0" bIns="0"/>
          <a:lstStyle>
            <a:lvl1pPr marL="0" indent="0">
              <a:lnSpc>
                <a:spcPct val="110000"/>
              </a:lnSpc>
              <a:spcBef>
                <a:spcPts val="900"/>
              </a:spcBef>
              <a:spcAft>
                <a:spcPts val="900"/>
              </a:spcAft>
              <a:buNone/>
              <a:defRPr sz="2000"/>
            </a:lvl1pPr>
            <a:lvl2pPr marL="320040" indent="-320040">
              <a:lnSpc>
                <a:spcPct val="110000"/>
              </a:lnSpc>
              <a:spcBef>
                <a:spcPts val="900"/>
              </a:spcBef>
              <a:spcAft>
                <a:spcPts val="0"/>
              </a:spcAft>
              <a:buFont typeface="Arial" panose="020B0604020202020204" pitchFamily="34" charset="0"/>
              <a:buChar char="•"/>
              <a:tabLst/>
              <a:defRPr sz="2000"/>
            </a:lvl2pPr>
            <a:lvl3pPr marL="566928" indent="-237744">
              <a:lnSpc>
                <a:spcPct val="110000"/>
              </a:lnSpc>
              <a:spcBef>
                <a:spcPts val="300"/>
              </a:spcBef>
              <a:buFont typeface="Arial" panose="020B0604020202020204" pitchFamily="34" charset="0"/>
              <a:buChar char="•"/>
              <a:tabLst/>
              <a:defRPr sz="14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568876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dark - option 1">
    <p:bg>
      <p:bgPr>
        <a:solidFill>
          <a:schemeClr val="tx2"/>
        </a:solidFill>
        <a:effectLst/>
      </p:bgPr>
    </p:bg>
    <p:spTree>
      <p:nvGrpSpPr>
        <p:cNvPr id="1" name=""/>
        <p:cNvGrpSpPr/>
        <p:nvPr/>
      </p:nvGrpSpPr>
      <p:grpSpPr>
        <a:xfrm>
          <a:off x="0" y="0"/>
          <a:ext cx="0" cy="0"/>
          <a:chOff x="0" y="0"/>
          <a:chExt cx="0" cy="0"/>
        </a:xfrm>
      </p:grpSpPr>
      <p:sp>
        <p:nvSpPr>
          <p:cNvPr id="4" name="Google Shape;77;p17">
            <a:extLst>
              <a:ext uri="{FF2B5EF4-FFF2-40B4-BE49-F238E27FC236}">
                <a16:creationId xmlns:a16="http://schemas.microsoft.com/office/drawing/2014/main" id="{F761592F-9E18-C8B9-022B-C4F9AFFE64F4}"/>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5" name="Graphic 4">
            <a:extLst>
              <a:ext uri="{FF2B5EF4-FFF2-40B4-BE49-F238E27FC236}">
                <a16:creationId xmlns:a16="http://schemas.microsoft.com/office/drawing/2014/main" id="{977B3293-A9B5-64B2-C0B7-A20F6D705A5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73582" y="8289519"/>
            <a:ext cx="927574" cy="387532"/>
          </a:xfrm>
          <a:prstGeom prst="rect">
            <a:avLst/>
          </a:prstGeom>
        </p:spPr>
      </p:pic>
      <p:sp>
        <p:nvSpPr>
          <p:cNvPr id="10" name="Google Shape;287;p43">
            <a:extLst>
              <a:ext uri="{FF2B5EF4-FFF2-40B4-BE49-F238E27FC236}">
                <a16:creationId xmlns:a16="http://schemas.microsoft.com/office/drawing/2014/main" id="{E813D0EF-CFC9-2BE3-1A41-CE06265CC0E6}"/>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11" name="TextBox 10">
            <a:extLst>
              <a:ext uri="{FF2B5EF4-FFF2-40B4-BE49-F238E27FC236}">
                <a16:creationId xmlns:a16="http://schemas.microsoft.com/office/drawing/2014/main" id="{70F0E337-5F1E-D4E6-A52B-34FC78708714}"/>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3" name="Text Placeholder 7">
            <a:extLst>
              <a:ext uri="{FF2B5EF4-FFF2-40B4-BE49-F238E27FC236}">
                <a16:creationId xmlns:a16="http://schemas.microsoft.com/office/drawing/2014/main" id="{76C14591-969A-124D-6FA4-957752E47D6F}"/>
              </a:ext>
            </a:extLst>
          </p:cNvPr>
          <p:cNvSpPr>
            <a:spLocks noGrp="1"/>
          </p:cNvSpPr>
          <p:nvPr>
            <p:ph type="body" sz="quarter" idx="13"/>
          </p:nvPr>
        </p:nvSpPr>
        <p:spPr>
          <a:xfrm>
            <a:off x="6848859" y="621792"/>
            <a:ext cx="8670696" cy="2411847"/>
          </a:xfrm>
          <a:prstGeom prst="rect">
            <a:avLst/>
          </a:prstGeom>
        </p:spPr>
        <p:txBody>
          <a:bodyPr lIns="0" tIns="0" rIns="0" bIns="0"/>
          <a:lstStyle>
            <a:lvl1pPr marL="0" indent="0">
              <a:lnSpc>
                <a:spcPct val="110000"/>
              </a:lnSpc>
              <a:spcBef>
                <a:spcPts val="900"/>
              </a:spcBef>
              <a:spcAft>
                <a:spcPts val="900"/>
              </a:spcAft>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71500"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825E8504-3584-6AE4-A5A3-EAB9FA10B94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6" name="Google Shape;287;p43">
            <a:extLst>
              <a:ext uri="{FF2B5EF4-FFF2-40B4-BE49-F238E27FC236}">
                <a16:creationId xmlns:a16="http://schemas.microsoft.com/office/drawing/2014/main" id="{F5161E13-3F81-E644-2E43-E1109F22BE4B}"/>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7" name="TextBox 6">
            <a:extLst>
              <a:ext uri="{FF2B5EF4-FFF2-40B4-BE49-F238E27FC236}">
                <a16:creationId xmlns:a16="http://schemas.microsoft.com/office/drawing/2014/main" id="{D40314F7-CD3B-A040-4AC5-EE00263C706E}"/>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204607431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dark - option 2">
    <p:bg>
      <p:bgPr>
        <a:solidFill>
          <a:schemeClr val="tx2"/>
        </a:solidFill>
        <a:effectLst/>
      </p:bgPr>
    </p:bg>
    <p:spTree>
      <p:nvGrpSpPr>
        <p:cNvPr id="1" name=""/>
        <p:cNvGrpSpPr/>
        <p:nvPr/>
      </p:nvGrpSpPr>
      <p:grpSpPr>
        <a:xfrm>
          <a:off x="0" y="0"/>
          <a:ext cx="0" cy="0"/>
          <a:chOff x="0" y="0"/>
          <a:chExt cx="0" cy="0"/>
        </a:xfrm>
      </p:grpSpPr>
      <p:sp>
        <p:nvSpPr>
          <p:cNvPr id="5" name="Google Shape;77;p17">
            <a:extLst>
              <a:ext uri="{FF2B5EF4-FFF2-40B4-BE49-F238E27FC236}">
                <a16:creationId xmlns:a16="http://schemas.microsoft.com/office/drawing/2014/main" id="{77C9E056-E4F6-A8EB-00E0-AD67C455FC9D}"/>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3" name="Graphic 2">
            <a:extLst>
              <a:ext uri="{FF2B5EF4-FFF2-40B4-BE49-F238E27FC236}">
                <a16:creationId xmlns:a16="http://schemas.microsoft.com/office/drawing/2014/main" id="{1F5FE7B1-5D87-61DE-2122-0B6055FA6B5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73582" y="8289519"/>
            <a:ext cx="927574" cy="387532"/>
          </a:xfrm>
          <a:prstGeom prst="rect">
            <a:avLst/>
          </a:prstGeom>
        </p:spPr>
      </p:pic>
      <p:sp>
        <p:nvSpPr>
          <p:cNvPr id="10" name="Google Shape;287;p43">
            <a:extLst>
              <a:ext uri="{FF2B5EF4-FFF2-40B4-BE49-F238E27FC236}">
                <a16:creationId xmlns:a16="http://schemas.microsoft.com/office/drawing/2014/main" id="{080797E3-2475-E29C-5DB2-7D8BA05810FF}"/>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11" name="TextBox 10">
            <a:extLst>
              <a:ext uri="{FF2B5EF4-FFF2-40B4-BE49-F238E27FC236}">
                <a16:creationId xmlns:a16="http://schemas.microsoft.com/office/drawing/2014/main" id="{13014D05-64E8-B70D-CBA8-ED977D50537B}"/>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2" name="Text Placeholder 7">
            <a:extLst>
              <a:ext uri="{FF2B5EF4-FFF2-40B4-BE49-F238E27FC236}">
                <a16:creationId xmlns:a16="http://schemas.microsoft.com/office/drawing/2014/main" id="{BE27D7BD-D298-42F2-5D23-6961247FDF8B}"/>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spcAft>
                <a:spcPts val="900"/>
              </a:spcAft>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66928"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4" name="Graphic 3">
            <a:extLst>
              <a:ext uri="{FF2B5EF4-FFF2-40B4-BE49-F238E27FC236}">
                <a16:creationId xmlns:a16="http://schemas.microsoft.com/office/drawing/2014/main" id="{49B16CE0-3C88-32F4-8625-5E7F68275B4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6" name="Google Shape;287;p43">
            <a:extLst>
              <a:ext uri="{FF2B5EF4-FFF2-40B4-BE49-F238E27FC236}">
                <a16:creationId xmlns:a16="http://schemas.microsoft.com/office/drawing/2014/main" id="{9668414B-EC52-E3DB-6E41-512D146580B9}"/>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7" name="TextBox 6">
            <a:extLst>
              <a:ext uri="{FF2B5EF4-FFF2-40B4-BE49-F238E27FC236}">
                <a16:creationId xmlns:a16="http://schemas.microsoft.com/office/drawing/2014/main" id="{5F324EE7-4ED9-AAE7-3FFF-B6BE9A3B35B3}"/>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3860757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dark - option 3">
    <p:bg>
      <p:bgPr>
        <a:solidFill>
          <a:schemeClr val="tx2"/>
        </a:solidFill>
        <a:effectLst/>
      </p:bgPr>
    </p:bg>
    <p:spTree>
      <p:nvGrpSpPr>
        <p:cNvPr id="1" name=""/>
        <p:cNvGrpSpPr/>
        <p:nvPr/>
      </p:nvGrpSpPr>
      <p:grpSpPr>
        <a:xfrm>
          <a:off x="0" y="0"/>
          <a:ext cx="0" cy="0"/>
          <a:chOff x="0" y="0"/>
          <a:chExt cx="0" cy="0"/>
        </a:xfrm>
      </p:grpSpPr>
      <p:sp>
        <p:nvSpPr>
          <p:cNvPr id="5" name="Google Shape;77;p17">
            <a:extLst>
              <a:ext uri="{FF2B5EF4-FFF2-40B4-BE49-F238E27FC236}">
                <a16:creationId xmlns:a16="http://schemas.microsoft.com/office/drawing/2014/main" id="{77C9E056-E4F6-A8EB-00E0-AD67C455FC9D}"/>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4" name="Graphic 3">
            <a:extLst>
              <a:ext uri="{FF2B5EF4-FFF2-40B4-BE49-F238E27FC236}">
                <a16:creationId xmlns:a16="http://schemas.microsoft.com/office/drawing/2014/main" id="{96FAFC04-822F-4465-FEC2-D30B298191D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73582" y="8289519"/>
            <a:ext cx="927574" cy="387532"/>
          </a:xfrm>
          <a:prstGeom prst="rect">
            <a:avLst/>
          </a:prstGeom>
        </p:spPr>
      </p:pic>
      <p:sp>
        <p:nvSpPr>
          <p:cNvPr id="11" name="Google Shape;287;p43">
            <a:extLst>
              <a:ext uri="{FF2B5EF4-FFF2-40B4-BE49-F238E27FC236}">
                <a16:creationId xmlns:a16="http://schemas.microsoft.com/office/drawing/2014/main" id="{3F76C333-22F9-AE8F-47D3-D2493D9439D2}"/>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12" name="TextBox 11">
            <a:extLst>
              <a:ext uri="{FF2B5EF4-FFF2-40B4-BE49-F238E27FC236}">
                <a16:creationId xmlns:a16="http://schemas.microsoft.com/office/drawing/2014/main" id="{9D1B3DDD-6C0D-5D93-6FC2-DF86D344CA56}"/>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6" name="Picture Placeholder 7">
            <a:extLst>
              <a:ext uri="{FF2B5EF4-FFF2-40B4-BE49-F238E27FC236}">
                <a16:creationId xmlns:a16="http://schemas.microsoft.com/office/drawing/2014/main" id="{DF63655D-8A95-32E6-2C69-47BF5B4DC4A5}"/>
              </a:ext>
            </a:extLst>
          </p:cNvPr>
          <p:cNvSpPr>
            <a:spLocks noGrp="1"/>
          </p:cNvSpPr>
          <p:nvPr>
            <p:ph type="pic" sz="quarter" idx="15" hasCustomPrompt="1"/>
          </p:nvPr>
        </p:nvSpPr>
        <p:spPr>
          <a:xfrm>
            <a:off x="8511540" y="603429"/>
            <a:ext cx="7130537" cy="7493979"/>
          </a:xfrm>
          <a:prstGeom prst="roundRect">
            <a:avLst>
              <a:gd name="adj" fmla="val 5042"/>
            </a:avLst>
          </a:prstGeom>
          <a:noFill/>
          <a:ln>
            <a:noFill/>
            <a:prstDash val="dash"/>
          </a:ln>
          <a:effectLst/>
        </p:spPr>
        <p:txBody>
          <a:bodyPr lIns="72000" tIns="1007999" rIns="72000" anchor="ctr"/>
          <a:lstStyle>
            <a:lvl1pPr marL="0" indent="0" algn="ctr">
              <a:buNone/>
              <a:defRPr sz="2400">
                <a:solidFill>
                  <a:schemeClr val="bg1"/>
                </a:solidFill>
                <a:latin typeface="Arial" panose="020B0604020202020204" pitchFamily="34" charset="0"/>
                <a:cs typeface="Arial" panose="020B0604020202020204" pitchFamily="34" charset="0"/>
              </a:defRPr>
            </a:lvl1pPr>
          </a:lstStyle>
          <a:p>
            <a:r>
              <a:rPr lang="en-US"/>
              <a:t>Click icon to insert picture</a:t>
            </a:r>
          </a:p>
        </p:txBody>
      </p:sp>
      <p:sp>
        <p:nvSpPr>
          <p:cNvPr id="2" name="Text Placeholder 7">
            <a:extLst>
              <a:ext uri="{FF2B5EF4-FFF2-40B4-BE49-F238E27FC236}">
                <a16:creationId xmlns:a16="http://schemas.microsoft.com/office/drawing/2014/main" id="{79E1E2F7-0EE2-3DF3-8E7A-8550E3D746CE}"/>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spcAft>
                <a:spcPts val="900"/>
              </a:spcAft>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66928"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0C6644F1-0DEF-F114-8EC2-DA918F520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7" name="Google Shape;287;p43">
            <a:extLst>
              <a:ext uri="{FF2B5EF4-FFF2-40B4-BE49-F238E27FC236}">
                <a16:creationId xmlns:a16="http://schemas.microsoft.com/office/drawing/2014/main" id="{45F16EB3-47E2-C893-4F64-C7A0AF86F707}"/>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8" name="TextBox 7">
            <a:extLst>
              <a:ext uri="{FF2B5EF4-FFF2-40B4-BE49-F238E27FC236}">
                <a16:creationId xmlns:a16="http://schemas.microsoft.com/office/drawing/2014/main" id="{CC110BC8-B43F-DF8A-B589-BD4A56BEC921}"/>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293662865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attern light - option 1">
    <p:bg>
      <p:bgPr>
        <a:solidFill>
          <a:schemeClr val="bg1"/>
        </a:solidFill>
        <a:effectLst/>
      </p:bgPr>
    </p:bg>
    <p:spTree>
      <p:nvGrpSpPr>
        <p:cNvPr id="1" name=""/>
        <p:cNvGrpSpPr/>
        <p:nvPr/>
      </p:nvGrpSpPr>
      <p:grpSpPr>
        <a:xfrm>
          <a:off x="0" y="0"/>
          <a:ext cx="0" cy="0"/>
          <a:chOff x="0" y="0"/>
          <a:chExt cx="0" cy="0"/>
        </a:xfrm>
      </p:grpSpPr>
      <p:pic>
        <p:nvPicPr>
          <p:cNvPr id="2" name="Picture 1" descr="A close-up of several white boxes&#10;&#10;Description automatically generated">
            <a:extLst>
              <a:ext uri="{FF2B5EF4-FFF2-40B4-BE49-F238E27FC236}">
                <a16:creationId xmlns:a16="http://schemas.microsoft.com/office/drawing/2014/main" id="{96B56705-8402-C8A5-2B7E-CC320B534E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6257588" cy="9144000"/>
          </a:xfrm>
          <a:prstGeom prst="rect">
            <a:avLst/>
          </a:prstGeom>
        </p:spPr>
      </p:pic>
      <p:pic>
        <p:nvPicPr>
          <p:cNvPr id="6" name="Picture 5" descr="A close-up of several white boxes&#10;&#10;Description automatically generated">
            <a:extLst>
              <a:ext uri="{FF2B5EF4-FFF2-40B4-BE49-F238E27FC236}">
                <a16:creationId xmlns:a16="http://schemas.microsoft.com/office/drawing/2014/main" id="{D86126CF-2CC6-42AA-5CA1-243206B3ED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6257588" cy="9144000"/>
          </a:xfrm>
          <a:prstGeom prst="rect">
            <a:avLst/>
          </a:prstGeom>
        </p:spPr>
      </p:pic>
      <p:sp>
        <p:nvSpPr>
          <p:cNvPr id="12" name="Google Shape;77;p17">
            <a:extLst>
              <a:ext uri="{FF2B5EF4-FFF2-40B4-BE49-F238E27FC236}">
                <a16:creationId xmlns:a16="http://schemas.microsoft.com/office/drawing/2014/main" id="{D59CF43F-C6D9-8D61-84CD-786025BA7AC3}"/>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14" name="Graphic 13">
            <a:extLst>
              <a:ext uri="{FF2B5EF4-FFF2-40B4-BE49-F238E27FC236}">
                <a16:creationId xmlns:a16="http://schemas.microsoft.com/office/drawing/2014/main" id="{1BA802C5-34A9-64B1-61F2-D0BA4CF712E2}"/>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4" name="Google Shape;287;p43">
            <a:extLst>
              <a:ext uri="{FF2B5EF4-FFF2-40B4-BE49-F238E27FC236}">
                <a16:creationId xmlns:a16="http://schemas.microsoft.com/office/drawing/2014/main" id="{30B94279-6371-6A31-73CE-6FE4D16BCF37}"/>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accent3"/>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accent3"/>
              </a:solidFill>
              <a:latin typeface="Arial" panose="020B0604020202020204" pitchFamily="34" charset="0"/>
              <a:ea typeface="Lexend"/>
              <a:cs typeface="Arial" panose="020B0604020202020204" pitchFamily="34" charset="0"/>
              <a:sym typeface="Lexend"/>
            </a:endParaRPr>
          </a:p>
        </p:txBody>
      </p:sp>
      <p:sp>
        <p:nvSpPr>
          <p:cNvPr id="8" name="TextBox 7">
            <a:extLst>
              <a:ext uri="{FF2B5EF4-FFF2-40B4-BE49-F238E27FC236}">
                <a16:creationId xmlns:a16="http://schemas.microsoft.com/office/drawing/2014/main" id="{6E7C5C4D-51A5-CEB5-CD72-8B27BC6BAE64}"/>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accent3"/>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accent3"/>
                </a:solidFill>
                <a:latin typeface="Arial" panose="020B0604020202020204" pitchFamily="34" charset="0"/>
                <a:ea typeface="Arial Regular" charset="0"/>
                <a:cs typeface="Arial Regular" charset="0"/>
              </a:rPr>
              <a:t>infor.com</a:t>
            </a:r>
            <a:endParaRPr lang="en-US" sz="1000" b="0" i="0" kern="1200" spc="0" baseline="0" dirty="0">
              <a:solidFill>
                <a:schemeClr val="accent3"/>
              </a:solidFill>
              <a:latin typeface="Arial" panose="020B0604020202020204" pitchFamily="34" charset="0"/>
              <a:ea typeface="Arial Regular" charset="0"/>
              <a:cs typeface="Arial Regular" charset="0"/>
            </a:endParaRPr>
          </a:p>
        </p:txBody>
      </p:sp>
      <p:sp>
        <p:nvSpPr>
          <p:cNvPr id="3" name="Text Placeholder 7">
            <a:extLst>
              <a:ext uri="{FF2B5EF4-FFF2-40B4-BE49-F238E27FC236}">
                <a16:creationId xmlns:a16="http://schemas.microsoft.com/office/drawing/2014/main" id="{19004FC1-3C61-0C41-F9EA-372D314896E5}"/>
              </a:ext>
            </a:extLst>
          </p:cNvPr>
          <p:cNvSpPr>
            <a:spLocks noGrp="1"/>
          </p:cNvSpPr>
          <p:nvPr>
            <p:ph type="body" sz="quarter" idx="13"/>
          </p:nvPr>
        </p:nvSpPr>
        <p:spPr>
          <a:xfrm>
            <a:off x="6848859" y="621792"/>
            <a:ext cx="8670696" cy="2411847"/>
          </a:xfrm>
          <a:prstGeom prst="rect">
            <a:avLst/>
          </a:prstGeom>
        </p:spPr>
        <p:txBody>
          <a:bodyPr lIns="0" tIns="0" rIns="0" bIns="0"/>
          <a:lstStyle>
            <a:lvl1pPr marL="0" indent="0">
              <a:lnSpc>
                <a:spcPct val="110000"/>
              </a:lnSpc>
              <a:spcBef>
                <a:spcPts val="900"/>
              </a:spcBef>
              <a:spcAft>
                <a:spcPts val="900"/>
              </a:spcAft>
              <a:buNone/>
              <a:defRPr sz="2000">
                <a:solidFill>
                  <a:schemeClr val="tx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tx1"/>
                </a:solidFill>
              </a:defRPr>
            </a:lvl2pPr>
            <a:lvl3pPr marL="571500" indent="-237744">
              <a:lnSpc>
                <a:spcPct val="110000"/>
              </a:lnSpc>
              <a:spcBef>
                <a:spcPts val="300"/>
              </a:spcBef>
              <a:buFont typeface="Arial" panose="020B0604020202020204" pitchFamily="34" charset="0"/>
              <a:buChar char="•"/>
              <a:tabLst/>
              <a:defRPr sz="1400">
                <a:solidFill>
                  <a:schemeClr val="tx1"/>
                </a:solidFill>
              </a:defRPr>
            </a:lvl3pPr>
          </a:lstStyle>
          <a:p>
            <a:pPr lvl="0"/>
            <a:r>
              <a:rPr lang="en-US"/>
              <a:t>Click to edit Master text styles</a:t>
            </a:r>
          </a:p>
          <a:p>
            <a:pPr lvl="1"/>
            <a:r>
              <a:rPr lang="en-US"/>
              <a:t>Second level</a:t>
            </a:r>
          </a:p>
          <a:p>
            <a:pPr lvl="2"/>
            <a:r>
              <a:rPr lang="en-US"/>
              <a:t>Third level</a:t>
            </a:r>
          </a:p>
        </p:txBody>
      </p:sp>
      <p:pic>
        <p:nvPicPr>
          <p:cNvPr id="5" name="Graphic 4">
            <a:extLst>
              <a:ext uri="{FF2B5EF4-FFF2-40B4-BE49-F238E27FC236}">
                <a16:creationId xmlns:a16="http://schemas.microsoft.com/office/drawing/2014/main" id="{F2E2F47C-34CB-7080-570B-66E621EF7123}"/>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Tree>
    <p:extLst>
      <p:ext uri="{BB962C8B-B14F-4D97-AF65-F5344CB8AC3E}">
        <p14:creationId xmlns:p14="http://schemas.microsoft.com/office/powerpoint/2010/main" val="135574776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attern light - option 2">
    <p:bg>
      <p:bgPr>
        <a:solidFill>
          <a:schemeClr val="bg1"/>
        </a:solidFill>
        <a:effectLst/>
      </p:bgPr>
    </p:bg>
    <p:spTree>
      <p:nvGrpSpPr>
        <p:cNvPr id="1" name=""/>
        <p:cNvGrpSpPr/>
        <p:nvPr/>
      </p:nvGrpSpPr>
      <p:grpSpPr>
        <a:xfrm>
          <a:off x="0" y="0"/>
          <a:ext cx="0" cy="0"/>
          <a:chOff x="0" y="0"/>
          <a:chExt cx="0" cy="0"/>
        </a:xfrm>
      </p:grpSpPr>
      <p:pic>
        <p:nvPicPr>
          <p:cNvPr id="6" name="Picture 5" descr="A close up of a white cube&#10;&#10;Description automatically generated">
            <a:extLst>
              <a:ext uri="{FF2B5EF4-FFF2-40B4-BE49-F238E27FC236}">
                <a16:creationId xmlns:a16="http://schemas.microsoft.com/office/drawing/2014/main" id="{99AF0A59-82C2-6302-246E-6D5A41D6E46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6257588" cy="9144000"/>
          </a:xfrm>
          <a:prstGeom prst="rect">
            <a:avLst/>
          </a:prstGeom>
        </p:spPr>
      </p:pic>
      <p:sp>
        <p:nvSpPr>
          <p:cNvPr id="16" name="Google Shape;77;p17">
            <a:extLst>
              <a:ext uri="{FF2B5EF4-FFF2-40B4-BE49-F238E27FC236}">
                <a16:creationId xmlns:a16="http://schemas.microsoft.com/office/drawing/2014/main" id="{8B7259C8-8184-2F61-0BD2-90129F98DFD1}"/>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17" name="Graphic 16">
            <a:extLst>
              <a:ext uri="{FF2B5EF4-FFF2-40B4-BE49-F238E27FC236}">
                <a16:creationId xmlns:a16="http://schemas.microsoft.com/office/drawing/2014/main" id="{11DA43C4-4423-1741-C9BB-FD682261A4BA}"/>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4" name="Google Shape;287;p43">
            <a:extLst>
              <a:ext uri="{FF2B5EF4-FFF2-40B4-BE49-F238E27FC236}">
                <a16:creationId xmlns:a16="http://schemas.microsoft.com/office/drawing/2014/main" id="{3410F3E4-8AD8-57EE-B4A7-FF81F6415E66}"/>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rgbClr val="001528"/>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rgbClr val="001528"/>
              </a:solidFill>
              <a:latin typeface="Arial" panose="020B0604020202020204" pitchFamily="34" charset="0"/>
              <a:ea typeface="Lexend"/>
              <a:cs typeface="Arial" panose="020B0604020202020204" pitchFamily="34" charset="0"/>
              <a:sym typeface="Lexend"/>
            </a:endParaRPr>
          </a:p>
        </p:txBody>
      </p:sp>
      <p:sp>
        <p:nvSpPr>
          <p:cNvPr id="7" name="TextBox 6">
            <a:extLst>
              <a:ext uri="{FF2B5EF4-FFF2-40B4-BE49-F238E27FC236}">
                <a16:creationId xmlns:a16="http://schemas.microsoft.com/office/drawing/2014/main" id="{9D3069AB-137C-ADDA-017E-BD15B616FDA3}"/>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2" name="Text Placeholder 7">
            <a:extLst>
              <a:ext uri="{FF2B5EF4-FFF2-40B4-BE49-F238E27FC236}">
                <a16:creationId xmlns:a16="http://schemas.microsoft.com/office/drawing/2014/main" id="{28332415-8109-E03C-3704-C8CB41D5AFBC}"/>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spcAft>
                <a:spcPts val="900"/>
              </a:spcAft>
              <a:buNone/>
              <a:defRPr sz="2000"/>
            </a:lvl1pPr>
            <a:lvl2pPr marL="320040" indent="-320040">
              <a:lnSpc>
                <a:spcPct val="110000"/>
              </a:lnSpc>
              <a:spcBef>
                <a:spcPts val="900"/>
              </a:spcBef>
              <a:spcAft>
                <a:spcPts val="0"/>
              </a:spcAft>
              <a:buFont typeface="Arial" panose="020B0604020202020204" pitchFamily="34" charset="0"/>
              <a:buChar char="•"/>
              <a:tabLst/>
              <a:defRPr sz="2000"/>
            </a:lvl2pPr>
            <a:lvl3pPr marL="566928" indent="-237744">
              <a:lnSpc>
                <a:spcPct val="110000"/>
              </a:lnSpc>
              <a:spcBef>
                <a:spcPts val="300"/>
              </a:spcBef>
              <a:buFont typeface="Arial" panose="020B0604020202020204" pitchFamily="34" charset="0"/>
              <a:buChar char="•"/>
              <a:tabLst/>
              <a:defRPr sz="1400"/>
            </a:lvl3pPr>
          </a:lstStyle>
          <a:p>
            <a:pPr lvl="0"/>
            <a:r>
              <a:rPr lang="en-US"/>
              <a:t>Click to edit Master text styles</a:t>
            </a:r>
          </a:p>
          <a:p>
            <a:pPr lvl="1"/>
            <a:r>
              <a:rPr lang="en-US"/>
              <a:t>Second level</a:t>
            </a:r>
          </a:p>
          <a:p>
            <a:pPr lvl="2"/>
            <a:r>
              <a:rPr lang="en-US"/>
              <a:t>Third level</a:t>
            </a:r>
          </a:p>
        </p:txBody>
      </p:sp>
      <p:pic>
        <p:nvPicPr>
          <p:cNvPr id="3" name="Picture 2" descr="A close up of a white cube&#10;&#10;Description automatically generated">
            <a:extLst>
              <a:ext uri="{FF2B5EF4-FFF2-40B4-BE49-F238E27FC236}">
                <a16:creationId xmlns:a16="http://schemas.microsoft.com/office/drawing/2014/main" id="{632A73FE-8A39-8A6A-B788-5392A46BC0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6257588" cy="9144000"/>
          </a:xfrm>
          <a:prstGeom prst="rect">
            <a:avLst/>
          </a:prstGeom>
        </p:spPr>
      </p:pic>
      <p:pic>
        <p:nvPicPr>
          <p:cNvPr id="5" name="Graphic 4">
            <a:extLst>
              <a:ext uri="{FF2B5EF4-FFF2-40B4-BE49-F238E27FC236}">
                <a16:creationId xmlns:a16="http://schemas.microsoft.com/office/drawing/2014/main" id="{6EA6E798-901C-F709-5BE7-A330570E8214}"/>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8" name="Google Shape;287;p43">
            <a:extLst>
              <a:ext uri="{FF2B5EF4-FFF2-40B4-BE49-F238E27FC236}">
                <a16:creationId xmlns:a16="http://schemas.microsoft.com/office/drawing/2014/main" id="{F45DE7D9-ED5B-40B0-CA6A-95DB0AF2A62B}"/>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accent3"/>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accent3"/>
              </a:solidFill>
              <a:latin typeface="Arial" panose="020B0604020202020204" pitchFamily="34" charset="0"/>
              <a:ea typeface="Lexend"/>
              <a:cs typeface="Arial" panose="020B0604020202020204" pitchFamily="34" charset="0"/>
              <a:sym typeface="Lexend"/>
            </a:endParaRPr>
          </a:p>
        </p:txBody>
      </p:sp>
      <p:sp>
        <p:nvSpPr>
          <p:cNvPr id="9" name="TextBox 8">
            <a:extLst>
              <a:ext uri="{FF2B5EF4-FFF2-40B4-BE49-F238E27FC236}">
                <a16:creationId xmlns:a16="http://schemas.microsoft.com/office/drawing/2014/main" id="{B5D84F1E-6509-EC92-A2FE-02E3652CEB80}"/>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accent3"/>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accent3"/>
                </a:solidFill>
                <a:latin typeface="Arial" panose="020B0604020202020204" pitchFamily="34" charset="0"/>
                <a:ea typeface="Arial Regular" charset="0"/>
                <a:cs typeface="Arial Regular" charset="0"/>
              </a:rPr>
              <a:t>infor.com</a:t>
            </a:r>
            <a:endParaRPr lang="en-US" sz="1000" b="0" i="0" kern="1200" spc="0" baseline="0" dirty="0">
              <a:solidFill>
                <a:schemeClr val="accent3"/>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17420665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attern dark - option 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86126CF-2CC6-42AA-5CA1-243206B3ED2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6257588" cy="9144000"/>
          </a:xfrm>
          <a:prstGeom prst="rect">
            <a:avLst/>
          </a:prstGeom>
        </p:spPr>
      </p:pic>
      <p:sp>
        <p:nvSpPr>
          <p:cNvPr id="5" name="Google Shape;77;p17">
            <a:extLst>
              <a:ext uri="{FF2B5EF4-FFF2-40B4-BE49-F238E27FC236}">
                <a16:creationId xmlns:a16="http://schemas.microsoft.com/office/drawing/2014/main" id="{C3DC7C50-1393-560F-292C-1C134097D4B7}"/>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11" name="Graphic 10">
            <a:extLst>
              <a:ext uri="{FF2B5EF4-FFF2-40B4-BE49-F238E27FC236}">
                <a16:creationId xmlns:a16="http://schemas.microsoft.com/office/drawing/2014/main" id="{17B6A63A-5888-53FC-5EBE-0026E7002D29}"/>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12" name="Google Shape;287;p43">
            <a:extLst>
              <a:ext uri="{FF2B5EF4-FFF2-40B4-BE49-F238E27FC236}">
                <a16:creationId xmlns:a16="http://schemas.microsoft.com/office/drawing/2014/main" id="{62212149-5FC6-3248-E9CE-37B03CDCB377}"/>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13" name="TextBox 12">
            <a:extLst>
              <a:ext uri="{FF2B5EF4-FFF2-40B4-BE49-F238E27FC236}">
                <a16:creationId xmlns:a16="http://schemas.microsoft.com/office/drawing/2014/main" id="{20B5729F-50EA-80BC-36D4-BCA3740EB61A}"/>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3" name="Text Placeholder 7">
            <a:extLst>
              <a:ext uri="{FF2B5EF4-FFF2-40B4-BE49-F238E27FC236}">
                <a16:creationId xmlns:a16="http://schemas.microsoft.com/office/drawing/2014/main" id="{3AF1200A-FB13-E61B-026B-377C35A1BF8D}"/>
              </a:ext>
            </a:extLst>
          </p:cNvPr>
          <p:cNvSpPr>
            <a:spLocks noGrp="1"/>
          </p:cNvSpPr>
          <p:nvPr>
            <p:ph type="body" sz="quarter" idx="13"/>
          </p:nvPr>
        </p:nvSpPr>
        <p:spPr>
          <a:xfrm>
            <a:off x="6848859" y="621792"/>
            <a:ext cx="8670696" cy="2411847"/>
          </a:xfrm>
          <a:prstGeom prst="rect">
            <a:avLst/>
          </a:prstGeom>
        </p:spPr>
        <p:txBody>
          <a:bodyPr lIns="0" tIns="0" rIns="0" bIns="0"/>
          <a:lstStyle>
            <a:lvl1pPr marL="0" indent="0">
              <a:lnSpc>
                <a:spcPct val="110000"/>
              </a:lnSpc>
              <a:spcBef>
                <a:spcPts val="900"/>
              </a:spcBef>
              <a:spcAft>
                <a:spcPts val="900"/>
              </a:spcAft>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71500"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D81203CA-8FC7-E969-749A-D24BB2181B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6257588" cy="9144000"/>
          </a:xfrm>
          <a:prstGeom prst="rect">
            <a:avLst/>
          </a:prstGeom>
        </p:spPr>
      </p:pic>
      <p:pic>
        <p:nvPicPr>
          <p:cNvPr id="4" name="Graphic 3">
            <a:extLst>
              <a:ext uri="{FF2B5EF4-FFF2-40B4-BE49-F238E27FC236}">
                <a16:creationId xmlns:a16="http://schemas.microsoft.com/office/drawing/2014/main" id="{4537A7BE-9CEC-1B6D-1BA4-58FB57EB64C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7" name="Google Shape;287;p43">
            <a:extLst>
              <a:ext uri="{FF2B5EF4-FFF2-40B4-BE49-F238E27FC236}">
                <a16:creationId xmlns:a16="http://schemas.microsoft.com/office/drawing/2014/main" id="{A0F0B134-1520-BA15-F6F1-AFD099006E80}"/>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8" name="TextBox 7">
            <a:extLst>
              <a:ext uri="{FF2B5EF4-FFF2-40B4-BE49-F238E27FC236}">
                <a16:creationId xmlns:a16="http://schemas.microsoft.com/office/drawing/2014/main" id="{57F2064D-9EC8-94E5-50B1-995764BC9AC1}"/>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109189433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attern dark - option 2">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AF0A59-82C2-6302-246E-6D5A41D6E46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6257588" cy="9144000"/>
          </a:xfrm>
          <a:prstGeom prst="rect">
            <a:avLst/>
          </a:prstGeom>
        </p:spPr>
      </p:pic>
      <p:sp>
        <p:nvSpPr>
          <p:cNvPr id="5" name="Google Shape;77;p17">
            <a:extLst>
              <a:ext uri="{FF2B5EF4-FFF2-40B4-BE49-F238E27FC236}">
                <a16:creationId xmlns:a16="http://schemas.microsoft.com/office/drawing/2014/main" id="{ACB815D5-8C0A-221B-5FDC-E00BA28F62E3}"/>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8" name="Graphic 7">
            <a:extLst>
              <a:ext uri="{FF2B5EF4-FFF2-40B4-BE49-F238E27FC236}">
                <a16:creationId xmlns:a16="http://schemas.microsoft.com/office/drawing/2014/main" id="{079FEA90-171C-13E4-8F4C-61F397D391D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14" name="Google Shape;287;p43">
            <a:extLst>
              <a:ext uri="{FF2B5EF4-FFF2-40B4-BE49-F238E27FC236}">
                <a16:creationId xmlns:a16="http://schemas.microsoft.com/office/drawing/2014/main" id="{AC04B68B-015F-CA03-00D0-84B92AEC94BB}"/>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15" name="TextBox 14">
            <a:extLst>
              <a:ext uri="{FF2B5EF4-FFF2-40B4-BE49-F238E27FC236}">
                <a16:creationId xmlns:a16="http://schemas.microsoft.com/office/drawing/2014/main" id="{C7810ED8-BDD5-D6D3-B105-F2492F6E5895}"/>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2" name="Text Placeholder 7">
            <a:extLst>
              <a:ext uri="{FF2B5EF4-FFF2-40B4-BE49-F238E27FC236}">
                <a16:creationId xmlns:a16="http://schemas.microsoft.com/office/drawing/2014/main" id="{C2558329-9E32-F057-4728-30786A7717FB}"/>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spcAft>
                <a:spcPts val="900"/>
              </a:spcAft>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66928"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296C200A-1FED-5CBB-C293-7B0C0318D4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6257588" cy="9144000"/>
          </a:xfrm>
          <a:prstGeom prst="rect">
            <a:avLst/>
          </a:prstGeom>
        </p:spPr>
      </p:pic>
      <p:pic>
        <p:nvPicPr>
          <p:cNvPr id="4" name="Graphic 3">
            <a:extLst>
              <a:ext uri="{FF2B5EF4-FFF2-40B4-BE49-F238E27FC236}">
                <a16:creationId xmlns:a16="http://schemas.microsoft.com/office/drawing/2014/main" id="{A2B12F75-5AAA-47EE-0208-12DD7A4CBA9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7" name="Google Shape;287;p43">
            <a:extLst>
              <a:ext uri="{FF2B5EF4-FFF2-40B4-BE49-F238E27FC236}">
                <a16:creationId xmlns:a16="http://schemas.microsoft.com/office/drawing/2014/main" id="{88796C19-C0BE-7540-FA59-90B4D50AA089}"/>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9" name="TextBox 8">
            <a:extLst>
              <a:ext uri="{FF2B5EF4-FFF2-40B4-BE49-F238E27FC236}">
                <a16:creationId xmlns:a16="http://schemas.microsoft.com/office/drawing/2014/main" id="{E4A7E9F9-5BB3-B19E-A0E7-0EA6233A2FE1}"/>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24496723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ustomer success">
    <p:spTree>
      <p:nvGrpSpPr>
        <p:cNvPr id="1" name=""/>
        <p:cNvGrpSpPr/>
        <p:nvPr/>
      </p:nvGrpSpPr>
      <p:grpSpPr>
        <a:xfrm>
          <a:off x="0" y="0"/>
          <a:ext cx="0" cy="0"/>
          <a:chOff x="0" y="0"/>
          <a:chExt cx="0" cy="0"/>
        </a:xfrm>
      </p:grpSpPr>
      <p:grpSp>
        <p:nvGrpSpPr>
          <p:cNvPr id="48" name="Group 47" hidden="1">
            <a:extLst>
              <a:ext uri="{FF2B5EF4-FFF2-40B4-BE49-F238E27FC236}">
                <a16:creationId xmlns:a16="http://schemas.microsoft.com/office/drawing/2014/main" id="{126D3528-8386-ED34-518C-44FF7A8A5976}"/>
              </a:ext>
            </a:extLst>
          </p:cNvPr>
          <p:cNvGrpSpPr/>
          <p:nvPr/>
        </p:nvGrpSpPr>
        <p:grpSpPr>
          <a:xfrm>
            <a:off x="846466" y="392874"/>
            <a:ext cx="14853530" cy="7144342"/>
            <a:chOff x="1072629" y="-2961775"/>
            <a:chExt cx="14853530" cy="7144342"/>
          </a:xfrm>
        </p:grpSpPr>
        <p:sp>
          <p:nvSpPr>
            <p:cNvPr id="61" name="Subtitle 4">
              <a:extLst>
                <a:ext uri="{FF2B5EF4-FFF2-40B4-BE49-F238E27FC236}">
                  <a16:creationId xmlns:a16="http://schemas.microsoft.com/office/drawing/2014/main" id="{CBD0FC3D-E544-363D-149E-CD8A16984C16}"/>
                </a:ext>
              </a:extLst>
            </p:cNvPr>
            <p:cNvSpPr txBox="1">
              <a:spLocks/>
            </p:cNvSpPr>
            <p:nvPr/>
          </p:nvSpPr>
          <p:spPr>
            <a:xfrm>
              <a:off x="1096473" y="1056674"/>
              <a:ext cx="4824000" cy="1671837"/>
            </a:xfrm>
            <a:prstGeom prst="rect">
              <a:avLst/>
            </a:prstGeom>
          </p:spPr>
          <p:txBody>
            <a:bodyPr lIns="0" tIns="0" rIns="0" bIns="0"/>
            <a:lstStyle>
              <a:lvl1pPr marL="0" indent="0" algn="l" defTabSz="1219110" rtl="0" eaLnBrk="1" latinLnBrk="0" hangingPunct="1">
                <a:lnSpc>
                  <a:spcPct val="110000"/>
                </a:lnSpc>
                <a:spcBef>
                  <a:spcPts val="600"/>
                </a:spcBef>
                <a:buFont typeface="Arial" panose="020B0604020202020204" pitchFamily="34" charset="0"/>
                <a:buNone/>
                <a:defRPr sz="2000" kern="1200">
                  <a:solidFill>
                    <a:schemeClr val="tx1"/>
                  </a:solidFill>
                  <a:latin typeface="+mn-lt"/>
                  <a:ea typeface="+mn-ea"/>
                  <a:cs typeface="+mn-cs"/>
                </a:defRPr>
              </a:lvl1pPr>
              <a:lvl2pPr marL="355600" indent="-342900" algn="l" defTabSz="1219110" rtl="0" eaLnBrk="1" latinLnBrk="0" hangingPunct="1">
                <a:lnSpc>
                  <a:spcPct val="110000"/>
                </a:lnSpc>
                <a:spcBef>
                  <a:spcPts val="900"/>
                </a:spcBef>
                <a:spcAft>
                  <a:spcPts val="0"/>
                </a:spcAft>
                <a:buFont typeface="Arial" panose="020B0604020202020204" pitchFamily="34" charset="0"/>
                <a:buChar char="•"/>
                <a:tabLst/>
                <a:defRPr sz="2000" kern="1200">
                  <a:solidFill>
                    <a:schemeClr val="tx1"/>
                  </a:solidFill>
                  <a:latin typeface="+mn-lt"/>
                  <a:ea typeface="+mn-ea"/>
                  <a:cs typeface="+mn-cs"/>
                </a:defRPr>
              </a:lvl2pPr>
              <a:lvl3pPr marL="646113" indent="-285750" algn="l" defTabSz="1219110" rtl="0" eaLnBrk="1" latinLnBrk="0" hangingPunct="1">
                <a:lnSpc>
                  <a:spcPct val="110000"/>
                </a:lnSpc>
                <a:spcBef>
                  <a:spcPts val="300"/>
                </a:spcBef>
                <a:buFont typeface="Arial" panose="020B0604020202020204" pitchFamily="34" charset="0"/>
                <a:buChar char="•"/>
                <a:tabLst/>
                <a:defRPr sz="1400" kern="1200">
                  <a:solidFill>
                    <a:schemeClr val="tx1"/>
                  </a:solidFill>
                  <a:latin typeface="+mn-lt"/>
                  <a:ea typeface="+mn-ea"/>
                  <a:cs typeface="+mn-cs"/>
                </a:defRPr>
              </a:lvl3pPr>
              <a:lvl4pPr marL="2133440"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299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54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10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65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212"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buClrTx/>
              </a:pPr>
              <a:r>
                <a:rPr lang="en-MY" sz="1600" dirty="0"/>
                <a:t>Max 300 characters </a:t>
              </a:r>
              <a:r>
                <a:rPr lang="en-MY" sz="1600" dirty="0" err="1"/>
                <a:t>LoremTech</a:t>
              </a:r>
              <a:r>
                <a:rPr lang="en-MY" sz="1600" dirty="0"/>
                <a:t> Solutions is a leading innovator in the tech industry, dedicated to providing cutting-edge solutions to meet your needs. With a commitment to excellence and a passion for innovation, we pride ourselves on delivering high-quality products and services that exceed our</a:t>
              </a:r>
              <a:endParaRPr lang="en-US" sz="1600" dirty="0"/>
            </a:p>
          </p:txBody>
        </p:sp>
        <p:pic>
          <p:nvPicPr>
            <p:cNvPr id="50" name="Picture Placeholder 18">
              <a:extLst>
                <a:ext uri="{FF2B5EF4-FFF2-40B4-BE49-F238E27FC236}">
                  <a16:creationId xmlns:a16="http://schemas.microsoft.com/office/drawing/2014/main" id="{50B2D4EC-001F-1DD9-1D06-7569BFBADBB4}"/>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23137" b="-23137"/>
            <a:stretch/>
          </p:blipFill>
          <p:spPr>
            <a:xfrm>
              <a:off x="1098180" y="-1794187"/>
              <a:ext cx="3338758" cy="1865938"/>
            </a:xfrm>
            <a:prstGeom prst="rect">
              <a:avLst/>
            </a:prstGeom>
          </p:spPr>
        </p:pic>
        <p:sp>
          <p:nvSpPr>
            <p:cNvPr id="52" name="TextBox 51">
              <a:extLst>
                <a:ext uri="{FF2B5EF4-FFF2-40B4-BE49-F238E27FC236}">
                  <a16:creationId xmlns:a16="http://schemas.microsoft.com/office/drawing/2014/main" id="{98C5ADA4-51D5-8AD6-2389-1674BDD9C412}"/>
                </a:ext>
              </a:extLst>
            </p:cNvPr>
            <p:cNvSpPr txBox="1"/>
            <p:nvPr/>
          </p:nvSpPr>
          <p:spPr>
            <a:xfrm>
              <a:off x="1098180" y="2843226"/>
              <a:ext cx="3600744" cy="1339341"/>
            </a:xfrm>
            <a:prstGeom prst="rect">
              <a:avLst/>
            </a:prstGeom>
            <a:noFill/>
          </p:spPr>
          <p:txBody>
            <a:bodyPr wrap="square" lIns="0">
              <a:spAutoFit/>
            </a:bodyPr>
            <a:lstStyle/>
            <a:p>
              <a:pPr>
                <a:lnSpc>
                  <a:spcPct val="130000"/>
                </a:lnSpc>
              </a:pPr>
              <a:r>
                <a:rPr lang="en-US" sz="1600" b="1" dirty="0">
                  <a:solidFill>
                    <a:schemeClr val="tx1"/>
                  </a:solidFill>
                  <a:latin typeface="Arial" panose="020B0604020202020204" pitchFamily="34" charset="0"/>
                  <a:cs typeface="Arial" panose="020B0604020202020204" pitchFamily="34" charset="0"/>
                </a:rPr>
                <a:t>HQ: </a:t>
              </a:r>
              <a:r>
                <a:rPr lang="en-US" sz="1600" dirty="0">
                  <a:solidFill>
                    <a:schemeClr val="tx1"/>
                  </a:solidFill>
                  <a:latin typeface="Arial" panose="020B0604020202020204" pitchFamily="34" charset="0"/>
                  <a:ea typeface="Source Sans Pro" panose="020B0503030403020204" pitchFamily="34" charset="0"/>
                  <a:cs typeface="Arial" panose="020B0604020202020204" pitchFamily="34" charset="0"/>
                </a:rPr>
                <a:t>Lorem ipsum</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Operating budget: </a:t>
              </a:r>
              <a:r>
                <a:rPr lang="en-US" sz="1600" dirty="0">
                  <a:solidFill>
                    <a:schemeClr val="tx1"/>
                  </a:solidFill>
                  <a:latin typeface="Arial" panose="020B0604020202020204" pitchFamily="34" charset="0"/>
                  <a:cs typeface="Arial" panose="020B0604020202020204" pitchFamily="34" charset="0"/>
                </a:rPr>
                <a:t>Lorem ipsum</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Industry: </a:t>
              </a:r>
              <a:r>
                <a:rPr lang="en-US" sz="1600" dirty="0">
                  <a:solidFill>
                    <a:schemeClr val="tx1"/>
                  </a:solidFill>
                  <a:latin typeface="Arial" panose="020B0604020202020204" pitchFamily="34" charset="0"/>
                  <a:ea typeface="Source Sans Pro" panose="020B0503030403020204" pitchFamily="34" charset="0"/>
                  <a:cs typeface="Arial" panose="020B0604020202020204" pitchFamily="34" charset="0"/>
                </a:rPr>
                <a:t>Lorem ipsum</a:t>
              </a:r>
            </a:p>
            <a:p>
              <a:pPr>
                <a:lnSpc>
                  <a:spcPct val="130000"/>
                </a:lnSpc>
              </a:pPr>
              <a:r>
                <a:rPr lang="en-US" sz="1600" u="sng" kern="1200" spc="-27" dirty="0" err="1">
                  <a:solidFill>
                    <a:schemeClr val="accent1"/>
                  </a:solidFill>
                  <a:latin typeface="Arial" panose="020B0604020202020204" pitchFamily="34" charset="0"/>
                  <a:ea typeface="Source Sans Pro" panose="020B0503030403020204" pitchFamily="34" charset="0"/>
                  <a:cs typeface="Arial" panose="020B0604020202020204" pitchFamily="34" charset="0"/>
                </a:rPr>
                <a:t>www.ruizfoods.com</a:t>
              </a:r>
              <a:endParaRPr lang="en-US" sz="1600" u="sng" kern="1200" spc="-27" dirty="0">
                <a:solidFill>
                  <a:schemeClr val="accent1"/>
                </a:solidFill>
                <a:latin typeface="Arial" panose="020B0604020202020204" pitchFamily="34" charset="0"/>
                <a:ea typeface="Source Sans Pro" panose="020B0503030403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3C0C0C6E-5F2F-7F8D-9B25-52E63EDCE370}"/>
                </a:ext>
              </a:extLst>
            </p:cNvPr>
            <p:cNvSpPr txBox="1"/>
            <p:nvPr/>
          </p:nvSpPr>
          <p:spPr>
            <a:xfrm>
              <a:off x="7219941" y="967301"/>
              <a:ext cx="2387522" cy="907941"/>
            </a:xfrm>
            <a:prstGeom prst="rect">
              <a:avLst/>
            </a:prstGeom>
            <a:noFill/>
          </p:spPr>
          <p:txBody>
            <a:bodyPr wrap="square" lIns="91440" tIns="45720" rIns="91440" bIns="45720" rtlCol="0" anchor="t">
              <a:spAutoFit/>
            </a:bodyPr>
            <a:lstStyle/>
            <a:p>
              <a:r>
                <a:rPr lang="en-US" sz="5300" b="1" dirty="0">
                  <a:solidFill>
                    <a:schemeClr val="accent4"/>
                  </a:solidFill>
                </a:rPr>
                <a:t>68k</a:t>
              </a:r>
            </a:p>
          </p:txBody>
        </p:sp>
        <p:sp>
          <p:nvSpPr>
            <p:cNvPr id="54" name="Subtitle 1">
              <a:extLst>
                <a:ext uri="{FF2B5EF4-FFF2-40B4-BE49-F238E27FC236}">
                  <a16:creationId xmlns:a16="http://schemas.microsoft.com/office/drawing/2014/main" id="{03860009-354E-4F50-0E1B-9D6A3234EBCB}"/>
                </a:ext>
              </a:extLst>
            </p:cNvPr>
            <p:cNvSpPr txBox="1">
              <a:spLocks/>
            </p:cNvSpPr>
            <p:nvPr/>
          </p:nvSpPr>
          <p:spPr>
            <a:xfrm>
              <a:off x="7301955" y="1924394"/>
              <a:ext cx="2338561" cy="1719444"/>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a:r>
                <a:rPr lang="en-MY" dirty="0"/>
                <a:t>100 characters max Lorem ipsum </a:t>
              </a:r>
              <a:r>
                <a:rPr lang="en-MY" dirty="0" err="1"/>
                <a:t>dolor</a:t>
              </a:r>
              <a:r>
                <a:rPr lang="en-MY" dirty="0"/>
                <a:t> sit </a:t>
              </a:r>
              <a:r>
                <a:rPr lang="en-MY" dirty="0" err="1"/>
                <a:t>amet</a:t>
              </a:r>
              <a:r>
                <a:rPr lang="en-MY" dirty="0"/>
                <a:t>, </a:t>
              </a:r>
              <a:r>
                <a:rPr lang="en-MY" dirty="0" err="1"/>
                <a:t>consectetur</a:t>
              </a:r>
              <a:r>
                <a:rPr lang="en-MY" dirty="0"/>
                <a:t> </a:t>
              </a:r>
              <a:r>
                <a:rPr lang="en-MY" dirty="0" err="1"/>
                <a:t>adipiscing</a:t>
              </a:r>
              <a:r>
                <a:rPr lang="en-MY" dirty="0"/>
                <a:t> </a:t>
              </a:r>
              <a:r>
                <a:rPr lang="en-MY" dirty="0" err="1"/>
                <a:t>elit</a:t>
              </a:r>
              <a:r>
                <a:rPr lang="en-MY" dirty="0"/>
                <a:t>. Maecenas </a:t>
              </a:r>
              <a:r>
                <a:rPr lang="en-MY" dirty="0" err="1"/>
                <a:t>efficitur</a:t>
              </a:r>
              <a:r>
                <a:rPr lang="en-MY" dirty="0"/>
                <a:t> </a:t>
              </a:r>
              <a:r>
                <a:rPr lang="en-MY" dirty="0" err="1"/>
                <a:t>consectetur</a:t>
              </a:r>
              <a:r>
                <a:rPr lang="en-MY" dirty="0"/>
                <a:t> </a:t>
              </a:r>
              <a:r>
                <a:rPr lang="en-MY" dirty="0" err="1"/>
                <a:t>feugiat</a:t>
              </a:r>
              <a:r>
                <a:rPr lang="en-MY" dirty="0"/>
                <a:t>. Vestibulum </a:t>
              </a:r>
              <a:r>
                <a:rPr lang="en-MY" dirty="0" err="1"/>
                <a:t>nec</a:t>
              </a:r>
              <a:r>
                <a:rPr lang="en-MY" dirty="0"/>
                <a:t> </a:t>
              </a:r>
              <a:r>
                <a:rPr lang="en-MY" dirty="0" err="1"/>
                <a:t>dapibus</a:t>
              </a:r>
              <a:r>
                <a:rPr lang="en-MY" dirty="0"/>
                <a:t> </a:t>
              </a:r>
              <a:r>
                <a:rPr lang="en-MY" dirty="0" err="1"/>
                <a:t>massa</a:t>
              </a:r>
              <a:r>
                <a:rPr lang="en-MY" dirty="0"/>
                <a:t>. Ut </a:t>
              </a:r>
              <a:r>
                <a:rPr lang="en-MY" dirty="0" err="1"/>
                <a:t>faucibus</a:t>
              </a:r>
              <a:r>
                <a:rPr lang="en-MY" dirty="0"/>
                <a:t> </a:t>
              </a:r>
              <a:r>
                <a:rPr lang="en-MY" dirty="0" err="1"/>
                <a:t>dolor</a:t>
              </a:r>
              <a:r>
                <a:rPr lang="en-MY" dirty="0"/>
                <a:t> </a:t>
              </a:r>
            </a:p>
          </p:txBody>
        </p:sp>
        <p:sp>
          <p:nvSpPr>
            <p:cNvPr id="55" name="TextBox 54">
              <a:extLst>
                <a:ext uri="{FF2B5EF4-FFF2-40B4-BE49-F238E27FC236}">
                  <a16:creationId xmlns:a16="http://schemas.microsoft.com/office/drawing/2014/main" id="{5C57EA87-61CD-F9D6-C7DA-6E74B793B2E4}"/>
                </a:ext>
              </a:extLst>
            </p:cNvPr>
            <p:cNvSpPr txBox="1"/>
            <p:nvPr/>
          </p:nvSpPr>
          <p:spPr>
            <a:xfrm>
              <a:off x="10358775" y="967301"/>
              <a:ext cx="2387522" cy="907941"/>
            </a:xfrm>
            <a:prstGeom prst="rect">
              <a:avLst/>
            </a:prstGeom>
            <a:noFill/>
          </p:spPr>
          <p:txBody>
            <a:bodyPr wrap="square" lIns="91440" tIns="45720" rIns="91440" bIns="45720" rtlCol="0" anchor="t">
              <a:spAutoFit/>
            </a:bodyPr>
            <a:lstStyle/>
            <a:p>
              <a:r>
                <a:rPr lang="en-US" sz="5300" b="1" dirty="0">
                  <a:solidFill>
                    <a:schemeClr val="accent4"/>
                  </a:solidFill>
                </a:rPr>
                <a:t>142</a:t>
              </a:r>
            </a:p>
          </p:txBody>
        </p:sp>
        <p:sp>
          <p:nvSpPr>
            <p:cNvPr id="56" name="Subtitle 1">
              <a:extLst>
                <a:ext uri="{FF2B5EF4-FFF2-40B4-BE49-F238E27FC236}">
                  <a16:creationId xmlns:a16="http://schemas.microsoft.com/office/drawing/2014/main" id="{6FB2AAF8-0DC2-C6F2-9E1A-250F6CE9933C}"/>
                </a:ext>
              </a:extLst>
            </p:cNvPr>
            <p:cNvSpPr txBox="1">
              <a:spLocks/>
            </p:cNvSpPr>
            <p:nvPr/>
          </p:nvSpPr>
          <p:spPr>
            <a:xfrm>
              <a:off x="10524867" y="1924394"/>
              <a:ext cx="2387522" cy="95173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a:r>
                <a:rPr lang="en-MY" dirty="0"/>
                <a:t>100 characters max Lorem ipsum </a:t>
              </a:r>
              <a:r>
                <a:rPr lang="en-MY" dirty="0" err="1"/>
                <a:t>dolor</a:t>
              </a:r>
              <a:r>
                <a:rPr lang="en-MY" dirty="0"/>
                <a:t> sit </a:t>
              </a:r>
              <a:r>
                <a:rPr lang="en-MY" dirty="0" err="1"/>
                <a:t>amet</a:t>
              </a:r>
              <a:r>
                <a:rPr lang="en-MY" dirty="0"/>
                <a:t>, </a:t>
              </a:r>
              <a:r>
                <a:rPr lang="en-MY" dirty="0" err="1"/>
                <a:t>consectetur</a:t>
              </a:r>
              <a:r>
                <a:rPr lang="en-MY" dirty="0"/>
                <a:t> </a:t>
              </a:r>
              <a:r>
                <a:rPr lang="en-MY" dirty="0" err="1"/>
                <a:t>adipiscing</a:t>
              </a:r>
              <a:r>
                <a:rPr lang="en-MY" dirty="0"/>
                <a:t> </a:t>
              </a:r>
              <a:r>
                <a:rPr lang="en-MY" dirty="0" err="1"/>
                <a:t>elit</a:t>
              </a:r>
              <a:r>
                <a:rPr lang="en-MY" dirty="0"/>
                <a:t>. Maecenas </a:t>
              </a:r>
              <a:r>
                <a:rPr lang="en-MY" dirty="0" err="1"/>
                <a:t>efficitur</a:t>
              </a:r>
              <a:r>
                <a:rPr lang="en-MY" dirty="0"/>
                <a:t> </a:t>
              </a:r>
              <a:r>
                <a:rPr lang="en-MY" dirty="0" err="1"/>
                <a:t>consectetur</a:t>
              </a:r>
              <a:r>
                <a:rPr lang="en-MY" dirty="0"/>
                <a:t> </a:t>
              </a:r>
              <a:r>
                <a:rPr lang="en-MY" dirty="0" err="1"/>
                <a:t>feugiat</a:t>
              </a:r>
              <a:r>
                <a:rPr lang="en-MY" dirty="0"/>
                <a:t>. Vestibulum </a:t>
              </a:r>
              <a:r>
                <a:rPr lang="en-MY" dirty="0" err="1"/>
                <a:t>nec</a:t>
              </a:r>
              <a:r>
                <a:rPr lang="en-MY" dirty="0"/>
                <a:t> </a:t>
              </a:r>
              <a:r>
                <a:rPr lang="en-MY" dirty="0" err="1"/>
                <a:t>dapibus</a:t>
              </a:r>
              <a:r>
                <a:rPr lang="en-MY" dirty="0"/>
                <a:t> </a:t>
              </a:r>
              <a:r>
                <a:rPr lang="en-MY" dirty="0" err="1"/>
                <a:t>massa</a:t>
              </a:r>
              <a:r>
                <a:rPr lang="en-MY" dirty="0"/>
                <a:t>. Ut </a:t>
              </a:r>
              <a:r>
                <a:rPr lang="en-MY" dirty="0" err="1"/>
                <a:t>faucibus</a:t>
              </a:r>
              <a:r>
                <a:rPr lang="en-MY" dirty="0"/>
                <a:t> </a:t>
              </a:r>
              <a:r>
                <a:rPr lang="en-MY" dirty="0" err="1"/>
                <a:t>dolor</a:t>
              </a:r>
              <a:r>
                <a:rPr lang="en-MY" dirty="0"/>
                <a:t> </a:t>
              </a:r>
            </a:p>
          </p:txBody>
        </p:sp>
        <p:sp>
          <p:nvSpPr>
            <p:cNvPr id="57" name="TextBox 56">
              <a:extLst>
                <a:ext uri="{FF2B5EF4-FFF2-40B4-BE49-F238E27FC236}">
                  <a16:creationId xmlns:a16="http://schemas.microsoft.com/office/drawing/2014/main" id="{2A3E9F98-2D59-0D3D-A843-4CABED776342}"/>
                </a:ext>
              </a:extLst>
            </p:cNvPr>
            <p:cNvSpPr txBox="1"/>
            <p:nvPr/>
          </p:nvSpPr>
          <p:spPr>
            <a:xfrm>
              <a:off x="13419369" y="967301"/>
              <a:ext cx="2387522" cy="907941"/>
            </a:xfrm>
            <a:prstGeom prst="rect">
              <a:avLst/>
            </a:prstGeom>
            <a:noFill/>
          </p:spPr>
          <p:txBody>
            <a:bodyPr wrap="square" lIns="91440" tIns="45720" rIns="91440" bIns="45720" rtlCol="0" anchor="t">
              <a:spAutoFit/>
            </a:bodyPr>
            <a:lstStyle/>
            <a:p>
              <a:r>
                <a:rPr lang="en-US" sz="5300" b="1" dirty="0">
                  <a:solidFill>
                    <a:schemeClr val="accent4"/>
                  </a:solidFill>
                </a:rPr>
                <a:t>13k+</a:t>
              </a:r>
            </a:p>
          </p:txBody>
        </p:sp>
        <p:sp>
          <p:nvSpPr>
            <p:cNvPr id="58" name="Subtitle 1">
              <a:extLst>
                <a:ext uri="{FF2B5EF4-FFF2-40B4-BE49-F238E27FC236}">
                  <a16:creationId xmlns:a16="http://schemas.microsoft.com/office/drawing/2014/main" id="{65518217-14B1-EB8F-63B7-332AED3D03B7}"/>
                </a:ext>
              </a:extLst>
            </p:cNvPr>
            <p:cNvSpPr txBox="1">
              <a:spLocks/>
            </p:cNvSpPr>
            <p:nvPr/>
          </p:nvSpPr>
          <p:spPr>
            <a:xfrm>
              <a:off x="13538637" y="1924394"/>
              <a:ext cx="2387522" cy="200991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a:r>
                <a:rPr lang="en-MY" dirty="0"/>
                <a:t>100 characters max Lorem ipsum </a:t>
              </a:r>
              <a:r>
                <a:rPr lang="en-MY" dirty="0" err="1"/>
                <a:t>dolor</a:t>
              </a:r>
              <a:r>
                <a:rPr lang="en-MY" dirty="0"/>
                <a:t> sit </a:t>
              </a:r>
              <a:r>
                <a:rPr lang="en-MY" dirty="0" err="1"/>
                <a:t>amet</a:t>
              </a:r>
              <a:r>
                <a:rPr lang="en-MY" dirty="0"/>
                <a:t>, </a:t>
              </a:r>
              <a:r>
                <a:rPr lang="en-MY" dirty="0" err="1"/>
                <a:t>consectetur</a:t>
              </a:r>
              <a:r>
                <a:rPr lang="en-MY" dirty="0"/>
                <a:t> </a:t>
              </a:r>
              <a:r>
                <a:rPr lang="en-MY" dirty="0" err="1"/>
                <a:t>adipiscing</a:t>
              </a:r>
              <a:r>
                <a:rPr lang="en-MY" dirty="0"/>
                <a:t> </a:t>
              </a:r>
              <a:r>
                <a:rPr lang="en-MY" dirty="0" err="1"/>
                <a:t>elit</a:t>
              </a:r>
              <a:r>
                <a:rPr lang="en-MY" dirty="0"/>
                <a:t>. Maecenas </a:t>
              </a:r>
              <a:r>
                <a:rPr lang="en-MY" dirty="0" err="1"/>
                <a:t>efficitur</a:t>
              </a:r>
              <a:r>
                <a:rPr lang="en-MY" dirty="0"/>
                <a:t> </a:t>
              </a:r>
              <a:r>
                <a:rPr lang="en-MY" dirty="0" err="1"/>
                <a:t>consectetur</a:t>
              </a:r>
              <a:r>
                <a:rPr lang="en-MY" dirty="0"/>
                <a:t> </a:t>
              </a:r>
              <a:r>
                <a:rPr lang="en-MY" dirty="0" err="1"/>
                <a:t>feugiat</a:t>
              </a:r>
              <a:r>
                <a:rPr lang="en-MY" dirty="0"/>
                <a:t>. Vestibulum </a:t>
              </a:r>
              <a:r>
                <a:rPr lang="en-MY" dirty="0" err="1"/>
                <a:t>nec</a:t>
              </a:r>
              <a:r>
                <a:rPr lang="en-MY" dirty="0"/>
                <a:t> </a:t>
              </a:r>
              <a:r>
                <a:rPr lang="en-MY" dirty="0" err="1"/>
                <a:t>dapibus</a:t>
              </a:r>
              <a:r>
                <a:rPr lang="en-MY" dirty="0"/>
                <a:t> </a:t>
              </a:r>
              <a:r>
                <a:rPr lang="en-MY" dirty="0" err="1"/>
                <a:t>massa</a:t>
              </a:r>
              <a:r>
                <a:rPr lang="en-MY" dirty="0"/>
                <a:t>. Ut </a:t>
              </a:r>
              <a:r>
                <a:rPr lang="en-MY" dirty="0" err="1"/>
                <a:t>faucibus</a:t>
              </a:r>
              <a:r>
                <a:rPr lang="en-MY" dirty="0"/>
                <a:t> </a:t>
              </a:r>
              <a:r>
                <a:rPr lang="en-MY" dirty="0" err="1"/>
                <a:t>dolor</a:t>
              </a:r>
              <a:r>
                <a:rPr lang="en-MY" dirty="0"/>
                <a:t> </a:t>
              </a:r>
            </a:p>
          </p:txBody>
        </p:sp>
        <p:cxnSp>
          <p:nvCxnSpPr>
            <p:cNvPr id="59" name="Straight Connector 58">
              <a:extLst>
                <a:ext uri="{FF2B5EF4-FFF2-40B4-BE49-F238E27FC236}">
                  <a16:creationId xmlns:a16="http://schemas.microsoft.com/office/drawing/2014/main" id="{20534B52-2A82-3D38-E685-AF72DA3C713D}"/>
                </a:ext>
              </a:extLst>
            </p:cNvPr>
            <p:cNvCxnSpPr>
              <a:cxnSpLocks/>
            </p:cNvCxnSpPr>
            <p:nvPr/>
          </p:nvCxnSpPr>
          <p:spPr>
            <a:xfrm>
              <a:off x="9958387" y="581107"/>
              <a:ext cx="0" cy="3122365"/>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0" name="Title 3">
              <a:extLst>
                <a:ext uri="{FF2B5EF4-FFF2-40B4-BE49-F238E27FC236}">
                  <a16:creationId xmlns:a16="http://schemas.microsoft.com/office/drawing/2014/main" id="{D9B2D013-003B-1B11-CAE3-1D6F0DB21E6A}"/>
                </a:ext>
              </a:extLst>
            </p:cNvPr>
            <p:cNvSpPr txBox="1">
              <a:spLocks/>
            </p:cNvSpPr>
            <p:nvPr/>
          </p:nvSpPr>
          <p:spPr>
            <a:xfrm>
              <a:off x="1096473" y="-2452800"/>
              <a:ext cx="3981600" cy="737999"/>
            </a:xfrm>
            <a:prstGeom prst="rect">
              <a:avLst/>
            </a:prstGeom>
            <a:noFill/>
            <a:ln>
              <a:noFill/>
            </a:ln>
          </p:spPr>
          <p:txBody>
            <a:bodyPr spcFirstLastPara="1" vert="horz" wrap="square" lIns="0" tIns="0" rIns="0" bIns="0" rtlCol="0" anchor="t" anchorCtr="0">
              <a:noAutofit/>
            </a:bodyPr>
            <a:lstStyle>
              <a:lvl1pPr lvl="0" algn="l" defTabSz="1219110" rtl="0" eaLnBrk="1" latinLnBrk="0" hangingPunct="1">
                <a:lnSpc>
                  <a:spcPct val="100000"/>
                </a:lnSpc>
                <a:spcBef>
                  <a:spcPts val="0"/>
                </a:spcBef>
                <a:spcAft>
                  <a:spcPts val="0"/>
                </a:spcAft>
                <a:buClr>
                  <a:schemeClr val="lt1"/>
                </a:buClr>
                <a:buSzPts val="2800"/>
                <a:buNone/>
                <a:defRPr lang="en-US" sz="4267"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pPr>
                <a:buFontTx/>
              </a:pPr>
              <a:r>
                <a:rPr lang="en-US" sz="3200" dirty="0"/>
                <a:t>Customer success:</a:t>
              </a:r>
            </a:p>
          </p:txBody>
        </p:sp>
        <p:sp>
          <p:nvSpPr>
            <p:cNvPr id="62" name="Text Placeholder 86">
              <a:extLst>
                <a:ext uri="{FF2B5EF4-FFF2-40B4-BE49-F238E27FC236}">
                  <a16:creationId xmlns:a16="http://schemas.microsoft.com/office/drawing/2014/main" id="{108325B4-0B6F-9D5D-22F2-49D3E455CF84}"/>
                </a:ext>
              </a:extLst>
            </p:cNvPr>
            <p:cNvSpPr txBox="1">
              <a:spLocks/>
            </p:cNvSpPr>
            <p:nvPr/>
          </p:nvSpPr>
          <p:spPr>
            <a:xfrm>
              <a:off x="7301955" y="636360"/>
              <a:ext cx="1501858" cy="399487"/>
            </a:xfrm>
            <a:prstGeom prst="rect">
              <a:avLst/>
            </a:prstGeom>
          </p:spPr>
          <p:txBody>
            <a:bodyPr lIns="0" tIns="0" rIns="0" bIns="0"/>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67" b="1" dirty="0">
                  <a:latin typeface="Arial" panose="020B0604020202020204" pitchFamily="34" charset="0"/>
                  <a:cs typeface="Arial" panose="020B0604020202020204" pitchFamily="34" charset="0"/>
                </a:rPr>
                <a:t>Challenge</a:t>
              </a:r>
            </a:p>
          </p:txBody>
        </p:sp>
        <p:sp>
          <p:nvSpPr>
            <p:cNvPr id="63" name="Text Placeholder 87">
              <a:extLst>
                <a:ext uri="{FF2B5EF4-FFF2-40B4-BE49-F238E27FC236}">
                  <a16:creationId xmlns:a16="http://schemas.microsoft.com/office/drawing/2014/main" id="{C447B145-A008-F566-5990-EFC3577B6119}"/>
                </a:ext>
              </a:extLst>
            </p:cNvPr>
            <p:cNvSpPr txBox="1">
              <a:spLocks/>
            </p:cNvSpPr>
            <p:nvPr/>
          </p:nvSpPr>
          <p:spPr>
            <a:xfrm>
              <a:off x="10524867" y="636360"/>
              <a:ext cx="1705192" cy="399487"/>
            </a:xfrm>
            <a:prstGeom prst="rect">
              <a:avLst/>
            </a:prstGeom>
          </p:spPr>
          <p:txBody>
            <a:bodyPr lIns="0" tIns="0" rIns="0" bIns="0"/>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67" b="1" dirty="0">
                  <a:latin typeface="Arial" panose="020B0604020202020204" pitchFamily="34" charset="0"/>
                  <a:cs typeface="Arial" panose="020B0604020202020204" pitchFamily="34" charset="0"/>
                </a:rPr>
                <a:t>Infor Solution</a:t>
              </a:r>
            </a:p>
          </p:txBody>
        </p:sp>
        <p:sp>
          <p:nvSpPr>
            <p:cNvPr id="64" name="Quote">
              <a:extLst>
                <a:ext uri="{FF2B5EF4-FFF2-40B4-BE49-F238E27FC236}">
                  <a16:creationId xmlns:a16="http://schemas.microsoft.com/office/drawing/2014/main" id="{77C3BDC9-3CF2-8F73-8704-0DB232DE87E2}"/>
                </a:ext>
              </a:extLst>
            </p:cNvPr>
            <p:cNvSpPr txBox="1"/>
            <p:nvPr/>
          </p:nvSpPr>
          <p:spPr>
            <a:xfrm>
              <a:off x="7162050" y="-2961775"/>
              <a:ext cx="693672" cy="1124219"/>
            </a:xfrm>
            <a:prstGeom prst="rect">
              <a:avLst/>
            </a:prstGeom>
            <a:noFill/>
            <a:effectLst/>
          </p:spPr>
          <p:txBody>
            <a:bodyPr wrap="square" lIns="0" tIns="0" rIns="0" bIns="0" rtlCol="0">
              <a:spAutoFit/>
            </a:bodyPr>
            <a:lstStyle>
              <a:defPPr>
                <a:defRPr lang="en-US"/>
              </a:defPPr>
              <a:lvl1pPr>
                <a:lnSpc>
                  <a:spcPct val="110000"/>
                </a:lnSpc>
                <a:spcBef>
                  <a:spcPts val="1400"/>
                </a:spcBef>
                <a:defRPr sz="1600" b="1" spc="-40">
                  <a:solidFill>
                    <a:schemeClr val="bg1"/>
                  </a:solidFill>
                  <a:effectLst>
                    <a:outerShdw blurRad="25400" dist="12700" dir="5400000" algn="t" rotWithShape="0">
                      <a:prstClr val="black">
                        <a:alpha val="40000"/>
                      </a:prstClr>
                    </a:outerShdw>
                  </a:effectLst>
                  <a:latin typeface="Arial" panose="020B0604020202020204" pitchFamily="34" charset="0"/>
                  <a:ea typeface="Source Sans Pro Light" panose="020B0403030403020204" pitchFamily="34" charset="0"/>
                </a:defRPr>
              </a:lvl1pPr>
            </a:lstStyle>
            <a:p>
              <a:pPr defTabSz="609555">
                <a:buClrTx/>
                <a:tabLst>
                  <a:tab pos="1134449" algn="l"/>
                </a:tabLst>
                <a:defRPr/>
              </a:pPr>
              <a:r>
                <a:rPr lang="en-US" sz="7200" b="0" kern="1200" spc="0">
                  <a:solidFill>
                    <a:schemeClr val="tx1"/>
                  </a:solidFill>
                  <a:effectLst/>
                  <a:cs typeface="Arial" panose="020B0604020202020204" pitchFamily="34" charset="0"/>
                </a:rPr>
                <a:t>“</a:t>
              </a:r>
            </a:p>
          </p:txBody>
        </p:sp>
        <p:sp>
          <p:nvSpPr>
            <p:cNvPr id="65" name="Quote">
              <a:extLst>
                <a:ext uri="{FF2B5EF4-FFF2-40B4-BE49-F238E27FC236}">
                  <a16:creationId xmlns:a16="http://schemas.microsoft.com/office/drawing/2014/main" id="{778E92CF-B64A-44F8-48AE-FA5B011AA273}"/>
                </a:ext>
              </a:extLst>
            </p:cNvPr>
            <p:cNvSpPr txBox="1"/>
            <p:nvPr/>
          </p:nvSpPr>
          <p:spPr>
            <a:xfrm>
              <a:off x="7522610" y="-2655870"/>
              <a:ext cx="4184504" cy="1416285"/>
            </a:xfrm>
            <a:prstGeom prst="rect">
              <a:avLst/>
            </a:prstGeom>
            <a:noFill/>
            <a:effectLst/>
          </p:spPr>
          <p:txBody>
            <a:bodyPr wrap="square" lIns="0" tIns="0" rIns="0" bIns="0" rtlCol="0">
              <a:spAutoFit/>
            </a:bodyPr>
            <a:lstStyle>
              <a:defPPr>
                <a:defRPr lang="en-US"/>
              </a:defPPr>
              <a:lvl1pPr>
                <a:lnSpc>
                  <a:spcPct val="110000"/>
                </a:lnSpc>
                <a:spcBef>
                  <a:spcPts val="1400"/>
                </a:spcBef>
                <a:defRPr sz="1600" b="1" spc="-40">
                  <a:solidFill>
                    <a:schemeClr val="bg1"/>
                  </a:solidFill>
                  <a:effectLst>
                    <a:outerShdw blurRad="25400" dist="12700" dir="5400000" algn="t" rotWithShape="0">
                      <a:prstClr val="black">
                        <a:alpha val="40000"/>
                      </a:prstClr>
                    </a:outerShdw>
                  </a:effectLst>
                  <a:latin typeface="Arial" panose="020B0604020202020204" pitchFamily="34" charset="0"/>
                  <a:ea typeface="Source Sans Pro Light" panose="020B0403030403020204" pitchFamily="34" charset="0"/>
                </a:defRPr>
              </a:lvl1pPr>
            </a:lstStyle>
            <a:p>
              <a:pPr defTabSz="609555">
                <a:buClrTx/>
                <a:tabLst>
                  <a:tab pos="1134449" algn="l"/>
                </a:tabLst>
                <a:defRPr/>
              </a:pPr>
              <a:r>
                <a:rPr lang="en-US" sz="2133" b="0" kern="1200" spc="0" dirty="0">
                  <a:solidFill>
                    <a:schemeClr val="tx1"/>
                  </a:solidFill>
                  <a:effectLst/>
                  <a:cs typeface="Arial" panose="020B0604020202020204" pitchFamily="34" charset="0"/>
                </a:rPr>
                <a:t>Lorem ipsum dolor sit </a:t>
              </a:r>
              <a:r>
                <a:rPr lang="en-US" sz="2133" b="0" kern="1200" spc="0" dirty="0" err="1">
                  <a:solidFill>
                    <a:schemeClr val="tx1"/>
                  </a:solidFill>
                  <a:effectLst/>
                  <a:cs typeface="Arial" panose="020B0604020202020204" pitchFamily="34" charset="0"/>
                </a:rPr>
                <a:t>amet</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consectetur</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adipiscing</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elit</a:t>
              </a:r>
              <a:r>
                <a:rPr lang="en-US" sz="2133" b="0" kern="1200" spc="0" dirty="0">
                  <a:solidFill>
                    <a:schemeClr val="tx1"/>
                  </a:solidFill>
                  <a:effectLst/>
                  <a:cs typeface="Arial" panose="020B0604020202020204" pitchFamily="34" charset="0"/>
                </a:rPr>
                <a:t>, sed do </a:t>
              </a:r>
              <a:r>
                <a:rPr lang="en-US" sz="2133" b="0" kern="1200" spc="0" dirty="0" err="1">
                  <a:solidFill>
                    <a:schemeClr val="tx1"/>
                  </a:solidFill>
                  <a:effectLst/>
                  <a:cs typeface="Arial" panose="020B0604020202020204" pitchFamily="34" charset="0"/>
                </a:rPr>
                <a:t>eiusmod</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tempor</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incididunt</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ut</a:t>
              </a:r>
              <a:r>
                <a:rPr lang="en-US" sz="2133" b="0" kern="1200" spc="0" dirty="0">
                  <a:solidFill>
                    <a:schemeClr val="tx1"/>
                  </a:solidFill>
                  <a:effectLst/>
                  <a:cs typeface="Arial" panose="020B0604020202020204" pitchFamily="34" charset="0"/>
                </a:rPr>
                <a:t> labore et dolore magna </a:t>
              </a:r>
              <a:r>
                <a:rPr lang="en-US" sz="2133" b="0" kern="1200" spc="0" dirty="0" err="1">
                  <a:solidFill>
                    <a:schemeClr val="tx1"/>
                  </a:solidFill>
                  <a:effectLst/>
                  <a:cs typeface="Arial" panose="020B0604020202020204" pitchFamily="34" charset="0"/>
                </a:rPr>
                <a:t>aliqua</a:t>
              </a:r>
              <a:r>
                <a:rPr lang="en-US" sz="2133" b="0" kern="1200" spc="0" dirty="0">
                  <a:solidFill>
                    <a:schemeClr val="tx1"/>
                  </a:solidFill>
                  <a:effectLst/>
                  <a:cs typeface="Arial" panose="020B0604020202020204" pitchFamily="34" charset="0"/>
                </a:rPr>
                <a:t>. </a:t>
              </a:r>
            </a:p>
          </p:txBody>
        </p:sp>
        <p:sp>
          <p:nvSpPr>
            <p:cNvPr id="66" name="Quote">
              <a:extLst>
                <a:ext uri="{FF2B5EF4-FFF2-40B4-BE49-F238E27FC236}">
                  <a16:creationId xmlns:a16="http://schemas.microsoft.com/office/drawing/2014/main" id="{9B094EFD-F94C-C716-9A6D-16A291E80B92}"/>
                </a:ext>
              </a:extLst>
            </p:cNvPr>
            <p:cNvSpPr txBox="1"/>
            <p:nvPr/>
          </p:nvSpPr>
          <p:spPr>
            <a:xfrm>
              <a:off x="11231749" y="-1792347"/>
              <a:ext cx="672874" cy="1124219"/>
            </a:xfrm>
            <a:prstGeom prst="rect">
              <a:avLst/>
            </a:prstGeom>
            <a:noFill/>
            <a:effectLst/>
          </p:spPr>
          <p:txBody>
            <a:bodyPr wrap="square" lIns="0" tIns="0" rIns="0" bIns="0" rtlCol="0">
              <a:spAutoFit/>
            </a:bodyPr>
            <a:lstStyle>
              <a:defPPr>
                <a:defRPr lang="en-US"/>
              </a:defPPr>
              <a:lvl1pPr>
                <a:lnSpc>
                  <a:spcPct val="110000"/>
                </a:lnSpc>
                <a:spcBef>
                  <a:spcPts val="1400"/>
                </a:spcBef>
                <a:defRPr sz="1600" b="1" spc="-40">
                  <a:solidFill>
                    <a:schemeClr val="bg1"/>
                  </a:solidFill>
                  <a:effectLst>
                    <a:outerShdw blurRad="25400" dist="12700" dir="5400000" algn="t" rotWithShape="0">
                      <a:prstClr val="black">
                        <a:alpha val="40000"/>
                      </a:prstClr>
                    </a:outerShdw>
                  </a:effectLst>
                  <a:latin typeface="Arial" panose="020B0604020202020204" pitchFamily="34" charset="0"/>
                  <a:ea typeface="Source Sans Pro Light" panose="020B0403030403020204" pitchFamily="34" charset="0"/>
                </a:defRPr>
              </a:lvl1pPr>
            </a:lstStyle>
            <a:p>
              <a:pPr defTabSz="609555">
                <a:buClrTx/>
                <a:tabLst>
                  <a:tab pos="1134449" algn="l"/>
                </a:tabLst>
                <a:defRPr/>
              </a:pPr>
              <a:r>
                <a:rPr lang="en-US" sz="7200" b="0" kern="1200" spc="0">
                  <a:solidFill>
                    <a:schemeClr val="tx1"/>
                  </a:solidFill>
                  <a:effectLst/>
                  <a:cs typeface="Arial" panose="020B0604020202020204" pitchFamily="34" charset="0"/>
                </a:rPr>
                <a:t>”</a:t>
              </a:r>
            </a:p>
          </p:txBody>
        </p:sp>
        <p:sp>
          <p:nvSpPr>
            <p:cNvPr id="67" name="Citation">
              <a:extLst>
                <a:ext uri="{FF2B5EF4-FFF2-40B4-BE49-F238E27FC236}">
                  <a16:creationId xmlns:a16="http://schemas.microsoft.com/office/drawing/2014/main" id="{984D31A7-F401-4807-226D-94C81D3C668B}"/>
                </a:ext>
              </a:extLst>
            </p:cNvPr>
            <p:cNvSpPr txBox="1"/>
            <p:nvPr/>
          </p:nvSpPr>
          <p:spPr>
            <a:xfrm>
              <a:off x="7522609" y="-1068278"/>
              <a:ext cx="3678062" cy="437359"/>
            </a:xfrm>
            <a:prstGeom prst="rect">
              <a:avLst/>
            </a:prstGeom>
            <a:noFill/>
            <a:effectLst/>
          </p:spPr>
          <p:txBody>
            <a:bodyPr wrap="square" lIns="0" tIns="0" rIns="0" bIns="0" rtlCol="0" anchor="t">
              <a:noAutofit/>
            </a:bodyPr>
            <a:lstStyle/>
            <a:p>
              <a:pPr defTabSz="609555">
                <a:buClrTx/>
                <a:defRPr/>
              </a:pPr>
              <a:r>
                <a:rPr lang="en-US" sz="1400" b="1" kern="1200" dirty="0">
                  <a:solidFill>
                    <a:schemeClr val="tx1"/>
                  </a:solidFill>
                  <a:latin typeface="Arial" panose="020B0604020202020204" pitchFamily="34" charset="0"/>
                  <a:ea typeface="Source Sans Pro" panose="020B0503030403020204" pitchFamily="34" charset="0"/>
                  <a:cs typeface="Arial" panose="020B0604020202020204" pitchFamily="34" charset="0"/>
                </a:rPr>
                <a:t>Greg Spadaro</a:t>
              </a:r>
            </a:p>
            <a:p>
              <a:pPr defTabSz="609555">
                <a:spcBef>
                  <a:spcPts val="533"/>
                </a:spcBef>
                <a:buClrTx/>
                <a:defRPr/>
              </a:pPr>
              <a:r>
                <a:rPr lang="en-US" sz="1067" kern="1200" dirty="0">
                  <a:solidFill>
                    <a:schemeClr val="tx1"/>
                  </a:solidFill>
                  <a:latin typeface="Arial" panose="020B0604020202020204" pitchFamily="34" charset="0"/>
                  <a:ea typeface="Source Sans Pro" panose="020B0503030403020204" pitchFamily="34" charset="0"/>
                  <a:cs typeface="Arial" panose="020B0604020202020204" pitchFamily="34" charset="0"/>
                </a:rPr>
                <a:t>Senior Director New Business Systems ​Piper Aircraft​</a:t>
              </a:r>
            </a:p>
          </p:txBody>
        </p:sp>
        <p:sp>
          <p:nvSpPr>
            <p:cNvPr id="68" name="Text Placeholder 86">
              <a:extLst>
                <a:ext uri="{FF2B5EF4-FFF2-40B4-BE49-F238E27FC236}">
                  <a16:creationId xmlns:a16="http://schemas.microsoft.com/office/drawing/2014/main" id="{55CF3A0B-D8EA-8579-8007-ED592BF01089}"/>
                </a:ext>
              </a:extLst>
            </p:cNvPr>
            <p:cNvSpPr txBox="1">
              <a:spLocks/>
            </p:cNvSpPr>
            <p:nvPr/>
          </p:nvSpPr>
          <p:spPr>
            <a:xfrm>
              <a:off x="1072629" y="688382"/>
              <a:ext cx="3435588" cy="399487"/>
            </a:xfrm>
            <a:prstGeom prst="rect">
              <a:avLst/>
            </a:prstGeom>
          </p:spPr>
          <p:txBody>
            <a:bodyPr lIns="0" tIns="0" rIns="0" bIns="0"/>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67" b="1" dirty="0">
                  <a:solidFill>
                    <a:srgbClr val="FF0000"/>
                  </a:solidFill>
                  <a:latin typeface="Arial" panose="020B0604020202020204" pitchFamily="34" charset="0"/>
                  <a:cs typeface="Arial" panose="020B0604020202020204" pitchFamily="34" charset="0"/>
                </a:rPr>
                <a:t>Overview</a:t>
              </a:r>
            </a:p>
          </p:txBody>
        </p:sp>
        <p:sp>
          <p:nvSpPr>
            <p:cNvPr id="69" name="Text Placeholder 87">
              <a:extLst>
                <a:ext uri="{FF2B5EF4-FFF2-40B4-BE49-F238E27FC236}">
                  <a16:creationId xmlns:a16="http://schemas.microsoft.com/office/drawing/2014/main" id="{FA1AF522-1223-9AE0-77FE-55549C0FCA7A}"/>
                </a:ext>
              </a:extLst>
            </p:cNvPr>
            <p:cNvSpPr txBox="1">
              <a:spLocks/>
            </p:cNvSpPr>
            <p:nvPr/>
          </p:nvSpPr>
          <p:spPr>
            <a:xfrm>
              <a:off x="13538637" y="625798"/>
              <a:ext cx="1705192" cy="399487"/>
            </a:xfrm>
            <a:prstGeom prst="rect">
              <a:avLst/>
            </a:prstGeom>
          </p:spPr>
          <p:txBody>
            <a:bodyPr lIns="0" tIns="0" rIns="0" bIns="0"/>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67" b="1" dirty="0">
                  <a:latin typeface="Arial" panose="020B0604020202020204" pitchFamily="34" charset="0"/>
                  <a:cs typeface="Arial" panose="020B0604020202020204" pitchFamily="34" charset="0"/>
                </a:rPr>
                <a:t>Outcome</a:t>
              </a:r>
            </a:p>
          </p:txBody>
        </p:sp>
        <p:cxnSp>
          <p:nvCxnSpPr>
            <p:cNvPr id="70" name="Straight Connector 69">
              <a:extLst>
                <a:ext uri="{FF2B5EF4-FFF2-40B4-BE49-F238E27FC236}">
                  <a16:creationId xmlns:a16="http://schemas.microsoft.com/office/drawing/2014/main" id="{2AC0F86C-9B6E-8981-D7FB-0A6284FCEA73}"/>
                </a:ext>
              </a:extLst>
            </p:cNvPr>
            <p:cNvCxnSpPr>
              <a:cxnSpLocks/>
            </p:cNvCxnSpPr>
            <p:nvPr/>
          </p:nvCxnSpPr>
          <p:spPr>
            <a:xfrm>
              <a:off x="13073362" y="570491"/>
              <a:ext cx="0" cy="3122365"/>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71" name="Picture Placeholder 7">
            <a:extLst>
              <a:ext uri="{FF2B5EF4-FFF2-40B4-BE49-F238E27FC236}">
                <a16:creationId xmlns:a16="http://schemas.microsoft.com/office/drawing/2014/main" id="{443FB654-FEF9-9160-0DD0-F12B6B6507BE}"/>
              </a:ext>
            </a:extLst>
          </p:cNvPr>
          <p:cNvSpPr>
            <a:spLocks noGrp="1"/>
          </p:cNvSpPr>
          <p:nvPr>
            <p:ph type="pic" sz="quarter" idx="15" hasCustomPrompt="1"/>
          </p:nvPr>
        </p:nvSpPr>
        <p:spPr>
          <a:xfrm>
            <a:off x="283464" y="301752"/>
            <a:ext cx="5907024" cy="8513064"/>
          </a:xfrm>
          <a:prstGeom prst="roundRect">
            <a:avLst>
              <a:gd name="adj" fmla="val 5042"/>
            </a:avLst>
          </a:prstGeom>
          <a:noFill/>
          <a:ln>
            <a:noFill/>
            <a:prstDash val="dash"/>
          </a:ln>
          <a:effectLst/>
        </p:spPr>
        <p:txBody>
          <a:bodyPr wrap="none" lIns="0" tIns="0" rIns="0" bIns="1097280" anchor="b"/>
          <a:lstStyle>
            <a:lvl1pPr marL="0" indent="0" algn="ctr">
              <a:buNone/>
              <a:defRPr sz="2400">
                <a:solidFill>
                  <a:schemeClr val="tx1"/>
                </a:solidFill>
                <a:latin typeface="Arial" panose="020B0604020202020204" pitchFamily="34" charset="0"/>
                <a:cs typeface="Arial" panose="020B0604020202020204" pitchFamily="34" charset="0"/>
              </a:defRPr>
            </a:lvl1pPr>
          </a:lstStyle>
          <a:p>
            <a:r>
              <a:rPr lang="en-US" dirty="0"/>
              <a:t>Click icon to insert picture</a:t>
            </a:r>
          </a:p>
        </p:txBody>
      </p:sp>
      <p:sp>
        <p:nvSpPr>
          <p:cNvPr id="72" name="Picture Placeholder 7">
            <a:extLst>
              <a:ext uri="{FF2B5EF4-FFF2-40B4-BE49-F238E27FC236}">
                <a16:creationId xmlns:a16="http://schemas.microsoft.com/office/drawing/2014/main" id="{C2137CA7-8EBB-DFD0-C0B5-FD11578194DB}"/>
              </a:ext>
            </a:extLst>
          </p:cNvPr>
          <p:cNvSpPr>
            <a:spLocks noGrp="1"/>
          </p:cNvSpPr>
          <p:nvPr>
            <p:ph type="pic" sz="quarter" idx="16" hasCustomPrompt="1"/>
          </p:nvPr>
        </p:nvSpPr>
        <p:spPr>
          <a:xfrm>
            <a:off x="12847320" y="502920"/>
            <a:ext cx="2532888" cy="2322576"/>
          </a:xfrm>
          <a:prstGeom prst="roundRect">
            <a:avLst>
              <a:gd name="adj" fmla="val 16981"/>
            </a:avLst>
          </a:prstGeom>
          <a:noFill/>
          <a:ln>
            <a:noFill/>
            <a:prstDash val="dash"/>
          </a:ln>
          <a:effectLst/>
        </p:spPr>
        <p:txBody>
          <a:bodyPr lIns="0" tIns="0" rIns="0" bIns="0" anchor="ctr"/>
          <a:lstStyle>
            <a:lvl1pPr marL="0" indent="0" algn="ctr">
              <a:buNone/>
              <a:defRPr sz="2000">
                <a:solidFill>
                  <a:schemeClr val="tx1"/>
                </a:solidFill>
                <a:latin typeface="Arial" panose="020B0604020202020204" pitchFamily="34" charset="0"/>
                <a:cs typeface="Arial" panose="020B0604020202020204" pitchFamily="34" charset="0"/>
              </a:defRPr>
            </a:lvl1pPr>
          </a:lstStyle>
          <a:p>
            <a:r>
              <a:rPr lang="en-US" dirty="0"/>
              <a:t>Click icon to insert profile image</a:t>
            </a:r>
          </a:p>
        </p:txBody>
      </p:sp>
      <p:sp>
        <p:nvSpPr>
          <p:cNvPr id="75" name="Text Placeholder 7">
            <a:extLst>
              <a:ext uri="{FF2B5EF4-FFF2-40B4-BE49-F238E27FC236}">
                <a16:creationId xmlns:a16="http://schemas.microsoft.com/office/drawing/2014/main" id="{DEB57E6F-80E3-0186-7498-07E82B4CB3D2}"/>
              </a:ext>
            </a:extLst>
          </p:cNvPr>
          <p:cNvSpPr>
            <a:spLocks noGrp="1"/>
          </p:cNvSpPr>
          <p:nvPr>
            <p:ph type="body" sz="quarter" idx="17"/>
          </p:nvPr>
        </p:nvSpPr>
        <p:spPr>
          <a:xfrm>
            <a:off x="877824" y="3911725"/>
            <a:ext cx="4597842" cy="2882693"/>
          </a:xfrm>
          <a:prstGeom prst="rect">
            <a:avLst/>
          </a:prstGeom>
        </p:spPr>
        <p:txBody>
          <a:bodyPr lIns="0" tIns="0" rIns="0" bIns="0"/>
          <a:lstStyle>
            <a:lvl1pPr marL="0" indent="0">
              <a:lnSpc>
                <a:spcPct val="110000"/>
              </a:lnSpc>
              <a:spcBef>
                <a:spcPts val="900"/>
              </a:spcBef>
              <a:spcAft>
                <a:spcPts val="900"/>
              </a:spcAft>
              <a:buNone/>
              <a:defRPr sz="1600"/>
            </a:lvl1pPr>
            <a:lvl2pPr marL="274320" indent="-274320">
              <a:lnSpc>
                <a:spcPct val="110000"/>
              </a:lnSpc>
              <a:spcBef>
                <a:spcPts val="900"/>
              </a:spcBef>
              <a:spcAft>
                <a:spcPts val="0"/>
              </a:spcAft>
              <a:buFont typeface="Arial" panose="020B0604020202020204" pitchFamily="34" charset="0"/>
              <a:buChar char="•"/>
              <a:tabLst/>
              <a:defRPr sz="1600"/>
            </a:lvl2pPr>
            <a:lvl3pPr marL="508000" indent="-228600">
              <a:lnSpc>
                <a:spcPct val="110000"/>
              </a:lnSpc>
              <a:spcBef>
                <a:spcPts val="300"/>
              </a:spcBef>
              <a:buFont typeface="Arial" panose="020B0604020202020204" pitchFamily="34" charset="0"/>
              <a:buChar char="•"/>
              <a:tabLst/>
              <a:defRPr sz="1100"/>
            </a:lvl3pPr>
          </a:lstStyle>
          <a:p>
            <a:pPr lvl="0"/>
            <a:r>
              <a:rPr lang="en-US"/>
              <a:t>Click to edit Master text styles</a:t>
            </a:r>
          </a:p>
          <a:p>
            <a:pPr lvl="1"/>
            <a:r>
              <a:rPr lang="en-US"/>
              <a:t>Second level</a:t>
            </a:r>
          </a:p>
          <a:p>
            <a:pPr lvl="2"/>
            <a:r>
              <a:rPr lang="en-US"/>
              <a:t>Third level</a:t>
            </a:r>
          </a:p>
        </p:txBody>
      </p:sp>
      <p:sp>
        <p:nvSpPr>
          <p:cNvPr id="76" name="Text Placeholder 7">
            <a:extLst>
              <a:ext uri="{FF2B5EF4-FFF2-40B4-BE49-F238E27FC236}">
                <a16:creationId xmlns:a16="http://schemas.microsoft.com/office/drawing/2014/main" id="{A0548C73-538E-4C64-4BBD-E8C322C21CD5}"/>
              </a:ext>
            </a:extLst>
          </p:cNvPr>
          <p:cNvSpPr>
            <a:spLocks noGrp="1"/>
          </p:cNvSpPr>
          <p:nvPr>
            <p:ph type="body" sz="quarter" idx="18" hasCustomPrompt="1"/>
          </p:nvPr>
        </p:nvSpPr>
        <p:spPr>
          <a:xfrm>
            <a:off x="7077456" y="3911725"/>
            <a:ext cx="3931920" cy="312330"/>
          </a:xfrm>
          <a:prstGeom prst="rect">
            <a:avLst/>
          </a:prstGeom>
        </p:spPr>
        <p:txBody>
          <a:bodyPr lIns="0" tIns="0" rIns="0" bIns="0" anchor="ctr">
            <a:noAutofit/>
          </a:bodyPr>
          <a:lstStyle>
            <a:lvl1pPr marL="0" indent="0">
              <a:lnSpc>
                <a:spcPct val="110000"/>
              </a:lnSpc>
              <a:spcBef>
                <a:spcPts val="600"/>
              </a:spcBef>
              <a:buNone/>
              <a:defRPr sz="1800" b="1"/>
            </a:lvl1pPr>
            <a:lvl2pPr marL="355600" indent="-342900">
              <a:lnSpc>
                <a:spcPct val="110000"/>
              </a:lnSpc>
              <a:spcBef>
                <a:spcPts val="900"/>
              </a:spcBef>
              <a:spcAft>
                <a:spcPts val="0"/>
              </a:spcAft>
              <a:buFont typeface="Arial" panose="020B0604020202020204" pitchFamily="34" charset="0"/>
              <a:buChar char="•"/>
              <a:tabLst/>
              <a:defRPr sz="2000"/>
            </a:lvl2pPr>
            <a:lvl3pPr marL="646113" indent="-285750">
              <a:lnSpc>
                <a:spcPct val="110000"/>
              </a:lnSpc>
              <a:spcBef>
                <a:spcPts val="300"/>
              </a:spcBef>
              <a:buFont typeface="Arial" panose="020B0604020202020204" pitchFamily="34" charset="0"/>
              <a:buChar char="•"/>
              <a:tabLst/>
              <a:defRPr sz="1400"/>
            </a:lvl3pPr>
          </a:lstStyle>
          <a:p>
            <a:pPr lvl="0"/>
            <a:r>
              <a:rPr lang="en-GB" dirty="0"/>
              <a:t>Business challenges</a:t>
            </a:r>
          </a:p>
        </p:txBody>
      </p:sp>
      <p:sp>
        <p:nvSpPr>
          <p:cNvPr id="77" name="Text Placeholder 7">
            <a:extLst>
              <a:ext uri="{FF2B5EF4-FFF2-40B4-BE49-F238E27FC236}">
                <a16:creationId xmlns:a16="http://schemas.microsoft.com/office/drawing/2014/main" id="{B0FBA594-0777-FD9F-A3A3-FBC118D810D8}"/>
              </a:ext>
            </a:extLst>
          </p:cNvPr>
          <p:cNvSpPr>
            <a:spLocks noGrp="1"/>
          </p:cNvSpPr>
          <p:nvPr>
            <p:ph type="body" sz="quarter" idx="19"/>
          </p:nvPr>
        </p:nvSpPr>
        <p:spPr>
          <a:xfrm>
            <a:off x="7077456" y="4382571"/>
            <a:ext cx="3931920" cy="2411847"/>
          </a:xfrm>
          <a:prstGeom prst="rect">
            <a:avLst/>
          </a:prstGeom>
        </p:spPr>
        <p:txBody>
          <a:bodyPr lIns="0" tIns="0" rIns="0" bIns="0"/>
          <a:lstStyle>
            <a:lvl1pPr marL="0" indent="0">
              <a:lnSpc>
                <a:spcPct val="110000"/>
              </a:lnSpc>
              <a:spcBef>
                <a:spcPts val="900"/>
              </a:spcBef>
              <a:spcAft>
                <a:spcPts val="900"/>
              </a:spcAft>
              <a:buNone/>
              <a:defRPr sz="1400"/>
            </a:lvl1pPr>
            <a:lvl2pPr marL="274320" indent="-274320">
              <a:lnSpc>
                <a:spcPct val="110000"/>
              </a:lnSpc>
              <a:spcBef>
                <a:spcPts val="900"/>
              </a:spcBef>
              <a:spcAft>
                <a:spcPts val="0"/>
              </a:spcAft>
              <a:buFont typeface="Arial" panose="020B0604020202020204" pitchFamily="34" charset="0"/>
              <a:buChar char="•"/>
              <a:tabLst/>
              <a:defRPr sz="1400"/>
            </a:lvl2pPr>
            <a:lvl3pPr marL="508000" indent="-228600">
              <a:lnSpc>
                <a:spcPct val="110000"/>
              </a:lnSpc>
              <a:spcBef>
                <a:spcPts val="300"/>
              </a:spcBef>
              <a:buFont typeface="Arial" panose="020B0604020202020204" pitchFamily="34" charset="0"/>
              <a:buChar char="•"/>
              <a:tabLst/>
              <a:defRPr sz="1050"/>
            </a:lvl3pPr>
          </a:lstStyle>
          <a:p>
            <a:pPr lvl="0"/>
            <a:r>
              <a:rPr lang="en-US"/>
              <a:t>Click to edit Master text styles</a:t>
            </a:r>
          </a:p>
          <a:p>
            <a:pPr lvl="1"/>
            <a:r>
              <a:rPr lang="en-US"/>
              <a:t>Second level</a:t>
            </a:r>
          </a:p>
          <a:p>
            <a:pPr lvl="2"/>
            <a:r>
              <a:rPr lang="en-US"/>
              <a:t>Third level</a:t>
            </a:r>
          </a:p>
        </p:txBody>
      </p:sp>
      <p:sp>
        <p:nvSpPr>
          <p:cNvPr id="6" name="Text Placeholder 7">
            <a:extLst>
              <a:ext uri="{FF2B5EF4-FFF2-40B4-BE49-F238E27FC236}">
                <a16:creationId xmlns:a16="http://schemas.microsoft.com/office/drawing/2014/main" id="{3BC97433-0C8E-4F7C-7ED5-AB917EEB9372}"/>
              </a:ext>
            </a:extLst>
          </p:cNvPr>
          <p:cNvSpPr>
            <a:spLocks noGrp="1"/>
          </p:cNvSpPr>
          <p:nvPr>
            <p:ph type="body" sz="quarter" idx="22" hasCustomPrompt="1"/>
          </p:nvPr>
        </p:nvSpPr>
        <p:spPr>
          <a:xfrm>
            <a:off x="11433485" y="3911725"/>
            <a:ext cx="3931920" cy="312330"/>
          </a:xfrm>
          <a:prstGeom prst="rect">
            <a:avLst/>
          </a:prstGeom>
        </p:spPr>
        <p:txBody>
          <a:bodyPr lIns="0" tIns="0" rIns="0" bIns="0" anchor="ctr">
            <a:noAutofit/>
          </a:bodyPr>
          <a:lstStyle>
            <a:lvl1pPr marL="0" indent="0">
              <a:lnSpc>
                <a:spcPct val="110000"/>
              </a:lnSpc>
              <a:spcBef>
                <a:spcPts val="600"/>
              </a:spcBef>
              <a:buNone/>
              <a:defRPr sz="1800" b="1"/>
            </a:lvl1pPr>
            <a:lvl2pPr marL="355600" indent="-342900">
              <a:lnSpc>
                <a:spcPct val="110000"/>
              </a:lnSpc>
              <a:spcBef>
                <a:spcPts val="900"/>
              </a:spcBef>
              <a:spcAft>
                <a:spcPts val="0"/>
              </a:spcAft>
              <a:buFont typeface="Arial" panose="020B0604020202020204" pitchFamily="34" charset="0"/>
              <a:buChar char="•"/>
              <a:tabLst/>
              <a:defRPr sz="2000"/>
            </a:lvl2pPr>
            <a:lvl3pPr marL="646113" indent="-285750">
              <a:lnSpc>
                <a:spcPct val="110000"/>
              </a:lnSpc>
              <a:spcBef>
                <a:spcPts val="300"/>
              </a:spcBef>
              <a:buFont typeface="Arial" panose="020B0604020202020204" pitchFamily="34" charset="0"/>
              <a:buChar char="•"/>
              <a:tabLst/>
              <a:defRPr sz="1400"/>
            </a:lvl3pPr>
          </a:lstStyle>
          <a:p>
            <a:pPr lvl="0"/>
            <a:r>
              <a:rPr lang="en-GB" dirty="0"/>
              <a:t>Outcomes</a:t>
            </a:r>
          </a:p>
        </p:txBody>
      </p:sp>
      <p:sp>
        <p:nvSpPr>
          <p:cNvPr id="7" name="Text Placeholder 7">
            <a:extLst>
              <a:ext uri="{FF2B5EF4-FFF2-40B4-BE49-F238E27FC236}">
                <a16:creationId xmlns:a16="http://schemas.microsoft.com/office/drawing/2014/main" id="{87A5D838-4408-00DA-995B-9539E3A7A64C}"/>
              </a:ext>
            </a:extLst>
          </p:cNvPr>
          <p:cNvSpPr>
            <a:spLocks noGrp="1"/>
          </p:cNvSpPr>
          <p:nvPr>
            <p:ph type="body" sz="quarter" idx="23"/>
          </p:nvPr>
        </p:nvSpPr>
        <p:spPr>
          <a:xfrm>
            <a:off x="11433485" y="4382571"/>
            <a:ext cx="3931920" cy="2411847"/>
          </a:xfrm>
          <a:prstGeom prst="rect">
            <a:avLst/>
          </a:prstGeom>
        </p:spPr>
        <p:txBody>
          <a:bodyPr lIns="0" tIns="0" rIns="0" bIns="0"/>
          <a:lstStyle>
            <a:lvl1pPr marL="0" indent="0">
              <a:lnSpc>
                <a:spcPct val="110000"/>
              </a:lnSpc>
              <a:spcBef>
                <a:spcPts val="900"/>
              </a:spcBef>
              <a:spcAft>
                <a:spcPts val="900"/>
              </a:spcAft>
              <a:buNone/>
              <a:defRPr sz="1400"/>
            </a:lvl1pPr>
            <a:lvl2pPr marL="274320" indent="-274320">
              <a:lnSpc>
                <a:spcPct val="110000"/>
              </a:lnSpc>
              <a:spcBef>
                <a:spcPts val="900"/>
              </a:spcBef>
              <a:spcAft>
                <a:spcPts val="0"/>
              </a:spcAft>
              <a:buFont typeface="Arial" panose="020B0604020202020204" pitchFamily="34" charset="0"/>
              <a:buChar char="•"/>
              <a:tabLst/>
              <a:defRPr sz="1400"/>
            </a:lvl2pPr>
            <a:lvl3pPr marL="508000" indent="-228600">
              <a:lnSpc>
                <a:spcPct val="110000"/>
              </a:lnSpc>
              <a:spcBef>
                <a:spcPts val="300"/>
              </a:spcBef>
              <a:buFont typeface="Arial" panose="020B0604020202020204" pitchFamily="34" charset="0"/>
              <a:buChar char="•"/>
              <a:tabLst/>
              <a:defRPr sz="1050"/>
            </a:lvl3pPr>
          </a:lstStyle>
          <a:p>
            <a:pPr lvl="0"/>
            <a:r>
              <a:rPr lang="en-US"/>
              <a:t>Click to edit Master text styles</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50DEE683-0662-273F-3C87-2BF5FFCDFCD0}"/>
              </a:ext>
            </a:extLst>
          </p:cNvPr>
          <p:cNvSpPr>
            <a:spLocks noGrp="1"/>
          </p:cNvSpPr>
          <p:nvPr>
            <p:ph type="body" sz="quarter" idx="24" hasCustomPrompt="1"/>
          </p:nvPr>
        </p:nvSpPr>
        <p:spPr>
          <a:xfrm>
            <a:off x="7077456" y="694944"/>
            <a:ext cx="4298036" cy="1704128"/>
          </a:xfrm>
          <a:prstGeom prst="rect">
            <a:avLst/>
          </a:prstGeom>
        </p:spPr>
        <p:txBody>
          <a:bodyPr lIns="0" tIns="0" rIns="0" bIns="0"/>
          <a:lstStyle>
            <a:lvl1pPr marL="0" indent="0">
              <a:lnSpc>
                <a:spcPct val="110000"/>
              </a:lnSpc>
              <a:spcBef>
                <a:spcPts val="600"/>
              </a:spcBef>
              <a:buNone/>
              <a:defRPr sz="2200"/>
            </a:lvl1pPr>
            <a:lvl2pPr marL="12700" indent="0">
              <a:lnSpc>
                <a:spcPct val="110000"/>
              </a:lnSpc>
              <a:spcBef>
                <a:spcPts val="1800"/>
              </a:spcBef>
              <a:spcAft>
                <a:spcPts val="0"/>
              </a:spcAft>
              <a:buFont typeface="Arial" panose="020B0604020202020204" pitchFamily="34" charset="0"/>
              <a:buNone/>
              <a:tabLst/>
              <a:defRPr sz="1400" b="1"/>
            </a:lvl2pPr>
            <a:lvl3pPr marL="19050" indent="0">
              <a:lnSpc>
                <a:spcPct val="110000"/>
              </a:lnSpc>
              <a:spcBef>
                <a:spcPts val="300"/>
              </a:spcBef>
              <a:buFont typeface="Arial" panose="020B0604020202020204" pitchFamily="34" charset="0"/>
              <a:buNone/>
              <a:tabLst/>
              <a:defRPr sz="1200"/>
            </a:lvl3pPr>
          </a:lstStyle>
          <a:p>
            <a:pPr lvl="0"/>
            <a:r>
              <a:rPr lang="en-GB" dirty="0"/>
              <a:t>Click to add quote</a:t>
            </a:r>
          </a:p>
          <a:p>
            <a:pPr lvl="1"/>
            <a:r>
              <a:rPr lang="en-GB" dirty="0"/>
              <a:t>Second level</a:t>
            </a:r>
          </a:p>
          <a:p>
            <a:pPr lvl="2"/>
            <a:r>
              <a:rPr lang="en-GB" dirty="0"/>
              <a:t>Third level</a:t>
            </a:r>
          </a:p>
        </p:txBody>
      </p:sp>
      <p:sp>
        <p:nvSpPr>
          <p:cNvPr id="2" name="Title 1">
            <a:extLst>
              <a:ext uri="{FF2B5EF4-FFF2-40B4-BE49-F238E27FC236}">
                <a16:creationId xmlns:a16="http://schemas.microsoft.com/office/drawing/2014/main" id="{112FADFF-2CEB-131D-6408-2F242C4BF6CD}"/>
              </a:ext>
            </a:extLst>
          </p:cNvPr>
          <p:cNvSpPr>
            <a:spLocks noGrp="1"/>
          </p:cNvSpPr>
          <p:nvPr>
            <p:ph type="title" hasCustomPrompt="1"/>
          </p:nvPr>
        </p:nvSpPr>
        <p:spPr>
          <a:xfrm>
            <a:off x="877824" y="696083"/>
            <a:ext cx="4597842" cy="983999"/>
          </a:xfrm>
        </p:spPr>
        <p:txBody>
          <a:bodyPr anchor="ctr"/>
          <a:lstStyle>
            <a:lvl1pPr>
              <a:defRPr sz="3200"/>
            </a:lvl1pPr>
          </a:lstStyle>
          <a:p>
            <a:r>
              <a:rPr lang="en-US" dirty="0"/>
              <a:t>Customer success:</a:t>
            </a:r>
          </a:p>
        </p:txBody>
      </p:sp>
      <p:sp>
        <p:nvSpPr>
          <p:cNvPr id="10" name="Google Shape;287;p43">
            <a:extLst>
              <a:ext uri="{FF2B5EF4-FFF2-40B4-BE49-F238E27FC236}">
                <a16:creationId xmlns:a16="http://schemas.microsoft.com/office/drawing/2014/main" id="{C094901A-13A4-95D3-D9A8-AD7F0FEFE965}"/>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rgbClr val="001528"/>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rgbClr val="001528"/>
              </a:solidFill>
              <a:latin typeface="Arial" panose="020B0604020202020204" pitchFamily="34" charset="0"/>
              <a:ea typeface="Lexend"/>
              <a:cs typeface="Arial" panose="020B0604020202020204" pitchFamily="34" charset="0"/>
              <a:sym typeface="Lexend"/>
            </a:endParaRPr>
          </a:p>
        </p:txBody>
      </p:sp>
      <p:sp>
        <p:nvSpPr>
          <p:cNvPr id="11" name="TextBox 10">
            <a:extLst>
              <a:ext uri="{FF2B5EF4-FFF2-40B4-BE49-F238E27FC236}">
                <a16:creationId xmlns:a16="http://schemas.microsoft.com/office/drawing/2014/main" id="{973916AA-12F2-253F-ABC0-3CD7EB98D9E7}"/>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tx1">
                    <a:lumMod val="50000"/>
                    <a:lumOff val="50000"/>
                  </a:schemeClr>
                </a:solidFill>
                <a:latin typeface="Arial" panose="020B0604020202020204" pitchFamily="34" charset="0"/>
                <a:ea typeface="Arial Regular" charset="0"/>
                <a:cs typeface="Arial Regular" charset="0"/>
              </a:rPr>
              <a:t>infor.com</a:t>
            </a:r>
            <a:endParaRPr lang="en-US" sz="1000" b="0" i="0" kern="1200" spc="0" baseline="0" dirty="0">
              <a:solidFill>
                <a:schemeClr val="tx1">
                  <a:lumMod val="50000"/>
                  <a:lumOff val="50000"/>
                </a:schemeClr>
              </a:solidFill>
              <a:latin typeface="Arial" panose="020B0604020202020204" pitchFamily="34" charset="0"/>
              <a:ea typeface="Arial Regular" charset="0"/>
              <a:cs typeface="Arial Regular" charset="0"/>
            </a:endParaRPr>
          </a:p>
        </p:txBody>
      </p:sp>
      <p:sp>
        <p:nvSpPr>
          <p:cNvPr id="9" name="Picture Placeholder 8">
            <a:extLst>
              <a:ext uri="{FF2B5EF4-FFF2-40B4-BE49-F238E27FC236}">
                <a16:creationId xmlns:a16="http://schemas.microsoft.com/office/drawing/2014/main" id="{7E757149-D842-8DEF-14A6-37842D83E88F}"/>
              </a:ext>
            </a:extLst>
          </p:cNvPr>
          <p:cNvSpPr>
            <a:spLocks noGrp="1"/>
          </p:cNvSpPr>
          <p:nvPr>
            <p:ph type="pic" sz="quarter" idx="25" hasCustomPrompt="1"/>
          </p:nvPr>
        </p:nvSpPr>
        <p:spPr>
          <a:xfrm>
            <a:off x="877824" y="1749040"/>
            <a:ext cx="4597842" cy="1814217"/>
          </a:xfrm>
          <a:prstGeom prst="rect">
            <a:avLst/>
          </a:prstGeom>
          <a:ln w="12700">
            <a:solidFill>
              <a:schemeClr val="tx1"/>
            </a:solidFill>
            <a:prstDash val="sysDot"/>
            <a:miter lim="800000"/>
          </a:ln>
        </p:spPr>
        <p:txBody>
          <a:bodyPr anchor="ctr"/>
          <a:lstStyle>
            <a:lvl1pPr marL="0" indent="0" algn="ctr">
              <a:buNone/>
              <a:defRPr sz="1600"/>
            </a:lvl1pPr>
          </a:lstStyle>
          <a:p>
            <a:r>
              <a:rPr lang="en-US" dirty="0"/>
              <a:t>Place logo here</a:t>
            </a:r>
          </a:p>
        </p:txBody>
      </p:sp>
      <p:grpSp>
        <p:nvGrpSpPr>
          <p:cNvPr id="3" name="Group 2" hidden="1">
            <a:extLst>
              <a:ext uri="{FF2B5EF4-FFF2-40B4-BE49-F238E27FC236}">
                <a16:creationId xmlns:a16="http://schemas.microsoft.com/office/drawing/2014/main" id="{4E7E092F-D5EA-3BBF-9A51-4D110A4310DF}"/>
              </a:ext>
            </a:extLst>
          </p:cNvPr>
          <p:cNvGrpSpPr/>
          <p:nvPr userDrawn="1"/>
        </p:nvGrpSpPr>
        <p:grpSpPr>
          <a:xfrm>
            <a:off x="846466" y="392874"/>
            <a:ext cx="14853530" cy="7144342"/>
            <a:chOff x="1072629" y="-2961775"/>
            <a:chExt cx="14853530" cy="7144342"/>
          </a:xfrm>
        </p:grpSpPr>
        <p:sp>
          <p:nvSpPr>
            <p:cNvPr id="4" name="Subtitle 4">
              <a:extLst>
                <a:ext uri="{FF2B5EF4-FFF2-40B4-BE49-F238E27FC236}">
                  <a16:creationId xmlns:a16="http://schemas.microsoft.com/office/drawing/2014/main" id="{0A7CE686-3E26-5083-2F1C-1D28905DAB35}"/>
                </a:ext>
              </a:extLst>
            </p:cNvPr>
            <p:cNvSpPr txBox="1">
              <a:spLocks/>
            </p:cNvSpPr>
            <p:nvPr/>
          </p:nvSpPr>
          <p:spPr>
            <a:xfrm>
              <a:off x="1096473" y="1056674"/>
              <a:ext cx="4824000" cy="1671837"/>
            </a:xfrm>
            <a:prstGeom prst="rect">
              <a:avLst/>
            </a:prstGeom>
          </p:spPr>
          <p:txBody>
            <a:bodyPr lIns="0" tIns="0" rIns="0" bIns="0"/>
            <a:lstStyle>
              <a:lvl1pPr marL="0" indent="0" algn="l" defTabSz="1219110" rtl="0" eaLnBrk="1" latinLnBrk="0" hangingPunct="1">
                <a:lnSpc>
                  <a:spcPct val="110000"/>
                </a:lnSpc>
                <a:spcBef>
                  <a:spcPts val="600"/>
                </a:spcBef>
                <a:buFont typeface="Arial" panose="020B0604020202020204" pitchFamily="34" charset="0"/>
                <a:buNone/>
                <a:defRPr sz="2000" kern="1200">
                  <a:solidFill>
                    <a:schemeClr val="tx1"/>
                  </a:solidFill>
                  <a:latin typeface="+mn-lt"/>
                  <a:ea typeface="+mn-ea"/>
                  <a:cs typeface="+mn-cs"/>
                </a:defRPr>
              </a:lvl1pPr>
              <a:lvl2pPr marL="355600" indent="-342900" algn="l" defTabSz="1219110" rtl="0" eaLnBrk="1" latinLnBrk="0" hangingPunct="1">
                <a:lnSpc>
                  <a:spcPct val="110000"/>
                </a:lnSpc>
                <a:spcBef>
                  <a:spcPts val="900"/>
                </a:spcBef>
                <a:spcAft>
                  <a:spcPts val="0"/>
                </a:spcAft>
                <a:buFont typeface="Arial" panose="020B0604020202020204" pitchFamily="34" charset="0"/>
                <a:buChar char="•"/>
                <a:tabLst/>
                <a:defRPr sz="2000" kern="1200">
                  <a:solidFill>
                    <a:schemeClr val="tx1"/>
                  </a:solidFill>
                  <a:latin typeface="+mn-lt"/>
                  <a:ea typeface="+mn-ea"/>
                  <a:cs typeface="+mn-cs"/>
                </a:defRPr>
              </a:lvl2pPr>
              <a:lvl3pPr marL="646113" indent="-285750" algn="l" defTabSz="1219110" rtl="0" eaLnBrk="1" latinLnBrk="0" hangingPunct="1">
                <a:lnSpc>
                  <a:spcPct val="110000"/>
                </a:lnSpc>
                <a:spcBef>
                  <a:spcPts val="300"/>
                </a:spcBef>
                <a:buFont typeface="Arial" panose="020B0604020202020204" pitchFamily="34" charset="0"/>
                <a:buChar char="•"/>
                <a:tabLst/>
                <a:defRPr sz="1400" kern="1200">
                  <a:solidFill>
                    <a:schemeClr val="tx1"/>
                  </a:solidFill>
                  <a:latin typeface="+mn-lt"/>
                  <a:ea typeface="+mn-ea"/>
                  <a:cs typeface="+mn-cs"/>
                </a:defRPr>
              </a:lvl3pPr>
              <a:lvl4pPr marL="2133440"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299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54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10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65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212"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buClrTx/>
              </a:pPr>
              <a:r>
                <a:rPr lang="en-MY" sz="1600" dirty="0"/>
                <a:t>Max 300 characters </a:t>
              </a:r>
              <a:r>
                <a:rPr lang="en-MY" sz="1600" dirty="0" err="1"/>
                <a:t>LoremTech</a:t>
              </a:r>
              <a:r>
                <a:rPr lang="en-MY" sz="1600" dirty="0"/>
                <a:t> Solutions is a leading innovator in the tech industry, dedicated to providing cutting-edge solutions to meet your needs. With a commitment to excellence and a passion for innovation, we pride ourselves on delivering high-quality products and services that exceed our</a:t>
              </a:r>
              <a:endParaRPr lang="en-US" sz="1600" dirty="0"/>
            </a:p>
          </p:txBody>
        </p:sp>
        <p:pic>
          <p:nvPicPr>
            <p:cNvPr id="5" name="Picture Placeholder 18">
              <a:extLst>
                <a:ext uri="{FF2B5EF4-FFF2-40B4-BE49-F238E27FC236}">
                  <a16:creationId xmlns:a16="http://schemas.microsoft.com/office/drawing/2014/main" id="{78F0B128-DA00-96E3-9E0F-44B5FBDC07E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23137" b="-23137"/>
            <a:stretch/>
          </p:blipFill>
          <p:spPr>
            <a:xfrm>
              <a:off x="1098180" y="-1794187"/>
              <a:ext cx="3338758" cy="1865938"/>
            </a:xfrm>
            <a:prstGeom prst="rect">
              <a:avLst/>
            </a:prstGeom>
          </p:spPr>
        </p:pic>
        <p:sp>
          <p:nvSpPr>
            <p:cNvPr id="12" name="TextBox 11">
              <a:extLst>
                <a:ext uri="{FF2B5EF4-FFF2-40B4-BE49-F238E27FC236}">
                  <a16:creationId xmlns:a16="http://schemas.microsoft.com/office/drawing/2014/main" id="{D5D6C6B3-4758-7546-2B97-1354D7FE1007}"/>
                </a:ext>
              </a:extLst>
            </p:cNvPr>
            <p:cNvSpPr txBox="1"/>
            <p:nvPr/>
          </p:nvSpPr>
          <p:spPr>
            <a:xfrm>
              <a:off x="1098180" y="2843226"/>
              <a:ext cx="3600744" cy="1339341"/>
            </a:xfrm>
            <a:prstGeom prst="rect">
              <a:avLst/>
            </a:prstGeom>
            <a:noFill/>
          </p:spPr>
          <p:txBody>
            <a:bodyPr wrap="square" lIns="0">
              <a:spAutoFit/>
            </a:bodyPr>
            <a:lstStyle/>
            <a:p>
              <a:pPr>
                <a:lnSpc>
                  <a:spcPct val="130000"/>
                </a:lnSpc>
              </a:pPr>
              <a:r>
                <a:rPr lang="en-US" sz="1600" b="1" dirty="0">
                  <a:solidFill>
                    <a:schemeClr val="tx1"/>
                  </a:solidFill>
                  <a:latin typeface="Arial" panose="020B0604020202020204" pitchFamily="34" charset="0"/>
                  <a:cs typeface="Arial" panose="020B0604020202020204" pitchFamily="34" charset="0"/>
                </a:rPr>
                <a:t>HQ: </a:t>
              </a:r>
              <a:r>
                <a:rPr lang="en-US" sz="1600" dirty="0">
                  <a:solidFill>
                    <a:schemeClr val="tx1"/>
                  </a:solidFill>
                  <a:latin typeface="Arial" panose="020B0604020202020204" pitchFamily="34" charset="0"/>
                  <a:ea typeface="Source Sans Pro" panose="020B0503030403020204" pitchFamily="34" charset="0"/>
                  <a:cs typeface="Arial" panose="020B0604020202020204" pitchFamily="34" charset="0"/>
                </a:rPr>
                <a:t>Lorem ipsum</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Operating budget: </a:t>
              </a:r>
              <a:r>
                <a:rPr lang="en-US" sz="1600" dirty="0">
                  <a:solidFill>
                    <a:schemeClr val="tx1"/>
                  </a:solidFill>
                  <a:latin typeface="Arial" panose="020B0604020202020204" pitchFamily="34" charset="0"/>
                  <a:cs typeface="Arial" panose="020B0604020202020204" pitchFamily="34" charset="0"/>
                </a:rPr>
                <a:t>Lorem ipsum</a:t>
              </a:r>
              <a:br>
                <a:rPr lang="en-US" sz="1600" dirty="0">
                  <a:solidFill>
                    <a:schemeClr val="tx1"/>
                  </a:solidFill>
                  <a:latin typeface="Arial" panose="020B0604020202020204" pitchFamily="34" charset="0"/>
                  <a:cs typeface="Arial" panose="020B0604020202020204" pitchFamily="34" charset="0"/>
                </a:rPr>
              </a:br>
              <a:r>
                <a:rPr lang="en-US" sz="1600" b="1" dirty="0">
                  <a:solidFill>
                    <a:schemeClr val="tx1"/>
                  </a:solidFill>
                  <a:latin typeface="Arial" panose="020B0604020202020204" pitchFamily="34" charset="0"/>
                  <a:cs typeface="Arial" panose="020B0604020202020204" pitchFamily="34" charset="0"/>
                </a:rPr>
                <a:t>Industry: </a:t>
              </a:r>
              <a:r>
                <a:rPr lang="en-US" sz="1600" dirty="0">
                  <a:solidFill>
                    <a:schemeClr val="tx1"/>
                  </a:solidFill>
                  <a:latin typeface="Arial" panose="020B0604020202020204" pitchFamily="34" charset="0"/>
                  <a:ea typeface="Source Sans Pro" panose="020B0503030403020204" pitchFamily="34" charset="0"/>
                  <a:cs typeface="Arial" panose="020B0604020202020204" pitchFamily="34" charset="0"/>
                </a:rPr>
                <a:t>Lorem ipsum</a:t>
              </a:r>
            </a:p>
            <a:p>
              <a:pPr>
                <a:lnSpc>
                  <a:spcPct val="130000"/>
                </a:lnSpc>
              </a:pPr>
              <a:r>
                <a:rPr lang="en-US" sz="1600" u="sng" kern="1200" spc="-27" dirty="0" err="1">
                  <a:solidFill>
                    <a:schemeClr val="accent1"/>
                  </a:solidFill>
                  <a:latin typeface="Arial" panose="020B0604020202020204" pitchFamily="34" charset="0"/>
                  <a:ea typeface="Source Sans Pro" panose="020B0503030403020204" pitchFamily="34" charset="0"/>
                  <a:cs typeface="Arial" panose="020B0604020202020204" pitchFamily="34" charset="0"/>
                </a:rPr>
                <a:t>www.ruizfoods.com</a:t>
              </a:r>
              <a:endParaRPr lang="en-US" sz="1600" u="sng" kern="1200" spc="-27" dirty="0">
                <a:solidFill>
                  <a:schemeClr val="accent1"/>
                </a:solidFill>
                <a:latin typeface="Arial" panose="020B0604020202020204" pitchFamily="34" charset="0"/>
                <a:ea typeface="Source Sans Pro" panose="020B0503030403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2B637EF3-0F01-44DE-B91B-F23A7B191C5E}"/>
                </a:ext>
              </a:extLst>
            </p:cNvPr>
            <p:cNvSpPr txBox="1"/>
            <p:nvPr/>
          </p:nvSpPr>
          <p:spPr>
            <a:xfrm>
              <a:off x="7219941" y="967301"/>
              <a:ext cx="2387522" cy="907941"/>
            </a:xfrm>
            <a:prstGeom prst="rect">
              <a:avLst/>
            </a:prstGeom>
            <a:noFill/>
          </p:spPr>
          <p:txBody>
            <a:bodyPr wrap="square" lIns="91440" tIns="45720" rIns="91440" bIns="45720" rtlCol="0" anchor="t">
              <a:spAutoFit/>
            </a:bodyPr>
            <a:lstStyle/>
            <a:p>
              <a:r>
                <a:rPr lang="en-US" sz="5300" b="1" dirty="0">
                  <a:solidFill>
                    <a:schemeClr val="accent4"/>
                  </a:solidFill>
                </a:rPr>
                <a:t>68k</a:t>
              </a:r>
            </a:p>
          </p:txBody>
        </p:sp>
        <p:sp>
          <p:nvSpPr>
            <p:cNvPr id="14" name="Subtitle 1">
              <a:extLst>
                <a:ext uri="{FF2B5EF4-FFF2-40B4-BE49-F238E27FC236}">
                  <a16:creationId xmlns:a16="http://schemas.microsoft.com/office/drawing/2014/main" id="{03A848A5-269C-FD5B-8605-4AECCAD02FA4}"/>
                </a:ext>
              </a:extLst>
            </p:cNvPr>
            <p:cNvSpPr txBox="1">
              <a:spLocks/>
            </p:cNvSpPr>
            <p:nvPr/>
          </p:nvSpPr>
          <p:spPr>
            <a:xfrm>
              <a:off x="7301955" y="1924394"/>
              <a:ext cx="2338561" cy="1719444"/>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a:r>
                <a:rPr lang="en-MY" dirty="0"/>
                <a:t>100 characters max Lorem ipsum </a:t>
              </a:r>
              <a:r>
                <a:rPr lang="en-MY" dirty="0" err="1"/>
                <a:t>dolor</a:t>
              </a:r>
              <a:r>
                <a:rPr lang="en-MY" dirty="0"/>
                <a:t> sit </a:t>
              </a:r>
              <a:r>
                <a:rPr lang="en-MY" dirty="0" err="1"/>
                <a:t>amet</a:t>
              </a:r>
              <a:r>
                <a:rPr lang="en-MY" dirty="0"/>
                <a:t>, </a:t>
              </a:r>
              <a:r>
                <a:rPr lang="en-MY" dirty="0" err="1"/>
                <a:t>consectetur</a:t>
              </a:r>
              <a:r>
                <a:rPr lang="en-MY" dirty="0"/>
                <a:t> </a:t>
              </a:r>
              <a:r>
                <a:rPr lang="en-MY" dirty="0" err="1"/>
                <a:t>adipiscing</a:t>
              </a:r>
              <a:r>
                <a:rPr lang="en-MY" dirty="0"/>
                <a:t> </a:t>
              </a:r>
              <a:r>
                <a:rPr lang="en-MY" dirty="0" err="1"/>
                <a:t>elit</a:t>
              </a:r>
              <a:r>
                <a:rPr lang="en-MY" dirty="0"/>
                <a:t>. Maecenas </a:t>
              </a:r>
              <a:r>
                <a:rPr lang="en-MY" dirty="0" err="1"/>
                <a:t>efficitur</a:t>
              </a:r>
              <a:r>
                <a:rPr lang="en-MY" dirty="0"/>
                <a:t> </a:t>
              </a:r>
              <a:r>
                <a:rPr lang="en-MY" dirty="0" err="1"/>
                <a:t>consectetur</a:t>
              </a:r>
              <a:r>
                <a:rPr lang="en-MY" dirty="0"/>
                <a:t> </a:t>
              </a:r>
              <a:r>
                <a:rPr lang="en-MY" dirty="0" err="1"/>
                <a:t>feugiat</a:t>
              </a:r>
              <a:r>
                <a:rPr lang="en-MY" dirty="0"/>
                <a:t>. Vestibulum </a:t>
              </a:r>
              <a:r>
                <a:rPr lang="en-MY" dirty="0" err="1"/>
                <a:t>nec</a:t>
              </a:r>
              <a:r>
                <a:rPr lang="en-MY" dirty="0"/>
                <a:t> </a:t>
              </a:r>
              <a:r>
                <a:rPr lang="en-MY" dirty="0" err="1"/>
                <a:t>dapibus</a:t>
              </a:r>
              <a:r>
                <a:rPr lang="en-MY" dirty="0"/>
                <a:t> </a:t>
              </a:r>
              <a:r>
                <a:rPr lang="en-MY" dirty="0" err="1"/>
                <a:t>massa</a:t>
              </a:r>
              <a:r>
                <a:rPr lang="en-MY" dirty="0"/>
                <a:t>. Ut </a:t>
              </a:r>
              <a:r>
                <a:rPr lang="en-MY" dirty="0" err="1"/>
                <a:t>faucibus</a:t>
              </a:r>
              <a:r>
                <a:rPr lang="en-MY" dirty="0"/>
                <a:t> </a:t>
              </a:r>
              <a:r>
                <a:rPr lang="en-MY" dirty="0" err="1"/>
                <a:t>dolor</a:t>
              </a:r>
              <a:r>
                <a:rPr lang="en-MY" dirty="0"/>
                <a:t> </a:t>
              </a:r>
            </a:p>
          </p:txBody>
        </p:sp>
        <p:sp>
          <p:nvSpPr>
            <p:cNvPr id="15" name="TextBox 14">
              <a:extLst>
                <a:ext uri="{FF2B5EF4-FFF2-40B4-BE49-F238E27FC236}">
                  <a16:creationId xmlns:a16="http://schemas.microsoft.com/office/drawing/2014/main" id="{7709ABA8-32D1-AA48-933F-1DC00172B9B7}"/>
                </a:ext>
              </a:extLst>
            </p:cNvPr>
            <p:cNvSpPr txBox="1"/>
            <p:nvPr/>
          </p:nvSpPr>
          <p:spPr>
            <a:xfrm>
              <a:off x="10358775" y="967301"/>
              <a:ext cx="2387522" cy="907941"/>
            </a:xfrm>
            <a:prstGeom prst="rect">
              <a:avLst/>
            </a:prstGeom>
            <a:noFill/>
          </p:spPr>
          <p:txBody>
            <a:bodyPr wrap="square" lIns="91440" tIns="45720" rIns="91440" bIns="45720" rtlCol="0" anchor="t">
              <a:spAutoFit/>
            </a:bodyPr>
            <a:lstStyle/>
            <a:p>
              <a:r>
                <a:rPr lang="en-US" sz="5300" b="1" dirty="0">
                  <a:solidFill>
                    <a:schemeClr val="accent4"/>
                  </a:solidFill>
                </a:rPr>
                <a:t>142</a:t>
              </a:r>
            </a:p>
          </p:txBody>
        </p:sp>
        <p:sp>
          <p:nvSpPr>
            <p:cNvPr id="16" name="Subtitle 1">
              <a:extLst>
                <a:ext uri="{FF2B5EF4-FFF2-40B4-BE49-F238E27FC236}">
                  <a16:creationId xmlns:a16="http://schemas.microsoft.com/office/drawing/2014/main" id="{56BD6836-D573-A1B2-82CE-666FCE69CB1E}"/>
                </a:ext>
              </a:extLst>
            </p:cNvPr>
            <p:cNvSpPr txBox="1">
              <a:spLocks/>
            </p:cNvSpPr>
            <p:nvPr/>
          </p:nvSpPr>
          <p:spPr>
            <a:xfrm>
              <a:off x="10524867" y="1924394"/>
              <a:ext cx="2387522" cy="95173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a:r>
                <a:rPr lang="en-MY" dirty="0"/>
                <a:t>100 characters max Lorem ipsum </a:t>
              </a:r>
              <a:r>
                <a:rPr lang="en-MY" dirty="0" err="1"/>
                <a:t>dolor</a:t>
              </a:r>
              <a:r>
                <a:rPr lang="en-MY" dirty="0"/>
                <a:t> sit </a:t>
              </a:r>
              <a:r>
                <a:rPr lang="en-MY" dirty="0" err="1"/>
                <a:t>amet</a:t>
              </a:r>
              <a:r>
                <a:rPr lang="en-MY" dirty="0"/>
                <a:t>, </a:t>
              </a:r>
              <a:r>
                <a:rPr lang="en-MY" dirty="0" err="1"/>
                <a:t>consectetur</a:t>
              </a:r>
              <a:r>
                <a:rPr lang="en-MY" dirty="0"/>
                <a:t> </a:t>
              </a:r>
              <a:r>
                <a:rPr lang="en-MY" dirty="0" err="1"/>
                <a:t>adipiscing</a:t>
              </a:r>
              <a:r>
                <a:rPr lang="en-MY" dirty="0"/>
                <a:t> </a:t>
              </a:r>
              <a:r>
                <a:rPr lang="en-MY" dirty="0" err="1"/>
                <a:t>elit</a:t>
              </a:r>
              <a:r>
                <a:rPr lang="en-MY" dirty="0"/>
                <a:t>. Maecenas </a:t>
              </a:r>
              <a:r>
                <a:rPr lang="en-MY" dirty="0" err="1"/>
                <a:t>efficitur</a:t>
              </a:r>
              <a:r>
                <a:rPr lang="en-MY" dirty="0"/>
                <a:t> </a:t>
              </a:r>
              <a:r>
                <a:rPr lang="en-MY" dirty="0" err="1"/>
                <a:t>consectetur</a:t>
              </a:r>
              <a:r>
                <a:rPr lang="en-MY" dirty="0"/>
                <a:t> </a:t>
              </a:r>
              <a:r>
                <a:rPr lang="en-MY" dirty="0" err="1"/>
                <a:t>feugiat</a:t>
              </a:r>
              <a:r>
                <a:rPr lang="en-MY" dirty="0"/>
                <a:t>. Vestibulum </a:t>
              </a:r>
              <a:r>
                <a:rPr lang="en-MY" dirty="0" err="1"/>
                <a:t>nec</a:t>
              </a:r>
              <a:r>
                <a:rPr lang="en-MY" dirty="0"/>
                <a:t> </a:t>
              </a:r>
              <a:r>
                <a:rPr lang="en-MY" dirty="0" err="1"/>
                <a:t>dapibus</a:t>
              </a:r>
              <a:r>
                <a:rPr lang="en-MY" dirty="0"/>
                <a:t> </a:t>
              </a:r>
              <a:r>
                <a:rPr lang="en-MY" dirty="0" err="1"/>
                <a:t>massa</a:t>
              </a:r>
              <a:r>
                <a:rPr lang="en-MY" dirty="0"/>
                <a:t>. Ut </a:t>
              </a:r>
              <a:r>
                <a:rPr lang="en-MY" dirty="0" err="1"/>
                <a:t>faucibus</a:t>
              </a:r>
              <a:r>
                <a:rPr lang="en-MY" dirty="0"/>
                <a:t> </a:t>
              </a:r>
              <a:r>
                <a:rPr lang="en-MY" dirty="0" err="1"/>
                <a:t>dolor</a:t>
              </a:r>
              <a:r>
                <a:rPr lang="en-MY" dirty="0"/>
                <a:t> </a:t>
              </a:r>
            </a:p>
          </p:txBody>
        </p:sp>
        <p:sp>
          <p:nvSpPr>
            <p:cNvPr id="17" name="TextBox 16">
              <a:extLst>
                <a:ext uri="{FF2B5EF4-FFF2-40B4-BE49-F238E27FC236}">
                  <a16:creationId xmlns:a16="http://schemas.microsoft.com/office/drawing/2014/main" id="{0E0D1AAD-4DE7-29D6-47A1-65E84DE407BD}"/>
                </a:ext>
              </a:extLst>
            </p:cNvPr>
            <p:cNvSpPr txBox="1"/>
            <p:nvPr/>
          </p:nvSpPr>
          <p:spPr>
            <a:xfrm>
              <a:off x="13419369" y="967301"/>
              <a:ext cx="2387522" cy="907941"/>
            </a:xfrm>
            <a:prstGeom prst="rect">
              <a:avLst/>
            </a:prstGeom>
            <a:noFill/>
          </p:spPr>
          <p:txBody>
            <a:bodyPr wrap="square" lIns="91440" tIns="45720" rIns="91440" bIns="45720" rtlCol="0" anchor="t">
              <a:spAutoFit/>
            </a:bodyPr>
            <a:lstStyle/>
            <a:p>
              <a:r>
                <a:rPr lang="en-US" sz="5300" b="1" dirty="0">
                  <a:solidFill>
                    <a:schemeClr val="accent4"/>
                  </a:solidFill>
                </a:rPr>
                <a:t>13k+</a:t>
              </a:r>
            </a:p>
          </p:txBody>
        </p:sp>
        <p:sp>
          <p:nvSpPr>
            <p:cNvPr id="18" name="Subtitle 1">
              <a:extLst>
                <a:ext uri="{FF2B5EF4-FFF2-40B4-BE49-F238E27FC236}">
                  <a16:creationId xmlns:a16="http://schemas.microsoft.com/office/drawing/2014/main" id="{973C988F-EED4-B158-DFB2-4A41452D8E60}"/>
                </a:ext>
              </a:extLst>
            </p:cNvPr>
            <p:cNvSpPr txBox="1">
              <a:spLocks/>
            </p:cNvSpPr>
            <p:nvPr/>
          </p:nvSpPr>
          <p:spPr>
            <a:xfrm>
              <a:off x="13538637" y="1924394"/>
              <a:ext cx="2387522" cy="200991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a:r>
                <a:rPr lang="en-MY" dirty="0"/>
                <a:t>100 characters max Lorem ipsum </a:t>
              </a:r>
              <a:r>
                <a:rPr lang="en-MY" dirty="0" err="1"/>
                <a:t>dolor</a:t>
              </a:r>
              <a:r>
                <a:rPr lang="en-MY" dirty="0"/>
                <a:t> sit </a:t>
              </a:r>
              <a:r>
                <a:rPr lang="en-MY" dirty="0" err="1"/>
                <a:t>amet</a:t>
              </a:r>
              <a:r>
                <a:rPr lang="en-MY" dirty="0"/>
                <a:t>, </a:t>
              </a:r>
              <a:r>
                <a:rPr lang="en-MY" dirty="0" err="1"/>
                <a:t>consectetur</a:t>
              </a:r>
              <a:r>
                <a:rPr lang="en-MY" dirty="0"/>
                <a:t> </a:t>
              </a:r>
              <a:r>
                <a:rPr lang="en-MY" dirty="0" err="1"/>
                <a:t>adipiscing</a:t>
              </a:r>
              <a:r>
                <a:rPr lang="en-MY" dirty="0"/>
                <a:t> </a:t>
              </a:r>
              <a:r>
                <a:rPr lang="en-MY" dirty="0" err="1"/>
                <a:t>elit</a:t>
              </a:r>
              <a:r>
                <a:rPr lang="en-MY" dirty="0"/>
                <a:t>. Maecenas </a:t>
              </a:r>
              <a:r>
                <a:rPr lang="en-MY" dirty="0" err="1"/>
                <a:t>efficitur</a:t>
              </a:r>
              <a:r>
                <a:rPr lang="en-MY" dirty="0"/>
                <a:t> </a:t>
              </a:r>
              <a:r>
                <a:rPr lang="en-MY" dirty="0" err="1"/>
                <a:t>consectetur</a:t>
              </a:r>
              <a:r>
                <a:rPr lang="en-MY" dirty="0"/>
                <a:t> </a:t>
              </a:r>
              <a:r>
                <a:rPr lang="en-MY" dirty="0" err="1"/>
                <a:t>feugiat</a:t>
              </a:r>
              <a:r>
                <a:rPr lang="en-MY" dirty="0"/>
                <a:t>. Vestibulum </a:t>
              </a:r>
              <a:r>
                <a:rPr lang="en-MY" dirty="0" err="1"/>
                <a:t>nec</a:t>
              </a:r>
              <a:r>
                <a:rPr lang="en-MY" dirty="0"/>
                <a:t> </a:t>
              </a:r>
              <a:r>
                <a:rPr lang="en-MY" dirty="0" err="1"/>
                <a:t>dapibus</a:t>
              </a:r>
              <a:r>
                <a:rPr lang="en-MY" dirty="0"/>
                <a:t> </a:t>
              </a:r>
              <a:r>
                <a:rPr lang="en-MY" dirty="0" err="1"/>
                <a:t>massa</a:t>
              </a:r>
              <a:r>
                <a:rPr lang="en-MY" dirty="0"/>
                <a:t>. Ut </a:t>
              </a:r>
              <a:r>
                <a:rPr lang="en-MY" dirty="0" err="1"/>
                <a:t>faucibus</a:t>
              </a:r>
              <a:r>
                <a:rPr lang="en-MY" dirty="0"/>
                <a:t> </a:t>
              </a:r>
              <a:r>
                <a:rPr lang="en-MY" dirty="0" err="1"/>
                <a:t>dolor</a:t>
              </a:r>
              <a:r>
                <a:rPr lang="en-MY" dirty="0"/>
                <a:t> </a:t>
              </a:r>
            </a:p>
          </p:txBody>
        </p:sp>
        <p:cxnSp>
          <p:nvCxnSpPr>
            <p:cNvPr id="19" name="Straight Connector 18">
              <a:extLst>
                <a:ext uri="{FF2B5EF4-FFF2-40B4-BE49-F238E27FC236}">
                  <a16:creationId xmlns:a16="http://schemas.microsoft.com/office/drawing/2014/main" id="{FABFFF17-6E19-08D8-DE8C-95D056A7526B}"/>
                </a:ext>
              </a:extLst>
            </p:cNvPr>
            <p:cNvCxnSpPr>
              <a:cxnSpLocks/>
            </p:cNvCxnSpPr>
            <p:nvPr/>
          </p:nvCxnSpPr>
          <p:spPr>
            <a:xfrm>
              <a:off x="9958387" y="581107"/>
              <a:ext cx="0" cy="3122365"/>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Title 3">
              <a:extLst>
                <a:ext uri="{FF2B5EF4-FFF2-40B4-BE49-F238E27FC236}">
                  <a16:creationId xmlns:a16="http://schemas.microsoft.com/office/drawing/2014/main" id="{39750D15-7BE4-D494-D6E2-93C930CCC263}"/>
                </a:ext>
              </a:extLst>
            </p:cNvPr>
            <p:cNvSpPr txBox="1">
              <a:spLocks/>
            </p:cNvSpPr>
            <p:nvPr/>
          </p:nvSpPr>
          <p:spPr>
            <a:xfrm>
              <a:off x="1096473" y="-2452800"/>
              <a:ext cx="3981600" cy="737999"/>
            </a:xfrm>
            <a:prstGeom prst="rect">
              <a:avLst/>
            </a:prstGeom>
            <a:noFill/>
            <a:ln>
              <a:noFill/>
            </a:ln>
          </p:spPr>
          <p:txBody>
            <a:bodyPr spcFirstLastPara="1" vert="horz" wrap="square" lIns="0" tIns="0" rIns="0" bIns="0" rtlCol="0" anchor="t" anchorCtr="0">
              <a:noAutofit/>
            </a:bodyPr>
            <a:lstStyle>
              <a:lvl1pPr lvl="0" algn="l" defTabSz="1219110" rtl="0" eaLnBrk="1" latinLnBrk="0" hangingPunct="1">
                <a:lnSpc>
                  <a:spcPct val="100000"/>
                </a:lnSpc>
                <a:spcBef>
                  <a:spcPts val="0"/>
                </a:spcBef>
                <a:spcAft>
                  <a:spcPts val="0"/>
                </a:spcAft>
                <a:buClr>
                  <a:schemeClr val="lt1"/>
                </a:buClr>
                <a:buSzPts val="2800"/>
                <a:buNone/>
                <a:defRPr lang="en-US" sz="4267"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pPr>
                <a:buFontTx/>
              </a:pPr>
              <a:r>
                <a:rPr lang="en-US" sz="3200" dirty="0"/>
                <a:t>Customer success:</a:t>
              </a:r>
            </a:p>
          </p:txBody>
        </p:sp>
        <p:sp>
          <p:nvSpPr>
            <p:cNvPr id="21" name="Text Placeholder 86">
              <a:extLst>
                <a:ext uri="{FF2B5EF4-FFF2-40B4-BE49-F238E27FC236}">
                  <a16:creationId xmlns:a16="http://schemas.microsoft.com/office/drawing/2014/main" id="{B14A2D56-1B0E-0EBA-8A8A-5A3D4E9FBA0D}"/>
                </a:ext>
              </a:extLst>
            </p:cNvPr>
            <p:cNvSpPr txBox="1">
              <a:spLocks/>
            </p:cNvSpPr>
            <p:nvPr/>
          </p:nvSpPr>
          <p:spPr>
            <a:xfrm>
              <a:off x="7301955" y="636360"/>
              <a:ext cx="1501858" cy="399487"/>
            </a:xfrm>
            <a:prstGeom prst="rect">
              <a:avLst/>
            </a:prstGeom>
          </p:spPr>
          <p:txBody>
            <a:bodyPr lIns="0" tIns="0" rIns="0" bIns="0"/>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67" b="1" dirty="0">
                  <a:latin typeface="Arial" panose="020B0604020202020204" pitchFamily="34" charset="0"/>
                  <a:cs typeface="Arial" panose="020B0604020202020204" pitchFamily="34" charset="0"/>
                </a:rPr>
                <a:t>Challenge</a:t>
              </a:r>
            </a:p>
          </p:txBody>
        </p:sp>
        <p:sp>
          <p:nvSpPr>
            <p:cNvPr id="22" name="Text Placeholder 87">
              <a:extLst>
                <a:ext uri="{FF2B5EF4-FFF2-40B4-BE49-F238E27FC236}">
                  <a16:creationId xmlns:a16="http://schemas.microsoft.com/office/drawing/2014/main" id="{36E1832A-C62D-596B-ABFE-FFFFB87FE152}"/>
                </a:ext>
              </a:extLst>
            </p:cNvPr>
            <p:cNvSpPr txBox="1">
              <a:spLocks/>
            </p:cNvSpPr>
            <p:nvPr/>
          </p:nvSpPr>
          <p:spPr>
            <a:xfrm>
              <a:off x="10524867" y="636360"/>
              <a:ext cx="1705192" cy="399487"/>
            </a:xfrm>
            <a:prstGeom prst="rect">
              <a:avLst/>
            </a:prstGeom>
          </p:spPr>
          <p:txBody>
            <a:bodyPr lIns="0" tIns="0" rIns="0" bIns="0"/>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67" b="1" dirty="0">
                  <a:latin typeface="Arial" panose="020B0604020202020204" pitchFamily="34" charset="0"/>
                  <a:cs typeface="Arial" panose="020B0604020202020204" pitchFamily="34" charset="0"/>
                </a:rPr>
                <a:t>Infor Solution</a:t>
              </a:r>
            </a:p>
          </p:txBody>
        </p:sp>
        <p:sp>
          <p:nvSpPr>
            <p:cNvPr id="23" name="Quote">
              <a:extLst>
                <a:ext uri="{FF2B5EF4-FFF2-40B4-BE49-F238E27FC236}">
                  <a16:creationId xmlns:a16="http://schemas.microsoft.com/office/drawing/2014/main" id="{FBD41563-A539-279B-A6AE-02D962FA61D9}"/>
                </a:ext>
              </a:extLst>
            </p:cNvPr>
            <p:cNvSpPr txBox="1"/>
            <p:nvPr/>
          </p:nvSpPr>
          <p:spPr>
            <a:xfrm>
              <a:off x="7162050" y="-2961775"/>
              <a:ext cx="693672" cy="1124219"/>
            </a:xfrm>
            <a:prstGeom prst="rect">
              <a:avLst/>
            </a:prstGeom>
            <a:noFill/>
            <a:effectLst/>
          </p:spPr>
          <p:txBody>
            <a:bodyPr wrap="square" lIns="0" tIns="0" rIns="0" bIns="0" rtlCol="0">
              <a:spAutoFit/>
            </a:bodyPr>
            <a:lstStyle>
              <a:defPPr>
                <a:defRPr lang="en-US"/>
              </a:defPPr>
              <a:lvl1pPr>
                <a:lnSpc>
                  <a:spcPct val="110000"/>
                </a:lnSpc>
                <a:spcBef>
                  <a:spcPts val="1400"/>
                </a:spcBef>
                <a:defRPr sz="1600" b="1" spc="-40">
                  <a:solidFill>
                    <a:schemeClr val="bg1"/>
                  </a:solidFill>
                  <a:effectLst>
                    <a:outerShdw blurRad="25400" dist="12700" dir="5400000" algn="t" rotWithShape="0">
                      <a:prstClr val="black">
                        <a:alpha val="40000"/>
                      </a:prstClr>
                    </a:outerShdw>
                  </a:effectLst>
                  <a:latin typeface="Arial" panose="020B0604020202020204" pitchFamily="34" charset="0"/>
                  <a:ea typeface="Source Sans Pro Light" panose="020B0403030403020204" pitchFamily="34" charset="0"/>
                </a:defRPr>
              </a:lvl1pPr>
            </a:lstStyle>
            <a:p>
              <a:pPr defTabSz="609555">
                <a:buClrTx/>
                <a:tabLst>
                  <a:tab pos="1134449" algn="l"/>
                </a:tabLst>
                <a:defRPr/>
              </a:pPr>
              <a:r>
                <a:rPr lang="en-US" sz="7200" b="0" kern="1200" spc="0">
                  <a:solidFill>
                    <a:schemeClr val="tx1"/>
                  </a:solidFill>
                  <a:effectLst/>
                  <a:cs typeface="Arial" panose="020B0604020202020204" pitchFamily="34" charset="0"/>
                </a:rPr>
                <a:t>“</a:t>
              </a:r>
            </a:p>
          </p:txBody>
        </p:sp>
        <p:sp>
          <p:nvSpPr>
            <p:cNvPr id="24" name="Quote">
              <a:extLst>
                <a:ext uri="{FF2B5EF4-FFF2-40B4-BE49-F238E27FC236}">
                  <a16:creationId xmlns:a16="http://schemas.microsoft.com/office/drawing/2014/main" id="{CE5F3553-ACB1-2E70-9145-59735CC808FF}"/>
                </a:ext>
              </a:extLst>
            </p:cNvPr>
            <p:cNvSpPr txBox="1"/>
            <p:nvPr/>
          </p:nvSpPr>
          <p:spPr>
            <a:xfrm>
              <a:off x="7522610" y="-2655870"/>
              <a:ext cx="4184504" cy="1416285"/>
            </a:xfrm>
            <a:prstGeom prst="rect">
              <a:avLst/>
            </a:prstGeom>
            <a:noFill/>
            <a:effectLst/>
          </p:spPr>
          <p:txBody>
            <a:bodyPr wrap="square" lIns="0" tIns="0" rIns="0" bIns="0" rtlCol="0">
              <a:spAutoFit/>
            </a:bodyPr>
            <a:lstStyle>
              <a:defPPr>
                <a:defRPr lang="en-US"/>
              </a:defPPr>
              <a:lvl1pPr>
                <a:lnSpc>
                  <a:spcPct val="110000"/>
                </a:lnSpc>
                <a:spcBef>
                  <a:spcPts val="1400"/>
                </a:spcBef>
                <a:defRPr sz="1600" b="1" spc="-40">
                  <a:solidFill>
                    <a:schemeClr val="bg1"/>
                  </a:solidFill>
                  <a:effectLst>
                    <a:outerShdw blurRad="25400" dist="12700" dir="5400000" algn="t" rotWithShape="0">
                      <a:prstClr val="black">
                        <a:alpha val="40000"/>
                      </a:prstClr>
                    </a:outerShdw>
                  </a:effectLst>
                  <a:latin typeface="Arial" panose="020B0604020202020204" pitchFamily="34" charset="0"/>
                  <a:ea typeface="Source Sans Pro Light" panose="020B0403030403020204" pitchFamily="34" charset="0"/>
                </a:defRPr>
              </a:lvl1pPr>
            </a:lstStyle>
            <a:p>
              <a:pPr defTabSz="609555">
                <a:buClrTx/>
                <a:tabLst>
                  <a:tab pos="1134449" algn="l"/>
                </a:tabLst>
                <a:defRPr/>
              </a:pPr>
              <a:r>
                <a:rPr lang="en-US" sz="2133" b="0" kern="1200" spc="0" dirty="0">
                  <a:solidFill>
                    <a:schemeClr val="tx1"/>
                  </a:solidFill>
                  <a:effectLst/>
                  <a:cs typeface="Arial" panose="020B0604020202020204" pitchFamily="34" charset="0"/>
                </a:rPr>
                <a:t>Lorem ipsum dolor sit </a:t>
              </a:r>
              <a:r>
                <a:rPr lang="en-US" sz="2133" b="0" kern="1200" spc="0" dirty="0" err="1">
                  <a:solidFill>
                    <a:schemeClr val="tx1"/>
                  </a:solidFill>
                  <a:effectLst/>
                  <a:cs typeface="Arial" panose="020B0604020202020204" pitchFamily="34" charset="0"/>
                </a:rPr>
                <a:t>amet</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consectetur</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adipiscing</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elit</a:t>
              </a:r>
              <a:r>
                <a:rPr lang="en-US" sz="2133" b="0" kern="1200" spc="0" dirty="0">
                  <a:solidFill>
                    <a:schemeClr val="tx1"/>
                  </a:solidFill>
                  <a:effectLst/>
                  <a:cs typeface="Arial" panose="020B0604020202020204" pitchFamily="34" charset="0"/>
                </a:rPr>
                <a:t>, sed do </a:t>
              </a:r>
              <a:r>
                <a:rPr lang="en-US" sz="2133" b="0" kern="1200" spc="0" dirty="0" err="1">
                  <a:solidFill>
                    <a:schemeClr val="tx1"/>
                  </a:solidFill>
                  <a:effectLst/>
                  <a:cs typeface="Arial" panose="020B0604020202020204" pitchFamily="34" charset="0"/>
                </a:rPr>
                <a:t>eiusmod</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tempor</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incididunt</a:t>
              </a:r>
              <a:r>
                <a:rPr lang="en-US" sz="2133" b="0" kern="1200" spc="0" dirty="0">
                  <a:solidFill>
                    <a:schemeClr val="tx1"/>
                  </a:solidFill>
                  <a:effectLst/>
                  <a:cs typeface="Arial" panose="020B0604020202020204" pitchFamily="34" charset="0"/>
                </a:rPr>
                <a:t> </a:t>
              </a:r>
              <a:r>
                <a:rPr lang="en-US" sz="2133" b="0" kern="1200" spc="0" dirty="0" err="1">
                  <a:solidFill>
                    <a:schemeClr val="tx1"/>
                  </a:solidFill>
                  <a:effectLst/>
                  <a:cs typeface="Arial" panose="020B0604020202020204" pitchFamily="34" charset="0"/>
                </a:rPr>
                <a:t>ut</a:t>
              </a:r>
              <a:r>
                <a:rPr lang="en-US" sz="2133" b="0" kern="1200" spc="0" dirty="0">
                  <a:solidFill>
                    <a:schemeClr val="tx1"/>
                  </a:solidFill>
                  <a:effectLst/>
                  <a:cs typeface="Arial" panose="020B0604020202020204" pitchFamily="34" charset="0"/>
                </a:rPr>
                <a:t> labore et dolore magna </a:t>
              </a:r>
              <a:r>
                <a:rPr lang="en-US" sz="2133" b="0" kern="1200" spc="0" dirty="0" err="1">
                  <a:solidFill>
                    <a:schemeClr val="tx1"/>
                  </a:solidFill>
                  <a:effectLst/>
                  <a:cs typeface="Arial" panose="020B0604020202020204" pitchFamily="34" charset="0"/>
                </a:rPr>
                <a:t>aliqua</a:t>
              </a:r>
              <a:r>
                <a:rPr lang="en-US" sz="2133" b="0" kern="1200" spc="0" dirty="0">
                  <a:solidFill>
                    <a:schemeClr val="tx1"/>
                  </a:solidFill>
                  <a:effectLst/>
                  <a:cs typeface="Arial" panose="020B0604020202020204" pitchFamily="34" charset="0"/>
                </a:rPr>
                <a:t>. </a:t>
              </a:r>
            </a:p>
          </p:txBody>
        </p:sp>
        <p:sp>
          <p:nvSpPr>
            <p:cNvPr id="25" name="Quote">
              <a:extLst>
                <a:ext uri="{FF2B5EF4-FFF2-40B4-BE49-F238E27FC236}">
                  <a16:creationId xmlns:a16="http://schemas.microsoft.com/office/drawing/2014/main" id="{66354013-4C7D-61AC-5BE8-AE5C92BD698A}"/>
                </a:ext>
              </a:extLst>
            </p:cNvPr>
            <p:cNvSpPr txBox="1"/>
            <p:nvPr/>
          </p:nvSpPr>
          <p:spPr>
            <a:xfrm>
              <a:off x="11231749" y="-1792347"/>
              <a:ext cx="672874" cy="1124219"/>
            </a:xfrm>
            <a:prstGeom prst="rect">
              <a:avLst/>
            </a:prstGeom>
            <a:noFill/>
            <a:effectLst/>
          </p:spPr>
          <p:txBody>
            <a:bodyPr wrap="square" lIns="0" tIns="0" rIns="0" bIns="0" rtlCol="0">
              <a:spAutoFit/>
            </a:bodyPr>
            <a:lstStyle>
              <a:defPPr>
                <a:defRPr lang="en-US"/>
              </a:defPPr>
              <a:lvl1pPr>
                <a:lnSpc>
                  <a:spcPct val="110000"/>
                </a:lnSpc>
                <a:spcBef>
                  <a:spcPts val="1400"/>
                </a:spcBef>
                <a:defRPr sz="1600" b="1" spc="-40">
                  <a:solidFill>
                    <a:schemeClr val="bg1"/>
                  </a:solidFill>
                  <a:effectLst>
                    <a:outerShdw blurRad="25400" dist="12700" dir="5400000" algn="t" rotWithShape="0">
                      <a:prstClr val="black">
                        <a:alpha val="40000"/>
                      </a:prstClr>
                    </a:outerShdw>
                  </a:effectLst>
                  <a:latin typeface="Arial" panose="020B0604020202020204" pitchFamily="34" charset="0"/>
                  <a:ea typeface="Source Sans Pro Light" panose="020B0403030403020204" pitchFamily="34" charset="0"/>
                </a:defRPr>
              </a:lvl1pPr>
            </a:lstStyle>
            <a:p>
              <a:pPr defTabSz="609555">
                <a:buClrTx/>
                <a:tabLst>
                  <a:tab pos="1134449" algn="l"/>
                </a:tabLst>
                <a:defRPr/>
              </a:pPr>
              <a:r>
                <a:rPr lang="en-US" sz="7200" b="0" kern="1200" spc="0">
                  <a:solidFill>
                    <a:schemeClr val="tx1"/>
                  </a:solidFill>
                  <a:effectLst/>
                  <a:cs typeface="Arial" panose="020B0604020202020204" pitchFamily="34" charset="0"/>
                </a:rPr>
                <a:t>”</a:t>
              </a:r>
            </a:p>
          </p:txBody>
        </p:sp>
        <p:sp>
          <p:nvSpPr>
            <p:cNvPr id="26" name="Citation">
              <a:extLst>
                <a:ext uri="{FF2B5EF4-FFF2-40B4-BE49-F238E27FC236}">
                  <a16:creationId xmlns:a16="http://schemas.microsoft.com/office/drawing/2014/main" id="{D9505D4F-78ED-1262-EDEB-4098DBF3051B}"/>
                </a:ext>
              </a:extLst>
            </p:cNvPr>
            <p:cNvSpPr txBox="1"/>
            <p:nvPr/>
          </p:nvSpPr>
          <p:spPr>
            <a:xfrm>
              <a:off x="7522609" y="-1068278"/>
              <a:ext cx="3678062" cy="437359"/>
            </a:xfrm>
            <a:prstGeom prst="rect">
              <a:avLst/>
            </a:prstGeom>
            <a:noFill/>
            <a:effectLst/>
          </p:spPr>
          <p:txBody>
            <a:bodyPr wrap="square" lIns="0" tIns="0" rIns="0" bIns="0" rtlCol="0" anchor="t">
              <a:noAutofit/>
            </a:bodyPr>
            <a:lstStyle/>
            <a:p>
              <a:pPr defTabSz="609555">
                <a:buClrTx/>
                <a:defRPr/>
              </a:pPr>
              <a:r>
                <a:rPr lang="en-US" sz="1400" b="1" kern="1200" dirty="0">
                  <a:solidFill>
                    <a:schemeClr val="tx1"/>
                  </a:solidFill>
                  <a:latin typeface="Arial" panose="020B0604020202020204" pitchFamily="34" charset="0"/>
                  <a:ea typeface="Source Sans Pro" panose="020B0503030403020204" pitchFamily="34" charset="0"/>
                  <a:cs typeface="Arial" panose="020B0604020202020204" pitchFamily="34" charset="0"/>
                </a:rPr>
                <a:t>Greg Spadaro</a:t>
              </a:r>
            </a:p>
            <a:p>
              <a:pPr defTabSz="609555">
                <a:spcBef>
                  <a:spcPts val="533"/>
                </a:spcBef>
                <a:buClrTx/>
                <a:defRPr/>
              </a:pPr>
              <a:r>
                <a:rPr lang="en-US" sz="1067" kern="1200" dirty="0">
                  <a:solidFill>
                    <a:schemeClr val="tx1"/>
                  </a:solidFill>
                  <a:latin typeface="Arial" panose="020B0604020202020204" pitchFamily="34" charset="0"/>
                  <a:ea typeface="Source Sans Pro" panose="020B0503030403020204" pitchFamily="34" charset="0"/>
                  <a:cs typeface="Arial" panose="020B0604020202020204" pitchFamily="34" charset="0"/>
                </a:rPr>
                <a:t>Senior Director New Business Systems ​Piper Aircraft​</a:t>
              </a:r>
            </a:p>
          </p:txBody>
        </p:sp>
        <p:sp>
          <p:nvSpPr>
            <p:cNvPr id="27" name="Text Placeholder 86">
              <a:extLst>
                <a:ext uri="{FF2B5EF4-FFF2-40B4-BE49-F238E27FC236}">
                  <a16:creationId xmlns:a16="http://schemas.microsoft.com/office/drawing/2014/main" id="{CFE44818-3E62-C4F3-3BC9-24A177031522}"/>
                </a:ext>
              </a:extLst>
            </p:cNvPr>
            <p:cNvSpPr txBox="1">
              <a:spLocks/>
            </p:cNvSpPr>
            <p:nvPr/>
          </p:nvSpPr>
          <p:spPr>
            <a:xfrm>
              <a:off x="1072629" y="688382"/>
              <a:ext cx="3435588" cy="399487"/>
            </a:xfrm>
            <a:prstGeom prst="rect">
              <a:avLst/>
            </a:prstGeom>
          </p:spPr>
          <p:txBody>
            <a:bodyPr lIns="0" tIns="0" rIns="0" bIns="0"/>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67" b="1" dirty="0">
                  <a:solidFill>
                    <a:srgbClr val="FF0000"/>
                  </a:solidFill>
                  <a:latin typeface="Arial" panose="020B0604020202020204" pitchFamily="34" charset="0"/>
                  <a:cs typeface="Arial" panose="020B0604020202020204" pitchFamily="34" charset="0"/>
                </a:rPr>
                <a:t>Overview</a:t>
              </a:r>
            </a:p>
          </p:txBody>
        </p:sp>
        <p:sp>
          <p:nvSpPr>
            <p:cNvPr id="28" name="Text Placeholder 87">
              <a:extLst>
                <a:ext uri="{FF2B5EF4-FFF2-40B4-BE49-F238E27FC236}">
                  <a16:creationId xmlns:a16="http://schemas.microsoft.com/office/drawing/2014/main" id="{EEFB7270-1011-6702-C142-E26972551FFD}"/>
                </a:ext>
              </a:extLst>
            </p:cNvPr>
            <p:cNvSpPr txBox="1">
              <a:spLocks/>
            </p:cNvSpPr>
            <p:nvPr/>
          </p:nvSpPr>
          <p:spPr>
            <a:xfrm>
              <a:off x="13538637" y="625798"/>
              <a:ext cx="1705192" cy="399487"/>
            </a:xfrm>
            <a:prstGeom prst="rect">
              <a:avLst/>
            </a:prstGeom>
          </p:spPr>
          <p:txBody>
            <a:bodyPr lIns="0" tIns="0" rIns="0" bIns="0"/>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r>
                <a:rPr lang="en-US" sz="1867" b="1" dirty="0">
                  <a:latin typeface="Arial" panose="020B0604020202020204" pitchFamily="34" charset="0"/>
                  <a:cs typeface="Arial" panose="020B0604020202020204" pitchFamily="34" charset="0"/>
                </a:rPr>
                <a:t>Outcome</a:t>
              </a:r>
            </a:p>
          </p:txBody>
        </p:sp>
        <p:cxnSp>
          <p:nvCxnSpPr>
            <p:cNvPr id="29" name="Straight Connector 28">
              <a:extLst>
                <a:ext uri="{FF2B5EF4-FFF2-40B4-BE49-F238E27FC236}">
                  <a16:creationId xmlns:a16="http://schemas.microsoft.com/office/drawing/2014/main" id="{C09C06D3-4BA3-ECB0-7D37-A3823BED6A68}"/>
                </a:ext>
              </a:extLst>
            </p:cNvPr>
            <p:cNvCxnSpPr>
              <a:cxnSpLocks/>
            </p:cNvCxnSpPr>
            <p:nvPr/>
          </p:nvCxnSpPr>
          <p:spPr>
            <a:xfrm>
              <a:off x="13073362" y="570491"/>
              <a:ext cx="0" cy="3122365"/>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0" name="Google Shape;287;p43">
            <a:extLst>
              <a:ext uri="{FF2B5EF4-FFF2-40B4-BE49-F238E27FC236}">
                <a16:creationId xmlns:a16="http://schemas.microsoft.com/office/drawing/2014/main" id="{CDC073D9-F217-12FD-7816-567DCD3A5141}"/>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rgbClr val="001528"/>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rgbClr val="001528"/>
              </a:solidFill>
              <a:latin typeface="Arial" panose="020B0604020202020204" pitchFamily="34" charset="0"/>
              <a:ea typeface="Lexend"/>
              <a:cs typeface="Arial" panose="020B0604020202020204" pitchFamily="34" charset="0"/>
              <a:sym typeface="Lexend"/>
            </a:endParaRPr>
          </a:p>
        </p:txBody>
      </p:sp>
    </p:spTree>
    <p:extLst>
      <p:ext uri="{BB962C8B-B14F-4D97-AF65-F5344CB8AC3E}">
        <p14:creationId xmlns:p14="http://schemas.microsoft.com/office/powerpoint/2010/main" val="335891038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Layout light - option 1">
    <p:spTree>
      <p:nvGrpSpPr>
        <p:cNvPr id="1" name=""/>
        <p:cNvGrpSpPr/>
        <p:nvPr/>
      </p:nvGrpSpPr>
      <p:grpSpPr>
        <a:xfrm>
          <a:off x="0" y="0"/>
          <a:ext cx="0" cy="0"/>
          <a:chOff x="0" y="0"/>
          <a:chExt cx="0" cy="0"/>
        </a:xfrm>
      </p:grpSpPr>
      <p:sp>
        <p:nvSpPr>
          <p:cNvPr id="2" name="Content Placeholder 8">
            <a:extLst>
              <a:ext uri="{FF2B5EF4-FFF2-40B4-BE49-F238E27FC236}">
                <a16:creationId xmlns:a16="http://schemas.microsoft.com/office/drawing/2014/main" id="{61C8B4DF-4F85-02A7-20AF-A9A9D0A5502F}"/>
              </a:ext>
            </a:extLst>
          </p:cNvPr>
          <p:cNvSpPr>
            <a:spLocks noGrp="1"/>
          </p:cNvSpPr>
          <p:nvPr>
            <p:ph sz="quarter" idx="10"/>
          </p:nvPr>
        </p:nvSpPr>
        <p:spPr>
          <a:xfrm>
            <a:off x="5422392" y="621792"/>
            <a:ext cx="9865831" cy="7330131"/>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tx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tx1"/>
                </a:solidFill>
                <a:latin typeface="+mn-lt"/>
                <a:ea typeface="Arial"/>
                <a:cs typeface="Arial"/>
                <a:sym typeface="Arial"/>
              </a:defRPr>
            </a:lvl2pPr>
            <a:lvl3pPr marL="566928" indent="-237744">
              <a:lnSpc>
                <a:spcPct val="110000"/>
              </a:lnSpc>
              <a:spcBef>
                <a:spcPts val="300"/>
              </a:spcBef>
              <a:buClrTx/>
              <a:tabLst/>
              <a:defRPr sz="1600"/>
            </a:lvl3pPr>
          </a:lstStyle>
          <a:p>
            <a:pPr lvl="0"/>
            <a:r>
              <a:rPr lang="en-US"/>
              <a:t>Click to edit Master text styles</a:t>
            </a:r>
          </a:p>
          <a:p>
            <a:pPr lvl="1"/>
            <a:r>
              <a:rPr lang="en-US"/>
              <a:t>Second level</a:t>
            </a:r>
          </a:p>
          <a:p>
            <a:pPr lvl="2"/>
            <a:r>
              <a:rPr lang="en-US"/>
              <a:t>Third level</a:t>
            </a:r>
          </a:p>
        </p:txBody>
      </p:sp>
      <p:sp>
        <p:nvSpPr>
          <p:cNvPr id="7" name="Google Shape;77;p17">
            <a:extLst>
              <a:ext uri="{FF2B5EF4-FFF2-40B4-BE49-F238E27FC236}">
                <a16:creationId xmlns:a16="http://schemas.microsoft.com/office/drawing/2014/main" id="{06AFD335-7F39-B22C-4410-E1258DBA08EA}"/>
              </a:ext>
            </a:extLst>
          </p:cNvPr>
          <p:cNvSpPr txBox="1">
            <a:spLocks noGrp="1"/>
          </p:cNvSpPr>
          <p:nvPr>
            <p:ph type="title"/>
          </p:nvPr>
        </p:nvSpPr>
        <p:spPr>
          <a:xfrm>
            <a:off x="777240" y="623697"/>
            <a:ext cx="4251707" cy="733013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135257823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Layout light - option 2">
    <p:spTree>
      <p:nvGrpSpPr>
        <p:cNvPr id="1" name=""/>
        <p:cNvGrpSpPr/>
        <p:nvPr/>
      </p:nvGrpSpPr>
      <p:grpSpPr>
        <a:xfrm>
          <a:off x="0" y="0"/>
          <a:ext cx="0" cy="0"/>
          <a:chOff x="0" y="0"/>
          <a:chExt cx="0" cy="0"/>
        </a:xfrm>
      </p:grpSpPr>
      <p:sp>
        <p:nvSpPr>
          <p:cNvPr id="7" name="Google Shape;77;p17">
            <a:extLst>
              <a:ext uri="{FF2B5EF4-FFF2-40B4-BE49-F238E27FC236}">
                <a16:creationId xmlns:a16="http://schemas.microsoft.com/office/drawing/2014/main" id="{06AFD335-7F39-B22C-4410-E1258DBA08EA}"/>
              </a:ext>
            </a:extLst>
          </p:cNvPr>
          <p:cNvSpPr txBox="1">
            <a:spLocks noGrp="1"/>
          </p:cNvSpPr>
          <p:nvPr>
            <p:ph type="title"/>
          </p:nvPr>
        </p:nvSpPr>
        <p:spPr>
          <a:xfrm>
            <a:off x="777240" y="623697"/>
            <a:ext cx="4251707" cy="144700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5" name="Text Placeholder 7">
            <a:extLst>
              <a:ext uri="{FF2B5EF4-FFF2-40B4-BE49-F238E27FC236}">
                <a16:creationId xmlns:a16="http://schemas.microsoft.com/office/drawing/2014/main" id="{BB3773FC-4D76-A3BC-34A0-F4542C9CE96F}"/>
              </a:ext>
            </a:extLst>
          </p:cNvPr>
          <p:cNvSpPr>
            <a:spLocks noGrp="1"/>
          </p:cNvSpPr>
          <p:nvPr>
            <p:ph type="body" sz="quarter" idx="13"/>
          </p:nvPr>
        </p:nvSpPr>
        <p:spPr>
          <a:xfrm>
            <a:off x="777240" y="2524539"/>
            <a:ext cx="4251707" cy="5429288"/>
          </a:xfrm>
          <a:prstGeom prst="rect">
            <a:avLst/>
          </a:prstGeom>
        </p:spPr>
        <p:txBody>
          <a:bodyPr lIns="0" tIns="0" rIns="0" bIns="0"/>
          <a:lstStyle>
            <a:lvl1pPr marL="0" indent="0">
              <a:lnSpc>
                <a:spcPct val="110000"/>
              </a:lnSpc>
              <a:spcBef>
                <a:spcPts val="900"/>
              </a:spcBef>
              <a:spcAft>
                <a:spcPts val="900"/>
              </a:spcAft>
              <a:buNone/>
              <a:defRPr sz="2400"/>
            </a:lvl1pPr>
            <a:lvl2pPr marL="320040" indent="-320040">
              <a:lnSpc>
                <a:spcPct val="110000"/>
              </a:lnSpc>
              <a:spcBef>
                <a:spcPts val="900"/>
              </a:spcBef>
              <a:spcAft>
                <a:spcPts val="0"/>
              </a:spcAft>
              <a:buFont typeface="Arial" panose="020B0604020202020204" pitchFamily="34" charset="0"/>
              <a:buChar char="•"/>
              <a:tabLst/>
              <a:defRPr sz="2400"/>
            </a:lvl2pPr>
            <a:lvl3pPr marL="566928" indent="-237744">
              <a:lnSpc>
                <a:spcPct val="110000"/>
              </a:lnSpc>
              <a:spcBef>
                <a:spcPts val="300"/>
              </a:spcBef>
              <a:buFont typeface="Arial" panose="020B0604020202020204" pitchFamily="34" charset="0"/>
              <a:buChar char="•"/>
              <a:tabLst/>
              <a:defRPr sz="1600"/>
            </a:lvl3pPr>
          </a:lstStyle>
          <a:p>
            <a:pPr lvl="0"/>
            <a:r>
              <a:rPr lang="en-US"/>
              <a:t>Click to edit Master text styles</a:t>
            </a:r>
          </a:p>
          <a:p>
            <a:pPr lvl="1"/>
            <a:r>
              <a:rPr lang="en-US"/>
              <a:t>Second level</a:t>
            </a:r>
          </a:p>
          <a:p>
            <a:pPr lvl="2"/>
            <a:r>
              <a:rPr lang="en-US"/>
              <a:t>Third level</a:t>
            </a:r>
          </a:p>
        </p:txBody>
      </p:sp>
      <p:sp>
        <p:nvSpPr>
          <p:cNvPr id="6" name="Content Placeholder 8">
            <a:extLst>
              <a:ext uri="{FF2B5EF4-FFF2-40B4-BE49-F238E27FC236}">
                <a16:creationId xmlns:a16="http://schemas.microsoft.com/office/drawing/2014/main" id="{63D4AFAD-FEF7-2034-EF2C-F92BB1216292}"/>
              </a:ext>
            </a:extLst>
          </p:cNvPr>
          <p:cNvSpPr>
            <a:spLocks noGrp="1"/>
          </p:cNvSpPr>
          <p:nvPr>
            <p:ph sz="quarter" idx="10"/>
          </p:nvPr>
        </p:nvSpPr>
        <p:spPr>
          <a:xfrm>
            <a:off x="5422392" y="2522635"/>
            <a:ext cx="9865831" cy="5429288"/>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tx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tx1"/>
                </a:solidFill>
                <a:latin typeface="+mn-lt"/>
                <a:ea typeface="Arial"/>
                <a:cs typeface="Arial"/>
                <a:sym typeface="Arial"/>
              </a:defRPr>
            </a:lvl2pPr>
            <a:lvl3pPr marL="566928" indent="-237744">
              <a:lnSpc>
                <a:spcPct val="110000"/>
              </a:lnSpc>
              <a:spcBef>
                <a:spcPts val="300"/>
              </a:spcBef>
              <a:buClrTx/>
              <a:tabLst/>
              <a:defRPr sz="16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7526332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Layout light - 2 columns">
    <p:spTree>
      <p:nvGrpSpPr>
        <p:cNvPr id="1" name=""/>
        <p:cNvGrpSpPr/>
        <p:nvPr/>
      </p:nvGrpSpPr>
      <p:grpSpPr>
        <a:xfrm>
          <a:off x="0" y="0"/>
          <a:ext cx="0" cy="0"/>
          <a:chOff x="0" y="0"/>
          <a:chExt cx="0" cy="0"/>
        </a:xfrm>
      </p:grpSpPr>
      <p:sp>
        <p:nvSpPr>
          <p:cNvPr id="2" name="Content Placeholder 8">
            <a:extLst>
              <a:ext uri="{FF2B5EF4-FFF2-40B4-BE49-F238E27FC236}">
                <a16:creationId xmlns:a16="http://schemas.microsoft.com/office/drawing/2014/main" id="{BDEE0AE7-7694-E113-56F1-3A3B09CDA3FB}"/>
              </a:ext>
            </a:extLst>
          </p:cNvPr>
          <p:cNvSpPr>
            <a:spLocks noGrp="1"/>
          </p:cNvSpPr>
          <p:nvPr>
            <p:ph sz="quarter" idx="11"/>
          </p:nvPr>
        </p:nvSpPr>
        <p:spPr>
          <a:xfrm>
            <a:off x="777240" y="2266240"/>
            <a:ext cx="7105757" cy="5669280"/>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tx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tx1"/>
                </a:solidFill>
                <a:latin typeface="+mn-lt"/>
                <a:ea typeface="Arial"/>
                <a:cs typeface="Arial"/>
                <a:sym typeface="Arial"/>
              </a:defRPr>
            </a:lvl2pPr>
            <a:lvl3pPr marL="566738" indent="-236538">
              <a:lnSpc>
                <a:spcPct val="110000"/>
              </a:lnSpc>
              <a:spcBef>
                <a:spcPts val="300"/>
              </a:spcBef>
              <a:buClrTx/>
              <a:tabLst/>
              <a:defRPr sz="1600"/>
            </a:lvl3pPr>
          </a:lstStyle>
          <a:p>
            <a:pPr lvl="0"/>
            <a:r>
              <a:rPr lang="en-US"/>
              <a:t>Click to edit Master text styles</a:t>
            </a:r>
          </a:p>
          <a:p>
            <a:pPr lvl="1"/>
            <a:r>
              <a:rPr lang="en-US"/>
              <a:t>Second level</a:t>
            </a:r>
          </a:p>
          <a:p>
            <a:pPr lvl="2"/>
            <a:r>
              <a:rPr lang="en-US"/>
              <a:t>Third level</a:t>
            </a:r>
          </a:p>
        </p:txBody>
      </p:sp>
      <p:sp>
        <p:nvSpPr>
          <p:cNvPr id="5" name="Content Placeholder 8">
            <a:extLst>
              <a:ext uri="{FF2B5EF4-FFF2-40B4-BE49-F238E27FC236}">
                <a16:creationId xmlns:a16="http://schemas.microsoft.com/office/drawing/2014/main" id="{53F64A16-5943-7320-9D0E-0C1D479AA4F6}"/>
              </a:ext>
            </a:extLst>
          </p:cNvPr>
          <p:cNvSpPr>
            <a:spLocks noGrp="1"/>
          </p:cNvSpPr>
          <p:nvPr>
            <p:ph sz="quarter" idx="12"/>
          </p:nvPr>
        </p:nvSpPr>
        <p:spPr>
          <a:xfrm>
            <a:off x="8229600" y="2266240"/>
            <a:ext cx="7105757" cy="5669280"/>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tx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tx1"/>
                </a:solidFill>
                <a:latin typeface="+mn-lt"/>
                <a:ea typeface="Arial"/>
                <a:cs typeface="Arial"/>
                <a:sym typeface="Arial"/>
              </a:defRPr>
            </a:lvl2pPr>
            <a:lvl3pPr marL="566928" indent="-237744">
              <a:lnSpc>
                <a:spcPct val="110000"/>
              </a:lnSpc>
              <a:spcBef>
                <a:spcPts val="300"/>
              </a:spcBef>
              <a:buClrTx/>
              <a:tabLst/>
              <a:defRPr sz="1600"/>
            </a:lvl3pPr>
          </a:lstStyle>
          <a:p>
            <a:pPr lvl="0"/>
            <a:r>
              <a:rPr lang="en-US"/>
              <a:t>Click to edit Master text styles</a:t>
            </a:r>
          </a:p>
          <a:p>
            <a:pPr lvl="1"/>
            <a:r>
              <a:rPr lang="en-US"/>
              <a:t>Second level</a:t>
            </a:r>
          </a:p>
          <a:p>
            <a:pPr lvl="2"/>
            <a:r>
              <a:rPr lang="en-US"/>
              <a:t>Third level</a:t>
            </a:r>
          </a:p>
        </p:txBody>
      </p:sp>
      <p:sp>
        <p:nvSpPr>
          <p:cNvPr id="3" name="Google Shape;77;p17">
            <a:extLst>
              <a:ext uri="{FF2B5EF4-FFF2-40B4-BE49-F238E27FC236}">
                <a16:creationId xmlns:a16="http://schemas.microsoft.com/office/drawing/2014/main" id="{4F982BC2-4D04-9CF2-DEFC-9F6B9F13499C}"/>
              </a:ext>
            </a:extLst>
          </p:cNvPr>
          <p:cNvSpPr txBox="1">
            <a:spLocks noGrp="1"/>
          </p:cNvSpPr>
          <p:nvPr>
            <p:ph type="title"/>
          </p:nvPr>
        </p:nvSpPr>
        <p:spPr>
          <a:xfrm>
            <a:off x="777240" y="623701"/>
            <a:ext cx="14546837" cy="9825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30897004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Layout light - 3 columns">
    <p:spTree>
      <p:nvGrpSpPr>
        <p:cNvPr id="1" name=""/>
        <p:cNvGrpSpPr/>
        <p:nvPr/>
      </p:nvGrpSpPr>
      <p:grpSpPr>
        <a:xfrm>
          <a:off x="0" y="0"/>
          <a:ext cx="0" cy="0"/>
          <a:chOff x="0" y="0"/>
          <a:chExt cx="0" cy="0"/>
        </a:xfrm>
      </p:grpSpPr>
      <p:sp>
        <p:nvSpPr>
          <p:cNvPr id="5" name="Content Placeholder 8">
            <a:extLst>
              <a:ext uri="{FF2B5EF4-FFF2-40B4-BE49-F238E27FC236}">
                <a16:creationId xmlns:a16="http://schemas.microsoft.com/office/drawing/2014/main" id="{9EEDC71F-1742-03FA-A9D5-4740523D40D1}"/>
              </a:ext>
            </a:extLst>
          </p:cNvPr>
          <p:cNvSpPr>
            <a:spLocks noGrp="1"/>
          </p:cNvSpPr>
          <p:nvPr>
            <p:ph sz="quarter" idx="12"/>
          </p:nvPr>
        </p:nvSpPr>
        <p:spPr>
          <a:xfrm>
            <a:off x="777241" y="2267712"/>
            <a:ext cx="4558870" cy="5669280"/>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tx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tx1"/>
                </a:solidFill>
                <a:latin typeface="+mn-lt"/>
                <a:ea typeface="Arial"/>
                <a:cs typeface="Arial"/>
                <a:sym typeface="Arial"/>
              </a:defRPr>
            </a:lvl2pPr>
            <a:lvl3pPr marL="566928" indent="-237744">
              <a:lnSpc>
                <a:spcPct val="110000"/>
              </a:lnSpc>
              <a:spcBef>
                <a:spcPts val="300"/>
              </a:spcBef>
              <a:buClrTx/>
              <a:defRPr sz="1600"/>
            </a:lvl3pPr>
          </a:lstStyle>
          <a:p>
            <a:pPr lvl="0"/>
            <a:r>
              <a:rPr lang="en-US"/>
              <a:t>Click to edit Master text styles</a:t>
            </a:r>
          </a:p>
          <a:p>
            <a:pPr lvl="1"/>
            <a:r>
              <a:rPr lang="en-US"/>
              <a:t>Second level</a:t>
            </a:r>
          </a:p>
          <a:p>
            <a:pPr lvl="2"/>
            <a:r>
              <a:rPr lang="en-US"/>
              <a:t>Third level</a:t>
            </a:r>
          </a:p>
        </p:txBody>
      </p:sp>
      <p:sp>
        <p:nvSpPr>
          <p:cNvPr id="7" name="Content Placeholder 8">
            <a:extLst>
              <a:ext uri="{FF2B5EF4-FFF2-40B4-BE49-F238E27FC236}">
                <a16:creationId xmlns:a16="http://schemas.microsoft.com/office/drawing/2014/main" id="{CDB94A35-FDAB-F37F-07B4-19F0EF89187B}"/>
              </a:ext>
            </a:extLst>
          </p:cNvPr>
          <p:cNvSpPr>
            <a:spLocks noGrp="1"/>
          </p:cNvSpPr>
          <p:nvPr>
            <p:ph sz="quarter" idx="13"/>
          </p:nvPr>
        </p:nvSpPr>
        <p:spPr>
          <a:xfrm>
            <a:off x="5768935" y="2267712"/>
            <a:ext cx="4558870" cy="5669280"/>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tx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tx1"/>
                </a:solidFill>
                <a:latin typeface="+mn-lt"/>
                <a:ea typeface="Arial"/>
                <a:cs typeface="Arial"/>
                <a:sym typeface="Arial"/>
              </a:defRPr>
            </a:lvl2pPr>
            <a:lvl3pPr marL="566928" indent="-237744">
              <a:lnSpc>
                <a:spcPct val="110000"/>
              </a:lnSpc>
              <a:spcBef>
                <a:spcPts val="300"/>
              </a:spcBef>
              <a:buClrTx/>
              <a:defRPr sz="1600"/>
            </a:lvl3pPr>
          </a:lstStyle>
          <a:p>
            <a:pPr lvl="0"/>
            <a:r>
              <a:rPr lang="en-US"/>
              <a:t>Click to edit Master text styles</a:t>
            </a:r>
          </a:p>
          <a:p>
            <a:pPr lvl="1"/>
            <a:r>
              <a:rPr lang="en-US"/>
              <a:t>Second level</a:t>
            </a:r>
          </a:p>
          <a:p>
            <a:pPr lvl="2"/>
            <a:r>
              <a:rPr lang="en-US"/>
              <a:t>Third level</a:t>
            </a:r>
          </a:p>
        </p:txBody>
      </p:sp>
      <p:sp>
        <p:nvSpPr>
          <p:cNvPr id="8" name="Content Placeholder 8">
            <a:extLst>
              <a:ext uri="{FF2B5EF4-FFF2-40B4-BE49-F238E27FC236}">
                <a16:creationId xmlns:a16="http://schemas.microsoft.com/office/drawing/2014/main" id="{D2566CD8-8DBE-C67B-E932-16D4ED2F3209}"/>
              </a:ext>
            </a:extLst>
          </p:cNvPr>
          <p:cNvSpPr>
            <a:spLocks noGrp="1"/>
          </p:cNvSpPr>
          <p:nvPr>
            <p:ph sz="quarter" idx="14"/>
          </p:nvPr>
        </p:nvSpPr>
        <p:spPr>
          <a:xfrm>
            <a:off x="10760630" y="2267712"/>
            <a:ext cx="4558870" cy="5669280"/>
          </a:xfrm>
          <a:prstGeom prst="rect">
            <a:avLst/>
          </a:prstGeom>
        </p:spPr>
        <p:txBody>
          <a:bodyPr lIns="0" tIns="0" rIns="0" bIns="0"/>
          <a:lstStyle>
            <a:lvl1pPr marL="0" marR="0" indent="0" algn="l" rtl="0">
              <a:lnSpc>
                <a:spcPct val="110000"/>
              </a:lnSpc>
              <a:spcBef>
                <a:spcPts val="900"/>
              </a:spcBef>
              <a:spcAft>
                <a:spcPts val="900"/>
              </a:spcAft>
              <a:buClr>
                <a:srgbClr val="000000"/>
              </a:buClr>
              <a:buFont typeface="Arial"/>
              <a:buNone/>
              <a:defRPr lang="en-GB" sz="2400" b="0" i="0" u="none" strike="noStrike" kern="1200" cap="none" dirty="0" smtClean="0">
                <a:solidFill>
                  <a:schemeClr val="tx1"/>
                </a:solidFill>
                <a:latin typeface="+mn-lt"/>
                <a:ea typeface="Arial"/>
                <a:cs typeface="Arial"/>
                <a:sym typeface="Arial"/>
              </a:defRPr>
            </a:lvl1pPr>
            <a:lvl2pPr marL="320040" marR="0" indent="-320040" algn="l" rtl="0">
              <a:lnSpc>
                <a:spcPct val="110000"/>
              </a:lnSpc>
              <a:spcBef>
                <a:spcPts val="900"/>
              </a:spcBef>
              <a:spcAft>
                <a:spcPts val="0"/>
              </a:spcAft>
              <a:buClrTx/>
              <a:buFont typeface="Arial" panose="020B0604020202020204" pitchFamily="34" charset="0"/>
              <a:buChar char="•"/>
              <a:defRPr lang="en-GB" sz="2400" b="0" i="0" u="none" strike="noStrike" kern="1200" cap="none" dirty="0" smtClean="0">
                <a:solidFill>
                  <a:schemeClr val="tx1"/>
                </a:solidFill>
                <a:latin typeface="+mn-lt"/>
                <a:ea typeface="Arial"/>
                <a:cs typeface="Arial"/>
                <a:sym typeface="Arial"/>
              </a:defRPr>
            </a:lvl2pPr>
            <a:lvl3pPr marL="566928" indent="-237744">
              <a:lnSpc>
                <a:spcPct val="110000"/>
              </a:lnSpc>
              <a:spcBef>
                <a:spcPts val="300"/>
              </a:spcBef>
              <a:buClrTx/>
              <a:defRPr sz="1600"/>
            </a:lvl3pPr>
          </a:lstStyle>
          <a:p>
            <a:pPr lvl="0"/>
            <a:r>
              <a:rPr lang="en-US"/>
              <a:t>Click to edit Master text styles</a:t>
            </a:r>
          </a:p>
          <a:p>
            <a:pPr lvl="1"/>
            <a:r>
              <a:rPr lang="en-US"/>
              <a:t>Second level</a:t>
            </a:r>
          </a:p>
          <a:p>
            <a:pPr lvl="2"/>
            <a:r>
              <a:rPr lang="en-US"/>
              <a:t>Third level</a:t>
            </a:r>
          </a:p>
        </p:txBody>
      </p:sp>
      <p:sp>
        <p:nvSpPr>
          <p:cNvPr id="3" name="Google Shape;77;p17">
            <a:extLst>
              <a:ext uri="{FF2B5EF4-FFF2-40B4-BE49-F238E27FC236}">
                <a16:creationId xmlns:a16="http://schemas.microsoft.com/office/drawing/2014/main" id="{4F982BC2-4D04-9CF2-DEFC-9F6B9F13499C}"/>
              </a:ext>
            </a:extLst>
          </p:cNvPr>
          <p:cNvSpPr txBox="1">
            <a:spLocks noGrp="1"/>
          </p:cNvSpPr>
          <p:nvPr>
            <p:ph type="title"/>
          </p:nvPr>
        </p:nvSpPr>
        <p:spPr>
          <a:xfrm>
            <a:off x="777240" y="623701"/>
            <a:ext cx="14546837" cy="9825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71946291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Org Chart Light - option 1">
    <p:bg>
      <p:bgPr>
        <a:solidFill>
          <a:schemeClr val="bg1"/>
        </a:solidFill>
        <a:effectLst/>
      </p:bgPr>
    </p:bg>
    <p:spTree>
      <p:nvGrpSpPr>
        <p:cNvPr id="1" name=""/>
        <p:cNvGrpSpPr/>
        <p:nvPr/>
      </p:nvGrpSpPr>
      <p:grpSpPr>
        <a:xfrm>
          <a:off x="0" y="0"/>
          <a:ext cx="0" cy="0"/>
          <a:chOff x="0" y="0"/>
          <a:chExt cx="0" cy="0"/>
        </a:xfrm>
      </p:grpSpPr>
      <p:sp>
        <p:nvSpPr>
          <p:cNvPr id="15" name="Google Shape;77;p17">
            <a:extLst>
              <a:ext uri="{FF2B5EF4-FFF2-40B4-BE49-F238E27FC236}">
                <a16:creationId xmlns:a16="http://schemas.microsoft.com/office/drawing/2014/main" id="{E08EC25B-430F-AC0C-D62D-486327E3B134}"/>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3" name="Picture Placeholder 3">
            <a:extLst>
              <a:ext uri="{FF2B5EF4-FFF2-40B4-BE49-F238E27FC236}">
                <a16:creationId xmlns:a16="http://schemas.microsoft.com/office/drawing/2014/main" id="{99FCF973-5555-4C23-4B10-305AB25E20E2}"/>
              </a:ext>
            </a:extLst>
          </p:cNvPr>
          <p:cNvSpPr>
            <a:spLocks noGrp="1" noChangeAspect="1"/>
          </p:cNvSpPr>
          <p:nvPr>
            <p:ph type="pic" sz="quarter" idx="35" hasCustomPrompt="1"/>
          </p:nvPr>
        </p:nvSpPr>
        <p:spPr>
          <a:xfrm>
            <a:off x="7433851" y="1453896"/>
            <a:ext cx="1389887" cy="1389888"/>
          </a:xfrm>
          <a:prstGeom prst="ellipse">
            <a:avLst/>
          </a:prstGeom>
        </p:spPr>
        <p:txBody>
          <a:bodyPr wrap="none" anchor="ctr"/>
          <a:lstStyle>
            <a:lvl1pPr marL="0" indent="0" algn="ctr">
              <a:buNone/>
              <a:defRPr sz="1400"/>
            </a:lvl1pPr>
          </a:lstStyle>
          <a:p>
            <a:r>
              <a:rPr lang="en-US" dirty="0"/>
              <a:t>Click to add picture</a:t>
            </a:r>
          </a:p>
        </p:txBody>
      </p:sp>
      <p:sp>
        <p:nvSpPr>
          <p:cNvPr id="4" name="Picture Placeholder 3">
            <a:extLst>
              <a:ext uri="{FF2B5EF4-FFF2-40B4-BE49-F238E27FC236}">
                <a16:creationId xmlns:a16="http://schemas.microsoft.com/office/drawing/2014/main" id="{9C82A640-B515-E119-761F-3E5DFA7524BD}"/>
              </a:ext>
            </a:extLst>
          </p:cNvPr>
          <p:cNvSpPr>
            <a:spLocks noGrp="1" noChangeAspect="1"/>
          </p:cNvSpPr>
          <p:nvPr>
            <p:ph type="pic" sz="quarter" idx="36" hasCustomPrompt="1"/>
          </p:nvPr>
        </p:nvSpPr>
        <p:spPr>
          <a:xfrm>
            <a:off x="7433851" y="4937760"/>
            <a:ext cx="1389887" cy="1389888"/>
          </a:xfrm>
          <a:prstGeom prst="ellipse">
            <a:avLst/>
          </a:prstGeom>
        </p:spPr>
        <p:txBody>
          <a:bodyPr wrap="none" anchor="ctr"/>
          <a:lstStyle>
            <a:lvl1pPr marL="0" indent="0" algn="ctr">
              <a:buNone/>
              <a:defRPr sz="1400"/>
            </a:lvl1pPr>
          </a:lstStyle>
          <a:p>
            <a:r>
              <a:rPr lang="en-US" dirty="0"/>
              <a:t>Click to add picture</a:t>
            </a:r>
          </a:p>
        </p:txBody>
      </p:sp>
      <p:sp>
        <p:nvSpPr>
          <p:cNvPr id="7" name="Picture Placeholder 3">
            <a:extLst>
              <a:ext uri="{FF2B5EF4-FFF2-40B4-BE49-F238E27FC236}">
                <a16:creationId xmlns:a16="http://schemas.microsoft.com/office/drawing/2014/main" id="{6E7ED18E-BA40-218B-9EEF-EC7D379A3AC4}"/>
              </a:ext>
            </a:extLst>
          </p:cNvPr>
          <p:cNvSpPr>
            <a:spLocks noGrp="1" noChangeAspect="1"/>
          </p:cNvSpPr>
          <p:nvPr>
            <p:ph type="pic" sz="quarter" idx="38" hasCustomPrompt="1"/>
          </p:nvPr>
        </p:nvSpPr>
        <p:spPr>
          <a:xfrm>
            <a:off x="13149265" y="4937760"/>
            <a:ext cx="1389887" cy="1389888"/>
          </a:xfrm>
          <a:prstGeom prst="ellipse">
            <a:avLst/>
          </a:prstGeom>
        </p:spPr>
        <p:txBody>
          <a:bodyPr wrap="none" anchor="ctr"/>
          <a:lstStyle>
            <a:lvl1pPr marL="0" indent="0" algn="ctr">
              <a:buNone/>
              <a:defRPr sz="1400"/>
            </a:lvl1pPr>
          </a:lstStyle>
          <a:p>
            <a:r>
              <a:rPr lang="en-US" dirty="0"/>
              <a:t>Click to add picture</a:t>
            </a:r>
          </a:p>
        </p:txBody>
      </p:sp>
      <p:sp>
        <p:nvSpPr>
          <p:cNvPr id="8" name="Picture Placeholder 3">
            <a:extLst>
              <a:ext uri="{FF2B5EF4-FFF2-40B4-BE49-F238E27FC236}">
                <a16:creationId xmlns:a16="http://schemas.microsoft.com/office/drawing/2014/main" id="{3FC6B740-659C-05E5-C9A8-8251AB667878}"/>
              </a:ext>
            </a:extLst>
          </p:cNvPr>
          <p:cNvSpPr>
            <a:spLocks noGrp="1" noChangeAspect="1"/>
          </p:cNvSpPr>
          <p:nvPr>
            <p:ph type="pic" sz="quarter" idx="37" hasCustomPrompt="1"/>
          </p:nvPr>
        </p:nvSpPr>
        <p:spPr>
          <a:xfrm>
            <a:off x="1700376" y="4937760"/>
            <a:ext cx="1389887" cy="1389888"/>
          </a:xfrm>
          <a:prstGeom prst="ellipse">
            <a:avLst/>
          </a:prstGeom>
        </p:spPr>
        <p:txBody>
          <a:bodyPr wrap="none" anchor="ctr"/>
          <a:lstStyle>
            <a:lvl1pPr marL="0" indent="0" algn="ctr">
              <a:buNone/>
              <a:defRPr sz="1400"/>
            </a:lvl1pPr>
          </a:lstStyle>
          <a:p>
            <a:r>
              <a:rPr lang="en-US" dirty="0"/>
              <a:t>Click to add picture</a:t>
            </a:r>
          </a:p>
        </p:txBody>
      </p:sp>
      <p:sp>
        <p:nvSpPr>
          <p:cNvPr id="9" name="Picture Placeholder 3">
            <a:extLst>
              <a:ext uri="{FF2B5EF4-FFF2-40B4-BE49-F238E27FC236}">
                <a16:creationId xmlns:a16="http://schemas.microsoft.com/office/drawing/2014/main" id="{A737FEE4-1FB9-5DE7-3003-2BA1AFD55AB7}"/>
              </a:ext>
            </a:extLst>
          </p:cNvPr>
          <p:cNvSpPr>
            <a:spLocks noGrp="1" noChangeAspect="1"/>
          </p:cNvSpPr>
          <p:nvPr>
            <p:ph type="pic" sz="quarter" idx="39" hasCustomPrompt="1"/>
          </p:nvPr>
        </p:nvSpPr>
        <p:spPr>
          <a:xfrm>
            <a:off x="4562598" y="4937760"/>
            <a:ext cx="1389887" cy="1389888"/>
          </a:xfrm>
          <a:prstGeom prst="ellipse">
            <a:avLst/>
          </a:prstGeom>
        </p:spPr>
        <p:txBody>
          <a:bodyPr wrap="none" anchor="ctr"/>
          <a:lstStyle>
            <a:lvl1pPr marL="0" indent="0" algn="ctr">
              <a:buNone/>
              <a:defRPr sz="1400"/>
            </a:lvl1pPr>
          </a:lstStyle>
          <a:p>
            <a:r>
              <a:rPr lang="en-US" dirty="0"/>
              <a:t>Click to add picture</a:t>
            </a:r>
          </a:p>
        </p:txBody>
      </p:sp>
      <p:sp>
        <p:nvSpPr>
          <p:cNvPr id="10" name="Picture Placeholder 3">
            <a:extLst>
              <a:ext uri="{FF2B5EF4-FFF2-40B4-BE49-F238E27FC236}">
                <a16:creationId xmlns:a16="http://schemas.microsoft.com/office/drawing/2014/main" id="{B397837E-63D5-C13E-B52C-DC1BCAD5DAAB}"/>
              </a:ext>
            </a:extLst>
          </p:cNvPr>
          <p:cNvSpPr>
            <a:spLocks noGrp="1" noChangeAspect="1"/>
          </p:cNvSpPr>
          <p:nvPr>
            <p:ph type="pic" sz="quarter" idx="40" hasCustomPrompt="1"/>
          </p:nvPr>
        </p:nvSpPr>
        <p:spPr>
          <a:xfrm>
            <a:off x="10287042" y="4937760"/>
            <a:ext cx="1389887" cy="1389888"/>
          </a:xfrm>
          <a:prstGeom prst="ellipse">
            <a:avLst/>
          </a:prstGeom>
        </p:spPr>
        <p:txBody>
          <a:bodyPr wrap="none" anchor="ctr"/>
          <a:lstStyle>
            <a:lvl1pPr marL="0" indent="0" algn="ctr">
              <a:buNone/>
              <a:defRPr sz="1400"/>
            </a:lvl1pPr>
          </a:lstStyle>
          <a:p>
            <a:r>
              <a:rPr lang="en-US" dirty="0"/>
              <a:t>Click to add picture</a:t>
            </a:r>
          </a:p>
        </p:txBody>
      </p:sp>
    </p:spTree>
    <p:extLst>
      <p:ext uri="{BB962C8B-B14F-4D97-AF65-F5344CB8AC3E}">
        <p14:creationId xmlns:p14="http://schemas.microsoft.com/office/powerpoint/2010/main" val="21434125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Org Chart Light - option 2">
    <p:bg>
      <p:bgPr>
        <a:solidFill>
          <a:schemeClr val="bg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10932004-1870-8731-8173-CEAADD2F94C6}"/>
              </a:ext>
            </a:extLst>
          </p:cNvPr>
          <p:cNvSpPr>
            <a:spLocks noGrp="1" noChangeAspect="1"/>
          </p:cNvSpPr>
          <p:nvPr>
            <p:ph type="pic" sz="quarter" idx="37" hasCustomPrompt="1"/>
          </p:nvPr>
        </p:nvSpPr>
        <p:spPr>
          <a:xfrm>
            <a:off x="13237350" y="4114800"/>
            <a:ext cx="1033271" cy="1033272"/>
          </a:xfrm>
          <a:prstGeom prst="ellipse">
            <a:avLst/>
          </a:prstGeom>
        </p:spPr>
        <p:txBody>
          <a:bodyPr wrap="none" anchor="ctr"/>
          <a:lstStyle>
            <a:lvl1pPr marL="0" indent="0" algn="ctr">
              <a:buNone/>
              <a:defRPr sz="1050"/>
            </a:lvl1pPr>
          </a:lstStyle>
          <a:p>
            <a:r>
              <a:rPr lang="en-US" dirty="0"/>
              <a:t>Click to add picture</a:t>
            </a:r>
          </a:p>
        </p:txBody>
      </p:sp>
      <p:sp>
        <p:nvSpPr>
          <p:cNvPr id="15" name="Google Shape;77;p17">
            <a:extLst>
              <a:ext uri="{FF2B5EF4-FFF2-40B4-BE49-F238E27FC236}">
                <a16:creationId xmlns:a16="http://schemas.microsoft.com/office/drawing/2014/main" id="{E08EC25B-430F-AC0C-D62D-486327E3B134}"/>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dirty="0"/>
          </a:p>
        </p:txBody>
      </p:sp>
      <p:sp>
        <p:nvSpPr>
          <p:cNvPr id="175" name="Picture Placeholder 39">
            <a:extLst>
              <a:ext uri="{FF2B5EF4-FFF2-40B4-BE49-F238E27FC236}">
                <a16:creationId xmlns:a16="http://schemas.microsoft.com/office/drawing/2014/main" id="{701CA19E-7E30-5D43-3A22-3FDAE6D27240}"/>
              </a:ext>
            </a:extLst>
          </p:cNvPr>
          <p:cNvSpPr>
            <a:spLocks noGrp="1"/>
          </p:cNvSpPr>
          <p:nvPr>
            <p:ph type="pic" sz="quarter" idx="17" hasCustomPrompt="1"/>
          </p:nvPr>
        </p:nvSpPr>
        <p:spPr>
          <a:xfrm>
            <a:off x="2214671" y="6108192"/>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76" name="Picture Placeholder 39">
            <a:extLst>
              <a:ext uri="{FF2B5EF4-FFF2-40B4-BE49-F238E27FC236}">
                <a16:creationId xmlns:a16="http://schemas.microsoft.com/office/drawing/2014/main" id="{ABACEC36-8995-A100-3794-856796F88777}"/>
              </a:ext>
            </a:extLst>
          </p:cNvPr>
          <p:cNvSpPr>
            <a:spLocks noGrp="1"/>
          </p:cNvSpPr>
          <p:nvPr>
            <p:ph type="pic" sz="quarter" idx="18" hasCustomPrompt="1"/>
          </p:nvPr>
        </p:nvSpPr>
        <p:spPr>
          <a:xfrm>
            <a:off x="2214671" y="6830568"/>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77" name="Picture Placeholder 39">
            <a:extLst>
              <a:ext uri="{FF2B5EF4-FFF2-40B4-BE49-F238E27FC236}">
                <a16:creationId xmlns:a16="http://schemas.microsoft.com/office/drawing/2014/main" id="{E3BC359E-55B7-52DE-2F4E-20BE660679BF}"/>
              </a:ext>
            </a:extLst>
          </p:cNvPr>
          <p:cNvSpPr>
            <a:spLocks noGrp="1"/>
          </p:cNvSpPr>
          <p:nvPr>
            <p:ph type="pic" sz="quarter" idx="19" hasCustomPrompt="1"/>
          </p:nvPr>
        </p:nvSpPr>
        <p:spPr>
          <a:xfrm>
            <a:off x="2214671" y="7534656"/>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78" name="Picture Placeholder 39">
            <a:extLst>
              <a:ext uri="{FF2B5EF4-FFF2-40B4-BE49-F238E27FC236}">
                <a16:creationId xmlns:a16="http://schemas.microsoft.com/office/drawing/2014/main" id="{7108B624-619D-DD8D-BF8B-5D805E4BF7EA}"/>
              </a:ext>
            </a:extLst>
          </p:cNvPr>
          <p:cNvSpPr>
            <a:spLocks noGrp="1"/>
          </p:cNvSpPr>
          <p:nvPr>
            <p:ph type="pic" sz="quarter" idx="20" hasCustomPrompt="1"/>
          </p:nvPr>
        </p:nvSpPr>
        <p:spPr>
          <a:xfrm>
            <a:off x="4452189" y="6108192"/>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79" name="Picture Placeholder 39">
            <a:extLst>
              <a:ext uri="{FF2B5EF4-FFF2-40B4-BE49-F238E27FC236}">
                <a16:creationId xmlns:a16="http://schemas.microsoft.com/office/drawing/2014/main" id="{07214F27-D84F-C6EF-A10F-0860C7388851}"/>
              </a:ext>
            </a:extLst>
          </p:cNvPr>
          <p:cNvSpPr>
            <a:spLocks noGrp="1"/>
          </p:cNvSpPr>
          <p:nvPr>
            <p:ph type="pic" sz="quarter" idx="21" hasCustomPrompt="1"/>
          </p:nvPr>
        </p:nvSpPr>
        <p:spPr>
          <a:xfrm>
            <a:off x="4452189" y="6830568"/>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0" name="Picture Placeholder 39">
            <a:extLst>
              <a:ext uri="{FF2B5EF4-FFF2-40B4-BE49-F238E27FC236}">
                <a16:creationId xmlns:a16="http://schemas.microsoft.com/office/drawing/2014/main" id="{485A3FA9-3332-C747-8F1D-79FF5A7B5BD6}"/>
              </a:ext>
            </a:extLst>
          </p:cNvPr>
          <p:cNvSpPr>
            <a:spLocks noGrp="1"/>
          </p:cNvSpPr>
          <p:nvPr>
            <p:ph type="pic" sz="quarter" idx="22" hasCustomPrompt="1"/>
          </p:nvPr>
        </p:nvSpPr>
        <p:spPr>
          <a:xfrm>
            <a:off x="4452189" y="7534656"/>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1" name="Picture Placeholder 39">
            <a:extLst>
              <a:ext uri="{FF2B5EF4-FFF2-40B4-BE49-F238E27FC236}">
                <a16:creationId xmlns:a16="http://schemas.microsoft.com/office/drawing/2014/main" id="{11C8D26E-494F-3652-AFA6-683BDD5C7906}"/>
              </a:ext>
            </a:extLst>
          </p:cNvPr>
          <p:cNvSpPr>
            <a:spLocks noGrp="1"/>
          </p:cNvSpPr>
          <p:nvPr>
            <p:ph type="pic" sz="quarter" idx="23" hasCustomPrompt="1"/>
          </p:nvPr>
        </p:nvSpPr>
        <p:spPr>
          <a:xfrm>
            <a:off x="6732736" y="6108192"/>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2" name="Picture Placeholder 39">
            <a:extLst>
              <a:ext uri="{FF2B5EF4-FFF2-40B4-BE49-F238E27FC236}">
                <a16:creationId xmlns:a16="http://schemas.microsoft.com/office/drawing/2014/main" id="{07C2B392-262E-E1B6-6C2F-89CF76FD4B62}"/>
              </a:ext>
            </a:extLst>
          </p:cNvPr>
          <p:cNvSpPr>
            <a:spLocks noGrp="1"/>
          </p:cNvSpPr>
          <p:nvPr>
            <p:ph type="pic" sz="quarter" idx="24" hasCustomPrompt="1"/>
          </p:nvPr>
        </p:nvSpPr>
        <p:spPr>
          <a:xfrm>
            <a:off x="6732736" y="6830568"/>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3" name="Picture Placeholder 39">
            <a:extLst>
              <a:ext uri="{FF2B5EF4-FFF2-40B4-BE49-F238E27FC236}">
                <a16:creationId xmlns:a16="http://schemas.microsoft.com/office/drawing/2014/main" id="{093AD9DE-E3B4-F72D-083A-E76604F6A9C3}"/>
              </a:ext>
            </a:extLst>
          </p:cNvPr>
          <p:cNvSpPr>
            <a:spLocks noGrp="1"/>
          </p:cNvSpPr>
          <p:nvPr>
            <p:ph type="pic" sz="quarter" idx="25" hasCustomPrompt="1"/>
          </p:nvPr>
        </p:nvSpPr>
        <p:spPr>
          <a:xfrm>
            <a:off x="6732736" y="7534656"/>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4" name="Picture Placeholder 39">
            <a:extLst>
              <a:ext uri="{FF2B5EF4-FFF2-40B4-BE49-F238E27FC236}">
                <a16:creationId xmlns:a16="http://schemas.microsoft.com/office/drawing/2014/main" id="{3E749F1F-50B6-5DD3-D22F-B47CF489BC4E}"/>
              </a:ext>
            </a:extLst>
          </p:cNvPr>
          <p:cNvSpPr>
            <a:spLocks noGrp="1"/>
          </p:cNvSpPr>
          <p:nvPr>
            <p:ph type="pic" sz="quarter" idx="26" hasCustomPrompt="1"/>
          </p:nvPr>
        </p:nvSpPr>
        <p:spPr>
          <a:xfrm>
            <a:off x="8955910" y="6108192"/>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5" name="Picture Placeholder 39">
            <a:extLst>
              <a:ext uri="{FF2B5EF4-FFF2-40B4-BE49-F238E27FC236}">
                <a16:creationId xmlns:a16="http://schemas.microsoft.com/office/drawing/2014/main" id="{2D0C3273-BFC3-87C3-9C4A-8142170C60EF}"/>
              </a:ext>
            </a:extLst>
          </p:cNvPr>
          <p:cNvSpPr>
            <a:spLocks noGrp="1"/>
          </p:cNvSpPr>
          <p:nvPr>
            <p:ph type="pic" sz="quarter" idx="27" hasCustomPrompt="1"/>
          </p:nvPr>
        </p:nvSpPr>
        <p:spPr>
          <a:xfrm>
            <a:off x="8955910" y="6830568"/>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6" name="Picture Placeholder 39">
            <a:extLst>
              <a:ext uri="{FF2B5EF4-FFF2-40B4-BE49-F238E27FC236}">
                <a16:creationId xmlns:a16="http://schemas.microsoft.com/office/drawing/2014/main" id="{BF5B9B5B-68ED-6D57-39BB-0B2156BB068A}"/>
              </a:ext>
            </a:extLst>
          </p:cNvPr>
          <p:cNvSpPr>
            <a:spLocks noGrp="1"/>
          </p:cNvSpPr>
          <p:nvPr>
            <p:ph type="pic" sz="quarter" idx="28" hasCustomPrompt="1"/>
          </p:nvPr>
        </p:nvSpPr>
        <p:spPr>
          <a:xfrm>
            <a:off x="8955910" y="7534656"/>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7" name="Picture Placeholder 39">
            <a:extLst>
              <a:ext uri="{FF2B5EF4-FFF2-40B4-BE49-F238E27FC236}">
                <a16:creationId xmlns:a16="http://schemas.microsoft.com/office/drawing/2014/main" id="{5C08186A-655A-1927-5388-A1FC91263732}"/>
              </a:ext>
            </a:extLst>
          </p:cNvPr>
          <p:cNvSpPr>
            <a:spLocks noGrp="1"/>
          </p:cNvSpPr>
          <p:nvPr>
            <p:ph type="pic" sz="quarter" idx="29" hasCustomPrompt="1"/>
          </p:nvPr>
        </p:nvSpPr>
        <p:spPr>
          <a:xfrm>
            <a:off x="11236457" y="6108192"/>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8" name="Picture Placeholder 39">
            <a:extLst>
              <a:ext uri="{FF2B5EF4-FFF2-40B4-BE49-F238E27FC236}">
                <a16:creationId xmlns:a16="http://schemas.microsoft.com/office/drawing/2014/main" id="{36FA6DCF-8704-CBD7-810B-E6A913450067}"/>
              </a:ext>
            </a:extLst>
          </p:cNvPr>
          <p:cNvSpPr>
            <a:spLocks noGrp="1"/>
          </p:cNvSpPr>
          <p:nvPr>
            <p:ph type="pic" sz="quarter" idx="30" hasCustomPrompt="1"/>
          </p:nvPr>
        </p:nvSpPr>
        <p:spPr>
          <a:xfrm>
            <a:off x="11236457" y="6830568"/>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89" name="Picture Placeholder 39">
            <a:extLst>
              <a:ext uri="{FF2B5EF4-FFF2-40B4-BE49-F238E27FC236}">
                <a16:creationId xmlns:a16="http://schemas.microsoft.com/office/drawing/2014/main" id="{27B961BA-8022-0B60-DBE1-B3DE88728632}"/>
              </a:ext>
            </a:extLst>
          </p:cNvPr>
          <p:cNvSpPr>
            <a:spLocks noGrp="1"/>
          </p:cNvSpPr>
          <p:nvPr>
            <p:ph type="pic" sz="quarter" idx="31" hasCustomPrompt="1"/>
          </p:nvPr>
        </p:nvSpPr>
        <p:spPr>
          <a:xfrm>
            <a:off x="11236457" y="7534656"/>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90" name="Picture Placeholder 39">
            <a:extLst>
              <a:ext uri="{FF2B5EF4-FFF2-40B4-BE49-F238E27FC236}">
                <a16:creationId xmlns:a16="http://schemas.microsoft.com/office/drawing/2014/main" id="{598FC314-3CEA-826B-310D-3E6076EDCE70}"/>
              </a:ext>
            </a:extLst>
          </p:cNvPr>
          <p:cNvSpPr>
            <a:spLocks noGrp="1"/>
          </p:cNvSpPr>
          <p:nvPr>
            <p:ph type="pic" sz="quarter" idx="32" hasCustomPrompt="1"/>
          </p:nvPr>
        </p:nvSpPr>
        <p:spPr>
          <a:xfrm>
            <a:off x="13459632" y="6108192"/>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91" name="Picture Placeholder 39">
            <a:extLst>
              <a:ext uri="{FF2B5EF4-FFF2-40B4-BE49-F238E27FC236}">
                <a16:creationId xmlns:a16="http://schemas.microsoft.com/office/drawing/2014/main" id="{93F2F16A-FC17-00F4-D1BB-9C8F2228E05D}"/>
              </a:ext>
            </a:extLst>
          </p:cNvPr>
          <p:cNvSpPr>
            <a:spLocks noGrp="1"/>
          </p:cNvSpPr>
          <p:nvPr>
            <p:ph type="pic" sz="quarter" idx="33" hasCustomPrompt="1"/>
          </p:nvPr>
        </p:nvSpPr>
        <p:spPr>
          <a:xfrm>
            <a:off x="13459632" y="6830568"/>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92" name="Picture Placeholder 39">
            <a:extLst>
              <a:ext uri="{FF2B5EF4-FFF2-40B4-BE49-F238E27FC236}">
                <a16:creationId xmlns:a16="http://schemas.microsoft.com/office/drawing/2014/main" id="{61A57CF5-4E61-B5FB-2A59-B521D3F3CF2C}"/>
              </a:ext>
            </a:extLst>
          </p:cNvPr>
          <p:cNvSpPr>
            <a:spLocks noGrp="1"/>
          </p:cNvSpPr>
          <p:nvPr>
            <p:ph type="pic" sz="quarter" idx="34" hasCustomPrompt="1"/>
          </p:nvPr>
        </p:nvSpPr>
        <p:spPr>
          <a:xfrm>
            <a:off x="13459632" y="7534656"/>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4" name="Picture Placeholder 3">
            <a:extLst>
              <a:ext uri="{FF2B5EF4-FFF2-40B4-BE49-F238E27FC236}">
                <a16:creationId xmlns:a16="http://schemas.microsoft.com/office/drawing/2014/main" id="{9607A3AD-7EFC-1EF4-47C7-832FBAE88824}"/>
              </a:ext>
            </a:extLst>
          </p:cNvPr>
          <p:cNvSpPr>
            <a:spLocks noGrp="1" noChangeAspect="1"/>
          </p:cNvSpPr>
          <p:nvPr>
            <p:ph type="pic" sz="quarter" idx="35" hasCustomPrompt="1"/>
          </p:nvPr>
        </p:nvSpPr>
        <p:spPr>
          <a:xfrm>
            <a:off x="7612159" y="1600200"/>
            <a:ext cx="1033271" cy="1033272"/>
          </a:xfrm>
          <a:prstGeom prst="ellipse">
            <a:avLst/>
          </a:prstGeom>
        </p:spPr>
        <p:txBody>
          <a:bodyPr wrap="none" anchor="ctr"/>
          <a:lstStyle>
            <a:lvl1pPr marL="0" indent="0" algn="ctr">
              <a:buNone/>
              <a:defRPr sz="1050"/>
            </a:lvl1pPr>
          </a:lstStyle>
          <a:p>
            <a:r>
              <a:rPr lang="en-US" dirty="0"/>
              <a:t>Click to add picture</a:t>
            </a:r>
          </a:p>
        </p:txBody>
      </p:sp>
      <p:sp>
        <p:nvSpPr>
          <p:cNvPr id="5" name="Picture Placeholder 3">
            <a:extLst>
              <a:ext uri="{FF2B5EF4-FFF2-40B4-BE49-F238E27FC236}">
                <a16:creationId xmlns:a16="http://schemas.microsoft.com/office/drawing/2014/main" id="{0FE2147A-B831-3AB8-0C7F-23DEC81616D9}"/>
              </a:ext>
            </a:extLst>
          </p:cNvPr>
          <p:cNvSpPr>
            <a:spLocks noGrp="1" noChangeAspect="1"/>
          </p:cNvSpPr>
          <p:nvPr>
            <p:ph type="pic" sz="quarter" idx="36" hasCustomPrompt="1"/>
          </p:nvPr>
        </p:nvSpPr>
        <p:spPr>
          <a:xfrm>
            <a:off x="1986534" y="4114800"/>
            <a:ext cx="1033271" cy="1033272"/>
          </a:xfrm>
          <a:prstGeom prst="ellipse">
            <a:avLst/>
          </a:prstGeom>
        </p:spPr>
        <p:txBody>
          <a:bodyPr wrap="none" anchor="ctr"/>
          <a:lstStyle>
            <a:lvl1pPr marL="0" indent="0" algn="ctr">
              <a:buNone/>
              <a:defRPr sz="1050"/>
            </a:lvl1pPr>
          </a:lstStyle>
          <a:p>
            <a:r>
              <a:rPr lang="en-US" dirty="0"/>
              <a:t>Click to add picture</a:t>
            </a:r>
          </a:p>
        </p:txBody>
      </p:sp>
      <p:sp>
        <p:nvSpPr>
          <p:cNvPr id="7" name="Picture Placeholder 3">
            <a:extLst>
              <a:ext uri="{FF2B5EF4-FFF2-40B4-BE49-F238E27FC236}">
                <a16:creationId xmlns:a16="http://schemas.microsoft.com/office/drawing/2014/main" id="{CDF52577-931C-D85E-EBAF-8F053A279595}"/>
              </a:ext>
            </a:extLst>
          </p:cNvPr>
          <p:cNvSpPr>
            <a:spLocks noGrp="1" noChangeAspect="1"/>
          </p:cNvSpPr>
          <p:nvPr>
            <p:ph type="pic" sz="quarter" idx="38" hasCustomPrompt="1"/>
          </p:nvPr>
        </p:nvSpPr>
        <p:spPr>
          <a:xfrm>
            <a:off x="10987186" y="4114800"/>
            <a:ext cx="1033271" cy="1033272"/>
          </a:xfrm>
          <a:prstGeom prst="ellipse">
            <a:avLst/>
          </a:prstGeom>
        </p:spPr>
        <p:txBody>
          <a:bodyPr wrap="none" anchor="ctr"/>
          <a:lstStyle>
            <a:lvl1pPr marL="0" indent="0" algn="ctr">
              <a:buNone/>
              <a:defRPr sz="1050"/>
            </a:lvl1pPr>
          </a:lstStyle>
          <a:p>
            <a:r>
              <a:rPr lang="en-US" dirty="0"/>
              <a:t>Click to add picture</a:t>
            </a:r>
          </a:p>
        </p:txBody>
      </p:sp>
      <p:sp>
        <p:nvSpPr>
          <p:cNvPr id="8" name="Picture Placeholder 3">
            <a:extLst>
              <a:ext uri="{FF2B5EF4-FFF2-40B4-BE49-F238E27FC236}">
                <a16:creationId xmlns:a16="http://schemas.microsoft.com/office/drawing/2014/main" id="{555A1B5B-66C7-281C-67CF-160B3A768720}"/>
              </a:ext>
            </a:extLst>
          </p:cNvPr>
          <p:cNvSpPr>
            <a:spLocks noGrp="1" noChangeAspect="1"/>
          </p:cNvSpPr>
          <p:nvPr>
            <p:ph type="pic" sz="quarter" idx="39" hasCustomPrompt="1"/>
          </p:nvPr>
        </p:nvSpPr>
        <p:spPr>
          <a:xfrm>
            <a:off x="8737023" y="4114800"/>
            <a:ext cx="1033271" cy="1033272"/>
          </a:xfrm>
          <a:prstGeom prst="ellipse">
            <a:avLst/>
          </a:prstGeom>
        </p:spPr>
        <p:txBody>
          <a:bodyPr wrap="none" anchor="ctr"/>
          <a:lstStyle>
            <a:lvl1pPr marL="0" indent="0" algn="ctr">
              <a:buNone/>
              <a:defRPr sz="1050"/>
            </a:lvl1pPr>
          </a:lstStyle>
          <a:p>
            <a:r>
              <a:rPr lang="en-US" dirty="0"/>
              <a:t>Click to add picture</a:t>
            </a:r>
          </a:p>
        </p:txBody>
      </p:sp>
      <p:sp>
        <p:nvSpPr>
          <p:cNvPr id="9" name="Picture Placeholder 3">
            <a:extLst>
              <a:ext uri="{FF2B5EF4-FFF2-40B4-BE49-F238E27FC236}">
                <a16:creationId xmlns:a16="http://schemas.microsoft.com/office/drawing/2014/main" id="{C6F0287C-5FF4-F773-F52D-24D2E985C4CD}"/>
              </a:ext>
            </a:extLst>
          </p:cNvPr>
          <p:cNvSpPr>
            <a:spLocks noGrp="1" noChangeAspect="1"/>
          </p:cNvSpPr>
          <p:nvPr>
            <p:ph type="pic" sz="quarter" idx="40" hasCustomPrompt="1"/>
          </p:nvPr>
        </p:nvSpPr>
        <p:spPr>
          <a:xfrm>
            <a:off x="6486860" y="4114800"/>
            <a:ext cx="1033271" cy="1033272"/>
          </a:xfrm>
          <a:prstGeom prst="ellipse">
            <a:avLst/>
          </a:prstGeom>
        </p:spPr>
        <p:txBody>
          <a:bodyPr wrap="none" anchor="ctr"/>
          <a:lstStyle>
            <a:lvl1pPr marL="0" indent="0" algn="ctr">
              <a:buNone/>
              <a:defRPr sz="1050"/>
            </a:lvl1pPr>
          </a:lstStyle>
          <a:p>
            <a:r>
              <a:rPr lang="en-US" dirty="0"/>
              <a:t>Click to add picture</a:t>
            </a:r>
          </a:p>
        </p:txBody>
      </p:sp>
      <p:sp>
        <p:nvSpPr>
          <p:cNvPr id="10" name="Picture Placeholder 3">
            <a:extLst>
              <a:ext uri="{FF2B5EF4-FFF2-40B4-BE49-F238E27FC236}">
                <a16:creationId xmlns:a16="http://schemas.microsoft.com/office/drawing/2014/main" id="{8918663A-A8BC-F209-4D4F-3CBEFDF79B99}"/>
              </a:ext>
            </a:extLst>
          </p:cNvPr>
          <p:cNvSpPr>
            <a:spLocks noGrp="1" noChangeAspect="1"/>
          </p:cNvSpPr>
          <p:nvPr>
            <p:ph type="pic" sz="quarter" idx="41" hasCustomPrompt="1"/>
          </p:nvPr>
        </p:nvSpPr>
        <p:spPr>
          <a:xfrm>
            <a:off x="4236697" y="4114800"/>
            <a:ext cx="1033271" cy="1033272"/>
          </a:xfrm>
          <a:prstGeom prst="ellipse">
            <a:avLst/>
          </a:prstGeom>
        </p:spPr>
        <p:txBody>
          <a:bodyPr wrap="none" anchor="ctr"/>
          <a:lstStyle>
            <a:lvl1pPr marL="0" indent="0" algn="ctr">
              <a:buNone/>
              <a:defRPr sz="1050"/>
            </a:lvl1pPr>
          </a:lstStyle>
          <a:p>
            <a:r>
              <a:rPr lang="en-US" dirty="0"/>
              <a:t>Click to add picture</a:t>
            </a:r>
          </a:p>
        </p:txBody>
      </p:sp>
      <p:sp>
        <p:nvSpPr>
          <p:cNvPr id="2" name="Picture Placeholder 39">
            <a:extLst>
              <a:ext uri="{FF2B5EF4-FFF2-40B4-BE49-F238E27FC236}">
                <a16:creationId xmlns:a16="http://schemas.microsoft.com/office/drawing/2014/main" id="{CF2AA25C-BD14-4BA9-1557-B286BB79923C}"/>
              </a:ext>
            </a:extLst>
          </p:cNvPr>
          <p:cNvSpPr>
            <a:spLocks noGrp="1"/>
          </p:cNvSpPr>
          <p:nvPr>
            <p:ph type="pic" sz="quarter" idx="17" hasCustomPrompt="1"/>
          </p:nvPr>
        </p:nvSpPr>
        <p:spPr>
          <a:xfrm>
            <a:off x="2214671" y="6108192"/>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3" name="Picture Placeholder 39">
            <a:extLst>
              <a:ext uri="{FF2B5EF4-FFF2-40B4-BE49-F238E27FC236}">
                <a16:creationId xmlns:a16="http://schemas.microsoft.com/office/drawing/2014/main" id="{335F5387-9AB9-A8E2-B7F5-95EAD214CD75}"/>
              </a:ext>
            </a:extLst>
          </p:cNvPr>
          <p:cNvSpPr>
            <a:spLocks noGrp="1"/>
          </p:cNvSpPr>
          <p:nvPr>
            <p:ph type="pic" sz="quarter" idx="18" hasCustomPrompt="1"/>
          </p:nvPr>
        </p:nvSpPr>
        <p:spPr>
          <a:xfrm>
            <a:off x="2214671" y="6830568"/>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
        <p:nvSpPr>
          <p:cNvPr id="11" name="Picture Placeholder 39">
            <a:extLst>
              <a:ext uri="{FF2B5EF4-FFF2-40B4-BE49-F238E27FC236}">
                <a16:creationId xmlns:a16="http://schemas.microsoft.com/office/drawing/2014/main" id="{AB533B66-A77E-8FBE-0ACC-5E5BA5C1C2E9}"/>
              </a:ext>
            </a:extLst>
          </p:cNvPr>
          <p:cNvSpPr>
            <a:spLocks noGrp="1"/>
          </p:cNvSpPr>
          <p:nvPr>
            <p:ph type="pic" sz="quarter" idx="19" hasCustomPrompt="1"/>
          </p:nvPr>
        </p:nvSpPr>
        <p:spPr>
          <a:xfrm>
            <a:off x="2214671" y="7534656"/>
            <a:ext cx="556887" cy="556135"/>
          </a:xfrm>
          <a:prstGeom prst="ellipse">
            <a:avLst/>
          </a:prstGeom>
        </p:spPr>
        <p:txBody>
          <a:bodyPr wrap="none" lIns="36000" tIns="36000" rIns="36000" anchor="ctr"/>
          <a:lstStyle>
            <a:lvl1pPr marL="304776" indent="-304776">
              <a:buFont typeface="Arial" panose="020B0604020202020204" pitchFamily="34" charset="0"/>
              <a:buChar char="•"/>
              <a:defRPr lang="en-US" sz="1600" b="0" i="0">
                <a:solidFill>
                  <a:schemeClr val="bg1"/>
                </a:solidFill>
                <a:latin typeface="Arial" panose="020B0604020202020204" pitchFamily="34" charset="0"/>
              </a:defRPr>
            </a:lvl1pPr>
          </a:lstStyle>
          <a:p>
            <a:pPr marL="0" lvl="0" indent="0" algn="ctr">
              <a:buNone/>
            </a:pPr>
            <a:r>
              <a:rPr lang="en-US" dirty="0"/>
              <a:t> </a:t>
            </a:r>
          </a:p>
        </p:txBody>
      </p:sp>
    </p:spTree>
    <p:extLst>
      <p:ext uri="{BB962C8B-B14F-4D97-AF65-F5344CB8AC3E}">
        <p14:creationId xmlns:p14="http://schemas.microsoft.com/office/powerpoint/2010/main" val="129037772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Org Chart Light - option 3">
    <p:bg>
      <p:bgPr>
        <a:solidFill>
          <a:schemeClr val="bg1"/>
        </a:solidFill>
        <a:effectLst/>
      </p:bgPr>
    </p:bg>
    <p:spTree>
      <p:nvGrpSpPr>
        <p:cNvPr id="1" name=""/>
        <p:cNvGrpSpPr/>
        <p:nvPr/>
      </p:nvGrpSpPr>
      <p:grpSpPr>
        <a:xfrm>
          <a:off x="0" y="0"/>
          <a:ext cx="0" cy="0"/>
          <a:chOff x="0" y="0"/>
          <a:chExt cx="0" cy="0"/>
        </a:xfrm>
      </p:grpSpPr>
      <p:sp>
        <p:nvSpPr>
          <p:cNvPr id="15" name="Google Shape;77;p17">
            <a:extLst>
              <a:ext uri="{FF2B5EF4-FFF2-40B4-BE49-F238E27FC236}">
                <a16:creationId xmlns:a16="http://schemas.microsoft.com/office/drawing/2014/main" id="{E08EC25B-430F-AC0C-D62D-486327E3B134}"/>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10" name="Picture Placeholder 9">
            <a:extLst>
              <a:ext uri="{FF2B5EF4-FFF2-40B4-BE49-F238E27FC236}">
                <a16:creationId xmlns:a16="http://schemas.microsoft.com/office/drawing/2014/main" id="{11BF7365-40A3-7934-6A3E-66B14DA47EF1}"/>
              </a:ext>
            </a:extLst>
          </p:cNvPr>
          <p:cNvSpPr>
            <a:spLocks noGrp="1"/>
          </p:cNvSpPr>
          <p:nvPr>
            <p:ph type="pic" sz="quarter" idx="10"/>
          </p:nvPr>
        </p:nvSpPr>
        <p:spPr>
          <a:xfrm>
            <a:off x="7268656" y="1081621"/>
            <a:ext cx="1720276" cy="1636183"/>
          </a:xfrm>
          <a:prstGeom prst="roundRect">
            <a:avLst/>
          </a:prstGeom>
          <a:solidFill>
            <a:schemeClr val="bg1"/>
          </a:solidFill>
        </p:spPr>
        <p:txBody>
          <a:bodyPr anchor="ctr"/>
          <a:lstStyle>
            <a:lvl1pPr marL="0" indent="0" algn="ctr">
              <a:buNone/>
              <a:defRPr sz="1467" b="0" i="0">
                <a:latin typeface="Arial" panose="020B0604020202020204" pitchFamily="34" charset="0"/>
              </a:defRPr>
            </a:lvl1pPr>
          </a:lstStyle>
          <a:p>
            <a:r>
              <a:rPr lang="en-US"/>
              <a:t>Click icon to add picture</a:t>
            </a:r>
          </a:p>
        </p:txBody>
      </p:sp>
      <p:sp>
        <p:nvSpPr>
          <p:cNvPr id="11" name="Picture Placeholder 9">
            <a:extLst>
              <a:ext uri="{FF2B5EF4-FFF2-40B4-BE49-F238E27FC236}">
                <a16:creationId xmlns:a16="http://schemas.microsoft.com/office/drawing/2014/main" id="{94C54A9C-9A34-AC9F-C771-B71BF3CB9DF1}"/>
              </a:ext>
            </a:extLst>
          </p:cNvPr>
          <p:cNvSpPr>
            <a:spLocks noGrp="1"/>
          </p:cNvSpPr>
          <p:nvPr>
            <p:ph type="pic" sz="quarter" idx="11"/>
          </p:nvPr>
        </p:nvSpPr>
        <p:spPr>
          <a:xfrm>
            <a:off x="3205315" y="3900804"/>
            <a:ext cx="1447289" cy="1429568"/>
          </a:xfrm>
          <a:prstGeom prst="roundRect">
            <a:avLst/>
          </a:prstGeom>
          <a:solidFill>
            <a:schemeClr val="bg1"/>
          </a:solidFill>
        </p:spPr>
        <p:txBody>
          <a:bodyPr anchor="ctr"/>
          <a:lstStyle>
            <a:lvl1pPr marL="0" indent="0" algn="ctr">
              <a:buNone/>
              <a:defRPr sz="1467" b="0" i="0">
                <a:latin typeface="Arial" panose="020B0604020202020204" pitchFamily="34" charset="0"/>
              </a:defRPr>
            </a:lvl1pPr>
          </a:lstStyle>
          <a:p>
            <a:r>
              <a:rPr lang="en-US"/>
              <a:t>Click icon to add picture</a:t>
            </a:r>
          </a:p>
        </p:txBody>
      </p:sp>
      <p:sp>
        <p:nvSpPr>
          <p:cNvPr id="12" name="Picture Placeholder 9">
            <a:extLst>
              <a:ext uri="{FF2B5EF4-FFF2-40B4-BE49-F238E27FC236}">
                <a16:creationId xmlns:a16="http://schemas.microsoft.com/office/drawing/2014/main" id="{1C953922-2FD1-F288-83B2-8E7DF6AD4859}"/>
              </a:ext>
            </a:extLst>
          </p:cNvPr>
          <p:cNvSpPr>
            <a:spLocks noGrp="1"/>
          </p:cNvSpPr>
          <p:nvPr>
            <p:ph type="pic" sz="quarter" idx="12"/>
          </p:nvPr>
        </p:nvSpPr>
        <p:spPr>
          <a:xfrm>
            <a:off x="7404643" y="3900804"/>
            <a:ext cx="1447289" cy="1429568"/>
          </a:xfrm>
          <a:prstGeom prst="roundRect">
            <a:avLst/>
          </a:prstGeom>
          <a:solidFill>
            <a:schemeClr val="bg1"/>
          </a:solidFill>
        </p:spPr>
        <p:txBody>
          <a:bodyPr anchor="ctr"/>
          <a:lstStyle>
            <a:lvl1pPr marL="0" indent="0" algn="ctr">
              <a:buNone/>
              <a:defRPr sz="1467" b="0" i="0">
                <a:latin typeface="Arial" panose="020B0604020202020204" pitchFamily="34" charset="0"/>
              </a:defRPr>
            </a:lvl1pPr>
          </a:lstStyle>
          <a:p>
            <a:r>
              <a:rPr lang="en-US"/>
              <a:t>Click icon to add picture</a:t>
            </a:r>
          </a:p>
        </p:txBody>
      </p:sp>
      <p:sp>
        <p:nvSpPr>
          <p:cNvPr id="13" name="Picture Placeholder 9">
            <a:extLst>
              <a:ext uri="{FF2B5EF4-FFF2-40B4-BE49-F238E27FC236}">
                <a16:creationId xmlns:a16="http://schemas.microsoft.com/office/drawing/2014/main" id="{254C3E62-38D9-CD87-DD3C-863E34B2064F}"/>
              </a:ext>
            </a:extLst>
          </p:cNvPr>
          <p:cNvSpPr>
            <a:spLocks noGrp="1"/>
          </p:cNvSpPr>
          <p:nvPr>
            <p:ph type="pic" sz="quarter" idx="13"/>
          </p:nvPr>
        </p:nvSpPr>
        <p:spPr>
          <a:xfrm>
            <a:off x="11642677" y="3900804"/>
            <a:ext cx="1447289" cy="1429568"/>
          </a:xfrm>
          <a:prstGeom prst="roundRect">
            <a:avLst/>
          </a:prstGeom>
          <a:solidFill>
            <a:schemeClr val="bg1"/>
          </a:solidFill>
        </p:spPr>
        <p:txBody>
          <a:bodyPr anchor="ctr"/>
          <a:lstStyle>
            <a:lvl1pPr marL="0" indent="0" algn="ctr">
              <a:buNone/>
              <a:defRPr sz="1467" b="0" i="0">
                <a:latin typeface="Arial" panose="020B0604020202020204" pitchFamily="34" charset="0"/>
              </a:defRPr>
            </a:lvl1pPr>
          </a:lstStyle>
          <a:p>
            <a:r>
              <a:rPr lang="en-US"/>
              <a:t>Click icon to add picture</a:t>
            </a:r>
          </a:p>
        </p:txBody>
      </p:sp>
      <p:sp>
        <p:nvSpPr>
          <p:cNvPr id="3" name="Picture Placeholder 9">
            <a:extLst>
              <a:ext uri="{FF2B5EF4-FFF2-40B4-BE49-F238E27FC236}">
                <a16:creationId xmlns:a16="http://schemas.microsoft.com/office/drawing/2014/main" id="{F740036A-5E87-3832-9307-6F7A80B5B47E}"/>
              </a:ext>
            </a:extLst>
          </p:cNvPr>
          <p:cNvSpPr>
            <a:spLocks noGrp="1"/>
          </p:cNvSpPr>
          <p:nvPr>
            <p:ph type="pic" sz="quarter" idx="14"/>
          </p:nvPr>
        </p:nvSpPr>
        <p:spPr>
          <a:xfrm>
            <a:off x="5304978" y="3900804"/>
            <a:ext cx="1447289" cy="1429568"/>
          </a:xfrm>
          <a:prstGeom prst="roundRect">
            <a:avLst/>
          </a:prstGeom>
          <a:solidFill>
            <a:schemeClr val="bg1"/>
          </a:solidFill>
        </p:spPr>
        <p:txBody>
          <a:bodyPr anchor="ctr"/>
          <a:lstStyle>
            <a:lvl1pPr marL="0" indent="0" algn="ctr">
              <a:buNone/>
              <a:defRPr sz="1467" b="0" i="0">
                <a:latin typeface="Arial" panose="020B0604020202020204" pitchFamily="34" charset="0"/>
              </a:defRPr>
            </a:lvl1pPr>
          </a:lstStyle>
          <a:p>
            <a:r>
              <a:rPr lang="en-US"/>
              <a:t>Click icon to add picture</a:t>
            </a:r>
          </a:p>
        </p:txBody>
      </p:sp>
      <p:sp>
        <p:nvSpPr>
          <p:cNvPr id="4" name="Picture Placeholder 9">
            <a:extLst>
              <a:ext uri="{FF2B5EF4-FFF2-40B4-BE49-F238E27FC236}">
                <a16:creationId xmlns:a16="http://schemas.microsoft.com/office/drawing/2014/main" id="{B691E5B5-8B8D-A16A-A305-1A5A1D8EA3C1}"/>
              </a:ext>
            </a:extLst>
          </p:cNvPr>
          <p:cNvSpPr>
            <a:spLocks noGrp="1"/>
          </p:cNvSpPr>
          <p:nvPr>
            <p:ph type="pic" sz="quarter" idx="15"/>
          </p:nvPr>
        </p:nvSpPr>
        <p:spPr>
          <a:xfrm>
            <a:off x="9504308" y="3900804"/>
            <a:ext cx="1447289" cy="1429568"/>
          </a:xfrm>
          <a:prstGeom prst="roundRect">
            <a:avLst/>
          </a:prstGeom>
          <a:solidFill>
            <a:schemeClr val="bg1"/>
          </a:solidFill>
        </p:spPr>
        <p:txBody>
          <a:bodyPr anchor="ctr"/>
          <a:lstStyle>
            <a:lvl1pPr marL="0" indent="0" algn="ctr">
              <a:buNone/>
              <a:defRPr sz="1467" b="0" i="0">
                <a:latin typeface="Arial" panose="020B0604020202020204" pitchFamily="34" charset="0"/>
              </a:defRPr>
            </a:lvl1pPr>
          </a:lstStyle>
          <a:p>
            <a:r>
              <a:rPr lang="en-US"/>
              <a:t>Click icon to add picture</a:t>
            </a:r>
          </a:p>
        </p:txBody>
      </p:sp>
    </p:spTree>
    <p:extLst>
      <p:ext uri="{BB962C8B-B14F-4D97-AF65-F5344CB8AC3E}">
        <p14:creationId xmlns:p14="http://schemas.microsoft.com/office/powerpoint/2010/main" val="239567812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evice light - option 1">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C4A673-2595-1843-15B3-BDFF9655762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3592"/>
          <a:stretch/>
        </p:blipFill>
        <p:spPr>
          <a:xfrm>
            <a:off x="7292009" y="708791"/>
            <a:ext cx="8965579" cy="7034041"/>
          </a:xfrm>
          <a:prstGeom prst="rect">
            <a:avLst/>
          </a:prstGeom>
          <a:effectLst>
            <a:outerShdw blurRad="149901" dist="72421" dir="4140000" sx="101000" sy="101000" algn="tr" rotWithShape="0">
              <a:prstClr val="black">
                <a:alpha val="29861"/>
              </a:prstClr>
            </a:outerShdw>
          </a:effectLst>
        </p:spPr>
      </p:pic>
      <p:sp>
        <p:nvSpPr>
          <p:cNvPr id="11" name="Picture Placeholder 10">
            <a:extLst>
              <a:ext uri="{FF2B5EF4-FFF2-40B4-BE49-F238E27FC236}">
                <a16:creationId xmlns:a16="http://schemas.microsoft.com/office/drawing/2014/main" id="{6AC8C82B-3163-AFE2-EC4F-2279AC77AFB4}"/>
              </a:ext>
            </a:extLst>
          </p:cNvPr>
          <p:cNvSpPr>
            <a:spLocks noGrp="1"/>
          </p:cNvSpPr>
          <p:nvPr>
            <p:ph type="pic" sz="quarter" idx="11"/>
          </p:nvPr>
        </p:nvSpPr>
        <p:spPr>
          <a:xfrm>
            <a:off x="8696119" y="1267203"/>
            <a:ext cx="8955784" cy="5647244"/>
          </a:xfrm>
          <a:prstGeom prst="rect">
            <a:avLst/>
          </a:prstGeom>
        </p:spPr>
        <p:txBody>
          <a:bodyPr anchor="ctr"/>
          <a:lstStyle>
            <a:lvl1pPr marL="0" indent="0" algn="ctr">
              <a:buNone/>
              <a:defRPr sz="2133"/>
            </a:lvl1pPr>
          </a:lstStyle>
          <a:p>
            <a:r>
              <a:rPr lang="en-US"/>
              <a:t>Click icon to add picture</a:t>
            </a:r>
          </a:p>
        </p:txBody>
      </p:sp>
      <p:sp>
        <p:nvSpPr>
          <p:cNvPr id="14" name="Google Shape;77;p17">
            <a:extLst>
              <a:ext uri="{FF2B5EF4-FFF2-40B4-BE49-F238E27FC236}">
                <a16:creationId xmlns:a16="http://schemas.microsoft.com/office/drawing/2014/main" id="{AD4006BF-CCAD-B7BC-2170-40F46276AECB}"/>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6" name="Text Placeholder 7">
            <a:extLst>
              <a:ext uri="{FF2B5EF4-FFF2-40B4-BE49-F238E27FC236}">
                <a16:creationId xmlns:a16="http://schemas.microsoft.com/office/drawing/2014/main" id="{4747116E-8ADF-4F3C-90F8-80E9DAFA7DDB}"/>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buNone/>
              <a:defRPr sz="2000"/>
            </a:lvl1pPr>
            <a:lvl2pPr marL="320040" indent="-320040">
              <a:lnSpc>
                <a:spcPct val="110000"/>
              </a:lnSpc>
              <a:spcBef>
                <a:spcPts val="900"/>
              </a:spcBef>
              <a:spcAft>
                <a:spcPts val="0"/>
              </a:spcAft>
              <a:buFont typeface="Arial" panose="020B0604020202020204" pitchFamily="34" charset="0"/>
              <a:buChar char="•"/>
              <a:tabLst/>
              <a:defRPr sz="2000"/>
            </a:lvl2pPr>
            <a:lvl3pPr marL="566928" indent="-237744">
              <a:lnSpc>
                <a:spcPct val="110000"/>
              </a:lnSpc>
              <a:spcBef>
                <a:spcPts val="300"/>
              </a:spcBef>
              <a:buFont typeface="Arial" panose="020B0604020202020204" pitchFamily="34" charset="0"/>
              <a:buChar char="•"/>
              <a:tabLst/>
              <a:defRPr sz="1400"/>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1C4C748D-C9AE-4EAD-11C4-3CF04C65047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3592"/>
          <a:stretch/>
        </p:blipFill>
        <p:spPr>
          <a:xfrm>
            <a:off x="7292009" y="708791"/>
            <a:ext cx="8965579" cy="7034041"/>
          </a:xfrm>
          <a:prstGeom prst="rect">
            <a:avLst/>
          </a:prstGeom>
          <a:effectLst>
            <a:outerShdw blurRad="149901" dist="72421" dir="4140000" sx="101000" sy="101000" algn="tr" rotWithShape="0">
              <a:prstClr val="black">
                <a:alpha val="29861"/>
              </a:prstClr>
            </a:outerShdw>
          </a:effectLst>
        </p:spPr>
      </p:pic>
    </p:spTree>
    <p:extLst>
      <p:ext uri="{BB962C8B-B14F-4D97-AF65-F5344CB8AC3E}">
        <p14:creationId xmlns:p14="http://schemas.microsoft.com/office/powerpoint/2010/main" val="386488678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evice light - option 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15DF54-9A56-88A4-0CAA-98307CFA788A}"/>
              </a:ext>
            </a:extLst>
          </p:cNvPr>
          <p:cNvSpPr/>
          <p:nvPr/>
        </p:nvSpPr>
        <p:spPr>
          <a:xfrm>
            <a:off x="9968430" y="8247533"/>
            <a:ext cx="5239486" cy="8964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sp>
        <p:nvSpPr>
          <p:cNvPr id="14" name="Google Shape;77;p17">
            <a:extLst>
              <a:ext uri="{FF2B5EF4-FFF2-40B4-BE49-F238E27FC236}">
                <a16:creationId xmlns:a16="http://schemas.microsoft.com/office/drawing/2014/main" id="{AD4006BF-CCAD-B7BC-2170-40F46276AECB}"/>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3" name="Picture 2" descr="A cell phone with a black background&#10;&#10;Description automatically generated">
            <a:extLst>
              <a:ext uri="{FF2B5EF4-FFF2-40B4-BE49-F238E27FC236}">
                <a16:creationId xmlns:a16="http://schemas.microsoft.com/office/drawing/2014/main" id="{72BF95D8-C254-39AC-9F73-7AB539BF6E00}"/>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7880800" y="-778090"/>
            <a:ext cx="7500282" cy="9922092"/>
          </a:xfrm>
          <a:prstGeom prst="rect">
            <a:avLst/>
          </a:prstGeom>
          <a:effectLst>
            <a:outerShdw blurRad="181859" dist="10966" dir="7150413" sx="102000" sy="102000" algn="tr" rotWithShape="0">
              <a:prstClr val="black">
                <a:alpha val="29872"/>
              </a:prstClr>
            </a:outerShdw>
          </a:effectLst>
        </p:spPr>
      </p:pic>
      <p:sp>
        <p:nvSpPr>
          <p:cNvPr id="5" name="Picture Placeholder 10">
            <a:extLst>
              <a:ext uri="{FF2B5EF4-FFF2-40B4-BE49-F238E27FC236}">
                <a16:creationId xmlns:a16="http://schemas.microsoft.com/office/drawing/2014/main" id="{628A1924-08B8-F296-8720-B6E47B25A16F}"/>
              </a:ext>
            </a:extLst>
          </p:cNvPr>
          <p:cNvSpPr>
            <a:spLocks noGrp="1"/>
          </p:cNvSpPr>
          <p:nvPr>
            <p:ph type="pic" sz="quarter" idx="12"/>
          </p:nvPr>
        </p:nvSpPr>
        <p:spPr>
          <a:xfrm>
            <a:off x="9240850" y="1163442"/>
            <a:ext cx="5025922" cy="7980561"/>
          </a:xfrm>
          <a:prstGeom prst="round2SameRect">
            <a:avLst>
              <a:gd name="adj1" fmla="val 14603"/>
              <a:gd name="adj2" fmla="val 0"/>
            </a:avLst>
          </a:prstGeom>
        </p:spPr>
        <p:txBody>
          <a:bodyPr anchor="ctr"/>
          <a:lstStyle>
            <a:lvl1pPr>
              <a:defRPr lang="en-US" sz="2133" dirty="0"/>
            </a:lvl1pPr>
          </a:lstStyle>
          <a:p>
            <a:pPr marL="0" lvl="0" indent="0" algn="ctr">
              <a:buNone/>
            </a:pPr>
            <a:r>
              <a:rPr lang="en-US"/>
              <a:t>Click icon to add picture</a:t>
            </a:r>
          </a:p>
        </p:txBody>
      </p:sp>
      <p:sp>
        <p:nvSpPr>
          <p:cNvPr id="7" name="Text Placeholder 7">
            <a:extLst>
              <a:ext uri="{FF2B5EF4-FFF2-40B4-BE49-F238E27FC236}">
                <a16:creationId xmlns:a16="http://schemas.microsoft.com/office/drawing/2014/main" id="{D2B05548-5EDD-60D2-C686-1C3FB8F5FB78}"/>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buNone/>
              <a:defRPr sz="2000"/>
            </a:lvl1pPr>
            <a:lvl2pPr marL="320040" indent="-320040">
              <a:lnSpc>
                <a:spcPct val="110000"/>
              </a:lnSpc>
              <a:spcBef>
                <a:spcPts val="900"/>
              </a:spcBef>
              <a:spcAft>
                <a:spcPts val="0"/>
              </a:spcAft>
              <a:buFont typeface="Arial" panose="020B0604020202020204" pitchFamily="34" charset="0"/>
              <a:buChar char="•"/>
              <a:tabLst/>
              <a:defRPr sz="2000"/>
            </a:lvl2pPr>
            <a:lvl3pPr marL="566928" indent="-237744">
              <a:lnSpc>
                <a:spcPct val="110000"/>
              </a:lnSpc>
              <a:spcBef>
                <a:spcPts val="300"/>
              </a:spcBef>
              <a:buFont typeface="Arial" panose="020B0604020202020204" pitchFamily="34" charset="0"/>
              <a:buChar char="•"/>
              <a:tabLst/>
              <a:defRPr sz="1400"/>
            </a:lvl3p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D19817A1-5E38-CB50-458C-60F2122EFDA8}"/>
              </a:ext>
            </a:extLst>
          </p:cNvPr>
          <p:cNvSpPr/>
          <p:nvPr userDrawn="1"/>
        </p:nvSpPr>
        <p:spPr>
          <a:xfrm>
            <a:off x="9968430" y="8247533"/>
            <a:ext cx="5239486" cy="8964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pic>
        <p:nvPicPr>
          <p:cNvPr id="6" name="Picture 5" descr="A cell phone with a black background&#10;&#10;Description automatically generated">
            <a:extLst>
              <a:ext uri="{FF2B5EF4-FFF2-40B4-BE49-F238E27FC236}">
                <a16:creationId xmlns:a16="http://schemas.microsoft.com/office/drawing/2014/main" id="{D1866039-1967-F6B4-85EE-2C7E942EE04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880800" y="-778090"/>
            <a:ext cx="7500282" cy="9922092"/>
          </a:xfrm>
          <a:prstGeom prst="rect">
            <a:avLst/>
          </a:prstGeom>
          <a:effectLst>
            <a:outerShdw blurRad="181859" dist="10966" dir="7150413" sx="102000" sy="102000" algn="tr" rotWithShape="0">
              <a:prstClr val="black">
                <a:alpha val="29872"/>
              </a:prstClr>
            </a:outerShdw>
          </a:effectLst>
        </p:spPr>
      </p:pic>
    </p:spTree>
    <p:extLst>
      <p:ext uri="{BB962C8B-B14F-4D97-AF65-F5344CB8AC3E}">
        <p14:creationId xmlns:p14="http://schemas.microsoft.com/office/powerpoint/2010/main" val="165454352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evice light - option 3">
    <p:bg>
      <p:bgPr>
        <a:solidFill>
          <a:schemeClr val="bg1"/>
        </a:solidFill>
        <a:effectLst/>
      </p:bgPr>
    </p:bg>
    <p:spTree>
      <p:nvGrpSpPr>
        <p:cNvPr id="1" name=""/>
        <p:cNvGrpSpPr/>
        <p:nvPr/>
      </p:nvGrpSpPr>
      <p:grpSpPr>
        <a:xfrm>
          <a:off x="0" y="0"/>
          <a:ext cx="0" cy="0"/>
          <a:chOff x="0" y="0"/>
          <a:chExt cx="0" cy="0"/>
        </a:xfrm>
      </p:grpSpPr>
      <p:sp>
        <p:nvSpPr>
          <p:cNvPr id="14" name="Google Shape;77;p17">
            <a:extLst>
              <a:ext uri="{FF2B5EF4-FFF2-40B4-BE49-F238E27FC236}">
                <a16:creationId xmlns:a16="http://schemas.microsoft.com/office/drawing/2014/main" id="{AD4006BF-CCAD-B7BC-2170-40F46276AECB}"/>
              </a:ext>
            </a:extLst>
          </p:cNvPr>
          <p:cNvSpPr txBox="1">
            <a:spLocks noGrp="1"/>
          </p:cNvSpPr>
          <p:nvPr>
            <p:ph type="title"/>
          </p:nvPr>
        </p:nvSpPr>
        <p:spPr>
          <a:xfrm>
            <a:off x="8911883" y="2354510"/>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3" name="Picture 2" descr="A cell phone with a black background&#10;&#10;Description automatically generated">
            <a:extLst>
              <a:ext uri="{FF2B5EF4-FFF2-40B4-BE49-F238E27FC236}">
                <a16:creationId xmlns:a16="http://schemas.microsoft.com/office/drawing/2014/main" id="{72BF95D8-C254-39AC-9F73-7AB539BF6E00}"/>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850177" y="-778090"/>
            <a:ext cx="7500282" cy="9922092"/>
          </a:xfrm>
          <a:prstGeom prst="rect">
            <a:avLst/>
          </a:prstGeom>
          <a:effectLst>
            <a:outerShdw blurRad="260273" dist="38100" dir="8100000" sx="102000" sy="102000" algn="tr" rotWithShape="0">
              <a:prstClr val="black">
                <a:alpha val="28000"/>
              </a:prstClr>
            </a:outerShdw>
          </a:effectLst>
        </p:spPr>
      </p:pic>
      <p:sp>
        <p:nvSpPr>
          <p:cNvPr id="5" name="Picture Placeholder 10">
            <a:extLst>
              <a:ext uri="{FF2B5EF4-FFF2-40B4-BE49-F238E27FC236}">
                <a16:creationId xmlns:a16="http://schemas.microsoft.com/office/drawing/2014/main" id="{628A1924-08B8-F296-8720-B6E47B25A16F}"/>
              </a:ext>
            </a:extLst>
          </p:cNvPr>
          <p:cNvSpPr>
            <a:spLocks noGrp="1"/>
          </p:cNvSpPr>
          <p:nvPr>
            <p:ph type="pic" sz="quarter" idx="12"/>
          </p:nvPr>
        </p:nvSpPr>
        <p:spPr>
          <a:xfrm>
            <a:off x="2210228" y="1163442"/>
            <a:ext cx="5025922" cy="7980561"/>
          </a:xfrm>
          <a:prstGeom prst="round2SameRect">
            <a:avLst>
              <a:gd name="adj1" fmla="val 14603"/>
              <a:gd name="adj2" fmla="val 0"/>
            </a:avLst>
          </a:prstGeom>
        </p:spPr>
        <p:txBody>
          <a:bodyPr anchor="ctr"/>
          <a:lstStyle>
            <a:lvl1pPr>
              <a:defRPr lang="en-US" sz="2133" dirty="0"/>
            </a:lvl1pPr>
          </a:lstStyle>
          <a:p>
            <a:pPr marL="0" lvl="0" indent="0" algn="ctr">
              <a:buNone/>
            </a:pPr>
            <a:r>
              <a:rPr lang="en-US"/>
              <a:t>Click icon to add picture</a:t>
            </a:r>
          </a:p>
        </p:txBody>
      </p:sp>
      <p:sp>
        <p:nvSpPr>
          <p:cNvPr id="6" name="Text Placeholder 7">
            <a:extLst>
              <a:ext uri="{FF2B5EF4-FFF2-40B4-BE49-F238E27FC236}">
                <a16:creationId xmlns:a16="http://schemas.microsoft.com/office/drawing/2014/main" id="{AE51DC36-D332-3E97-3587-A47E2BC62951}"/>
              </a:ext>
            </a:extLst>
          </p:cNvPr>
          <p:cNvSpPr>
            <a:spLocks noGrp="1"/>
          </p:cNvSpPr>
          <p:nvPr>
            <p:ph type="body" sz="quarter" idx="13"/>
          </p:nvPr>
        </p:nvSpPr>
        <p:spPr>
          <a:xfrm>
            <a:off x="8911882" y="4963483"/>
            <a:ext cx="5755557" cy="2411847"/>
          </a:xfrm>
          <a:prstGeom prst="rect">
            <a:avLst/>
          </a:prstGeom>
        </p:spPr>
        <p:txBody>
          <a:bodyPr lIns="0" tIns="0" rIns="0" bIns="0"/>
          <a:lstStyle>
            <a:lvl1pPr marL="0" indent="0">
              <a:lnSpc>
                <a:spcPct val="110000"/>
              </a:lnSpc>
              <a:spcBef>
                <a:spcPts val="900"/>
              </a:spcBef>
              <a:buNone/>
              <a:defRPr sz="2000"/>
            </a:lvl1pPr>
            <a:lvl2pPr marL="320040" indent="-320040">
              <a:lnSpc>
                <a:spcPct val="110000"/>
              </a:lnSpc>
              <a:spcBef>
                <a:spcPts val="900"/>
              </a:spcBef>
              <a:spcAft>
                <a:spcPts val="0"/>
              </a:spcAft>
              <a:buFont typeface="Arial" panose="020B0604020202020204" pitchFamily="34" charset="0"/>
              <a:buChar char="•"/>
              <a:tabLst/>
              <a:defRPr sz="2000"/>
            </a:lvl2pPr>
            <a:lvl3pPr marL="566928" indent="-237744">
              <a:lnSpc>
                <a:spcPct val="110000"/>
              </a:lnSpc>
              <a:spcBef>
                <a:spcPts val="300"/>
              </a:spcBef>
              <a:buFont typeface="Arial" panose="020B0604020202020204" pitchFamily="34" charset="0"/>
              <a:buChar char="•"/>
              <a:tabLst/>
              <a:defRPr sz="1400"/>
            </a:lvl3pPr>
          </a:lstStyle>
          <a:p>
            <a:pPr lvl="0"/>
            <a:r>
              <a:rPr lang="en-US"/>
              <a:t>Click to edit Master text styles</a:t>
            </a:r>
          </a:p>
          <a:p>
            <a:pPr lvl="1"/>
            <a:r>
              <a:rPr lang="en-US"/>
              <a:t>Second level</a:t>
            </a:r>
          </a:p>
          <a:p>
            <a:pPr lvl="2"/>
            <a:r>
              <a:rPr lang="en-US"/>
              <a:t>Third level</a:t>
            </a:r>
          </a:p>
        </p:txBody>
      </p:sp>
      <p:pic>
        <p:nvPicPr>
          <p:cNvPr id="2" name="Picture 1" descr="A cell phone with a black background&#10;&#10;Description automatically generated">
            <a:extLst>
              <a:ext uri="{FF2B5EF4-FFF2-40B4-BE49-F238E27FC236}">
                <a16:creationId xmlns:a16="http://schemas.microsoft.com/office/drawing/2014/main" id="{C48B4401-7425-891C-43B5-CCEFCB5A678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850177" y="-778090"/>
            <a:ext cx="7500282" cy="9922092"/>
          </a:xfrm>
          <a:prstGeom prst="rect">
            <a:avLst/>
          </a:prstGeom>
          <a:effectLst>
            <a:outerShdw blurRad="260273" dist="38100" dir="8100000" sx="102000" sy="102000" algn="tr" rotWithShape="0">
              <a:prstClr val="black">
                <a:alpha val="28000"/>
              </a:prstClr>
            </a:outerShdw>
          </a:effectLst>
        </p:spPr>
      </p:pic>
    </p:spTree>
    <p:extLst>
      <p:ext uri="{BB962C8B-B14F-4D97-AF65-F5344CB8AC3E}">
        <p14:creationId xmlns:p14="http://schemas.microsoft.com/office/powerpoint/2010/main" val="148012161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vice light - option 4">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BB1793-E0F1-B245-98F3-D4C045FD154E}"/>
              </a:ext>
            </a:extLst>
          </p:cNvPr>
          <p:cNvSpPr/>
          <p:nvPr/>
        </p:nvSpPr>
        <p:spPr>
          <a:xfrm>
            <a:off x="9968430" y="8247533"/>
            <a:ext cx="5287612" cy="8964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sp>
        <p:nvSpPr>
          <p:cNvPr id="15" name="Google Shape;77;p17">
            <a:extLst>
              <a:ext uri="{FF2B5EF4-FFF2-40B4-BE49-F238E27FC236}">
                <a16:creationId xmlns:a16="http://schemas.microsoft.com/office/drawing/2014/main" id="{E08EC25B-430F-AC0C-D62D-486327E3B134}"/>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tx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dirty="0"/>
          </a:p>
        </p:txBody>
      </p:sp>
      <p:pic>
        <p:nvPicPr>
          <p:cNvPr id="16" name="Picture 15">
            <a:extLst>
              <a:ext uri="{FF2B5EF4-FFF2-40B4-BE49-F238E27FC236}">
                <a16:creationId xmlns:a16="http://schemas.microsoft.com/office/drawing/2014/main" id="{C9CF9F28-EDEC-BE15-76BF-A0CCA6F7F40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22424" y="3209361"/>
            <a:ext cx="15835164" cy="5934640"/>
          </a:xfrm>
          <a:prstGeom prst="rect">
            <a:avLst/>
          </a:prstGeom>
          <a:effectLst>
            <a:outerShdw blurRad="149901" dist="72421" dir="4140000" sx="101000" sy="101000" algn="tr" rotWithShape="0">
              <a:prstClr val="black">
                <a:alpha val="29861"/>
              </a:prstClr>
            </a:outerShdw>
          </a:effectLst>
        </p:spPr>
      </p:pic>
      <p:sp>
        <p:nvSpPr>
          <p:cNvPr id="18" name="Picture Placeholder 7">
            <a:extLst>
              <a:ext uri="{FF2B5EF4-FFF2-40B4-BE49-F238E27FC236}">
                <a16:creationId xmlns:a16="http://schemas.microsoft.com/office/drawing/2014/main" id="{6F458D00-84D6-E67D-2C8E-D1FB75F1FD49}"/>
              </a:ext>
            </a:extLst>
          </p:cNvPr>
          <p:cNvSpPr>
            <a:spLocks noGrp="1"/>
          </p:cNvSpPr>
          <p:nvPr>
            <p:ph type="pic" sz="quarter" idx="10" hasCustomPrompt="1"/>
          </p:nvPr>
        </p:nvSpPr>
        <p:spPr>
          <a:xfrm>
            <a:off x="2311654" y="3975693"/>
            <a:ext cx="12065236" cy="5168311"/>
          </a:xfrm>
          <a:prstGeom prst="roundRect">
            <a:avLst>
              <a:gd name="adj" fmla="val 0"/>
            </a:avLst>
          </a:prstGeom>
          <a:ln>
            <a:solidFill>
              <a:schemeClr val="bg1">
                <a:lumMod val="75000"/>
              </a:schemeClr>
            </a:solidFill>
            <a:prstDash val="dash"/>
          </a:ln>
        </p:spPr>
        <p:txBody>
          <a:bodyPr tIns="1044000" anchor="ctr"/>
          <a:lstStyle>
            <a:lvl1pPr marL="0" indent="0" algn="ctr">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insert picture</a:t>
            </a:r>
          </a:p>
        </p:txBody>
      </p:sp>
      <p:sp>
        <p:nvSpPr>
          <p:cNvPr id="5" name="Text Placeholder 7">
            <a:extLst>
              <a:ext uri="{FF2B5EF4-FFF2-40B4-BE49-F238E27FC236}">
                <a16:creationId xmlns:a16="http://schemas.microsoft.com/office/drawing/2014/main" id="{B305FD62-6EA2-4876-781F-386134A99F38}"/>
              </a:ext>
            </a:extLst>
          </p:cNvPr>
          <p:cNvSpPr>
            <a:spLocks noGrp="1"/>
          </p:cNvSpPr>
          <p:nvPr>
            <p:ph type="body" sz="quarter" idx="13"/>
          </p:nvPr>
        </p:nvSpPr>
        <p:spPr>
          <a:xfrm>
            <a:off x="6848857" y="704088"/>
            <a:ext cx="8671598" cy="2411847"/>
          </a:xfrm>
          <a:prstGeom prst="rect">
            <a:avLst/>
          </a:prstGeom>
        </p:spPr>
        <p:txBody>
          <a:bodyPr lIns="0" tIns="0" rIns="0" bIns="0"/>
          <a:lstStyle>
            <a:lvl1pPr marL="0" indent="0">
              <a:lnSpc>
                <a:spcPct val="110000"/>
              </a:lnSpc>
              <a:spcBef>
                <a:spcPts val="900"/>
              </a:spcBef>
              <a:buNone/>
              <a:defRPr sz="2000"/>
            </a:lvl1pPr>
            <a:lvl2pPr marL="320040" indent="-320040">
              <a:lnSpc>
                <a:spcPct val="110000"/>
              </a:lnSpc>
              <a:spcBef>
                <a:spcPts val="900"/>
              </a:spcBef>
              <a:spcAft>
                <a:spcPts val="0"/>
              </a:spcAft>
              <a:buFont typeface="Arial" panose="020B0604020202020204" pitchFamily="34" charset="0"/>
              <a:buChar char="•"/>
              <a:tabLst/>
              <a:defRPr sz="2000"/>
            </a:lvl2pPr>
            <a:lvl3pPr marL="566928" indent="-237744">
              <a:lnSpc>
                <a:spcPct val="110000"/>
              </a:lnSpc>
              <a:spcBef>
                <a:spcPts val="300"/>
              </a:spcBef>
              <a:buFont typeface="Arial" panose="020B0604020202020204" pitchFamily="34" charset="0"/>
              <a:buChar char="•"/>
              <a:tabLst/>
              <a:defRPr sz="1400"/>
            </a:lvl3pPr>
          </a:lstStyle>
          <a:p>
            <a:pPr lvl="0"/>
            <a:r>
              <a:rPr lang="en-US"/>
              <a:t>Click to edit Master text styles</a:t>
            </a:r>
          </a:p>
          <a:p>
            <a:pPr lvl="1"/>
            <a:r>
              <a:rPr lang="en-US"/>
              <a:t>Second level</a:t>
            </a:r>
          </a:p>
          <a:p>
            <a:pPr lvl="2"/>
            <a:r>
              <a:rPr lang="en-US"/>
              <a:t>Third level</a:t>
            </a:r>
          </a:p>
        </p:txBody>
      </p:sp>
      <p:sp>
        <p:nvSpPr>
          <p:cNvPr id="3" name="Rectangle 2">
            <a:extLst>
              <a:ext uri="{FF2B5EF4-FFF2-40B4-BE49-F238E27FC236}">
                <a16:creationId xmlns:a16="http://schemas.microsoft.com/office/drawing/2014/main" id="{AD16EA0A-7C2C-957D-826D-CC4B82E6F1A8}"/>
              </a:ext>
            </a:extLst>
          </p:cNvPr>
          <p:cNvSpPr/>
          <p:nvPr userDrawn="1"/>
        </p:nvSpPr>
        <p:spPr>
          <a:xfrm>
            <a:off x="9968430" y="8247533"/>
            <a:ext cx="5287612" cy="8964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pic>
        <p:nvPicPr>
          <p:cNvPr id="4" name="Picture 3">
            <a:extLst>
              <a:ext uri="{FF2B5EF4-FFF2-40B4-BE49-F238E27FC236}">
                <a16:creationId xmlns:a16="http://schemas.microsoft.com/office/drawing/2014/main" id="{F9DCCBEB-627A-3E66-F721-A2AA3686A7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22424" y="3209361"/>
            <a:ext cx="15835164" cy="5934640"/>
          </a:xfrm>
          <a:prstGeom prst="rect">
            <a:avLst/>
          </a:prstGeom>
          <a:effectLst>
            <a:outerShdw blurRad="149901" dist="72421" dir="4140000" sx="101000" sy="101000" algn="tr" rotWithShape="0">
              <a:prstClr val="black">
                <a:alpha val="29861"/>
              </a:prstClr>
            </a:outerShdw>
          </a:effectLst>
        </p:spPr>
      </p:pic>
    </p:spTree>
    <p:extLst>
      <p:ext uri="{BB962C8B-B14F-4D97-AF65-F5344CB8AC3E}">
        <p14:creationId xmlns:p14="http://schemas.microsoft.com/office/powerpoint/2010/main" val="38048622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Device dark - option 1">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C4A673-2595-1843-15B3-BDFF9655762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3592"/>
          <a:stretch/>
        </p:blipFill>
        <p:spPr>
          <a:xfrm>
            <a:off x="7292009" y="708791"/>
            <a:ext cx="8965579" cy="7034041"/>
          </a:xfrm>
          <a:prstGeom prst="rect">
            <a:avLst/>
          </a:prstGeom>
          <a:effectLst>
            <a:outerShdw blurRad="149901" dist="72421" dir="4140000" sx="101000" sy="101000" algn="tr" rotWithShape="0">
              <a:prstClr val="black">
                <a:alpha val="29861"/>
              </a:prstClr>
            </a:outerShdw>
          </a:effectLst>
        </p:spPr>
      </p:pic>
      <p:sp>
        <p:nvSpPr>
          <p:cNvPr id="11" name="Picture Placeholder 10">
            <a:extLst>
              <a:ext uri="{FF2B5EF4-FFF2-40B4-BE49-F238E27FC236}">
                <a16:creationId xmlns:a16="http://schemas.microsoft.com/office/drawing/2014/main" id="{6AC8C82B-3163-AFE2-EC4F-2279AC77AFB4}"/>
              </a:ext>
            </a:extLst>
          </p:cNvPr>
          <p:cNvSpPr>
            <a:spLocks noGrp="1"/>
          </p:cNvSpPr>
          <p:nvPr>
            <p:ph type="pic" sz="quarter" idx="11"/>
          </p:nvPr>
        </p:nvSpPr>
        <p:spPr>
          <a:xfrm>
            <a:off x="8696119" y="1252155"/>
            <a:ext cx="8955784" cy="5614908"/>
          </a:xfrm>
          <a:prstGeom prst="rect">
            <a:avLst/>
          </a:prstGeom>
        </p:spPr>
        <p:txBody>
          <a:bodyPr anchor="ctr"/>
          <a:lstStyle>
            <a:lvl1pPr marL="0" indent="0" algn="ctr">
              <a:buNone/>
              <a:defRPr sz="2133">
                <a:solidFill>
                  <a:schemeClr val="bg1"/>
                </a:solidFill>
              </a:defRPr>
            </a:lvl1pPr>
          </a:lstStyle>
          <a:p>
            <a:r>
              <a:rPr lang="en-US"/>
              <a:t>Click icon to add picture</a:t>
            </a:r>
          </a:p>
        </p:txBody>
      </p:sp>
      <p:sp>
        <p:nvSpPr>
          <p:cNvPr id="5" name="Google Shape;77;p17">
            <a:extLst>
              <a:ext uri="{FF2B5EF4-FFF2-40B4-BE49-F238E27FC236}">
                <a16:creationId xmlns:a16="http://schemas.microsoft.com/office/drawing/2014/main" id="{19488496-3898-018C-60C3-406EE2A361D8}"/>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sp>
        <p:nvSpPr>
          <p:cNvPr id="2" name="Google Shape;287;p43">
            <a:extLst>
              <a:ext uri="{FF2B5EF4-FFF2-40B4-BE49-F238E27FC236}">
                <a16:creationId xmlns:a16="http://schemas.microsoft.com/office/drawing/2014/main" id="{55AF96CF-C720-6512-2FEA-746132BDA440}"/>
              </a:ext>
            </a:extLst>
          </p:cNvPr>
          <p:cNvSpPr txBox="1"/>
          <p:nvPr/>
        </p:nvSpPr>
        <p:spPr>
          <a:xfrm>
            <a:off x="15056535" y="8372603"/>
            <a:ext cx="635225" cy="422128"/>
          </a:xfrm>
          <a:prstGeom prst="rect">
            <a:avLst/>
          </a:prstGeom>
          <a:noFill/>
          <a:ln>
            <a:noFill/>
          </a:ln>
        </p:spPr>
        <p:txBody>
          <a:bodyPr spcFirstLastPara="1" wrap="square" lIns="121896" tIns="121896" rIns="121896" bIns="121896" anchor="ctr" anchorCtr="0">
            <a:normAutofit/>
          </a:bodyPr>
          <a:lstStyle/>
          <a:p>
            <a:pPr marL="0" marR="0" lvl="0" indent="0" algn="l" rtl="0">
              <a:lnSpc>
                <a:spcPct val="100000"/>
              </a:lnSpc>
              <a:spcBef>
                <a:spcPts val="0"/>
              </a:spcBef>
              <a:spcAft>
                <a:spcPts val="0"/>
              </a:spcAft>
              <a:buClr>
                <a:srgbClr val="000000"/>
              </a:buClr>
              <a:buSzPts val="700"/>
              <a:buFont typeface="Arial"/>
              <a:buNone/>
            </a:pPr>
            <a:fld id="{00000000-1234-1234-1234-123412341234}" type="slidenum">
              <a:rPr lang="en" sz="1107"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l" rtl="0">
                <a:lnSpc>
                  <a:spcPct val="100000"/>
                </a:lnSpc>
                <a:spcBef>
                  <a:spcPts val="0"/>
                </a:spcBef>
                <a:spcAft>
                  <a:spcPts val="0"/>
                </a:spcAft>
                <a:buClr>
                  <a:srgbClr val="000000"/>
                </a:buClr>
                <a:buSzPts val="700"/>
                <a:buFont typeface="Arial"/>
                <a:buNone/>
              </a:pPr>
              <a:t>‹#›</a:t>
            </a:fld>
            <a:endParaRPr sz="1107"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pic>
        <p:nvPicPr>
          <p:cNvPr id="3" name="Graphic 2">
            <a:extLst>
              <a:ext uri="{FF2B5EF4-FFF2-40B4-BE49-F238E27FC236}">
                <a16:creationId xmlns:a16="http://schemas.microsoft.com/office/drawing/2014/main" id="{A334DB04-8213-210F-45B5-5EA9329C04A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7" name="TextBox 6">
            <a:extLst>
              <a:ext uri="{FF2B5EF4-FFF2-40B4-BE49-F238E27FC236}">
                <a16:creationId xmlns:a16="http://schemas.microsoft.com/office/drawing/2014/main" id="{8A2634C5-1B80-696C-3788-69B8FD879801}"/>
              </a:ext>
            </a:extLst>
          </p:cNvPr>
          <p:cNvSpPr txBox="1">
            <a:spLocks noChangeArrowheads="1"/>
          </p:cNvSpPr>
          <p:nvPr/>
        </p:nvSpPr>
        <p:spPr bwMode="auto">
          <a:xfrm>
            <a:off x="11371650" y="8478971"/>
            <a:ext cx="3327834" cy="164212"/>
          </a:xfrm>
          <a:prstGeom prst="rect">
            <a:avLst/>
          </a:prstGeom>
          <a:noFill/>
          <a:ln>
            <a:noFill/>
          </a:ln>
          <a:extLst>
            <a:ext uri="{909E8E84-426E-40dd-AFC4-6F175D3DCCD1}"/>
            <a:ext uri="{91240B29-F687-4f45-9708-019B960494DF}"/>
          </a:extLst>
        </p:spPr>
        <p:txBody>
          <a:bodyPr wrap="none" lIns="0" tIns="0" rIns="0" bIns="0" anchor="ct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67" b="0" i="0" spc="0" baseline="0" dirty="0">
                <a:solidFill>
                  <a:schemeClr val="bg1">
                    <a:lumMod val="65000"/>
                  </a:schemeClr>
                </a:solidFill>
                <a:latin typeface="Arial" panose="020B0604020202020204" pitchFamily="34" charset="0"/>
                <a:ea typeface="Arial Regular" charset="0"/>
                <a:cs typeface="Arial Regular" charset="0"/>
              </a:rPr>
              <a:t>Copyright © 2025. Infor. All Rights Reserved. infor.com</a:t>
            </a:r>
          </a:p>
        </p:txBody>
      </p:sp>
      <p:sp>
        <p:nvSpPr>
          <p:cNvPr id="9" name="Text Placeholder 7">
            <a:extLst>
              <a:ext uri="{FF2B5EF4-FFF2-40B4-BE49-F238E27FC236}">
                <a16:creationId xmlns:a16="http://schemas.microsoft.com/office/drawing/2014/main" id="{81ACCCFC-4E91-524F-7048-ED2E326BC3C7}"/>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66928"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6" name="Picture 5">
            <a:extLst>
              <a:ext uri="{FF2B5EF4-FFF2-40B4-BE49-F238E27FC236}">
                <a16:creationId xmlns:a16="http://schemas.microsoft.com/office/drawing/2014/main" id="{F8B8B617-7975-1713-96A9-58382AB04D5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3592"/>
          <a:stretch/>
        </p:blipFill>
        <p:spPr>
          <a:xfrm>
            <a:off x="7292009" y="708791"/>
            <a:ext cx="8965579" cy="7034041"/>
          </a:xfrm>
          <a:prstGeom prst="rect">
            <a:avLst/>
          </a:prstGeom>
          <a:effectLst>
            <a:outerShdw blurRad="149901" dist="72421" dir="4140000" sx="101000" sy="101000" algn="tr" rotWithShape="0">
              <a:prstClr val="black">
                <a:alpha val="29861"/>
              </a:prstClr>
            </a:outerShdw>
          </a:effectLst>
        </p:spPr>
      </p:pic>
      <p:sp>
        <p:nvSpPr>
          <p:cNvPr id="8" name="Google Shape;287;p43">
            <a:extLst>
              <a:ext uri="{FF2B5EF4-FFF2-40B4-BE49-F238E27FC236}">
                <a16:creationId xmlns:a16="http://schemas.microsoft.com/office/drawing/2014/main" id="{AE827F2C-72B7-40B5-20C7-E2F7F63559FB}"/>
              </a:ext>
            </a:extLst>
          </p:cNvPr>
          <p:cNvSpPr txBox="1"/>
          <p:nvPr userDrawn="1"/>
        </p:nvSpPr>
        <p:spPr>
          <a:xfrm>
            <a:off x="15056535" y="8372603"/>
            <a:ext cx="635225" cy="422128"/>
          </a:xfrm>
          <a:prstGeom prst="rect">
            <a:avLst/>
          </a:prstGeom>
          <a:noFill/>
          <a:ln>
            <a:noFill/>
          </a:ln>
        </p:spPr>
        <p:txBody>
          <a:bodyPr spcFirstLastPara="1" wrap="square" lIns="121896" tIns="121896" rIns="121896" bIns="121896" anchor="ctr" anchorCtr="0">
            <a:normAutofit/>
          </a:bodyPr>
          <a:lstStyle/>
          <a:p>
            <a:pPr marL="0" marR="0" lvl="0" indent="0" algn="l" rtl="0">
              <a:lnSpc>
                <a:spcPct val="100000"/>
              </a:lnSpc>
              <a:spcBef>
                <a:spcPts val="0"/>
              </a:spcBef>
              <a:spcAft>
                <a:spcPts val="0"/>
              </a:spcAft>
              <a:buClr>
                <a:srgbClr val="000000"/>
              </a:buClr>
              <a:buSzPts val="700"/>
              <a:buFont typeface="Arial"/>
              <a:buNone/>
            </a:pPr>
            <a:fld id="{00000000-1234-1234-1234-123412341234}" type="slidenum">
              <a:rPr lang="en" sz="1107"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l" rtl="0">
                <a:lnSpc>
                  <a:spcPct val="100000"/>
                </a:lnSpc>
                <a:spcBef>
                  <a:spcPts val="0"/>
                </a:spcBef>
                <a:spcAft>
                  <a:spcPts val="0"/>
                </a:spcAft>
                <a:buClr>
                  <a:srgbClr val="000000"/>
                </a:buClr>
                <a:buSzPts val="700"/>
                <a:buFont typeface="Arial"/>
                <a:buNone/>
              </a:pPr>
              <a:t>‹#›</a:t>
            </a:fld>
            <a:endParaRPr sz="1107"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pic>
        <p:nvPicPr>
          <p:cNvPr id="10" name="Graphic 9">
            <a:extLst>
              <a:ext uri="{FF2B5EF4-FFF2-40B4-BE49-F238E27FC236}">
                <a16:creationId xmlns:a16="http://schemas.microsoft.com/office/drawing/2014/main" id="{9DF61BE6-C608-5F33-4DF0-B34D5036CE2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12" name="TextBox 11">
            <a:extLst>
              <a:ext uri="{FF2B5EF4-FFF2-40B4-BE49-F238E27FC236}">
                <a16:creationId xmlns:a16="http://schemas.microsoft.com/office/drawing/2014/main" id="{2BC884B0-888D-FDEE-DCF7-3D1D8DF89677}"/>
              </a:ext>
            </a:extLst>
          </p:cNvPr>
          <p:cNvSpPr txBox="1">
            <a:spLocks noChangeArrowheads="1"/>
          </p:cNvSpPr>
          <p:nvPr userDrawn="1"/>
        </p:nvSpPr>
        <p:spPr bwMode="auto">
          <a:xfrm>
            <a:off x="11371650" y="8478971"/>
            <a:ext cx="3327834" cy="164212"/>
          </a:xfrm>
          <a:prstGeom prst="rect">
            <a:avLst/>
          </a:prstGeom>
          <a:noFill/>
          <a:ln>
            <a:noFill/>
          </a:ln>
          <a:extLst>
            <a:ext uri="{909E8E84-426E-40dd-AFC4-6F175D3DCCD1}"/>
            <a:ext uri="{91240B29-F687-4f45-9708-019B960494DF}"/>
          </a:extLst>
        </p:spPr>
        <p:txBody>
          <a:bodyPr wrap="none" lIns="0" tIns="0" rIns="0" bIns="0" anchor="ct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67" b="0" i="0" spc="0" baseline="0" dirty="0">
                <a:solidFill>
                  <a:schemeClr val="bg1">
                    <a:lumMod val="65000"/>
                  </a:schemeClr>
                </a:solidFill>
                <a:latin typeface="Arial" panose="020B0604020202020204" pitchFamily="34" charset="0"/>
                <a:ea typeface="Arial Regular" charset="0"/>
                <a:cs typeface="Arial Regular" charset="0"/>
              </a:rPr>
              <a:t>Copyright © 2025. Infor. All Rights Reserved. infor.com</a:t>
            </a:r>
          </a:p>
        </p:txBody>
      </p:sp>
    </p:spTree>
    <p:extLst>
      <p:ext uri="{BB962C8B-B14F-4D97-AF65-F5344CB8AC3E}">
        <p14:creationId xmlns:p14="http://schemas.microsoft.com/office/powerpoint/2010/main" val="179664974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evice dark - option 2">
    <p:bg>
      <p:bgPr>
        <a:solidFill>
          <a:schemeClr val="tx2"/>
        </a:solidFill>
        <a:effectLst/>
      </p:bgPr>
    </p:bg>
    <p:spTree>
      <p:nvGrpSpPr>
        <p:cNvPr id="1" name=""/>
        <p:cNvGrpSpPr/>
        <p:nvPr/>
      </p:nvGrpSpPr>
      <p:grpSpPr>
        <a:xfrm>
          <a:off x="0" y="0"/>
          <a:ext cx="0" cy="0"/>
          <a:chOff x="0" y="0"/>
          <a:chExt cx="0" cy="0"/>
        </a:xfrm>
      </p:grpSpPr>
      <p:sp>
        <p:nvSpPr>
          <p:cNvPr id="5" name="Google Shape;77;p17">
            <a:extLst>
              <a:ext uri="{FF2B5EF4-FFF2-40B4-BE49-F238E27FC236}">
                <a16:creationId xmlns:a16="http://schemas.microsoft.com/office/drawing/2014/main" id="{19488496-3898-018C-60C3-406EE2A361D8}"/>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2" name="Picture 1" descr="A cell phone with a black background&#10;&#10;Description automatically generated">
            <a:extLst>
              <a:ext uri="{FF2B5EF4-FFF2-40B4-BE49-F238E27FC236}">
                <a16:creationId xmlns:a16="http://schemas.microsoft.com/office/drawing/2014/main" id="{BC5B356F-6244-838D-22C1-456406851B95}"/>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7880800" y="-778090"/>
            <a:ext cx="7500282" cy="9922092"/>
          </a:xfrm>
          <a:prstGeom prst="rect">
            <a:avLst/>
          </a:prstGeom>
          <a:effectLst>
            <a:outerShdw blurRad="181859" dist="10966" dir="7150413" sx="102000" sy="102000" algn="tr" rotWithShape="0">
              <a:prstClr val="black">
                <a:alpha val="29872"/>
              </a:prstClr>
            </a:outerShdw>
          </a:effectLst>
        </p:spPr>
      </p:pic>
      <p:sp>
        <p:nvSpPr>
          <p:cNvPr id="3" name="Picture Placeholder 10">
            <a:extLst>
              <a:ext uri="{FF2B5EF4-FFF2-40B4-BE49-F238E27FC236}">
                <a16:creationId xmlns:a16="http://schemas.microsoft.com/office/drawing/2014/main" id="{FE4FF63D-8385-D1CC-4B0A-3C769020AFB9}"/>
              </a:ext>
            </a:extLst>
          </p:cNvPr>
          <p:cNvSpPr>
            <a:spLocks noGrp="1"/>
          </p:cNvSpPr>
          <p:nvPr>
            <p:ph type="pic" sz="quarter" idx="11"/>
          </p:nvPr>
        </p:nvSpPr>
        <p:spPr>
          <a:xfrm>
            <a:off x="9240850" y="1163442"/>
            <a:ext cx="5025922" cy="7980561"/>
          </a:xfrm>
          <a:prstGeom prst="round2SameRect">
            <a:avLst>
              <a:gd name="adj1" fmla="val 14603"/>
              <a:gd name="adj2" fmla="val 0"/>
            </a:avLst>
          </a:prstGeom>
        </p:spPr>
        <p:txBody>
          <a:bodyPr anchor="ctr"/>
          <a:lstStyle>
            <a:lvl1pPr marL="0" indent="0" algn="ctr">
              <a:buNone/>
              <a:defRPr sz="2133">
                <a:solidFill>
                  <a:schemeClr val="bg1"/>
                </a:solidFill>
              </a:defRPr>
            </a:lvl1pPr>
          </a:lstStyle>
          <a:p>
            <a:r>
              <a:rPr lang="en-US"/>
              <a:t>Click icon to add picture</a:t>
            </a:r>
          </a:p>
        </p:txBody>
      </p:sp>
      <p:sp>
        <p:nvSpPr>
          <p:cNvPr id="7" name="Google Shape;287;p43">
            <a:extLst>
              <a:ext uri="{FF2B5EF4-FFF2-40B4-BE49-F238E27FC236}">
                <a16:creationId xmlns:a16="http://schemas.microsoft.com/office/drawing/2014/main" id="{F52C65A9-6B2D-0A8C-9A44-A0C0C75A4220}"/>
              </a:ext>
            </a:extLst>
          </p:cNvPr>
          <p:cNvSpPr txBox="1"/>
          <p:nvPr/>
        </p:nvSpPr>
        <p:spPr>
          <a:xfrm>
            <a:off x="15056535" y="8372603"/>
            <a:ext cx="635225" cy="422128"/>
          </a:xfrm>
          <a:prstGeom prst="rect">
            <a:avLst/>
          </a:prstGeom>
          <a:noFill/>
          <a:ln>
            <a:noFill/>
          </a:ln>
        </p:spPr>
        <p:txBody>
          <a:bodyPr spcFirstLastPara="1" wrap="square" lIns="121896" tIns="121896" rIns="121896" bIns="121896" anchor="ctr" anchorCtr="0">
            <a:normAutofit/>
          </a:bodyPr>
          <a:lstStyle/>
          <a:p>
            <a:pPr marL="0" marR="0" lvl="0" indent="0" algn="l" rtl="0">
              <a:lnSpc>
                <a:spcPct val="100000"/>
              </a:lnSpc>
              <a:spcBef>
                <a:spcPts val="0"/>
              </a:spcBef>
              <a:spcAft>
                <a:spcPts val="0"/>
              </a:spcAft>
              <a:buClr>
                <a:srgbClr val="000000"/>
              </a:buClr>
              <a:buSzPts val="700"/>
              <a:buFont typeface="Arial"/>
              <a:buNone/>
            </a:pPr>
            <a:fld id="{00000000-1234-1234-1234-123412341234}" type="slidenum">
              <a:rPr lang="en" sz="1107"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l" rtl="0">
                <a:lnSpc>
                  <a:spcPct val="100000"/>
                </a:lnSpc>
                <a:spcBef>
                  <a:spcPts val="0"/>
                </a:spcBef>
                <a:spcAft>
                  <a:spcPts val="0"/>
                </a:spcAft>
                <a:buClr>
                  <a:srgbClr val="000000"/>
                </a:buClr>
                <a:buSzPts val="700"/>
                <a:buFont typeface="Arial"/>
                <a:buNone/>
              </a:pPr>
              <a:t>‹#›</a:t>
            </a:fld>
            <a:endParaRPr sz="1107"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pic>
        <p:nvPicPr>
          <p:cNvPr id="8" name="Graphic 7">
            <a:extLst>
              <a:ext uri="{FF2B5EF4-FFF2-40B4-BE49-F238E27FC236}">
                <a16:creationId xmlns:a16="http://schemas.microsoft.com/office/drawing/2014/main" id="{25FC642E-F95E-50EA-2A89-36C10150DFB3}"/>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9" name="Text Placeholder 7">
            <a:extLst>
              <a:ext uri="{FF2B5EF4-FFF2-40B4-BE49-F238E27FC236}">
                <a16:creationId xmlns:a16="http://schemas.microsoft.com/office/drawing/2014/main" id="{B925A4D6-0B14-C95C-3E91-E4F94B1AC750}"/>
              </a:ext>
            </a:extLst>
          </p:cNvPr>
          <p:cNvSpPr>
            <a:spLocks noGrp="1"/>
          </p:cNvSpPr>
          <p:nvPr>
            <p:ph type="body" sz="quarter" idx="13"/>
          </p:nvPr>
        </p:nvSpPr>
        <p:spPr>
          <a:xfrm>
            <a:off x="777240" y="3232676"/>
            <a:ext cx="5755557" cy="2411847"/>
          </a:xfrm>
          <a:prstGeom prst="rect">
            <a:avLst/>
          </a:prstGeom>
        </p:spPr>
        <p:txBody>
          <a:bodyPr lIns="0" tIns="0" rIns="0" bIns="0"/>
          <a:lstStyle>
            <a:lvl1pPr marL="0" indent="0">
              <a:lnSpc>
                <a:spcPct val="110000"/>
              </a:lnSpc>
              <a:spcBef>
                <a:spcPts val="900"/>
              </a:spcBef>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66928"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4" name="Picture 3" descr="A cell phone with a black background&#10;&#10;Description automatically generated">
            <a:extLst>
              <a:ext uri="{FF2B5EF4-FFF2-40B4-BE49-F238E27FC236}">
                <a16:creationId xmlns:a16="http://schemas.microsoft.com/office/drawing/2014/main" id="{0C3B01EB-5A4D-6143-D9E5-39F25925DF5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880800" y="-778090"/>
            <a:ext cx="7500282" cy="9922092"/>
          </a:xfrm>
          <a:prstGeom prst="rect">
            <a:avLst/>
          </a:prstGeom>
          <a:effectLst>
            <a:outerShdw blurRad="181859" dist="10966" dir="7150413" sx="102000" sy="102000" algn="tr" rotWithShape="0">
              <a:prstClr val="black">
                <a:alpha val="29872"/>
              </a:prstClr>
            </a:outerShdw>
          </a:effectLst>
        </p:spPr>
      </p:pic>
      <p:sp>
        <p:nvSpPr>
          <p:cNvPr id="6" name="Google Shape;287;p43">
            <a:extLst>
              <a:ext uri="{FF2B5EF4-FFF2-40B4-BE49-F238E27FC236}">
                <a16:creationId xmlns:a16="http://schemas.microsoft.com/office/drawing/2014/main" id="{934FBF0A-9C7D-68BD-43AF-65662639363C}"/>
              </a:ext>
            </a:extLst>
          </p:cNvPr>
          <p:cNvSpPr txBox="1"/>
          <p:nvPr userDrawn="1"/>
        </p:nvSpPr>
        <p:spPr>
          <a:xfrm>
            <a:off x="15056535" y="8372603"/>
            <a:ext cx="635225" cy="422128"/>
          </a:xfrm>
          <a:prstGeom prst="rect">
            <a:avLst/>
          </a:prstGeom>
          <a:noFill/>
          <a:ln>
            <a:noFill/>
          </a:ln>
        </p:spPr>
        <p:txBody>
          <a:bodyPr spcFirstLastPara="1" wrap="square" lIns="121896" tIns="121896" rIns="121896" bIns="121896" anchor="ctr" anchorCtr="0">
            <a:normAutofit/>
          </a:bodyPr>
          <a:lstStyle/>
          <a:p>
            <a:pPr marL="0" marR="0" lvl="0" indent="0" algn="l" rtl="0">
              <a:lnSpc>
                <a:spcPct val="100000"/>
              </a:lnSpc>
              <a:spcBef>
                <a:spcPts val="0"/>
              </a:spcBef>
              <a:spcAft>
                <a:spcPts val="0"/>
              </a:spcAft>
              <a:buClr>
                <a:srgbClr val="000000"/>
              </a:buClr>
              <a:buSzPts val="700"/>
              <a:buFont typeface="Arial"/>
              <a:buNone/>
            </a:pPr>
            <a:fld id="{00000000-1234-1234-1234-123412341234}" type="slidenum">
              <a:rPr lang="en" sz="1107"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l" rtl="0">
                <a:lnSpc>
                  <a:spcPct val="100000"/>
                </a:lnSpc>
                <a:spcBef>
                  <a:spcPts val="0"/>
                </a:spcBef>
                <a:spcAft>
                  <a:spcPts val="0"/>
                </a:spcAft>
                <a:buClr>
                  <a:srgbClr val="000000"/>
                </a:buClr>
                <a:buSzPts val="700"/>
                <a:buFont typeface="Arial"/>
                <a:buNone/>
              </a:pPr>
              <a:t>‹#›</a:t>
            </a:fld>
            <a:endParaRPr sz="1107"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pic>
        <p:nvPicPr>
          <p:cNvPr id="10" name="Graphic 9">
            <a:extLst>
              <a:ext uri="{FF2B5EF4-FFF2-40B4-BE49-F238E27FC236}">
                <a16:creationId xmlns:a16="http://schemas.microsoft.com/office/drawing/2014/main" id="{40D60D06-E4D4-5188-FEA0-70B8C773BE45}"/>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Tree>
    <p:extLst>
      <p:ext uri="{BB962C8B-B14F-4D97-AF65-F5344CB8AC3E}">
        <p14:creationId xmlns:p14="http://schemas.microsoft.com/office/powerpoint/2010/main" val="103743058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Device dark - option 3">
    <p:bg>
      <p:bgPr>
        <a:solidFill>
          <a:schemeClr val="tx2"/>
        </a:solidFill>
        <a:effectLst/>
      </p:bgPr>
    </p:bg>
    <p:spTree>
      <p:nvGrpSpPr>
        <p:cNvPr id="1" name=""/>
        <p:cNvGrpSpPr/>
        <p:nvPr/>
      </p:nvGrpSpPr>
      <p:grpSpPr>
        <a:xfrm>
          <a:off x="0" y="0"/>
          <a:ext cx="0" cy="0"/>
          <a:chOff x="0" y="0"/>
          <a:chExt cx="0" cy="0"/>
        </a:xfrm>
      </p:grpSpPr>
      <p:sp>
        <p:nvSpPr>
          <p:cNvPr id="14" name="Google Shape;77;p17">
            <a:extLst>
              <a:ext uri="{FF2B5EF4-FFF2-40B4-BE49-F238E27FC236}">
                <a16:creationId xmlns:a16="http://schemas.microsoft.com/office/drawing/2014/main" id="{AD4006BF-CCAD-B7BC-2170-40F46276AECB}"/>
              </a:ext>
            </a:extLst>
          </p:cNvPr>
          <p:cNvSpPr txBox="1">
            <a:spLocks noGrp="1"/>
          </p:cNvSpPr>
          <p:nvPr>
            <p:ph type="title"/>
          </p:nvPr>
        </p:nvSpPr>
        <p:spPr>
          <a:xfrm>
            <a:off x="8911883" y="2354510"/>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3" name="Picture 2" descr="A cell phone with a black background&#10;&#10;Description automatically generated">
            <a:extLst>
              <a:ext uri="{FF2B5EF4-FFF2-40B4-BE49-F238E27FC236}">
                <a16:creationId xmlns:a16="http://schemas.microsoft.com/office/drawing/2014/main" id="{72BF95D8-C254-39AC-9F73-7AB539BF6E00}"/>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850177" y="-778090"/>
            <a:ext cx="7500282" cy="9922092"/>
          </a:xfrm>
          <a:prstGeom prst="rect">
            <a:avLst/>
          </a:prstGeom>
          <a:effectLst>
            <a:outerShdw blurRad="260273" dist="38100" dir="8100000" sx="102000" sy="102000" algn="tr" rotWithShape="0">
              <a:prstClr val="black">
                <a:alpha val="28000"/>
              </a:prstClr>
            </a:outerShdw>
          </a:effectLst>
        </p:spPr>
      </p:pic>
      <p:sp>
        <p:nvSpPr>
          <p:cNvPr id="5" name="Picture Placeholder 10">
            <a:extLst>
              <a:ext uri="{FF2B5EF4-FFF2-40B4-BE49-F238E27FC236}">
                <a16:creationId xmlns:a16="http://schemas.microsoft.com/office/drawing/2014/main" id="{628A1924-08B8-F296-8720-B6E47B25A16F}"/>
              </a:ext>
            </a:extLst>
          </p:cNvPr>
          <p:cNvSpPr>
            <a:spLocks noGrp="1"/>
          </p:cNvSpPr>
          <p:nvPr>
            <p:ph type="pic" sz="quarter" idx="12"/>
          </p:nvPr>
        </p:nvSpPr>
        <p:spPr>
          <a:xfrm>
            <a:off x="2210228" y="1163442"/>
            <a:ext cx="5025922" cy="7980561"/>
          </a:xfrm>
          <a:prstGeom prst="round2SameRect">
            <a:avLst>
              <a:gd name="adj1" fmla="val 14603"/>
              <a:gd name="adj2" fmla="val 0"/>
            </a:avLst>
          </a:prstGeom>
        </p:spPr>
        <p:txBody>
          <a:bodyPr anchor="ctr"/>
          <a:lstStyle>
            <a:lvl1pPr>
              <a:defRPr lang="en-US" sz="2133" dirty="0">
                <a:solidFill>
                  <a:schemeClr val="bg1"/>
                </a:solidFill>
              </a:defRPr>
            </a:lvl1pPr>
          </a:lstStyle>
          <a:p>
            <a:pPr marL="0" lvl="0" indent="0" algn="ctr">
              <a:buNone/>
            </a:pPr>
            <a:r>
              <a:rPr lang="en-US"/>
              <a:t>Click icon to add picture</a:t>
            </a:r>
          </a:p>
        </p:txBody>
      </p:sp>
      <p:sp>
        <p:nvSpPr>
          <p:cNvPr id="2" name="Google Shape;287;p43">
            <a:extLst>
              <a:ext uri="{FF2B5EF4-FFF2-40B4-BE49-F238E27FC236}">
                <a16:creationId xmlns:a16="http://schemas.microsoft.com/office/drawing/2014/main" id="{963B1991-BBBF-4ACF-352C-2FDBEE0AF1AB}"/>
              </a:ext>
            </a:extLst>
          </p:cNvPr>
          <p:cNvSpPr txBox="1"/>
          <p:nvPr/>
        </p:nvSpPr>
        <p:spPr>
          <a:xfrm>
            <a:off x="15056535" y="8372603"/>
            <a:ext cx="635225" cy="422128"/>
          </a:xfrm>
          <a:prstGeom prst="rect">
            <a:avLst/>
          </a:prstGeom>
          <a:noFill/>
          <a:ln>
            <a:noFill/>
          </a:ln>
        </p:spPr>
        <p:txBody>
          <a:bodyPr spcFirstLastPara="1" wrap="square" lIns="121896" tIns="121896" rIns="121896" bIns="121896" anchor="ctr" anchorCtr="0">
            <a:normAutofit/>
          </a:bodyPr>
          <a:lstStyle/>
          <a:p>
            <a:pPr marL="0" marR="0" lvl="0" indent="0" algn="l" rtl="0">
              <a:lnSpc>
                <a:spcPct val="100000"/>
              </a:lnSpc>
              <a:spcBef>
                <a:spcPts val="0"/>
              </a:spcBef>
              <a:spcAft>
                <a:spcPts val="0"/>
              </a:spcAft>
              <a:buClr>
                <a:srgbClr val="000000"/>
              </a:buClr>
              <a:buSzPts val="700"/>
              <a:buFont typeface="Arial"/>
              <a:buNone/>
            </a:pPr>
            <a:fld id="{00000000-1234-1234-1234-123412341234}" type="slidenum">
              <a:rPr lang="en" sz="1107"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l" rtl="0">
                <a:lnSpc>
                  <a:spcPct val="100000"/>
                </a:lnSpc>
                <a:spcBef>
                  <a:spcPts val="0"/>
                </a:spcBef>
                <a:spcAft>
                  <a:spcPts val="0"/>
                </a:spcAft>
                <a:buClr>
                  <a:srgbClr val="000000"/>
                </a:buClr>
                <a:buSzPts val="700"/>
                <a:buFont typeface="Arial"/>
                <a:buNone/>
              </a:pPr>
              <a:t>‹#›</a:t>
            </a:fld>
            <a:endParaRPr sz="1107"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pic>
        <p:nvPicPr>
          <p:cNvPr id="4" name="Graphic 3">
            <a:extLst>
              <a:ext uri="{FF2B5EF4-FFF2-40B4-BE49-F238E27FC236}">
                <a16:creationId xmlns:a16="http://schemas.microsoft.com/office/drawing/2014/main" id="{80A41A85-1419-72C1-AA72-8523B0DE5E17}"/>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6" name="TextBox 5">
            <a:extLst>
              <a:ext uri="{FF2B5EF4-FFF2-40B4-BE49-F238E27FC236}">
                <a16:creationId xmlns:a16="http://schemas.microsoft.com/office/drawing/2014/main" id="{C8AAF1FC-A88D-8B58-D43E-81A74BA7EB35}"/>
              </a:ext>
            </a:extLst>
          </p:cNvPr>
          <p:cNvSpPr txBox="1">
            <a:spLocks noChangeArrowheads="1"/>
          </p:cNvSpPr>
          <p:nvPr/>
        </p:nvSpPr>
        <p:spPr bwMode="auto">
          <a:xfrm>
            <a:off x="11371650" y="8478971"/>
            <a:ext cx="3327834" cy="164212"/>
          </a:xfrm>
          <a:prstGeom prst="rect">
            <a:avLst/>
          </a:prstGeom>
          <a:noFill/>
          <a:ln>
            <a:noFill/>
          </a:ln>
          <a:extLst>
            <a:ext uri="{909E8E84-426E-40dd-AFC4-6F175D3DCCD1}"/>
            <a:ext uri="{91240B29-F687-4f45-9708-019B960494DF}"/>
          </a:extLst>
        </p:spPr>
        <p:txBody>
          <a:bodyPr wrap="none" lIns="0" tIns="0" rIns="0" bIns="0" anchor="ct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67" b="0" i="0" spc="0" baseline="0" dirty="0">
                <a:solidFill>
                  <a:schemeClr val="bg1">
                    <a:lumMod val="65000"/>
                  </a:schemeClr>
                </a:solidFill>
                <a:latin typeface="Arial" panose="020B0604020202020204" pitchFamily="34" charset="0"/>
                <a:ea typeface="Arial Regular" charset="0"/>
                <a:cs typeface="Arial Regular" charset="0"/>
              </a:rPr>
              <a:t>Copyright © 2025. Infor. All Rights Reserved. infor.com</a:t>
            </a:r>
          </a:p>
        </p:txBody>
      </p:sp>
      <p:sp>
        <p:nvSpPr>
          <p:cNvPr id="8" name="Text Placeholder 7">
            <a:extLst>
              <a:ext uri="{FF2B5EF4-FFF2-40B4-BE49-F238E27FC236}">
                <a16:creationId xmlns:a16="http://schemas.microsoft.com/office/drawing/2014/main" id="{ED143FE6-F5FE-FA18-C6D7-BBB6B0711D06}"/>
              </a:ext>
            </a:extLst>
          </p:cNvPr>
          <p:cNvSpPr>
            <a:spLocks noGrp="1"/>
          </p:cNvSpPr>
          <p:nvPr>
            <p:ph type="body" sz="quarter" idx="13"/>
          </p:nvPr>
        </p:nvSpPr>
        <p:spPr>
          <a:xfrm>
            <a:off x="8911882" y="4963483"/>
            <a:ext cx="5755557" cy="2411847"/>
          </a:xfrm>
          <a:prstGeom prst="rect">
            <a:avLst/>
          </a:prstGeom>
        </p:spPr>
        <p:txBody>
          <a:bodyPr lIns="0" tIns="0" rIns="0" bIns="0"/>
          <a:lstStyle>
            <a:lvl1pPr marL="0" indent="0">
              <a:lnSpc>
                <a:spcPct val="110000"/>
              </a:lnSpc>
              <a:spcBef>
                <a:spcPts val="900"/>
              </a:spcBef>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66928"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7" name="Picture 6" descr="A cell phone with a black background&#10;&#10;Description automatically generated">
            <a:extLst>
              <a:ext uri="{FF2B5EF4-FFF2-40B4-BE49-F238E27FC236}">
                <a16:creationId xmlns:a16="http://schemas.microsoft.com/office/drawing/2014/main" id="{75043A64-09AD-0256-7797-D1A755626BD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850177" y="-778090"/>
            <a:ext cx="7500282" cy="9922092"/>
          </a:xfrm>
          <a:prstGeom prst="rect">
            <a:avLst/>
          </a:prstGeom>
          <a:effectLst>
            <a:outerShdw blurRad="260273" dist="38100" dir="8100000" sx="102000" sy="102000" algn="tr" rotWithShape="0">
              <a:prstClr val="black">
                <a:alpha val="28000"/>
              </a:prstClr>
            </a:outerShdw>
          </a:effectLst>
        </p:spPr>
      </p:pic>
      <p:sp>
        <p:nvSpPr>
          <p:cNvPr id="9" name="Google Shape;287;p43">
            <a:extLst>
              <a:ext uri="{FF2B5EF4-FFF2-40B4-BE49-F238E27FC236}">
                <a16:creationId xmlns:a16="http://schemas.microsoft.com/office/drawing/2014/main" id="{228DF876-5AB4-E351-13E7-73912DB69D95}"/>
              </a:ext>
            </a:extLst>
          </p:cNvPr>
          <p:cNvSpPr txBox="1"/>
          <p:nvPr userDrawn="1"/>
        </p:nvSpPr>
        <p:spPr>
          <a:xfrm>
            <a:off x="15056535" y="8372603"/>
            <a:ext cx="635225" cy="422128"/>
          </a:xfrm>
          <a:prstGeom prst="rect">
            <a:avLst/>
          </a:prstGeom>
          <a:noFill/>
          <a:ln>
            <a:noFill/>
          </a:ln>
        </p:spPr>
        <p:txBody>
          <a:bodyPr spcFirstLastPara="1" wrap="square" lIns="121896" tIns="121896" rIns="121896" bIns="121896" anchor="ctr" anchorCtr="0">
            <a:normAutofit/>
          </a:bodyPr>
          <a:lstStyle/>
          <a:p>
            <a:pPr marL="0" marR="0" lvl="0" indent="0" algn="l" rtl="0">
              <a:lnSpc>
                <a:spcPct val="100000"/>
              </a:lnSpc>
              <a:spcBef>
                <a:spcPts val="0"/>
              </a:spcBef>
              <a:spcAft>
                <a:spcPts val="0"/>
              </a:spcAft>
              <a:buClr>
                <a:srgbClr val="000000"/>
              </a:buClr>
              <a:buSzPts val="700"/>
              <a:buFont typeface="Arial"/>
              <a:buNone/>
            </a:pPr>
            <a:fld id="{00000000-1234-1234-1234-123412341234}" type="slidenum">
              <a:rPr lang="en" sz="1107"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l" rtl="0">
                <a:lnSpc>
                  <a:spcPct val="100000"/>
                </a:lnSpc>
                <a:spcBef>
                  <a:spcPts val="0"/>
                </a:spcBef>
                <a:spcAft>
                  <a:spcPts val="0"/>
                </a:spcAft>
                <a:buClr>
                  <a:srgbClr val="000000"/>
                </a:buClr>
                <a:buSzPts val="700"/>
                <a:buFont typeface="Arial"/>
                <a:buNone/>
              </a:pPr>
              <a:t>‹#›</a:t>
            </a:fld>
            <a:endParaRPr sz="1107"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pic>
        <p:nvPicPr>
          <p:cNvPr id="10" name="Graphic 9">
            <a:extLst>
              <a:ext uri="{FF2B5EF4-FFF2-40B4-BE49-F238E27FC236}">
                <a16:creationId xmlns:a16="http://schemas.microsoft.com/office/drawing/2014/main" id="{ABBEEF3D-359F-8BA8-90ED-2A8B3479DC0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11" name="TextBox 10">
            <a:extLst>
              <a:ext uri="{FF2B5EF4-FFF2-40B4-BE49-F238E27FC236}">
                <a16:creationId xmlns:a16="http://schemas.microsoft.com/office/drawing/2014/main" id="{28EF7250-FD83-B4FE-3DD1-F862420BAC42}"/>
              </a:ext>
            </a:extLst>
          </p:cNvPr>
          <p:cNvSpPr txBox="1">
            <a:spLocks noChangeArrowheads="1"/>
          </p:cNvSpPr>
          <p:nvPr userDrawn="1"/>
        </p:nvSpPr>
        <p:spPr bwMode="auto">
          <a:xfrm>
            <a:off x="11371650" y="8478971"/>
            <a:ext cx="3327834" cy="164212"/>
          </a:xfrm>
          <a:prstGeom prst="rect">
            <a:avLst/>
          </a:prstGeom>
          <a:noFill/>
          <a:ln>
            <a:noFill/>
          </a:ln>
          <a:extLst>
            <a:ext uri="{909E8E84-426E-40dd-AFC4-6F175D3DCCD1}"/>
            <a:ext uri="{91240B29-F687-4f45-9708-019B960494DF}"/>
          </a:extLst>
        </p:spPr>
        <p:txBody>
          <a:bodyPr wrap="none" lIns="0" tIns="0" rIns="0" bIns="0" anchor="ct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67" b="0" i="0" spc="0" baseline="0" dirty="0">
                <a:solidFill>
                  <a:schemeClr val="bg1">
                    <a:lumMod val="65000"/>
                  </a:schemeClr>
                </a:solidFill>
                <a:latin typeface="Arial" panose="020B0604020202020204" pitchFamily="34" charset="0"/>
                <a:ea typeface="Arial Regular" charset="0"/>
                <a:cs typeface="Arial Regular" charset="0"/>
              </a:rPr>
              <a:t>Copyright © 2025. Infor. All Rights Reserved. infor.com</a:t>
            </a:r>
          </a:p>
        </p:txBody>
      </p:sp>
    </p:spTree>
    <p:extLst>
      <p:ext uri="{BB962C8B-B14F-4D97-AF65-F5344CB8AC3E}">
        <p14:creationId xmlns:p14="http://schemas.microsoft.com/office/powerpoint/2010/main" val="32054010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Device dark - option 4">
    <p:bg>
      <p:bgPr>
        <a:solidFill>
          <a:schemeClr val="tx2"/>
        </a:solidFill>
        <a:effectLst/>
      </p:bgPr>
    </p:bg>
    <p:spTree>
      <p:nvGrpSpPr>
        <p:cNvPr id="1" name=""/>
        <p:cNvGrpSpPr/>
        <p:nvPr/>
      </p:nvGrpSpPr>
      <p:grpSpPr>
        <a:xfrm>
          <a:off x="0" y="0"/>
          <a:ext cx="0" cy="0"/>
          <a:chOff x="0" y="0"/>
          <a:chExt cx="0" cy="0"/>
        </a:xfrm>
      </p:grpSpPr>
      <p:sp>
        <p:nvSpPr>
          <p:cNvPr id="3" name="Google Shape;77;p17">
            <a:extLst>
              <a:ext uri="{FF2B5EF4-FFF2-40B4-BE49-F238E27FC236}">
                <a16:creationId xmlns:a16="http://schemas.microsoft.com/office/drawing/2014/main" id="{1C0EB9E8-26F7-91A8-85F6-6DD62832F880}"/>
              </a:ext>
            </a:extLst>
          </p:cNvPr>
          <p:cNvSpPr txBox="1">
            <a:spLocks noGrp="1"/>
          </p:cNvSpPr>
          <p:nvPr>
            <p:ph type="title"/>
          </p:nvPr>
        </p:nvSpPr>
        <p:spPr>
          <a:xfrm>
            <a:off x="777240" y="623699"/>
            <a:ext cx="5755557" cy="24118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800"/>
              <a:buNone/>
              <a:defRPr sz="4400" b="1" i="0" kern="1200" dirty="0">
                <a:solidFill>
                  <a:schemeClr val="bg1"/>
                </a:solidFill>
                <a:latin typeface="Arial" panose="020B0604020202020204" pitchFamily="34" charset="0"/>
                <a:ea typeface="+mj-ea"/>
                <a:cs typeface="Arial" panose="020B0604020202020204" pitchFamily="34" charset="0"/>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r>
              <a:rPr lang="en-US"/>
              <a:t>Click to edit Master title style</a:t>
            </a:r>
            <a:endParaRPr/>
          </a:p>
        </p:txBody>
      </p:sp>
      <p:pic>
        <p:nvPicPr>
          <p:cNvPr id="6" name="Picture 5">
            <a:extLst>
              <a:ext uri="{FF2B5EF4-FFF2-40B4-BE49-F238E27FC236}">
                <a16:creationId xmlns:a16="http://schemas.microsoft.com/office/drawing/2014/main" id="{2FFB1CD2-F207-7289-10DC-CFFA81EBFEA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22424" y="3209361"/>
            <a:ext cx="15835164" cy="5934640"/>
          </a:xfrm>
          <a:prstGeom prst="rect">
            <a:avLst/>
          </a:prstGeom>
          <a:effectLst>
            <a:outerShdw blurRad="149901" dist="72421" dir="4140000" sx="101000" sy="101000" algn="tr" rotWithShape="0">
              <a:prstClr val="black">
                <a:alpha val="29861"/>
              </a:prstClr>
            </a:outerShdw>
          </a:effectLst>
        </p:spPr>
      </p:pic>
      <p:sp>
        <p:nvSpPr>
          <p:cNvPr id="7" name="Picture Placeholder 10">
            <a:extLst>
              <a:ext uri="{FF2B5EF4-FFF2-40B4-BE49-F238E27FC236}">
                <a16:creationId xmlns:a16="http://schemas.microsoft.com/office/drawing/2014/main" id="{1F230722-34A2-BF53-1D14-71CEEC0D2382}"/>
              </a:ext>
            </a:extLst>
          </p:cNvPr>
          <p:cNvSpPr>
            <a:spLocks noGrp="1"/>
          </p:cNvSpPr>
          <p:nvPr>
            <p:ph type="pic" sz="quarter" idx="11"/>
          </p:nvPr>
        </p:nvSpPr>
        <p:spPr>
          <a:xfrm>
            <a:off x="2321750" y="3929151"/>
            <a:ext cx="12032138" cy="5214852"/>
          </a:xfrm>
          <a:prstGeom prst="rect">
            <a:avLst/>
          </a:prstGeom>
        </p:spPr>
        <p:txBody>
          <a:bodyPr anchor="ctr"/>
          <a:lstStyle>
            <a:lvl1pPr marL="0" indent="0" algn="ctr">
              <a:buNone/>
              <a:defRPr sz="2133">
                <a:solidFill>
                  <a:schemeClr val="bg1"/>
                </a:solidFill>
              </a:defRPr>
            </a:lvl1pPr>
          </a:lstStyle>
          <a:p>
            <a:r>
              <a:rPr lang="en-US"/>
              <a:t>Click icon to add picture</a:t>
            </a:r>
          </a:p>
        </p:txBody>
      </p:sp>
      <p:sp>
        <p:nvSpPr>
          <p:cNvPr id="4" name="Google Shape;287;p43">
            <a:extLst>
              <a:ext uri="{FF2B5EF4-FFF2-40B4-BE49-F238E27FC236}">
                <a16:creationId xmlns:a16="http://schemas.microsoft.com/office/drawing/2014/main" id="{5FA7FCDA-EB98-EEF7-0A6B-80440F0DA7EB}"/>
              </a:ext>
            </a:extLst>
          </p:cNvPr>
          <p:cNvSpPr txBox="1"/>
          <p:nvPr/>
        </p:nvSpPr>
        <p:spPr>
          <a:xfrm>
            <a:off x="15056535" y="8372603"/>
            <a:ext cx="635225" cy="422128"/>
          </a:xfrm>
          <a:prstGeom prst="rect">
            <a:avLst/>
          </a:prstGeom>
          <a:noFill/>
          <a:ln>
            <a:noFill/>
          </a:ln>
        </p:spPr>
        <p:txBody>
          <a:bodyPr spcFirstLastPara="1" wrap="square" lIns="121896" tIns="121896" rIns="121896" bIns="121896" anchor="ctr" anchorCtr="0">
            <a:normAutofit/>
          </a:bodyPr>
          <a:lstStyle/>
          <a:p>
            <a:pPr marL="0" marR="0" lvl="0" indent="0" algn="l" rtl="0">
              <a:lnSpc>
                <a:spcPct val="100000"/>
              </a:lnSpc>
              <a:spcBef>
                <a:spcPts val="0"/>
              </a:spcBef>
              <a:spcAft>
                <a:spcPts val="0"/>
              </a:spcAft>
              <a:buClr>
                <a:srgbClr val="000000"/>
              </a:buClr>
              <a:buSzPts val="700"/>
              <a:buFont typeface="Arial"/>
              <a:buNone/>
            </a:pPr>
            <a:fld id="{00000000-1234-1234-1234-123412341234}" type="slidenum">
              <a:rPr lang="en" sz="1107"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l" rtl="0">
                <a:lnSpc>
                  <a:spcPct val="100000"/>
                </a:lnSpc>
                <a:spcBef>
                  <a:spcPts val="0"/>
                </a:spcBef>
                <a:spcAft>
                  <a:spcPts val="0"/>
                </a:spcAft>
                <a:buClr>
                  <a:srgbClr val="000000"/>
                </a:buClr>
                <a:buSzPts val="700"/>
                <a:buFont typeface="Arial"/>
                <a:buNone/>
              </a:pPr>
              <a:t>‹#›</a:t>
            </a:fld>
            <a:endParaRPr sz="1107"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pic>
        <p:nvPicPr>
          <p:cNvPr id="8" name="Graphic 7">
            <a:extLst>
              <a:ext uri="{FF2B5EF4-FFF2-40B4-BE49-F238E27FC236}">
                <a16:creationId xmlns:a16="http://schemas.microsoft.com/office/drawing/2014/main" id="{632611F5-C30B-6963-BE9B-B295D8E4AF2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9" name="Text Placeholder 7">
            <a:extLst>
              <a:ext uri="{FF2B5EF4-FFF2-40B4-BE49-F238E27FC236}">
                <a16:creationId xmlns:a16="http://schemas.microsoft.com/office/drawing/2014/main" id="{131C8661-083E-2388-895C-999678D162F1}"/>
              </a:ext>
            </a:extLst>
          </p:cNvPr>
          <p:cNvSpPr>
            <a:spLocks noGrp="1"/>
          </p:cNvSpPr>
          <p:nvPr>
            <p:ph type="body" sz="quarter" idx="13"/>
          </p:nvPr>
        </p:nvSpPr>
        <p:spPr>
          <a:xfrm>
            <a:off x="6848857" y="704088"/>
            <a:ext cx="8671598" cy="2411847"/>
          </a:xfrm>
          <a:prstGeom prst="rect">
            <a:avLst/>
          </a:prstGeom>
        </p:spPr>
        <p:txBody>
          <a:bodyPr lIns="0" tIns="0" rIns="0" bIns="0"/>
          <a:lstStyle>
            <a:lvl1pPr marL="0" indent="0">
              <a:lnSpc>
                <a:spcPct val="110000"/>
              </a:lnSpc>
              <a:spcBef>
                <a:spcPts val="900"/>
              </a:spcBef>
              <a:buNone/>
              <a:defRPr sz="2000">
                <a:solidFill>
                  <a:schemeClr val="bg1"/>
                </a:solidFill>
              </a:defRPr>
            </a:lvl1pPr>
            <a:lvl2pPr marL="320040" indent="-320040">
              <a:lnSpc>
                <a:spcPct val="110000"/>
              </a:lnSpc>
              <a:spcBef>
                <a:spcPts val="900"/>
              </a:spcBef>
              <a:spcAft>
                <a:spcPts val="0"/>
              </a:spcAft>
              <a:buFont typeface="Arial" panose="020B0604020202020204" pitchFamily="34" charset="0"/>
              <a:buChar char="•"/>
              <a:tabLst/>
              <a:defRPr sz="2000">
                <a:solidFill>
                  <a:schemeClr val="bg1"/>
                </a:solidFill>
              </a:defRPr>
            </a:lvl2pPr>
            <a:lvl3pPr marL="566928" indent="-237744">
              <a:lnSpc>
                <a:spcPct val="110000"/>
              </a:lnSpc>
              <a:spcBef>
                <a:spcPts val="300"/>
              </a:spcBef>
              <a:buFont typeface="Arial" panose="020B0604020202020204" pitchFamily="34" charset="0"/>
              <a:buChar char="•"/>
              <a:tabLst/>
              <a:defRPr sz="14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6E0F639B-B709-F760-3B77-7931E720D3A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22424" y="3209361"/>
            <a:ext cx="15835164" cy="5934640"/>
          </a:xfrm>
          <a:prstGeom prst="rect">
            <a:avLst/>
          </a:prstGeom>
          <a:effectLst>
            <a:outerShdw blurRad="149901" dist="72421" dir="4140000" sx="101000" sy="101000" algn="tr" rotWithShape="0">
              <a:prstClr val="black">
                <a:alpha val="29861"/>
              </a:prstClr>
            </a:outerShdw>
          </a:effectLst>
        </p:spPr>
      </p:pic>
      <p:sp>
        <p:nvSpPr>
          <p:cNvPr id="5" name="Google Shape;287;p43">
            <a:extLst>
              <a:ext uri="{FF2B5EF4-FFF2-40B4-BE49-F238E27FC236}">
                <a16:creationId xmlns:a16="http://schemas.microsoft.com/office/drawing/2014/main" id="{56C39646-2790-E1AA-EACD-F45D3A7FD3CA}"/>
              </a:ext>
            </a:extLst>
          </p:cNvPr>
          <p:cNvSpPr txBox="1"/>
          <p:nvPr userDrawn="1"/>
        </p:nvSpPr>
        <p:spPr>
          <a:xfrm>
            <a:off x="15056535" y="8372603"/>
            <a:ext cx="635225" cy="422128"/>
          </a:xfrm>
          <a:prstGeom prst="rect">
            <a:avLst/>
          </a:prstGeom>
          <a:noFill/>
          <a:ln>
            <a:noFill/>
          </a:ln>
        </p:spPr>
        <p:txBody>
          <a:bodyPr spcFirstLastPara="1" wrap="square" lIns="121896" tIns="121896" rIns="121896" bIns="121896" anchor="ctr" anchorCtr="0">
            <a:normAutofit/>
          </a:bodyPr>
          <a:lstStyle/>
          <a:p>
            <a:pPr marL="0" marR="0" lvl="0" indent="0" algn="l" rtl="0">
              <a:lnSpc>
                <a:spcPct val="100000"/>
              </a:lnSpc>
              <a:spcBef>
                <a:spcPts val="0"/>
              </a:spcBef>
              <a:spcAft>
                <a:spcPts val="0"/>
              </a:spcAft>
              <a:buClr>
                <a:srgbClr val="000000"/>
              </a:buClr>
              <a:buSzPts val="700"/>
              <a:buFont typeface="Arial"/>
              <a:buNone/>
            </a:pPr>
            <a:fld id="{00000000-1234-1234-1234-123412341234}" type="slidenum">
              <a:rPr lang="en" sz="1107"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l" rtl="0">
                <a:lnSpc>
                  <a:spcPct val="100000"/>
                </a:lnSpc>
                <a:spcBef>
                  <a:spcPts val="0"/>
                </a:spcBef>
                <a:spcAft>
                  <a:spcPts val="0"/>
                </a:spcAft>
                <a:buClr>
                  <a:srgbClr val="000000"/>
                </a:buClr>
                <a:buSzPts val="700"/>
                <a:buFont typeface="Arial"/>
                <a:buNone/>
              </a:pPr>
              <a:t>‹#›</a:t>
            </a:fld>
            <a:endParaRPr sz="1107" b="0" i="0" u="none" strike="noStrike" cap="none">
              <a:solidFill>
                <a:schemeClr val="bg1"/>
              </a:solidFill>
              <a:latin typeface="Arial" panose="020B0604020202020204" pitchFamily="34" charset="0"/>
              <a:ea typeface="Lexend"/>
              <a:cs typeface="Arial" panose="020B0604020202020204" pitchFamily="34" charset="0"/>
              <a:sym typeface="Lexend"/>
            </a:endParaRPr>
          </a:p>
        </p:txBody>
      </p:sp>
      <p:pic>
        <p:nvPicPr>
          <p:cNvPr id="10" name="Graphic 9">
            <a:extLst>
              <a:ext uri="{FF2B5EF4-FFF2-40B4-BE49-F238E27FC236}">
                <a16:creationId xmlns:a16="http://schemas.microsoft.com/office/drawing/2014/main" id="{FD962513-2D5F-E3EA-FC69-3D3C86F558E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Tree>
    <p:extLst>
      <p:ext uri="{BB962C8B-B14F-4D97-AF65-F5344CB8AC3E}">
        <p14:creationId xmlns:p14="http://schemas.microsoft.com/office/powerpoint/2010/main" val="309083002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48ACC1-C128-409D-761B-B619675B0C7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 y="1187"/>
            <a:ext cx="16257584" cy="9141624"/>
          </a:xfrm>
          <a:prstGeom prst="rect">
            <a:avLst/>
          </a:prstGeom>
        </p:spPr>
      </p:pic>
      <p:pic>
        <p:nvPicPr>
          <p:cNvPr id="6" name="Graphic 5">
            <a:extLst>
              <a:ext uri="{FF2B5EF4-FFF2-40B4-BE49-F238E27FC236}">
                <a16:creationId xmlns:a16="http://schemas.microsoft.com/office/drawing/2014/main" id="{ED51FF8C-988B-8047-0655-C4C3282797A3}"/>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73582" y="8289519"/>
            <a:ext cx="927574" cy="387532"/>
          </a:xfrm>
          <a:prstGeom prst="rect">
            <a:avLst/>
          </a:prstGeom>
        </p:spPr>
      </p:pic>
      <p:sp>
        <p:nvSpPr>
          <p:cNvPr id="9" name="Text Placeholder 8">
            <a:extLst>
              <a:ext uri="{FF2B5EF4-FFF2-40B4-BE49-F238E27FC236}">
                <a16:creationId xmlns:a16="http://schemas.microsoft.com/office/drawing/2014/main" id="{5D7C3C86-8DAA-52AD-4DAF-ACD0F4027C56}"/>
              </a:ext>
            </a:extLst>
          </p:cNvPr>
          <p:cNvSpPr>
            <a:spLocks noGrp="1"/>
          </p:cNvSpPr>
          <p:nvPr>
            <p:ph type="body" sz="quarter" idx="10" hasCustomPrompt="1"/>
          </p:nvPr>
        </p:nvSpPr>
        <p:spPr>
          <a:xfrm>
            <a:off x="9427464" y="2219325"/>
            <a:ext cx="6115050" cy="4705350"/>
          </a:xfrm>
          <a:prstGeom prst="rect">
            <a:avLst/>
          </a:prstGeom>
        </p:spPr>
        <p:txBody>
          <a:bodyPr lIns="0" tIns="0" rIns="0" bIns="0" anchor="ctr"/>
          <a:lstStyle>
            <a:lvl1pPr marL="0" indent="0">
              <a:lnSpc>
                <a:spcPct val="110000"/>
              </a:lnSpc>
              <a:spcBef>
                <a:spcPts val="1200"/>
              </a:spcBef>
              <a:spcAft>
                <a:spcPts val="1200"/>
              </a:spcAft>
              <a:buNone/>
              <a:defRPr sz="3600">
                <a:solidFill>
                  <a:schemeClr val="bg1"/>
                </a:solidFill>
              </a:defRPr>
            </a:lvl1pPr>
            <a:lvl2pPr marL="0" indent="0">
              <a:lnSpc>
                <a:spcPct val="100000"/>
              </a:lnSpc>
              <a:spcBef>
                <a:spcPts val="3600"/>
              </a:spcBef>
              <a:buNone/>
              <a:defRPr sz="2000" b="0">
                <a:solidFill>
                  <a:schemeClr val="bg1"/>
                </a:solidFill>
              </a:defRPr>
            </a:lvl2pPr>
            <a:lvl3pPr marL="0" indent="0">
              <a:lnSpc>
                <a:spcPct val="100000"/>
              </a:lnSpc>
              <a:spcBef>
                <a:spcPts val="0"/>
              </a:spcBef>
              <a:buNone/>
              <a:defRPr sz="1400">
                <a:solidFill>
                  <a:schemeClr val="bg1"/>
                </a:solidFill>
              </a:defRPr>
            </a:lvl3pPr>
            <a:lvl4pPr marL="0" indent="0">
              <a:lnSpc>
                <a:spcPct val="100000"/>
              </a:lnSpc>
              <a:spcBef>
                <a:spcPts val="0"/>
              </a:spcBef>
              <a:buNone/>
              <a:defRPr sz="1400"/>
            </a:lvl4pPr>
            <a:lvl5pPr marL="0" indent="0">
              <a:lnSpc>
                <a:spcPct val="100000"/>
              </a:lnSpc>
              <a:spcBef>
                <a:spcPts val="0"/>
              </a:spcBef>
              <a:buNone/>
              <a:defRPr sz="1400"/>
            </a:lvl5pPr>
          </a:lstStyle>
          <a:p>
            <a:pPr lvl="0"/>
            <a:r>
              <a:rPr lang="en-US" dirty="0"/>
              <a:t>Insert quote here</a:t>
            </a:r>
          </a:p>
          <a:p>
            <a:pPr lvl="1"/>
            <a:r>
              <a:rPr lang="en-US" dirty="0"/>
              <a:t>Citation Name</a:t>
            </a:r>
          </a:p>
          <a:p>
            <a:pPr lvl="2"/>
            <a:r>
              <a:rPr lang="en-US" dirty="0"/>
              <a:t>Role</a:t>
            </a:r>
          </a:p>
        </p:txBody>
      </p:sp>
      <p:sp>
        <p:nvSpPr>
          <p:cNvPr id="8" name="Google Shape;287;p43">
            <a:extLst>
              <a:ext uri="{FF2B5EF4-FFF2-40B4-BE49-F238E27FC236}">
                <a16:creationId xmlns:a16="http://schemas.microsoft.com/office/drawing/2014/main" id="{05C77423-AB34-554C-4A72-78B69DF519D9}"/>
              </a:ext>
            </a:extLst>
          </p:cNvPr>
          <p:cNvSpPr txBox="1"/>
          <p:nvPr/>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10" name="TextBox 9">
            <a:extLst>
              <a:ext uri="{FF2B5EF4-FFF2-40B4-BE49-F238E27FC236}">
                <a16:creationId xmlns:a16="http://schemas.microsoft.com/office/drawing/2014/main" id="{3E92C16D-D8FC-8F6A-B152-F37E02118E55}"/>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bg1"/>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bg1"/>
                </a:solidFill>
                <a:latin typeface="Arial" panose="020B0604020202020204" pitchFamily="34" charset="0"/>
                <a:ea typeface="Arial Regular" charset="0"/>
                <a:cs typeface="Arial Regular" charset="0"/>
              </a:rPr>
              <a:t>infor.com</a:t>
            </a:r>
            <a:endParaRPr lang="en-US" sz="1000" b="0" i="0" kern="1200" spc="0" baseline="0" dirty="0">
              <a:solidFill>
                <a:schemeClr val="bg1"/>
              </a:solidFill>
              <a:latin typeface="Arial" panose="020B0604020202020204" pitchFamily="34" charset="0"/>
              <a:ea typeface="Arial Regular" charset="0"/>
              <a:cs typeface="Arial Regular" charset="0"/>
            </a:endParaRPr>
          </a:p>
        </p:txBody>
      </p:sp>
      <p:pic>
        <p:nvPicPr>
          <p:cNvPr id="2" name="Picture 1">
            <a:extLst>
              <a:ext uri="{FF2B5EF4-FFF2-40B4-BE49-F238E27FC236}">
                <a16:creationId xmlns:a16="http://schemas.microsoft.com/office/drawing/2014/main" id="{A90DB6D0-F2EB-67AD-085F-D54A1CD006B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1187"/>
            <a:ext cx="16257584" cy="9141624"/>
          </a:xfrm>
          <a:prstGeom prst="rect">
            <a:avLst/>
          </a:prstGeom>
        </p:spPr>
      </p:pic>
      <p:pic>
        <p:nvPicPr>
          <p:cNvPr id="3" name="Graphic 2">
            <a:extLst>
              <a:ext uri="{FF2B5EF4-FFF2-40B4-BE49-F238E27FC236}">
                <a16:creationId xmlns:a16="http://schemas.microsoft.com/office/drawing/2014/main" id="{A8054A32-961F-068B-9AE7-2F8FE21F394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73582" y="8289519"/>
            <a:ext cx="927574" cy="387532"/>
          </a:xfrm>
          <a:prstGeom prst="rect">
            <a:avLst/>
          </a:prstGeom>
        </p:spPr>
      </p:pic>
      <p:sp>
        <p:nvSpPr>
          <p:cNvPr id="5" name="Google Shape;287;p43">
            <a:extLst>
              <a:ext uri="{FF2B5EF4-FFF2-40B4-BE49-F238E27FC236}">
                <a16:creationId xmlns:a16="http://schemas.microsoft.com/office/drawing/2014/main" id="{2E6B57F1-1FBE-D9BB-3068-4325334769D2}"/>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bg1"/>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bg1"/>
              </a:solidFill>
              <a:latin typeface="Arial" panose="020B0604020202020204" pitchFamily="34" charset="0"/>
              <a:ea typeface="Lexend"/>
              <a:cs typeface="Arial" panose="020B0604020202020204" pitchFamily="34" charset="0"/>
              <a:sym typeface="Lexend"/>
            </a:endParaRPr>
          </a:p>
        </p:txBody>
      </p:sp>
      <p:sp>
        <p:nvSpPr>
          <p:cNvPr id="7" name="TextBox 6">
            <a:extLst>
              <a:ext uri="{FF2B5EF4-FFF2-40B4-BE49-F238E27FC236}">
                <a16:creationId xmlns:a16="http://schemas.microsoft.com/office/drawing/2014/main" id="{5AEC3C0F-BFC1-CD27-9A2E-73797B59D259}"/>
              </a:ext>
            </a:extLst>
          </p:cNvPr>
          <p:cNvSpPr txBox="1">
            <a:spLocks noChangeArrowheads="1"/>
          </p:cNvSpPr>
          <p:nvPr userDrawn="1"/>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bg1"/>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bg1"/>
                </a:solidFill>
                <a:latin typeface="Arial" panose="020B0604020202020204" pitchFamily="34" charset="0"/>
                <a:ea typeface="Arial Regular" charset="0"/>
                <a:cs typeface="Arial Regular" charset="0"/>
              </a:rPr>
              <a:t>infor.com</a:t>
            </a:r>
            <a:endParaRPr lang="en-US" sz="1000" b="0" i="0" kern="1200" spc="0" baseline="0" dirty="0">
              <a:solidFill>
                <a:schemeClr val="bg1"/>
              </a:solidFill>
              <a:latin typeface="Arial" panose="020B0604020202020204" pitchFamily="34" charset="0"/>
              <a:ea typeface="Arial Regular" charset="0"/>
              <a:cs typeface="Arial Regular" charset="0"/>
            </a:endParaRPr>
          </a:p>
        </p:txBody>
      </p:sp>
    </p:spTree>
    <p:extLst>
      <p:ext uri="{BB962C8B-B14F-4D97-AF65-F5344CB8AC3E}">
        <p14:creationId xmlns:p14="http://schemas.microsoft.com/office/powerpoint/2010/main" val="237462369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Google Shape;287;p43">
            <a:extLst>
              <a:ext uri="{FF2B5EF4-FFF2-40B4-BE49-F238E27FC236}">
                <a16:creationId xmlns:a16="http://schemas.microsoft.com/office/drawing/2014/main" id="{6DC481CE-B5D8-06B1-593D-E5859DB75701}"/>
              </a:ext>
            </a:extLst>
          </p:cNvPr>
          <p:cNvSpPr txBox="1"/>
          <p:nvPr userDrawn="1"/>
        </p:nvSpPr>
        <p:spPr>
          <a:xfrm>
            <a:off x="14879639" y="8380841"/>
            <a:ext cx="635225" cy="422128"/>
          </a:xfrm>
          <a:prstGeom prst="rect">
            <a:avLst/>
          </a:prstGeom>
          <a:noFill/>
          <a:ln>
            <a:noFill/>
          </a:ln>
        </p:spPr>
        <p:txBody>
          <a:bodyPr spcFirstLastPara="1" wrap="non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1200" b="0" i="0" u="none" strike="noStrike" cap="none">
                <a:solidFill>
                  <a:schemeClr val="accent3"/>
                </a:solidFill>
                <a:latin typeface="Arial" panose="020B0604020202020204" pitchFamily="34" charset="0"/>
                <a:ea typeface="Lexend"/>
                <a:cs typeface="Arial" panose="020B0604020202020204" pitchFamily="34" charset="0"/>
                <a:sym typeface="Lexend"/>
              </a:rPr>
              <a:pPr marL="0" marR="0" lvl="0" indent="0" algn="r" rtl="0">
                <a:lnSpc>
                  <a:spcPct val="100000"/>
                </a:lnSpc>
                <a:spcBef>
                  <a:spcPts val="0"/>
                </a:spcBef>
                <a:spcAft>
                  <a:spcPts val="0"/>
                </a:spcAft>
                <a:buClr>
                  <a:srgbClr val="000000"/>
                </a:buClr>
                <a:buSzPts val="700"/>
                <a:buFont typeface="Arial"/>
                <a:buNone/>
              </a:pPr>
              <a:t>‹#›</a:t>
            </a:fld>
            <a:endParaRPr sz="1200" b="0" i="0" u="none" strike="noStrike" cap="none" dirty="0">
              <a:solidFill>
                <a:schemeClr val="accent3"/>
              </a:solidFill>
              <a:latin typeface="Arial" panose="020B0604020202020204" pitchFamily="34" charset="0"/>
              <a:ea typeface="Lexend"/>
              <a:cs typeface="Arial" panose="020B0604020202020204" pitchFamily="34" charset="0"/>
              <a:sym typeface="Lexend"/>
            </a:endParaRPr>
          </a:p>
        </p:txBody>
      </p:sp>
      <p:pic>
        <p:nvPicPr>
          <p:cNvPr id="8" name="Graphic 7">
            <a:extLst>
              <a:ext uri="{FF2B5EF4-FFF2-40B4-BE49-F238E27FC236}">
                <a16:creationId xmlns:a16="http://schemas.microsoft.com/office/drawing/2014/main" id="{9D909295-1D29-87D8-D8BE-E65D2BC029DB}"/>
              </a:ext>
            </a:extLst>
          </p:cNvPr>
          <p:cNvPicPr>
            <a:picLocks noChangeAspect="1"/>
          </p:cNvPicPr>
          <p:nvPr/>
        </p:nvPicPr>
        <p:blipFill>
          <a:blip r:embed="rId42" cstate="screen">
            <a:extLst>
              <a:ext uri="{28A0092B-C50C-407E-A947-70E740481C1C}">
                <a14:useLocalDpi xmlns:a14="http://schemas.microsoft.com/office/drawing/2010/main"/>
              </a:ext>
              <a:ext uri="{96DAC541-7B7A-43D3-8B79-37D633B846F1}">
                <asvg:svgBlip xmlns:asvg="http://schemas.microsoft.com/office/drawing/2016/SVG/main" r:embed="rId43"/>
              </a:ext>
            </a:extLst>
          </a:blip>
          <a:srcRect/>
          <a:stretch/>
        </p:blipFill>
        <p:spPr>
          <a:xfrm>
            <a:off x="773582" y="8289519"/>
            <a:ext cx="927574" cy="387532"/>
          </a:xfrm>
          <a:prstGeom prst="rect">
            <a:avLst/>
          </a:prstGeom>
        </p:spPr>
      </p:pic>
      <p:sp>
        <p:nvSpPr>
          <p:cNvPr id="2" name="TextBox 1">
            <a:extLst>
              <a:ext uri="{FF2B5EF4-FFF2-40B4-BE49-F238E27FC236}">
                <a16:creationId xmlns:a16="http://schemas.microsoft.com/office/drawing/2014/main" id="{39E65764-AD3E-0793-0444-76191B8CBA60}"/>
              </a:ext>
            </a:extLst>
          </p:cNvPr>
          <p:cNvSpPr txBox="1">
            <a:spLocks noChangeArrowheads="1"/>
          </p:cNvSpPr>
          <p:nvPr/>
        </p:nvSpPr>
        <p:spPr bwMode="auto">
          <a:xfrm>
            <a:off x="11945489" y="8520709"/>
            <a:ext cx="3108222" cy="153888"/>
          </a:xfrm>
          <a:prstGeom prst="rect">
            <a:avLst/>
          </a:prstGeom>
          <a:noFill/>
          <a:ln>
            <a:noFill/>
          </a:ln>
          <a:extLst>
            <a:ext uri="{909E8E84-426E-40dd-AFC4-6F175D3DCCD1}"/>
            <a:ext uri="{91240B29-F687-4f45-9708-019B960494DF}"/>
          </a:extLst>
        </p:spPr>
        <p:txBody>
          <a:bodyPr wrap="none" lIns="0" tIns="0" rIns="0" bIns="0" anchor="ctr">
            <a:no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defTabSz="1450975" eaLnBrk="0" fontAlgn="base" hangingPunct="0">
              <a:spcBef>
                <a:spcPct val="0"/>
              </a:spcBef>
              <a:spcAft>
                <a:spcPct val="0"/>
              </a:spcAft>
              <a:defRPr sz="2900">
                <a:solidFill>
                  <a:schemeClr val="tx1"/>
                </a:solidFill>
                <a:latin typeface="Arial" charset="0"/>
                <a:ea typeface="ＭＳ Ｐゴシック" charset="0"/>
              </a:defRPr>
            </a:lvl6pPr>
            <a:lvl7pPr marL="2971800" indent="-228600" defTabSz="1450975" eaLnBrk="0" fontAlgn="base" hangingPunct="0">
              <a:spcBef>
                <a:spcPct val="0"/>
              </a:spcBef>
              <a:spcAft>
                <a:spcPct val="0"/>
              </a:spcAft>
              <a:defRPr sz="2900">
                <a:solidFill>
                  <a:schemeClr val="tx1"/>
                </a:solidFill>
                <a:latin typeface="Arial" charset="0"/>
                <a:ea typeface="ＭＳ Ｐゴシック" charset="0"/>
              </a:defRPr>
            </a:lvl7pPr>
            <a:lvl8pPr marL="3429000" indent="-228600" defTabSz="1450975" eaLnBrk="0" fontAlgn="base" hangingPunct="0">
              <a:spcBef>
                <a:spcPct val="0"/>
              </a:spcBef>
              <a:spcAft>
                <a:spcPct val="0"/>
              </a:spcAft>
              <a:defRPr sz="2900">
                <a:solidFill>
                  <a:schemeClr val="tx1"/>
                </a:solidFill>
                <a:latin typeface="Arial" charset="0"/>
                <a:ea typeface="ＭＳ Ｐゴシック" charset="0"/>
              </a:defRPr>
            </a:lvl8pPr>
            <a:lvl9pPr marL="3886200" indent="-228600" defTabSz="1450975" eaLnBrk="0" fontAlgn="base" hangingPunct="0">
              <a:spcBef>
                <a:spcPct val="0"/>
              </a:spcBef>
              <a:spcAft>
                <a:spcPct val="0"/>
              </a:spcAft>
              <a:defRPr sz="2900">
                <a:solidFill>
                  <a:schemeClr val="tx1"/>
                </a:solidFill>
                <a:latin typeface="Arial" charset="0"/>
                <a:ea typeface="ＭＳ Ｐゴシック" charset="0"/>
              </a:defRPr>
            </a:lvl9pPr>
          </a:lstStyle>
          <a:p>
            <a:pPr algn="r" eaLnBrk="1" hangingPunct="1">
              <a:defRPr/>
            </a:pPr>
            <a:r>
              <a:rPr lang="en-US" sz="1000" b="0" i="0" kern="1200" spc="0" baseline="0" dirty="0">
                <a:solidFill>
                  <a:schemeClr val="accent3"/>
                </a:solidFill>
                <a:latin typeface="Arial" panose="020B0604020202020204" pitchFamily="34" charset="0"/>
                <a:ea typeface="Arial Regular" charset="0"/>
                <a:cs typeface="Arial Regular" charset="0"/>
              </a:rPr>
              <a:t>Copyright © 2025. Infor. All Rights Reserved. </a:t>
            </a:r>
            <a:r>
              <a:rPr lang="en-US" sz="1000" b="0" i="0" kern="1200" spc="0" baseline="0" dirty="0" err="1">
                <a:solidFill>
                  <a:schemeClr val="accent3"/>
                </a:solidFill>
                <a:latin typeface="Arial" panose="020B0604020202020204" pitchFamily="34" charset="0"/>
                <a:ea typeface="Arial Regular" charset="0"/>
                <a:cs typeface="Arial Regular" charset="0"/>
              </a:rPr>
              <a:t>infor.com</a:t>
            </a:r>
            <a:endParaRPr lang="en-US" sz="1000" b="0" i="0" kern="1200" spc="0" baseline="0" dirty="0">
              <a:solidFill>
                <a:schemeClr val="accent3"/>
              </a:solidFill>
              <a:latin typeface="Arial" panose="020B0604020202020204" pitchFamily="34" charset="0"/>
              <a:ea typeface="Arial Regular" charset="0"/>
              <a:cs typeface="Arial Regular" charset="0"/>
            </a:endParaRPr>
          </a:p>
        </p:txBody>
      </p:sp>
      <p:sp>
        <p:nvSpPr>
          <p:cNvPr id="3" name="Title Placeholder 2">
            <a:extLst>
              <a:ext uri="{FF2B5EF4-FFF2-40B4-BE49-F238E27FC236}">
                <a16:creationId xmlns:a16="http://schemas.microsoft.com/office/drawing/2014/main" id="{5269A557-E057-6D35-9C51-17B7B16E3027}"/>
              </a:ext>
            </a:extLst>
          </p:cNvPr>
          <p:cNvSpPr>
            <a:spLocks noGrp="1"/>
          </p:cNvSpPr>
          <p:nvPr>
            <p:ph type="title"/>
          </p:nvPr>
        </p:nvSpPr>
        <p:spPr>
          <a:xfrm>
            <a:off x="777240" y="621792"/>
            <a:ext cx="14548326" cy="983999"/>
          </a:xfrm>
          <a:prstGeom prst="rect">
            <a:avLst/>
          </a:prstGeom>
          <a:noFill/>
          <a:ln>
            <a:noFill/>
          </a:ln>
        </p:spPr>
        <p:txBody>
          <a:bodyPr spcFirstLastPara="1" vert="horz" wrap="square" lIns="0" tIns="0" rIns="0" bIns="0" rtlCol="0" anchor="t" anchorCtr="0">
            <a:noAutofit/>
          </a:bodyPr>
          <a:lstStyle/>
          <a:p>
            <a:pPr lvl="0">
              <a:lnSpc>
                <a:spcPct val="100000"/>
              </a:lnSpc>
              <a:spcBef>
                <a:spcPts val="0"/>
              </a:spcBef>
              <a:spcAft>
                <a:spcPts val="0"/>
              </a:spcAft>
              <a:buClr>
                <a:schemeClr val="lt1"/>
              </a:buClr>
              <a:buSzPts val="2800"/>
            </a:pPr>
            <a:r>
              <a:rPr lang="en-US"/>
              <a:t>Click to edit Master title style</a:t>
            </a:r>
          </a:p>
        </p:txBody>
      </p:sp>
      <p:pic>
        <p:nvPicPr>
          <p:cNvPr id="5" name="Graphic 4">
            <a:extLst>
              <a:ext uri="{FF2B5EF4-FFF2-40B4-BE49-F238E27FC236}">
                <a16:creationId xmlns:a16="http://schemas.microsoft.com/office/drawing/2014/main" id="{D4732CC3-36B3-8B02-660A-EFD72914CEA0}"/>
              </a:ext>
            </a:extLst>
          </p:cNvPr>
          <p:cNvPicPr>
            <a:picLocks noChangeAspect="1"/>
          </p:cNvPicPr>
          <p:nvPr userDrawn="1"/>
        </p:nvPicPr>
        <p:blipFill>
          <a:blip r:embed="rId42" cstate="screen">
            <a:extLst>
              <a:ext uri="{28A0092B-C50C-407E-A947-70E740481C1C}">
                <a14:useLocalDpi xmlns:a14="http://schemas.microsoft.com/office/drawing/2010/main"/>
              </a:ext>
              <a:ext uri="{96DAC541-7B7A-43D3-8B79-37D633B846F1}">
                <asvg:svgBlip xmlns:asvg="http://schemas.microsoft.com/office/drawing/2016/SVG/main" r:embed="rId44"/>
              </a:ext>
            </a:extLst>
          </a:blip>
          <a:srcRect/>
          <a:stretch/>
        </p:blipFill>
        <p:spPr>
          <a:xfrm>
            <a:off x="773582" y="8289519"/>
            <a:ext cx="927574" cy="387532"/>
          </a:xfrm>
          <a:prstGeom prst="rect">
            <a:avLst/>
          </a:prstGeom>
        </p:spPr>
      </p:pic>
    </p:spTree>
    <p:extLst>
      <p:ext uri="{BB962C8B-B14F-4D97-AF65-F5344CB8AC3E}">
        <p14:creationId xmlns:p14="http://schemas.microsoft.com/office/powerpoint/2010/main" val="3110688714"/>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 id="2147483834" r:id="rId18"/>
    <p:sldLayoutId id="2147483835" r:id="rId19"/>
    <p:sldLayoutId id="2147483836" r:id="rId20"/>
    <p:sldLayoutId id="2147483837" r:id="rId21"/>
    <p:sldLayoutId id="2147483838" r:id="rId22"/>
    <p:sldLayoutId id="2147483839" r:id="rId23"/>
    <p:sldLayoutId id="2147483840" r:id="rId24"/>
    <p:sldLayoutId id="2147483841" r:id="rId25"/>
    <p:sldLayoutId id="2147483842" r:id="rId26"/>
    <p:sldLayoutId id="2147483843" r:id="rId27"/>
    <p:sldLayoutId id="2147483844" r:id="rId28"/>
    <p:sldLayoutId id="2147483845" r:id="rId29"/>
    <p:sldLayoutId id="2147483846" r:id="rId30"/>
    <p:sldLayoutId id="2147483847" r:id="rId31"/>
    <p:sldLayoutId id="2147483848" r:id="rId32"/>
    <p:sldLayoutId id="2147483849" r:id="rId33"/>
    <p:sldLayoutId id="2147483850" r:id="rId34"/>
    <p:sldLayoutId id="2147483851" r:id="rId35"/>
    <p:sldLayoutId id="2147483852" r:id="rId36"/>
    <p:sldLayoutId id="2147483853" r:id="rId37"/>
    <p:sldLayoutId id="2147483854" r:id="rId38"/>
    <p:sldLayoutId id="2147483855" r:id="rId39"/>
    <p:sldLayoutId id="2147483856" r:id="rId40"/>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sldNum="0" hdr="0" ftr="0" dt="0"/>
  <p:txStyles>
    <p:titleStyle>
      <a:lvl1pPr algn="l" defTabSz="1219110" rtl="0" eaLnBrk="1" latinLnBrk="0" hangingPunct="1">
        <a:lnSpc>
          <a:spcPct val="90000"/>
        </a:lnSpc>
        <a:spcBef>
          <a:spcPct val="0"/>
        </a:spcBef>
        <a:buNone/>
        <a:defRPr lang="en-US" sz="4400" b="1" i="0" kern="1200" smtClean="0">
          <a:solidFill>
            <a:schemeClr val="tx1"/>
          </a:solidFill>
          <a:latin typeface="Arial" panose="020B0604020202020204" pitchFamily="34" charset="0"/>
          <a:ea typeface="+mj-ea"/>
          <a:cs typeface="Arial" panose="020B0604020202020204" pitchFamily="34" charset="0"/>
        </a:defRPr>
      </a:lvl1pPr>
    </p:titleStyle>
    <p:bodyStyle>
      <a:lvl1pPr marL="304776" indent="-304776" algn="l" defTabSz="121911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32" indent="-304776" algn="l" defTabSz="121911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887" indent="-304776" algn="l" defTabSz="121911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440"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299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54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10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65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212"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8" pos="5120" userDrawn="1">
          <p15:clr>
            <a:srgbClr val="F26B43"/>
          </p15:clr>
        </p15:guide>
        <p15:guide id="9" orient="horz" pos="2880" userDrawn="1">
          <p15:clr>
            <a:srgbClr val="F26B43"/>
          </p15:clr>
        </p15:guide>
        <p15:guide id="10" pos="481" userDrawn="1">
          <p15:clr>
            <a:srgbClr val="F26B43"/>
          </p15:clr>
        </p15:guide>
        <p15:guide id="11" orient="horz" pos="480" userDrawn="1">
          <p15:clr>
            <a:srgbClr val="F26B43"/>
          </p15:clr>
        </p15:guide>
        <p15:guide id="12" orient="horz" pos="5112" userDrawn="1">
          <p15:clr>
            <a:srgbClr val="F26B43"/>
          </p15:clr>
        </p15:guide>
        <p15:guide id="13" pos="9761" userDrawn="1">
          <p15:clr>
            <a:srgbClr val="F26B43"/>
          </p15:clr>
        </p15:guide>
        <p15:guide id="14" orient="horz" pos="54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6.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6.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6.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4.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6.xml"/><Relationship Id="rId5" Type="http://schemas.openxmlformats.org/officeDocument/2006/relationships/image" Target="../media/image48.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6.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package" Target="../embeddings/Microsoft_Excel_Worksheet1.xlsx"/><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15624-F4B0-2D85-A3A3-67782F7B39FE}"/>
              </a:ext>
            </a:extLst>
          </p:cNvPr>
          <p:cNvSpPr>
            <a:spLocks noGrp="1"/>
          </p:cNvSpPr>
          <p:nvPr>
            <p:ph type="title"/>
          </p:nvPr>
        </p:nvSpPr>
        <p:spPr/>
        <p:txBody>
          <a:bodyPr/>
          <a:lstStyle/>
          <a:p>
            <a:r>
              <a:rPr lang="en-US" sz="4800" dirty="0"/>
              <a:t>INTEGRATION SUPPORT TRAINING, CUSTOMER SERVICE </a:t>
            </a:r>
          </a:p>
        </p:txBody>
      </p:sp>
      <p:sp>
        <p:nvSpPr>
          <p:cNvPr id="11" name="Text Placeholder 10">
            <a:extLst>
              <a:ext uri="{FF2B5EF4-FFF2-40B4-BE49-F238E27FC236}">
                <a16:creationId xmlns:a16="http://schemas.microsoft.com/office/drawing/2014/main" id="{55ABE9BE-367E-FC08-89A2-3AD1E4739766}"/>
              </a:ext>
            </a:extLst>
          </p:cNvPr>
          <p:cNvSpPr>
            <a:spLocks noGrp="1"/>
          </p:cNvSpPr>
          <p:nvPr>
            <p:ph type="body" sz="quarter" idx="16"/>
          </p:nvPr>
        </p:nvSpPr>
        <p:spPr>
          <a:xfrm>
            <a:off x="777240" y="6492240"/>
            <a:ext cx="2984500" cy="246221"/>
          </a:xfrm>
        </p:spPr>
        <p:txBody>
          <a:bodyPr/>
          <a:lstStyle/>
          <a:p>
            <a:r>
              <a:rPr lang="en-US" dirty="0"/>
              <a:t>Cheska Angeline Acance </a:t>
            </a:r>
          </a:p>
        </p:txBody>
      </p:sp>
      <p:pic>
        <p:nvPicPr>
          <p:cNvPr id="7" name="Picture Placeholder 6">
            <a:extLst>
              <a:ext uri="{FF2B5EF4-FFF2-40B4-BE49-F238E27FC236}">
                <a16:creationId xmlns:a16="http://schemas.microsoft.com/office/drawing/2014/main" id="{514ACDA7-4159-A601-A371-CD7546D4432F}"/>
              </a:ext>
            </a:extLst>
          </p:cNvPr>
          <p:cNvPicPr>
            <a:picLocks noGrp="1" noChangeAspect="1"/>
          </p:cNvPicPr>
          <p:nvPr>
            <p:ph type="pic" sz="quarter" idx="15"/>
          </p:nvPr>
        </p:nvPicPr>
        <p:blipFill>
          <a:blip r:embed="rId2"/>
          <a:srcRect t="962" b="962"/>
          <a:stretch/>
        </p:blipFill>
        <p:spPr>
          <a:ln>
            <a:noFill/>
          </a:ln>
          <a:effectLst>
            <a:outerShdw blurRad="506266" dist="38100" dir="5400000" algn="t" rotWithShape="0">
              <a:prstClr val="black">
                <a:alpha val="40000"/>
              </a:prstClr>
            </a:outerShdw>
          </a:effectLst>
        </p:spPr>
      </p:pic>
      <p:sp>
        <p:nvSpPr>
          <p:cNvPr id="6" name="Text Placeholder 5">
            <a:extLst>
              <a:ext uri="{FF2B5EF4-FFF2-40B4-BE49-F238E27FC236}">
                <a16:creationId xmlns:a16="http://schemas.microsoft.com/office/drawing/2014/main" id="{017C2482-AB90-6E31-3491-8D6BE4968147}"/>
              </a:ext>
            </a:extLst>
          </p:cNvPr>
          <p:cNvSpPr>
            <a:spLocks noGrp="1"/>
          </p:cNvSpPr>
          <p:nvPr>
            <p:ph type="body" sz="quarter" idx="10"/>
          </p:nvPr>
        </p:nvSpPr>
        <p:spPr/>
        <p:txBody>
          <a:bodyPr/>
          <a:lstStyle/>
          <a:p>
            <a:r>
              <a:rPr lang="en-US" dirty="0"/>
              <a:t>March 14, 2025 </a:t>
            </a:r>
          </a:p>
        </p:txBody>
      </p:sp>
      <p:pic>
        <p:nvPicPr>
          <p:cNvPr id="8" name="Picture 7">
            <a:extLst>
              <a:ext uri="{FF2B5EF4-FFF2-40B4-BE49-F238E27FC236}">
                <a16:creationId xmlns:a16="http://schemas.microsoft.com/office/drawing/2014/main" id="{5B1C4AA4-6887-6426-F797-06A0A107923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3516935" y="6360796"/>
            <a:ext cx="2147606" cy="1720085"/>
          </a:xfrm>
          <a:prstGeom prst="rect">
            <a:avLst/>
          </a:prstGeom>
          <a:effectLst>
            <a:outerShdw blurRad="454717" dist="14915" dir="5340000" sx="97398" sy="97398" algn="t" rotWithShape="0">
              <a:prstClr val="black">
                <a:alpha val="17000"/>
              </a:prstClr>
            </a:outerShdw>
          </a:effectLst>
        </p:spPr>
      </p:pic>
      <p:sp>
        <p:nvSpPr>
          <p:cNvPr id="9" name="Rounded Rectangle 8">
            <a:extLst>
              <a:ext uri="{FF2B5EF4-FFF2-40B4-BE49-F238E27FC236}">
                <a16:creationId xmlns:a16="http://schemas.microsoft.com/office/drawing/2014/main" id="{54350FF6-2F15-DBB5-16D9-F0DAD05CACA6}"/>
              </a:ext>
            </a:extLst>
          </p:cNvPr>
          <p:cNvSpPr/>
          <p:nvPr/>
        </p:nvSpPr>
        <p:spPr>
          <a:xfrm>
            <a:off x="13035360" y="2237264"/>
            <a:ext cx="2467338" cy="628757"/>
          </a:xfrm>
          <a:prstGeom prst="roundRect">
            <a:avLst>
              <a:gd name="adj" fmla="val 34633"/>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67" b="0" i="0">
                <a:solidFill>
                  <a:schemeClr val="bg1"/>
                </a:solidFill>
                <a:latin typeface="Arial" panose="020B0604020202020204" pitchFamily="34" charset="0"/>
              </a:rPr>
              <a:t>DISTRIBUTION</a:t>
            </a:r>
          </a:p>
        </p:txBody>
      </p:sp>
      <p:pic>
        <p:nvPicPr>
          <p:cNvPr id="10" name="Picture 9">
            <a:extLst>
              <a:ext uri="{FF2B5EF4-FFF2-40B4-BE49-F238E27FC236}">
                <a16:creationId xmlns:a16="http://schemas.microsoft.com/office/drawing/2014/main" id="{65B31522-6870-EF43-B9AE-672824ED340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74"/>
          <a:stretch/>
        </p:blipFill>
        <p:spPr>
          <a:xfrm>
            <a:off x="9820494" y="1923164"/>
            <a:ext cx="2134956" cy="1599517"/>
          </a:xfrm>
          <a:prstGeom prst="roundRect">
            <a:avLst/>
          </a:prstGeom>
          <a:solidFill>
            <a:schemeClr val="bg2"/>
          </a:solidFill>
          <a:ln>
            <a:noFill/>
          </a:ln>
          <a:effectLst>
            <a:outerShdw blurRad="506266" dist="38100" dir="5400000" algn="t" rotWithShape="0">
              <a:prstClr val="black">
                <a:alpha val="40000"/>
              </a:prstClr>
            </a:outerShdw>
          </a:effectLst>
        </p:spPr>
      </p:pic>
    </p:spTree>
    <p:extLst>
      <p:ext uri="{BB962C8B-B14F-4D97-AF65-F5344CB8AC3E}">
        <p14:creationId xmlns:p14="http://schemas.microsoft.com/office/powerpoint/2010/main" val="37324886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CA937FA-4A5F-03E5-6145-9CBD6D35C1B5}"/>
              </a:ext>
            </a:extLst>
          </p:cNvPr>
          <p:cNvSpPr>
            <a:spLocks noGrp="1"/>
          </p:cNvSpPr>
          <p:nvPr>
            <p:ph type="title"/>
          </p:nvPr>
        </p:nvSpPr>
        <p:spPr/>
        <p:txBody>
          <a:bodyPr/>
          <a:lstStyle/>
          <a:p>
            <a:r>
              <a:rPr lang="en-US" dirty="0"/>
              <a:t>Agenda</a:t>
            </a:r>
          </a:p>
        </p:txBody>
      </p:sp>
      <p:sp>
        <p:nvSpPr>
          <p:cNvPr id="2" name="Rounded Rectangle 1">
            <a:extLst>
              <a:ext uri="{FF2B5EF4-FFF2-40B4-BE49-F238E27FC236}">
                <a16:creationId xmlns:a16="http://schemas.microsoft.com/office/drawing/2014/main" id="{169B6D9C-D47E-4F9E-256E-8DA1960B320E}"/>
              </a:ext>
            </a:extLst>
          </p:cNvPr>
          <p:cNvSpPr/>
          <p:nvPr/>
        </p:nvSpPr>
        <p:spPr>
          <a:xfrm>
            <a:off x="876510" y="2424661"/>
            <a:ext cx="3263091" cy="4998556"/>
          </a:xfrm>
          <a:prstGeom prst="roundRect">
            <a:avLst>
              <a:gd name="adj" fmla="val 9982"/>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endParaRPr>
          </a:p>
        </p:txBody>
      </p:sp>
      <p:sp>
        <p:nvSpPr>
          <p:cNvPr id="3" name="Number">
            <a:extLst>
              <a:ext uri="{FF2B5EF4-FFF2-40B4-BE49-F238E27FC236}">
                <a16:creationId xmlns:a16="http://schemas.microsoft.com/office/drawing/2014/main" id="{D317F377-D306-BD34-D263-628EF11AC78B}"/>
              </a:ext>
            </a:extLst>
          </p:cNvPr>
          <p:cNvSpPr txBox="1"/>
          <p:nvPr/>
        </p:nvSpPr>
        <p:spPr>
          <a:xfrm>
            <a:off x="1322490" y="3002997"/>
            <a:ext cx="867022" cy="738664"/>
          </a:xfrm>
          <a:prstGeom prst="rect">
            <a:avLst/>
          </a:prstGeom>
          <a:noFill/>
          <a:ln>
            <a:noFill/>
          </a:ln>
        </p:spPr>
        <p:txBody>
          <a:bodyPr wrap="square" lIns="0" tIns="0" rIns="0" bIns="0" rtlCol="0">
            <a:spAutoFit/>
          </a:bodyPr>
          <a:lstStyle/>
          <a:p>
            <a:r>
              <a:rPr lang="en-US" sz="4800" spc="-200" dirty="0">
                <a:solidFill>
                  <a:schemeClr val="accent1"/>
                </a:solidFill>
                <a:latin typeface="Arial" panose="020B0604020202020204" pitchFamily="34" charset="0"/>
                <a:ea typeface="Source Sans Pro Light" panose="020B0403030403020204" pitchFamily="34" charset="0"/>
                <a:cs typeface="Arial" panose="020B0604020202020204" pitchFamily="34" charset="0"/>
              </a:rPr>
              <a:t>1</a:t>
            </a:r>
          </a:p>
        </p:txBody>
      </p:sp>
      <p:sp>
        <p:nvSpPr>
          <p:cNvPr id="4" name="Rounded Rectangle 3">
            <a:extLst>
              <a:ext uri="{FF2B5EF4-FFF2-40B4-BE49-F238E27FC236}">
                <a16:creationId xmlns:a16="http://schemas.microsoft.com/office/drawing/2014/main" id="{2F4A05E0-5863-5FB1-1BEB-E9E8A69836F7}"/>
              </a:ext>
            </a:extLst>
          </p:cNvPr>
          <p:cNvSpPr/>
          <p:nvPr/>
        </p:nvSpPr>
        <p:spPr>
          <a:xfrm>
            <a:off x="4515966" y="2424661"/>
            <a:ext cx="3263091" cy="4998556"/>
          </a:xfrm>
          <a:prstGeom prst="roundRect">
            <a:avLst>
              <a:gd name="adj" fmla="val 9982"/>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endParaRPr>
          </a:p>
        </p:txBody>
      </p:sp>
      <p:sp>
        <p:nvSpPr>
          <p:cNvPr id="6" name="Number">
            <a:extLst>
              <a:ext uri="{FF2B5EF4-FFF2-40B4-BE49-F238E27FC236}">
                <a16:creationId xmlns:a16="http://schemas.microsoft.com/office/drawing/2014/main" id="{038AE931-E0F2-ACF0-7A69-53CE50950AA8}"/>
              </a:ext>
            </a:extLst>
          </p:cNvPr>
          <p:cNvSpPr txBox="1"/>
          <p:nvPr/>
        </p:nvSpPr>
        <p:spPr>
          <a:xfrm>
            <a:off x="5053121" y="3002997"/>
            <a:ext cx="867022" cy="738664"/>
          </a:xfrm>
          <a:prstGeom prst="rect">
            <a:avLst/>
          </a:prstGeom>
          <a:noFill/>
          <a:ln>
            <a:noFill/>
          </a:ln>
        </p:spPr>
        <p:txBody>
          <a:bodyPr wrap="square" lIns="0" tIns="0" rIns="0" bIns="0" rtlCol="0">
            <a:spAutoFit/>
          </a:bodyPr>
          <a:lstStyle/>
          <a:p>
            <a:r>
              <a:rPr lang="en-US" sz="4800" spc="-200" dirty="0">
                <a:solidFill>
                  <a:schemeClr val="accent1"/>
                </a:solidFill>
                <a:latin typeface="Arial" panose="020B0604020202020204" pitchFamily="34" charset="0"/>
                <a:ea typeface="Source Sans Pro Light" panose="020B0403030403020204" pitchFamily="34" charset="0"/>
                <a:cs typeface="Arial" panose="020B0604020202020204" pitchFamily="34" charset="0"/>
              </a:rPr>
              <a:t>2</a:t>
            </a:r>
          </a:p>
        </p:txBody>
      </p:sp>
      <p:sp>
        <p:nvSpPr>
          <p:cNvPr id="7" name="Rounded Rectangle 6">
            <a:extLst>
              <a:ext uri="{FF2B5EF4-FFF2-40B4-BE49-F238E27FC236}">
                <a16:creationId xmlns:a16="http://schemas.microsoft.com/office/drawing/2014/main" id="{4BD37FC7-FC31-BF13-8FB6-28B030F639F6}"/>
              </a:ext>
            </a:extLst>
          </p:cNvPr>
          <p:cNvSpPr/>
          <p:nvPr/>
        </p:nvSpPr>
        <p:spPr>
          <a:xfrm>
            <a:off x="8337770" y="2424661"/>
            <a:ext cx="3263091" cy="4998556"/>
          </a:xfrm>
          <a:prstGeom prst="roundRect">
            <a:avLst>
              <a:gd name="adj" fmla="val 9982"/>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endParaRPr>
          </a:p>
        </p:txBody>
      </p:sp>
      <p:sp>
        <p:nvSpPr>
          <p:cNvPr id="8" name="Number">
            <a:extLst>
              <a:ext uri="{FF2B5EF4-FFF2-40B4-BE49-F238E27FC236}">
                <a16:creationId xmlns:a16="http://schemas.microsoft.com/office/drawing/2014/main" id="{111AB078-4550-EE4A-4CCD-CC2F9D02094B}"/>
              </a:ext>
            </a:extLst>
          </p:cNvPr>
          <p:cNvSpPr txBox="1"/>
          <p:nvPr/>
        </p:nvSpPr>
        <p:spPr>
          <a:xfrm>
            <a:off x="8783752" y="3002997"/>
            <a:ext cx="867022" cy="738664"/>
          </a:xfrm>
          <a:prstGeom prst="rect">
            <a:avLst/>
          </a:prstGeom>
          <a:noFill/>
          <a:ln>
            <a:noFill/>
          </a:ln>
        </p:spPr>
        <p:txBody>
          <a:bodyPr wrap="square" lIns="0" tIns="0" rIns="0" bIns="0" rtlCol="0">
            <a:spAutoFit/>
          </a:bodyPr>
          <a:lstStyle/>
          <a:p>
            <a:r>
              <a:rPr lang="en-US" sz="4800" spc="-200" dirty="0">
                <a:solidFill>
                  <a:schemeClr val="accent1"/>
                </a:solidFill>
                <a:latin typeface="Arial" panose="020B0604020202020204" pitchFamily="34" charset="0"/>
                <a:ea typeface="Source Sans Pro Light" panose="020B0403030403020204" pitchFamily="34" charset="0"/>
                <a:cs typeface="Arial" panose="020B0604020202020204" pitchFamily="34" charset="0"/>
              </a:rPr>
              <a:t>3</a:t>
            </a:r>
          </a:p>
        </p:txBody>
      </p:sp>
      <p:sp>
        <p:nvSpPr>
          <p:cNvPr id="9" name="Rounded Rectangle 8">
            <a:extLst>
              <a:ext uri="{FF2B5EF4-FFF2-40B4-BE49-F238E27FC236}">
                <a16:creationId xmlns:a16="http://schemas.microsoft.com/office/drawing/2014/main" id="{672D3239-4D82-8685-6BF1-38E18FCD9B20}"/>
              </a:ext>
            </a:extLst>
          </p:cNvPr>
          <p:cNvSpPr/>
          <p:nvPr/>
        </p:nvSpPr>
        <p:spPr>
          <a:xfrm>
            <a:off x="12212057" y="2495849"/>
            <a:ext cx="3263091" cy="4998556"/>
          </a:xfrm>
          <a:prstGeom prst="roundRect">
            <a:avLst>
              <a:gd name="adj" fmla="val 9982"/>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Arial" panose="020B0604020202020204" pitchFamily="34" charset="0"/>
              <a:cs typeface="Arial" panose="020B0604020202020204" pitchFamily="34" charset="0"/>
            </a:endParaRPr>
          </a:p>
        </p:txBody>
      </p:sp>
      <p:sp>
        <p:nvSpPr>
          <p:cNvPr id="10" name="Number">
            <a:extLst>
              <a:ext uri="{FF2B5EF4-FFF2-40B4-BE49-F238E27FC236}">
                <a16:creationId xmlns:a16="http://schemas.microsoft.com/office/drawing/2014/main" id="{20B9E5C1-7840-F601-13BD-08243291E8D1}"/>
              </a:ext>
            </a:extLst>
          </p:cNvPr>
          <p:cNvSpPr txBox="1"/>
          <p:nvPr/>
        </p:nvSpPr>
        <p:spPr>
          <a:xfrm>
            <a:off x="12514382" y="3002997"/>
            <a:ext cx="867022" cy="738664"/>
          </a:xfrm>
          <a:prstGeom prst="rect">
            <a:avLst/>
          </a:prstGeom>
          <a:noFill/>
          <a:ln>
            <a:noFill/>
          </a:ln>
        </p:spPr>
        <p:txBody>
          <a:bodyPr wrap="square" lIns="0" tIns="0" rIns="0" bIns="0" rtlCol="0">
            <a:spAutoFit/>
          </a:bodyPr>
          <a:lstStyle/>
          <a:p>
            <a:r>
              <a:rPr lang="en-US" sz="4800" spc="-200" dirty="0">
                <a:solidFill>
                  <a:schemeClr val="accent1"/>
                </a:solidFill>
                <a:latin typeface="Arial" panose="020B0604020202020204" pitchFamily="34" charset="0"/>
                <a:ea typeface="Source Sans Pro Light" panose="020B0403030403020204" pitchFamily="34" charset="0"/>
                <a:cs typeface="Arial" panose="020B0604020202020204" pitchFamily="34" charset="0"/>
              </a:rPr>
              <a:t>4</a:t>
            </a:r>
          </a:p>
        </p:txBody>
      </p:sp>
      <p:sp>
        <p:nvSpPr>
          <p:cNvPr id="11" name="Title">
            <a:extLst>
              <a:ext uri="{FF2B5EF4-FFF2-40B4-BE49-F238E27FC236}">
                <a16:creationId xmlns:a16="http://schemas.microsoft.com/office/drawing/2014/main" id="{824A09E3-D2D0-CFA1-BD2A-FA9CE3777017}"/>
              </a:ext>
            </a:extLst>
          </p:cNvPr>
          <p:cNvSpPr txBox="1"/>
          <p:nvPr/>
        </p:nvSpPr>
        <p:spPr>
          <a:xfrm>
            <a:off x="1178833" y="4005689"/>
            <a:ext cx="2658443" cy="98943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a:lnSpc>
                <a:spcPct val="110000"/>
              </a:lnSpc>
              <a:spcBef>
                <a:spcPts val="900"/>
              </a:spcBef>
              <a:spcAft>
                <a:spcPts val="900"/>
              </a:spcAft>
              <a:defRPr sz="2000" kern="1200">
                <a:solidFill>
                  <a:schemeClr val="tx1"/>
                </a:solidFill>
              </a:defRPr>
            </a:lvl1pPr>
            <a:lvl2pPr marL="515938" indent="-244475">
              <a:lnSpc>
                <a:spcPct val="110000"/>
              </a:lnSpc>
              <a:spcBef>
                <a:spcPts val="900"/>
              </a:spcBef>
              <a:buFont typeface="Arial" panose="020B0604020202020204" pitchFamily="34" charset="0"/>
              <a:buChar char="•"/>
              <a:defRPr sz="1400" kern="1200">
                <a:solidFill>
                  <a:schemeClr val="tx1"/>
                </a:solidFill>
              </a:defRPr>
            </a:lvl2pPr>
          </a:lstStyle>
          <a:p>
            <a:r>
              <a:rPr lang="en-US" b="1" dirty="0"/>
              <a:t>DEFINITION OF TERMS AND SYSTEM ARCHITECTURE</a:t>
            </a:r>
          </a:p>
        </p:txBody>
      </p:sp>
      <p:sp>
        <p:nvSpPr>
          <p:cNvPr id="13" name="Title">
            <a:extLst>
              <a:ext uri="{FF2B5EF4-FFF2-40B4-BE49-F238E27FC236}">
                <a16:creationId xmlns:a16="http://schemas.microsoft.com/office/drawing/2014/main" id="{951B3A5A-345E-F5AA-792F-C4075EB7FFF1}"/>
              </a:ext>
            </a:extLst>
          </p:cNvPr>
          <p:cNvSpPr txBox="1"/>
          <p:nvPr/>
        </p:nvSpPr>
        <p:spPr>
          <a:xfrm>
            <a:off x="5053121" y="4005689"/>
            <a:ext cx="2658443" cy="650884"/>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a:lnSpc>
                <a:spcPct val="110000"/>
              </a:lnSpc>
              <a:spcBef>
                <a:spcPts val="900"/>
              </a:spcBef>
              <a:spcAft>
                <a:spcPts val="900"/>
              </a:spcAft>
              <a:defRPr sz="2000" kern="1200">
                <a:solidFill>
                  <a:schemeClr val="tx1"/>
                </a:solidFill>
              </a:defRPr>
            </a:lvl1pPr>
            <a:lvl2pPr marL="515938" indent="-244475">
              <a:lnSpc>
                <a:spcPct val="110000"/>
              </a:lnSpc>
              <a:spcBef>
                <a:spcPts val="900"/>
              </a:spcBef>
              <a:buFont typeface="Arial" panose="020B0604020202020204" pitchFamily="34" charset="0"/>
              <a:buChar char="•"/>
              <a:defRPr sz="1400" kern="1200">
                <a:solidFill>
                  <a:schemeClr val="tx1"/>
                </a:solidFill>
              </a:defRPr>
            </a:lvl2pPr>
          </a:lstStyle>
          <a:p>
            <a:r>
              <a:rPr lang="en-US" b="1" dirty="0"/>
              <a:t>BODS AND AGREEMENTS </a:t>
            </a:r>
          </a:p>
        </p:txBody>
      </p:sp>
      <p:sp>
        <p:nvSpPr>
          <p:cNvPr id="15" name="Title">
            <a:extLst>
              <a:ext uri="{FF2B5EF4-FFF2-40B4-BE49-F238E27FC236}">
                <a16:creationId xmlns:a16="http://schemas.microsoft.com/office/drawing/2014/main" id="{E2FC2A06-4C35-DE09-D0DC-F6BCA6598385}"/>
              </a:ext>
            </a:extLst>
          </p:cNvPr>
          <p:cNvSpPr txBox="1"/>
          <p:nvPr/>
        </p:nvSpPr>
        <p:spPr>
          <a:xfrm>
            <a:off x="8783752" y="4005689"/>
            <a:ext cx="2658443" cy="312330"/>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a:lnSpc>
                <a:spcPct val="110000"/>
              </a:lnSpc>
              <a:spcBef>
                <a:spcPts val="900"/>
              </a:spcBef>
              <a:spcAft>
                <a:spcPts val="900"/>
              </a:spcAft>
              <a:defRPr sz="2000" kern="1200">
                <a:solidFill>
                  <a:schemeClr val="tx1"/>
                </a:solidFill>
              </a:defRPr>
            </a:lvl1pPr>
            <a:lvl2pPr marL="515938" indent="-244475">
              <a:lnSpc>
                <a:spcPct val="110000"/>
              </a:lnSpc>
              <a:spcBef>
                <a:spcPts val="900"/>
              </a:spcBef>
              <a:buFont typeface="Arial" panose="020B0604020202020204" pitchFamily="34" charset="0"/>
              <a:buChar char="•"/>
              <a:defRPr sz="1400" kern="1200">
                <a:solidFill>
                  <a:schemeClr val="tx1"/>
                </a:solidFill>
              </a:defRPr>
            </a:lvl2pPr>
          </a:lstStyle>
          <a:p>
            <a:r>
              <a:rPr lang="en-US" b="1" dirty="0"/>
              <a:t>NAVIGATION</a:t>
            </a:r>
          </a:p>
        </p:txBody>
      </p:sp>
      <p:sp>
        <p:nvSpPr>
          <p:cNvPr id="17" name="Title">
            <a:extLst>
              <a:ext uri="{FF2B5EF4-FFF2-40B4-BE49-F238E27FC236}">
                <a16:creationId xmlns:a16="http://schemas.microsoft.com/office/drawing/2014/main" id="{38035E17-D7C3-0CF3-7257-CD071C6BE627}"/>
              </a:ext>
            </a:extLst>
          </p:cNvPr>
          <p:cNvSpPr txBox="1"/>
          <p:nvPr/>
        </p:nvSpPr>
        <p:spPr>
          <a:xfrm>
            <a:off x="12514382" y="4005689"/>
            <a:ext cx="2658443" cy="312330"/>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a:lnSpc>
                <a:spcPct val="110000"/>
              </a:lnSpc>
              <a:spcBef>
                <a:spcPts val="900"/>
              </a:spcBef>
              <a:spcAft>
                <a:spcPts val="900"/>
              </a:spcAft>
              <a:defRPr sz="2000" kern="1200">
                <a:solidFill>
                  <a:schemeClr val="tx1"/>
                </a:solidFill>
              </a:defRPr>
            </a:lvl1pPr>
            <a:lvl2pPr marL="515938" indent="-244475">
              <a:lnSpc>
                <a:spcPct val="110000"/>
              </a:lnSpc>
              <a:spcBef>
                <a:spcPts val="900"/>
              </a:spcBef>
              <a:buFont typeface="Arial" panose="020B0604020202020204" pitchFamily="34" charset="0"/>
              <a:buChar char="•"/>
              <a:defRPr sz="1400" kern="1200">
                <a:solidFill>
                  <a:schemeClr val="tx1"/>
                </a:solidFill>
              </a:defRPr>
            </a:lvl2pPr>
          </a:lstStyle>
          <a:p>
            <a:r>
              <a:rPr lang="en-US" b="1" dirty="0"/>
              <a:t>TROUBLE SHOOTING</a:t>
            </a:r>
          </a:p>
        </p:txBody>
      </p:sp>
      <p:sp>
        <p:nvSpPr>
          <p:cNvPr id="18" name="Content">
            <a:extLst>
              <a:ext uri="{FF2B5EF4-FFF2-40B4-BE49-F238E27FC236}">
                <a16:creationId xmlns:a16="http://schemas.microsoft.com/office/drawing/2014/main" id="{5B7843C2-FE70-2DB3-F1A6-0C9CAAADB0EE}"/>
              </a:ext>
            </a:extLst>
          </p:cNvPr>
          <p:cNvSpPr txBox="1"/>
          <p:nvPr/>
        </p:nvSpPr>
        <p:spPr>
          <a:xfrm>
            <a:off x="12514382" y="4562894"/>
            <a:ext cx="2658443" cy="692562"/>
          </a:xfrm>
          <a:prstGeom prst="rect">
            <a:avLst/>
          </a:prstGeom>
          <a:noFill/>
        </p:spPr>
        <p:txBody>
          <a:bodyPr wrap="square" lIns="0" tIns="0" rIns="0" bIns="0" rtlCol="0">
            <a:spAutoFit/>
          </a:bodyPr>
          <a:lstStyle>
            <a:defPPr marR="0" lvl="0" algn="l" rtl="0">
              <a:lnSpc>
                <a:spcPct val="100000"/>
              </a:lnSpc>
              <a:spcBef>
                <a:spcPts val="0"/>
              </a:spcBef>
              <a:spcAft>
                <a:spcPts val="0"/>
              </a:spcAft>
              <a:defRPr/>
            </a:defPPr>
            <a:lvl1pPr>
              <a:lnSpc>
                <a:spcPct val="110000"/>
              </a:lnSpc>
              <a:spcBef>
                <a:spcPts val="900"/>
              </a:spcBef>
              <a:spcAft>
                <a:spcPts val="900"/>
              </a:spcAft>
              <a:defRPr sz="2000" b="1" kern="1200">
                <a:solidFill>
                  <a:schemeClr val="tx1"/>
                </a:solidFill>
              </a:defRPr>
            </a:lvl1pPr>
            <a:lvl2pPr marL="515938" indent="-244475">
              <a:lnSpc>
                <a:spcPct val="110000"/>
              </a:lnSpc>
              <a:spcBef>
                <a:spcPts val="900"/>
              </a:spcBef>
              <a:buFont typeface="Arial" panose="020B0604020202020204" pitchFamily="34" charset="0"/>
              <a:buChar char="•"/>
              <a:defRPr sz="1400" kern="1200">
                <a:solidFill>
                  <a:schemeClr val="tx1"/>
                </a:solidFill>
              </a:defRPr>
            </a:lvl2pPr>
          </a:lstStyle>
          <a:p>
            <a:pPr marL="216000" indent="-216000">
              <a:spcBef>
                <a:spcPts val="0"/>
              </a:spcBef>
              <a:spcAft>
                <a:spcPts val="0"/>
              </a:spcAft>
              <a:buFont typeface="Arial" panose="020B0604020202020204" pitchFamily="34" charset="0"/>
              <a:buChar char="•"/>
            </a:pPr>
            <a:r>
              <a:rPr lang="en-US" sz="1400" b="0" dirty="0"/>
              <a:t>OIS275 TROUBLESHOOTING</a:t>
            </a:r>
          </a:p>
          <a:p>
            <a:pPr marL="216000" indent="-216000">
              <a:spcBef>
                <a:spcPts val="0"/>
              </a:spcBef>
              <a:spcAft>
                <a:spcPts val="0"/>
              </a:spcAft>
              <a:buFont typeface="Arial" panose="020B0604020202020204" pitchFamily="34" charset="0"/>
              <a:buChar char="•"/>
            </a:pPr>
            <a:r>
              <a:rPr lang="en-US" sz="1400" b="0" dirty="0"/>
              <a:t>ENTERPRISE COLLABORATOR FAILURE</a:t>
            </a:r>
          </a:p>
        </p:txBody>
      </p:sp>
    </p:spTree>
    <p:extLst>
      <p:ext uri="{BB962C8B-B14F-4D97-AF65-F5344CB8AC3E}">
        <p14:creationId xmlns:p14="http://schemas.microsoft.com/office/powerpoint/2010/main" val="24969287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CCB199-8797-8210-F731-44EE97C06BFC}"/>
              </a:ext>
            </a:extLst>
          </p:cNvPr>
          <p:cNvSpPr>
            <a:spLocks noGrp="1"/>
          </p:cNvSpPr>
          <p:nvPr>
            <p:ph type="title"/>
          </p:nvPr>
        </p:nvSpPr>
        <p:spPr>
          <a:xfrm>
            <a:off x="306977" y="3876350"/>
            <a:ext cx="8484326" cy="2411847"/>
          </a:xfrm>
        </p:spPr>
        <p:txBody>
          <a:bodyPr/>
          <a:lstStyle/>
          <a:p>
            <a:r>
              <a:rPr lang="en-US" dirty="0"/>
              <a:t>DEFINITION OF TERMS</a:t>
            </a:r>
          </a:p>
        </p:txBody>
      </p:sp>
    </p:spTree>
    <p:extLst>
      <p:ext uri="{BB962C8B-B14F-4D97-AF65-F5344CB8AC3E}">
        <p14:creationId xmlns:p14="http://schemas.microsoft.com/office/powerpoint/2010/main" val="121105832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D1EF065-4ED5-9859-F47D-337BADF3E461}"/>
              </a:ext>
            </a:extLst>
          </p:cNvPr>
          <p:cNvSpPr>
            <a:spLocks noGrp="1"/>
          </p:cNvSpPr>
          <p:nvPr>
            <p:ph type="title"/>
          </p:nvPr>
        </p:nvSpPr>
        <p:spPr/>
        <p:txBody>
          <a:bodyPr/>
          <a:lstStyle/>
          <a:p>
            <a:r>
              <a:rPr lang="en-US" dirty="0"/>
              <a:t>DEFINITION OF TERMS </a:t>
            </a:r>
          </a:p>
        </p:txBody>
      </p:sp>
      <p:sp>
        <p:nvSpPr>
          <p:cNvPr id="8" name="Subtitle 1">
            <a:extLst>
              <a:ext uri="{FF2B5EF4-FFF2-40B4-BE49-F238E27FC236}">
                <a16:creationId xmlns:a16="http://schemas.microsoft.com/office/drawing/2014/main" id="{DB1045CD-3404-D366-8FC6-6C9D07D2A345}"/>
              </a:ext>
            </a:extLst>
          </p:cNvPr>
          <p:cNvSpPr>
            <a:spLocks noGrp="1"/>
          </p:cNvSpPr>
          <p:nvPr>
            <p:ph type="body" sz="quarter" idx="13"/>
          </p:nvPr>
        </p:nvSpPr>
        <p:spPr>
          <a:xfrm>
            <a:off x="6929519" y="649066"/>
            <a:ext cx="8670696" cy="2411847"/>
          </a:xfrm>
        </p:spPr>
        <p:txBody>
          <a:bodyPr/>
          <a:lstStyle/>
          <a:p>
            <a:pPr algn="just"/>
            <a:r>
              <a:rPr lang="en-US" dirty="0"/>
              <a:t>Integrations in ASR for customer service revolves around outbound and inbound BOD documents that are sent from and to different external systems to automate the creation of customer sales orders as well as sending outbound information to trading partners such as order acknowledgements, advance shipment notifications and invoices. </a:t>
            </a:r>
          </a:p>
          <a:p>
            <a:pPr algn="just"/>
            <a:r>
              <a:rPr lang="en-US" dirty="0"/>
              <a:t> </a:t>
            </a:r>
          </a:p>
        </p:txBody>
      </p:sp>
      <p:sp>
        <p:nvSpPr>
          <p:cNvPr id="6" name="Rounded Rectangle 5">
            <a:extLst>
              <a:ext uri="{FF2B5EF4-FFF2-40B4-BE49-F238E27FC236}">
                <a16:creationId xmlns:a16="http://schemas.microsoft.com/office/drawing/2014/main" id="{05152A94-7012-F95D-A0F4-ADA9E7B98941}"/>
              </a:ext>
            </a:extLst>
          </p:cNvPr>
          <p:cNvSpPr/>
          <p:nvPr/>
        </p:nvSpPr>
        <p:spPr>
          <a:xfrm>
            <a:off x="876507" y="2557584"/>
            <a:ext cx="7135405" cy="1683829"/>
          </a:xfrm>
          <a:prstGeom prst="roundRect">
            <a:avLst>
              <a:gd name="adj" fmla="val 10451"/>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sp>
        <p:nvSpPr>
          <p:cNvPr id="9" name="Subtitle 2">
            <a:extLst>
              <a:ext uri="{FF2B5EF4-FFF2-40B4-BE49-F238E27FC236}">
                <a16:creationId xmlns:a16="http://schemas.microsoft.com/office/drawing/2014/main" id="{C6111F8B-CFBD-181A-F94E-0777BD9B9AD5}"/>
              </a:ext>
            </a:extLst>
          </p:cNvPr>
          <p:cNvSpPr txBox="1">
            <a:spLocks/>
          </p:cNvSpPr>
          <p:nvPr/>
        </p:nvSpPr>
        <p:spPr>
          <a:xfrm>
            <a:off x="2188158" y="2797271"/>
            <a:ext cx="5321737" cy="132810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defTabSz="609555">
              <a:lnSpc>
                <a:spcPct val="120000"/>
              </a:lnSpc>
              <a:buClrTx/>
              <a:buSzTx/>
              <a:defRPr/>
            </a:pPr>
            <a:r>
              <a:rPr lang="en-US" sz="2133" b="1" dirty="0">
                <a:ea typeface="Source Sans Pro" panose="020B0503030403020204" pitchFamily="34" charset="0"/>
                <a:cs typeface="+mn-cs"/>
              </a:rPr>
              <a:t>XML </a:t>
            </a:r>
          </a:p>
          <a:p>
            <a:pPr marL="0" indent="0" defTabSz="609555">
              <a:spcBef>
                <a:spcPts val="800"/>
              </a:spcBef>
              <a:buClrTx/>
              <a:buSzTx/>
              <a:defRPr/>
            </a:pPr>
            <a:r>
              <a:rPr lang="en-US" sz="1600" b="0" i="0" dirty="0">
                <a:solidFill>
                  <a:srgbClr val="001D35"/>
                </a:solidFill>
                <a:effectLst/>
                <a:latin typeface="Google Sans"/>
              </a:rPr>
              <a:t>stands for Extensible Markup Language, a markup language designed to store and transport data in a structured, human-readable, and machine-readable format. </a:t>
            </a:r>
            <a:endParaRPr lang="en-US" sz="1600" dirty="0"/>
          </a:p>
        </p:txBody>
      </p:sp>
      <p:grpSp>
        <p:nvGrpSpPr>
          <p:cNvPr id="10" name="briefcase">
            <a:extLst>
              <a:ext uri="{FF2B5EF4-FFF2-40B4-BE49-F238E27FC236}">
                <a16:creationId xmlns:a16="http://schemas.microsoft.com/office/drawing/2014/main" id="{E0EAF822-DB3E-0FA6-1563-7A162D4D328C}"/>
              </a:ext>
            </a:extLst>
          </p:cNvPr>
          <p:cNvGrpSpPr/>
          <p:nvPr/>
        </p:nvGrpSpPr>
        <p:grpSpPr>
          <a:xfrm>
            <a:off x="1326460" y="3147268"/>
            <a:ext cx="658628" cy="554595"/>
            <a:chOff x="9519722" y="6289688"/>
            <a:chExt cx="1971784" cy="1675106"/>
          </a:xfrm>
        </p:grpSpPr>
        <p:sp>
          <p:nvSpPr>
            <p:cNvPr id="11" name="Freeform 10">
              <a:extLst>
                <a:ext uri="{FF2B5EF4-FFF2-40B4-BE49-F238E27FC236}">
                  <a16:creationId xmlns:a16="http://schemas.microsoft.com/office/drawing/2014/main" id="{DFBA5A45-CA04-7B2B-00C2-89C4672C8E36}"/>
                </a:ext>
              </a:extLst>
            </p:cNvPr>
            <p:cNvSpPr/>
            <p:nvPr/>
          </p:nvSpPr>
          <p:spPr>
            <a:xfrm>
              <a:off x="9519722" y="6554179"/>
              <a:ext cx="1971784" cy="1410615"/>
            </a:xfrm>
            <a:custGeom>
              <a:avLst/>
              <a:gdLst>
                <a:gd name="connsiteX0" fmla="*/ 318880 w 434836"/>
                <a:gd name="connsiteY0" fmla="*/ 311083 h 311082"/>
                <a:gd name="connsiteX1" fmla="*/ 0 w 434836"/>
                <a:gd name="connsiteY1" fmla="*/ 311083 h 311082"/>
                <a:gd name="connsiteX2" fmla="*/ 0 w 434836"/>
                <a:gd name="connsiteY2" fmla="*/ 0 h 311082"/>
                <a:gd name="connsiteX3" fmla="*/ 434837 w 434836"/>
                <a:gd name="connsiteY3" fmla="*/ 0 h 311082"/>
                <a:gd name="connsiteX4" fmla="*/ 434837 w 434836"/>
                <a:gd name="connsiteY4" fmla="*/ 194427 h 311082"/>
                <a:gd name="connsiteX5" fmla="*/ 318880 w 434836"/>
                <a:gd name="connsiteY5" fmla="*/ 311083 h 31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36" h="311082">
                  <a:moveTo>
                    <a:pt x="318880" y="311083"/>
                  </a:moveTo>
                  <a:lnTo>
                    <a:pt x="0" y="311083"/>
                  </a:lnTo>
                  <a:lnTo>
                    <a:pt x="0" y="0"/>
                  </a:lnTo>
                  <a:lnTo>
                    <a:pt x="434837" y="0"/>
                  </a:lnTo>
                  <a:lnTo>
                    <a:pt x="434837" y="194427"/>
                  </a:lnTo>
                  <a:cubicBezTo>
                    <a:pt x="434837" y="258854"/>
                    <a:pt x="382921" y="311083"/>
                    <a:pt x="318880" y="311083"/>
                  </a:cubicBezTo>
                  <a:close/>
                </a:path>
              </a:pathLst>
            </a:custGeom>
            <a:noFill/>
            <a:ln w="15875" cap="flat">
              <a:solidFill>
                <a:schemeClr val="tx1"/>
              </a:solidFill>
              <a:prstDash val="solid"/>
              <a:miter/>
            </a:ln>
          </p:spPr>
          <p:txBody>
            <a:bodyPr rtlCol="0" anchor="ctr"/>
            <a:lstStyle/>
            <a:p>
              <a:endParaRPr lang="en-US" sz="3319"/>
            </a:p>
          </p:txBody>
        </p:sp>
        <p:sp>
          <p:nvSpPr>
            <p:cNvPr id="12" name="Freeform 11">
              <a:extLst>
                <a:ext uri="{FF2B5EF4-FFF2-40B4-BE49-F238E27FC236}">
                  <a16:creationId xmlns:a16="http://schemas.microsoft.com/office/drawing/2014/main" id="{69F6A26E-A6CB-F05B-07A9-85158F51708C}"/>
                </a:ext>
              </a:extLst>
            </p:cNvPr>
            <p:cNvSpPr/>
            <p:nvPr/>
          </p:nvSpPr>
          <p:spPr>
            <a:xfrm>
              <a:off x="10242710" y="6289688"/>
              <a:ext cx="525808" cy="264491"/>
            </a:xfrm>
            <a:custGeom>
              <a:avLst/>
              <a:gdLst>
                <a:gd name="connsiteX0" fmla="*/ 115957 w 115956"/>
                <a:gd name="connsiteY0" fmla="*/ 58328 h 58328"/>
                <a:gd name="connsiteX1" fmla="*/ 57978 w 115956"/>
                <a:gd name="connsiteY1" fmla="*/ 0 h 58328"/>
                <a:gd name="connsiteX2" fmla="*/ 0 w 115956"/>
                <a:gd name="connsiteY2" fmla="*/ 58328 h 58328"/>
              </a:gdLst>
              <a:ahLst/>
              <a:cxnLst>
                <a:cxn ang="0">
                  <a:pos x="connsiteX0" y="connsiteY0"/>
                </a:cxn>
                <a:cxn ang="0">
                  <a:pos x="connsiteX1" y="connsiteY1"/>
                </a:cxn>
                <a:cxn ang="0">
                  <a:pos x="connsiteX2" y="connsiteY2"/>
                </a:cxn>
              </a:cxnLst>
              <a:rect l="l" t="t" r="r" b="b"/>
              <a:pathLst>
                <a:path w="115956" h="58328">
                  <a:moveTo>
                    <a:pt x="115957" y="58328"/>
                  </a:moveTo>
                  <a:cubicBezTo>
                    <a:pt x="115957" y="26114"/>
                    <a:pt x="89999" y="0"/>
                    <a:pt x="57978" y="0"/>
                  </a:cubicBezTo>
                  <a:cubicBezTo>
                    <a:pt x="25958" y="0"/>
                    <a:pt x="0" y="26114"/>
                    <a:pt x="0" y="58328"/>
                  </a:cubicBezTo>
                </a:path>
              </a:pathLst>
            </a:custGeom>
            <a:noFill/>
            <a:ln w="15875" cap="flat">
              <a:solidFill>
                <a:schemeClr val="tx1"/>
              </a:solidFill>
              <a:prstDash val="solid"/>
              <a:miter/>
            </a:ln>
          </p:spPr>
          <p:txBody>
            <a:bodyPr rtlCol="0" anchor="ctr"/>
            <a:lstStyle/>
            <a:p>
              <a:endParaRPr lang="en-US" sz="3319"/>
            </a:p>
          </p:txBody>
        </p:sp>
        <p:sp>
          <p:nvSpPr>
            <p:cNvPr id="13" name="Freeform 12">
              <a:extLst>
                <a:ext uri="{FF2B5EF4-FFF2-40B4-BE49-F238E27FC236}">
                  <a16:creationId xmlns:a16="http://schemas.microsoft.com/office/drawing/2014/main" id="{4B7CC99B-85BB-897E-840D-4A2E7DB8236E}"/>
                </a:ext>
              </a:extLst>
            </p:cNvPr>
            <p:cNvSpPr/>
            <p:nvPr/>
          </p:nvSpPr>
          <p:spPr>
            <a:xfrm>
              <a:off x="9519722" y="7215405"/>
              <a:ext cx="390882"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14" name="Freeform 13">
              <a:extLst>
                <a:ext uri="{FF2B5EF4-FFF2-40B4-BE49-F238E27FC236}">
                  <a16:creationId xmlns:a16="http://schemas.microsoft.com/office/drawing/2014/main" id="{64A4F130-0335-D8E9-93E8-1C4021C05F42}"/>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5" name="Freeform 14">
              <a:extLst>
                <a:ext uri="{FF2B5EF4-FFF2-40B4-BE49-F238E27FC236}">
                  <a16:creationId xmlns:a16="http://schemas.microsoft.com/office/drawing/2014/main" id="{DCAF2F2D-2810-84F6-8B5E-CAAF3F3AE46A}"/>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6" name="Freeform 15">
              <a:extLst>
                <a:ext uri="{FF2B5EF4-FFF2-40B4-BE49-F238E27FC236}">
                  <a16:creationId xmlns:a16="http://schemas.microsoft.com/office/drawing/2014/main" id="{55B8A3B1-4BBA-2A9D-64BE-53F43B7ACF71}"/>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7" name="Freeform 16">
              <a:extLst>
                <a:ext uri="{FF2B5EF4-FFF2-40B4-BE49-F238E27FC236}">
                  <a16:creationId xmlns:a16="http://schemas.microsoft.com/office/drawing/2014/main" id="{0AE5944C-C607-6A7E-2CAD-065117CB496F}"/>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8" name="Freeform 17">
              <a:extLst>
                <a:ext uri="{FF2B5EF4-FFF2-40B4-BE49-F238E27FC236}">
                  <a16:creationId xmlns:a16="http://schemas.microsoft.com/office/drawing/2014/main" id="{0DF4E250-5608-21CB-703D-AD2833EC0879}"/>
                </a:ext>
              </a:extLst>
            </p:cNvPr>
            <p:cNvSpPr/>
            <p:nvPr/>
          </p:nvSpPr>
          <p:spPr>
            <a:xfrm>
              <a:off x="10089626" y="7215405"/>
              <a:ext cx="788435"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19" name="Freeform 18">
              <a:extLst>
                <a:ext uri="{FF2B5EF4-FFF2-40B4-BE49-F238E27FC236}">
                  <a16:creationId xmlns:a16="http://schemas.microsoft.com/office/drawing/2014/main" id="{7FE923D4-0839-D97C-E0C8-57E95FE9E550}"/>
                </a:ext>
              </a:extLst>
            </p:cNvPr>
            <p:cNvSpPr/>
            <p:nvPr/>
          </p:nvSpPr>
          <p:spPr>
            <a:xfrm>
              <a:off x="11053332" y="7215405"/>
              <a:ext cx="438174"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grpSp>
      <p:sp>
        <p:nvSpPr>
          <p:cNvPr id="54" name="Rounded Rectangle 53">
            <a:extLst>
              <a:ext uri="{FF2B5EF4-FFF2-40B4-BE49-F238E27FC236}">
                <a16:creationId xmlns:a16="http://schemas.microsoft.com/office/drawing/2014/main" id="{1BFAC2CA-3855-882C-CAF5-6BF077DE4706}"/>
              </a:ext>
            </a:extLst>
          </p:cNvPr>
          <p:cNvSpPr/>
          <p:nvPr/>
        </p:nvSpPr>
        <p:spPr>
          <a:xfrm>
            <a:off x="8238361" y="2557584"/>
            <a:ext cx="7135405" cy="1683829"/>
          </a:xfrm>
          <a:prstGeom prst="roundRect">
            <a:avLst>
              <a:gd name="adj" fmla="val 10451"/>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sp>
        <p:nvSpPr>
          <p:cNvPr id="55" name="Subtitle 2">
            <a:extLst>
              <a:ext uri="{FF2B5EF4-FFF2-40B4-BE49-F238E27FC236}">
                <a16:creationId xmlns:a16="http://schemas.microsoft.com/office/drawing/2014/main" id="{FEE1B3A1-0351-216C-1EBA-B5319E8BECFE}"/>
              </a:ext>
            </a:extLst>
          </p:cNvPr>
          <p:cNvSpPr txBox="1">
            <a:spLocks/>
          </p:cNvSpPr>
          <p:nvPr/>
        </p:nvSpPr>
        <p:spPr>
          <a:xfrm>
            <a:off x="9690512" y="2789703"/>
            <a:ext cx="5321737" cy="132810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defTabSz="609555">
              <a:lnSpc>
                <a:spcPct val="120000"/>
              </a:lnSpc>
              <a:buClrTx/>
              <a:buSzTx/>
              <a:defRPr/>
            </a:pPr>
            <a:r>
              <a:rPr lang="en-US" sz="2133" b="1" dirty="0">
                <a:ea typeface="Source Sans Pro" panose="020B0503030403020204" pitchFamily="34" charset="0"/>
                <a:cs typeface="+mn-cs"/>
              </a:rPr>
              <a:t>API</a:t>
            </a:r>
          </a:p>
          <a:p>
            <a:pPr marL="0" indent="0" algn="just" defTabSz="609555">
              <a:spcBef>
                <a:spcPts val="800"/>
              </a:spcBef>
              <a:buClrTx/>
              <a:buSzTx/>
              <a:defRPr/>
            </a:pPr>
            <a:r>
              <a:rPr lang="en-US" sz="1467" dirty="0">
                <a:solidFill>
                  <a:srgbClr val="001D35"/>
                </a:solidFill>
                <a:latin typeface="Google Sans"/>
                <a:ea typeface="Source Sans Pro" panose="020B0503030403020204" pitchFamily="34" charset="0"/>
                <a:cs typeface="+mn-cs"/>
              </a:rPr>
              <a:t>Application Programming Interface) is a set of rules and protocols that allows different software applications to communicate and exchange data. Think of it as a software intermediary that enables applications to "talk" to each other</a:t>
            </a:r>
          </a:p>
        </p:txBody>
      </p:sp>
      <p:grpSp>
        <p:nvGrpSpPr>
          <p:cNvPr id="56" name="briefcase">
            <a:extLst>
              <a:ext uri="{FF2B5EF4-FFF2-40B4-BE49-F238E27FC236}">
                <a16:creationId xmlns:a16="http://schemas.microsoft.com/office/drawing/2014/main" id="{53A73DB7-ADEE-6A7E-0257-68BE09F1F3F9}"/>
              </a:ext>
            </a:extLst>
          </p:cNvPr>
          <p:cNvGrpSpPr/>
          <p:nvPr/>
        </p:nvGrpSpPr>
        <p:grpSpPr>
          <a:xfrm>
            <a:off x="8688311" y="3147268"/>
            <a:ext cx="658628" cy="554595"/>
            <a:chOff x="9519722" y="6289688"/>
            <a:chExt cx="1971784" cy="1675106"/>
          </a:xfrm>
        </p:grpSpPr>
        <p:sp>
          <p:nvSpPr>
            <p:cNvPr id="57" name="Freeform 56">
              <a:extLst>
                <a:ext uri="{FF2B5EF4-FFF2-40B4-BE49-F238E27FC236}">
                  <a16:creationId xmlns:a16="http://schemas.microsoft.com/office/drawing/2014/main" id="{A9EDD316-5A6E-69D1-C3C5-41D477D7ECD6}"/>
                </a:ext>
              </a:extLst>
            </p:cNvPr>
            <p:cNvSpPr/>
            <p:nvPr/>
          </p:nvSpPr>
          <p:spPr>
            <a:xfrm>
              <a:off x="9519722" y="6554179"/>
              <a:ext cx="1971784" cy="1410615"/>
            </a:xfrm>
            <a:custGeom>
              <a:avLst/>
              <a:gdLst>
                <a:gd name="connsiteX0" fmla="*/ 318880 w 434836"/>
                <a:gd name="connsiteY0" fmla="*/ 311083 h 311082"/>
                <a:gd name="connsiteX1" fmla="*/ 0 w 434836"/>
                <a:gd name="connsiteY1" fmla="*/ 311083 h 311082"/>
                <a:gd name="connsiteX2" fmla="*/ 0 w 434836"/>
                <a:gd name="connsiteY2" fmla="*/ 0 h 311082"/>
                <a:gd name="connsiteX3" fmla="*/ 434837 w 434836"/>
                <a:gd name="connsiteY3" fmla="*/ 0 h 311082"/>
                <a:gd name="connsiteX4" fmla="*/ 434837 w 434836"/>
                <a:gd name="connsiteY4" fmla="*/ 194427 h 311082"/>
                <a:gd name="connsiteX5" fmla="*/ 318880 w 434836"/>
                <a:gd name="connsiteY5" fmla="*/ 311083 h 31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36" h="311082">
                  <a:moveTo>
                    <a:pt x="318880" y="311083"/>
                  </a:moveTo>
                  <a:lnTo>
                    <a:pt x="0" y="311083"/>
                  </a:lnTo>
                  <a:lnTo>
                    <a:pt x="0" y="0"/>
                  </a:lnTo>
                  <a:lnTo>
                    <a:pt x="434837" y="0"/>
                  </a:lnTo>
                  <a:lnTo>
                    <a:pt x="434837" y="194427"/>
                  </a:lnTo>
                  <a:cubicBezTo>
                    <a:pt x="434837" y="258854"/>
                    <a:pt x="382921" y="311083"/>
                    <a:pt x="318880" y="311083"/>
                  </a:cubicBezTo>
                  <a:close/>
                </a:path>
              </a:pathLst>
            </a:custGeom>
            <a:noFill/>
            <a:ln w="15875" cap="flat">
              <a:solidFill>
                <a:schemeClr val="tx1"/>
              </a:solidFill>
              <a:prstDash val="solid"/>
              <a:miter/>
            </a:ln>
          </p:spPr>
          <p:txBody>
            <a:bodyPr rtlCol="0" anchor="ctr"/>
            <a:lstStyle/>
            <a:p>
              <a:endParaRPr lang="en-US" sz="3319"/>
            </a:p>
          </p:txBody>
        </p:sp>
        <p:sp>
          <p:nvSpPr>
            <p:cNvPr id="58" name="Freeform 57">
              <a:extLst>
                <a:ext uri="{FF2B5EF4-FFF2-40B4-BE49-F238E27FC236}">
                  <a16:creationId xmlns:a16="http://schemas.microsoft.com/office/drawing/2014/main" id="{3E55FBB0-2E7B-0369-F5AC-535B9696532B}"/>
                </a:ext>
              </a:extLst>
            </p:cNvPr>
            <p:cNvSpPr/>
            <p:nvPr/>
          </p:nvSpPr>
          <p:spPr>
            <a:xfrm>
              <a:off x="10242710" y="6289688"/>
              <a:ext cx="525808" cy="264491"/>
            </a:xfrm>
            <a:custGeom>
              <a:avLst/>
              <a:gdLst>
                <a:gd name="connsiteX0" fmla="*/ 115957 w 115956"/>
                <a:gd name="connsiteY0" fmla="*/ 58328 h 58328"/>
                <a:gd name="connsiteX1" fmla="*/ 57978 w 115956"/>
                <a:gd name="connsiteY1" fmla="*/ 0 h 58328"/>
                <a:gd name="connsiteX2" fmla="*/ 0 w 115956"/>
                <a:gd name="connsiteY2" fmla="*/ 58328 h 58328"/>
              </a:gdLst>
              <a:ahLst/>
              <a:cxnLst>
                <a:cxn ang="0">
                  <a:pos x="connsiteX0" y="connsiteY0"/>
                </a:cxn>
                <a:cxn ang="0">
                  <a:pos x="connsiteX1" y="connsiteY1"/>
                </a:cxn>
                <a:cxn ang="0">
                  <a:pos x="connsiteX2" y="connsiteY2"/>
                </a:cxn>
              </a:cxnLst>
              <a:rect l="l" t="t" r="r" b="b"/>
              <a:pathLst>
                <a:path w="115956" h="58328">
                  <a:moveTo>
                    <a:pt x="115957" y="58328"/>
                  </a:moveTo>
                  <a:cubicBezTo>
                    <a:pt x="115957" y="26114"/>
                    <a:pt x="89999" y="0"/>
                    <a:pt x="57978" y="0"/>
                  </a:cubicBezTo>
                  <a:cubicBezTo>
                    <a:pt x="25958" y="0"/>
                    <a:pt x="0" y="26114"/>
                    <a:pt x="0" y="58328"/>
                  </a:cubicBezTo>
                </a:path>
              </a:pathLst>
            </a:custGeom>
            <a:noFill/>
            <a:ln w="15875" cap="flat">
              <a:solidFill>
                <a:schemeClr val="tx1"/>
              </a:solidFill>
              <a:prstDash val="solid"/>
              <a:miter/>
            </a:ln>
          </p:spPr>
          <p:txBody>
            <a:bodyPr rtlCol="0" anchor="ctr"/>
            <a:lstStyle/>
            <a:p>
              <a:endParaRPr lang="en-US" sz="3319"/>
            </a:p>
          </p:txBody>
        </p:sp>
        <p:sp>
          <p:nvSpPr>
            <p:cNvPr id="59" name="Freeform 58">
              <a:extLst>
                <a:ext uri="{FF2B5EF4-FFF2-40B4-BE49-F238E27FC236}">
                  <a16:creationId xmlns:a16="http://schemas.microsoft.com/office/drawing/2014/main" id="{1BDC28D3-CE74-B73D-4538-79CE2DD39D06}"/>
                </a:ext>
              </a:extLst>
            </p:cNvPr>
            <p:cNvSpPr/>
            <p:nvPr/>
          </p:nvSpPr>
          <p:spPr>
            <a:xfrm>
              <a:off x="9519722" y="7215405"/>
              <a:ext cx="390882"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60" name="Freeform 59">
              <a:extLst>
                <a:ext uri="{FF2B5EF4-FFF2-40B4-BE49-F238E27FC236}">
                  <a16:creationId xmlns:a16="http://schemas.microsoft.com/office/drawing/2014/main" id="{3EB5EFB7-3727-5D26-9432-16743B4B7260}"/>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61" name="Freeform 60">
              <a:extLst>
                <a:ext uri="{FF2B5EF4-FFF2-40B4-BE49-F238E27FC236}">
                  <a16:creationId xmlns:a16="http://schemas.microsoft.com/office/drawing/2014/main" id="{0CF272C2-19B2-6EBE-ABFD-426F1D5A3350}"/>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62" name="Freeform 61">
              <a:extLst>
                <a:ext uri="{FF2B5EF4-FFF2-40B4-BE49-F238E27FC236}">
                  <a16:creationId xmlns:a16="http://schemas.microsoft.com/office/drawing/2014/main" id="{A79267E4-97B7-447E-7E34-6EAD98004B54}"/>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63" name="Freeform 62">
              <a:extLst>
                <a:ext uri="{FF2B5EF4-FFF2-40B4-BE49-F238E27FC236}">
                  <a16:creationId xmlns:a16="http://schemas.microsoft.com/office/drawing/2014/main" id="{1BEA2806-7E35-3C5D-7BAC-B416F00295DF}"/>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64" name="Freeform 63">
              <a:extLst>
                <a:ext uri="{FF2B5EF4-FFF2-40B4-BE49-F238E27FC236}">
                  <a16:creationId xmlns:a16="http://schemas.microsoft.com/office/drawing/2014/main" id="{4BA678EE-53F3-B208-CFBE-F371EE99F8D9}"/>
                </a:ext>
              </a:extLst>
            </p:cNvPr>
            <p:cNvSpPr/>
            <p:nvPr/>
          </p:nvSpPr>
          <p:spPr>
            <a:xfrm>
              <a:off x="10089626" y="7215405"/>
              <a:ext cx="788435"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65" name="Freeform 64">
              <a:extLst>
                <a:ext uri="{FF2B5EF4-FFF2-40B4-BE49-F238E27FC236}">
                  <a16:creationId xmlns:a16="http://schemas.microsoft.com/office/drawing/2014/main" id="{5EF40816-E157-47E3-577F-FDDD00FD695E}"/>
                </a:ext>
              </a:extLst>
            </p:cNvPr>
            <p:cNvSpPr/>
            <p:nvPr/>
          </p:nvSpPr>
          <p:spPr>
            <a:xfrm>
              <a:off x="11053332" y="7215405"/>
              <a:ext cx="438174"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grpSp>
      <p:sp>
        <p:nvSpPr>
          <p:cNvPr id="66" name="Rounded Rectangle 65">
            <a:extLst>
              <a:ext uri="{FF2B5EF4-FFF2-40B4-BE49-F238E27FC236}">
                <a16:creationId xmlns:a16="http://schemas.microsoft.com/office/drawing/2014/main" id="{FBE47206-0AB7-FB02-20CC-8F583FA4FDFA}"/>
              </a:ext>
            </a:extLst>
          </p:cNvPr>
          <p:cNvSpPr/>
          <p:nvPr/>
        </p:nvSpPr>
        <p:spPr>
          <a:xfrm>
            <a:off x="876507" y="4428904"/>
            <a:ext cx="7135405" cy="1683829"/>
          </a:xfrm>
          <a:prstGeom prst="roundRect">
            <a:avLst>
              <a:gd name="adj" fmla="val 10451"/>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sp>
        <p:nvSpPr>
          <p:cNvPr id="67" name="Subtitle 2">
            <a:extLst>
              <a:ext uri="{FF2B5EF4-FFF2-40B4-BE49-F238E27FC236}">
                <a16:creationId xmlns:a16="http://schemas.microsoft.com/office/drawing/2014/main" id="{79C582E7-9A9F-BBAE-329A-A6B8FC761DEC}"/>
              </a:ext>
            </a:extLst>
          </p:cNvPr>
          <p:cNvSpPr txBox="1">
            <a:spLocks/>
          </p:cNvSpPr>
          <p:nvPr/>
        </p:nvSpPr>
        <p:spPr>
          <a:xfrm>
            <a:off x="2182300" y="4572000"/>
            <a:ext cx="5321737" cy="132810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defTabSz="609555">
              <a:lnSpc>
                <a:spcPct val="120000"/>
              </a:lnSpc>
              <a:buClrTx/>
              <a:buSzTx/>
              <a:defRPr/>
            </a:pPr>
            <a:r>
              <a:rPr lang="en-US" sz="2133" b="1" dirty="0">
                <a:ea typeface="Source Sans Pro" panose="020B0503030403020204" pitchFamily="34" charset="0"/>
                <a:cs typeface="+mn-cs"/>
              </a:rPr>
              <a:t>BOD</a:t>
            </a:r>
          </a:p>
          <a:p>
            <a:pPr marL="0" indent="0" algn="just" defTabSz="609555">
              <a:spcBef>
                <a:spcPts val="800"/>
              </a:spcBef>
              <a:buClrTx/>
              <a:buSzTx/>
              <a:defRPr/>
            </a:pPr>
            <a:r>
              <a:rPr lang="en-US" sz="1467" dirty="0">
                <a:solidFill>
                  <a:srgbClr val="001D35"/>
                </a:solidFill>
                <a:latin typeface="Google Sans"/>
                <a:ea typeface="Source Sans Pro" panose="020B0503030403020204" pitchFamily="34" charset="0"/>
                <a:cs typeface="+mn-cs"/>
              </a:rPr>
              <a:t>Business object documents (BODs) are XML messages used to exchange data between enterprises or enterprise applications. A BOD is composed of a noun, which identifies the message content, and a verb, which identifies the action to be taken with the document.</a:t>
            </a:r>
          </a:p>
        </p:txBody>
      </p:sp>
      <p:grpSp>
        <p:nvGrpSpPr>
          <p:cNvPr id="68" name="briefcase">
            <a:extLst>
              <a:ext uri="{FF2B5EF4-FFF2-40B4-BE49-F238E27FC236}">
                <a16:creationId xmlns:a16="http://schemas.microsoft.com/office/drawing/2014/main" id="{032AC14C-EE50-44CE-4445-FE7CDE0006C9}"/>
              </a:ext>
            </a:extLst>
          </p:cNvPr>
          <p:cNvGrpSpPr/>
          <p:nvPr/>
        </p:nvGrpSpPr>
        <p:grpSpPr>
          <a:xfrm>
            <a:off x="1326460" y="5018588"/>
            <a:ext cx="658628" cy="554595"/>
            <a:chOff x="9519722" y="6289688"/>
            <a:chExt cx="1971784" cy="1675106"/>
          </a:xfrm>
        </p:grpSpPr>
        <p:sp>
          <p:nvSpPr>
            <p:cNvPr id="69" name="Freeform 68">
              <a:extLst>
                <a:ext uri="{FF2B5EF4-FFF2-40B4-BE49-F238E27FC236}">
                  <a16:creationId xmlns:a16="http://schemas.microsoft.com/office/drawing/2014/main" id="{9AC07265-2B82-E757-006A-B5E77688582D}"/>
                </a:ext>
              </a:extLst>
            </p:cNvPr>
            <p:cNvSpPr/>
            <p:nvPr/>
          </p:nvSpPr>
          <p:spPr>
            <a:xfrm>
              <a:off x="9519722" y="6554179"/>
              <a:ext cx="1971784" cy="1410615"/>
            </a:xfrm>
            <a:custGeom>
              <a:avLst/>
              <a:gdLst>
                <a:gd name="connsiteX0" fmla="*/ 318880 w 434836"/>
                <a:gd name="connsiteY0" fmla="*/ 311083 h 311082"/>
                <a:gd name="connsiteX1" fmla="*/ 0 w 434836"/>
                <a:gd name="connsiteY1" fmla="*/ 311083 h 311082"/>
                <a:gd name="connsiteX2" fmla="*/ 0 w 434836"/>
                <a:gd name="connsiteY2" fmla="*/ 0 h 311082"/>
                <a:gd name="connsiteX3" fmla="*/ 434837 w 434836"/>
                <a:gd name="connsiteY3" fmla="*/ 0 h 311082"/>
                <a:gd name="connsiteX4" fmla="*/ 434837 w 434836"/>
                <a:gd name="connsiteY4" fmla="*/ 194427 h 311082"/>
                <a:gd name="connsiteX5" fmla="*/ 318880 w 434836"/>
                <a:gd name="connsiteY5" fmla="*/ 311083 h 31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36" h="311082">
                  <a:moveTo>
                    <a:pt x="318880" y="311083"/>
                  </a:moveTo>
                  <a:lnTo>
                    <a:pt x="0" y="311083"/>
                  </a:lnTo>
                  <a:lnTo>
                    <a:pt x="0" y="0"/>
                  </a:lnTo>
                  <a:lnTo>
                    <a:pt x="434837" y="0"/>
                  </a:lnTo>
                  <a:lnTo>
                    <a:pt x="434837" y="194427"/>
                  </a:lnTo>
                  <a:cubicBezTo>
                    <a:pt x="434837" y="258854"/>
                    <a:pt x="382921" y="311083"/>
                    <a:pt x="318880" y="311083"/>
                  </a:cubicBezTo>
                  <a:close/>
                </a:path>
              </a:pathLst>
            </a:custGeom>
            <a:noFill/>
            <a:ln w="15875" cap="flat">
              <a:solidFill>
                <a:schemeClr val="tx1"/>
              </a:solidFill>
              <a:prstDash val="solid"/>
              <a:miter/>
            </a:ln>
          </p:spPr>
          <p:txBody>
            <a:bodyPr rtlCol="0" anchor="ctr"/>
            <a:lstStyle/>
            <a:p>
              <a:endParaRPr lang="en-US" sz="3319"/>
            </a:p>
          </p:txBody>
        </p:sp>
        <p:sp>
          <p:nvSpPr>
            <p:cNvPr id="70" name="Freeform 69">
              <a:extLst>
                <a:ext uri="{FF2B5EF4-FFF2-40B4-BE49-F238E27FC236}">
                  <a16:creationId xmlns:a16="http://schemas.microsoft.com/office/drawing/2014/main" id="{2065B3B2-EE5D-01F4-FC19-C41F94C4C823}"/>
                </a:ext>
              </a:extLst>
            </p:cNvPr>
            <p:cNvSpPr/>
            <p:nvPr/>
          </p:nvSpPr>
          <p:spPr>
            <a:xfrm>
              <a:off x="10242710" y="6289688"/>
              <a:ext cx="525808" cy="264491"/>
            </a:xfrm>
            <a:custGeom>
              <a:avLst/>
              <a:gdLst>
                <a:gd name="connsiteX0" fmla="*/ 115957 w 115956"/>
                <a:gd name="connsiteY0" fmla="*/ 58328 h 58328"/>
                <a:gd name="connsiteX1" fmla="*/ 57978 w 115956"/>
                <a:gd name="connsiteY1" fmla="*/ 0 h 58328"/>
                <a:gd name="connsiteX2" fmla="*/ 0 w 115956"/>
                <a:gd name="connsiteY2" fmla="*/ 58328 h 58328"/>
              </a:gdLst>
              <a:ahLst/>
              <a:cxnLst>
                <a:cxn ang="0">
                  <a:pos x="connsiteX0" y="connsiteY0"/>
                </a:cxn>
                <a:cxn ang="0">
                  <a:pos x="connsiteX1" y="connsiteY1"/>
                </a:cxn>
                <a:cxn ang="0">
                  <a:pos x="connsiteX2" y="connsiteY2"/>
                </a:cxn>
              </a:cxnLst>
              <a:rect l="l" t="t" r="r" b="b"/>
              <a:pathLst>
                <a:path w="115956" h="58328">
                  <a:moveTo>
                    <a:pt x="115957" y="58328"/>
                  </a:moveTo>
                  <a:cubicBezTo>
                    <a:pt x="115957" y="26114"/>
                    <a:pt x="89999" y="0"/>
                    <a:pt x="57978" y="0"/>
                  </a:cubicBezTo>
                  <a:cubicBezTo>
                    <a:pt x="25958" y="0"/>
                    <a:pt x="0" y="26114"/>
                    <a:pt x="0" y="58328"/>
                  </a:cubicBezTo>
                </a:path>
              </a:pathLst>
            </a:custGeom>
            <a:noFill/>
            <a:ln w="15875" cap="flat">
              <a:solidFill>
                <a:schemeClr val="tx1"/>
              </a:solidFill>
              <a:prstDash val="solid"/>
              <a:miter/>
            </a:ln>
          </p:spPr>
          <p:txBody>
            <a:bodyPr rtlCol="0" anchor="ctr"/>
            <a:lstStyle/>
            <a:p>
              <a:endParaRPr lang="en-US" sz="3319"/>
            </a:p>
          </p:txBody>
        </p:sp>
        <p:sp>
          <p:nvSpPr>
            <p:cNvPr id="71" name="Freeform 70">
              <a:extLst>
                <a:ext uri="{FF2B5EF4-FFF2-40B4-BE49-F238E27FC236}">
                  <a16:creationId xmlns:a16="http://schemas.microsoft.com/office/drawing/2014/main" id="{AEC80BF5-2EE6-5BF5-DB8E-2E843168FDCE}"/>
                </a:ext>
              </a:extLst>
            </p:cNvPr>
            <p:cNvSpPr/>
            <p:nvPr/>
          </p:nvSpPr>
          <p:spPr>
            <a:xfrm>
              <a:off x="9519722" y="7215405"/>
              <a:ext cx="390882"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72" name="Freeform 71">
              <a:extLst>
                <a:ext uri="{FF2B5EF4-FFF2-40B4-BE49-F238E27FC236}">
                  <a16:creationId xmlns:a16="http://schemas.microsoft.com/office/drawing/2014/main" id="{491E058E-B531-AF93-513B-C222A1C6742B}"/>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73" name="Freeform 72">
              <a:extLst>
                <a:ext uri="{FF2B5EF4-FFF2-40B4-BE49-F238E27FC236}">
                  <a16:creationId xmlns:a16="http://schemas.microsoft.com/office/drawing/2014/main" id="{8306FCA7-854F-D112-8F1C-144D64C3B38D}"/>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74" name="Freeform 73">
              <a:extLst>
                <a:ext uri="{FF2B5EF4-FFF2-40B4-BE49-F238E27FC236}">
                  <a16:creationId xmlns:a16="http://schemas.microsoft.com/office/drawing/2014/main" id="{0CB5B754-BF6A-7709-2F8C-7CCFCDF1C8FA}"/>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75" name="Freeform 74">
              <a:extLst>
                <a:ext uri="{FF2B5EF4-FFF2-40B4-BE49-F238E27FC236}">
                  <a16:creationId xmlns:a16="http://schemas.microsoft.com/office/drawing/2014/main" id="{365D1BB8-642F-579D-F2B7-A83F7A152052}"/>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76" name="Freeform 75">
              <a:extLst>
                <a:ext uri="{FF2B5EF4-FFF2-40B4-BE49-F238E27FC236}">
                  <a16:creationId xmlns:a16="http://schemas.microsoft.com/office/drawing/2014/main" id="{E1ECD620-19A0-7B6A-472B-FEE762E4AE5F}"/>
                </a:ext>
              </a:extLst>
            </p:cNvPr>
            <p:cNvSpPr/>
            <p:nvPr/>
          </p:nvSpPr>
          <p:spPr>
            <a:xfrm>
              <a:off x="10089626" y="7215405"/>
              <a:ext cx="788435"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77" name="Freeform 76">
              <a:extLst>
                <a:ext uri="{FF2B5EF4-FFF2-40B4-BE49-F238E27FC236}">
                  <a16:creationId xmlns:a16="http://schemas.microsoft.com/office/drawing/2014/main" id="{7791288E-91C4-5C96-BAD6-9388C380A3A6}"/>
                </a:ext>
              </a:extLst>
            </p:cNvPr>
            <p:cNvSpPr/>
            <p:nvPr/>
          </p:nvSpPr>
          <p:spPr>
            <a:xfrm>
              <a:off x="11053332" y="7215405"/>
              <a:ext cx="438174"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grpSp>
      <p:sp>
        <p:nvSpPr>
          <p:cNvPr id="78" name="Rounded Rectangle 77">
            <a:extLst>
              <a:ext uri="{FF2B5EF4-FFF2-40B4-BE49-F238E27FC236}">
                <a16:creationId xmlns:a16="http://schemas.microsoft.com/office/drawing/2014/main" id="{8D060AD1-DDB9-1F47-DC4C-6174FA2A31B2}"/>
              </a:ext>
            </a:extLst>
          </p:cNvPr>
          <p:cNvSpPr/>
          <p:nvPr/>
        </p:nvSpPr>
        <p:spPr>
          <a:xfrm>
            <a:off x="8238361" y="4428904"/>
            <a:ext cx="7135405" cy="1683829"/>
          </a:xfrm>
          <a:prstGeom prst="roundRect">
            <a:avLst>
              <a:gd name="adj" fmla="val 10451"/>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sp>
        <p:nvSpPr>
          <p:cNvPr id="79" name="Subtitle 2">
            <a:extLst>
              <a:ext uri="{FF2B5EF4-FFF2-40B4-BE49-F238E27FC236}">
                <a16:creationId xmlns:a16="http://schemas.microsoft.com/office/drawing/2014/main" id="{9FCCBBD8-AD38-E384-4162-D37ABAA6988F}"/>
              </a:ext>
            </a:extLst>
          </p:cNvPr>
          <p:cNvSpPr txBox="1">
            <a:spLocks/>
          </p:cNvSpPr>
          <p:nvPr/>
        </p:nvSpPr>
        <p:spPr>
          <a:xfrm>
            <a:off x="9588436" y="4533536"/>
            <a:ext cx="5321737" cy="132810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defTabSz="609555">
              <a:lnSpc>
                <a:spcPct val="120000"/>
              </a:lnSpc>
              <a:buClrTx/>
              <a:buSzTx/>
              <a:defRPr/>
            </a:pPr>
            <a:r>
              <a:rPr lang="en-US" sz="2133" b="1" dirty="0">
                <a:ea typeface="Source Sans Pro" panose="020B0503030403020204" pitchFamily="34" charset="0"/>
                <a:cs typeface="+mn-cs"/>
              </a:rPr>
              <a:t>Infor ION</a:t>
            </a:r>
          </a:p>
          <a:p>
            <a:pPr marL="0" indent="0" defTabSz="609555">
              <a:spcBef>
                <a:spcPts val="800"/>
              </a:spcBef>
              <a:buClrTx/>
              <a:buSzTx/>
              <a:defRPr/>
            </a:pPr>
            <a:r>
              <a:rPr lang="en-US" sz="1467" dirty="0">
                <a:solidFill>
                  <a:srgbClr val="001D35"/>
                </a:solidFill>
                <a:latin typeface="Google Sans"/>
                <a:ea typeface="Source Sans Pro" panose="020B0503030403020204" pitchFamily="34" charset="0"/>
                <a:cs typeface="+mn-cs"/>
              </a:rPr>
              <a:t>Infor's advanced middleware cloud platform, a true integration platform as a service (iPaaS), designed to integrate both Infor and third-party enterprise solutions, acting as a central hub for data flow and connectivity. </a:t>
            </a:r>
          </a:p>
        </p:txBody>
      </p:sp>
      <p:grpSp>
        <p:nvGrpSpPr>
          <p:cNvPr id="80" name="briefcase">
            <a:extLst>
              <a:ext uri="{FF2B5EF4-FFF2-40B4-BE49-F238E27FC236}">
                <a16:creationId xmlns:a16="http://schemas.microsoft.com/office/drawing/2014/main" id="{75421604-6003-50AF-25DA-1EFC41270BCB}"/>
              </a:ext>
            </a:extLst>
          </p:cNvPr>
          <p:cNvGrpSpPr/>
          <p:nvPr/>
        </p:nvGrpSpPr>
        <p:grpSpPr>
          <a:xfrm>
            <a:off x="8688311" y="5018588"/>
            <a:ext cx="658628" cy="554595"/>
            <a:chOff x="9519722" y="6289688"/>
            <a:chExt cx="1971784" cy="1675106"/>
          </a:xfrm>
        </p:grpSpPr>
        <p:sp>
          <p:nvSpPr>
            <p:cNvPr id="81" name="Freeform 80">
              <a:extLst>
                <a:ext uri="{FF2B5EF4-FFF2-40B4-BE49-F238E27FC236}">
                  <a16:creationId xmlns:a16="http://schemas.microsoft.com/office/drawing/2014/main" id="{608C342B-F385-4A19-D5A4-3846D54F6F14}"/>
                </a:ext>
              </a:extLst>
            </p:cNvPr>
            <p:cNvSpPr/>
            <p:nvPr/>
          </p:nvSpPr>
          <p:spPr>
            <a:xfrm>
              <a:off x="9519722" y="6554179"/>
              <a:ext cx="1971784" cy="1410615"/>
            </a:xfrm>
            <a:custGeom>
              <a:avLst/>
              <a:gdLst>
                <a:gd name="connsiteX0" fmla="*/ 318880 w 434836"/>
                <a:gd name="connsiteY0" fmla="*/ 311083 h 311082"/>
                <a:gd name="connsiteX1" fmla="*/ 0 w 434836"/>
                <a:gd name="connsiteY1" fmla="*/ 311083 h 311082"/>
                <a:gd name="connsiteX2" fmla="*/ 0 w 434836"/>
                <a:gd name="connsiteY2" fmla="*/ 0 h 311082"/>
                <a:gd name="connsiteX3" fmla="*/ 434837 w 434836"/>
                <a:gd name="connsiteY3" fmla="*/ 0 h 311082"/>
                <a:gd name="connsiteX4" fmla="*/ 434837 w 434836"/>
                <a:gd name="connsiteY4" fmla="*/ 194427 h 311082"/>
                <a:gd name="connsiteX5" fmla="*/ 318880 w 434836"/>
                <a:gd name="connsiteY5" fmla="*/ 311083 h 31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36" h="311082">
                  <a:moveTo>
                    <a:pt x="318880" y="311083"/>
                  </a:moveTo>
                  <a:lnTo>
                    <a:pt x="0" y="311083"/>
                  </a:lnTo>
                  <a:lnTo>
                    <a:pt x="0" y="0"/>
                  </a:lnTo>
                  <a:lnTo>
                    <a:pt x="434837" y="0"/>
                  </a:lnTo>
                  <a:lnTo>
                    <a:pt x="434837" y="194427"/>
                  </a:lnTo>
                  <a:cubicBezTo>
                    <a:pt x="434837" y="258854"/>
                    <a:pt x="382921" y="311083"/>
                    <a:pt x="318880" y="311083"/>
                  </a:cubicBezTo>
                  <a:close/>
                </a:path>
              </a:pathLst>
            </a:custGeom>
            <a:noFill/>
            <a:ln w="15875" cap="flat">
              <a:solidFill>
                <a:schemeClr val="tx1"/>
              </a:solidFill>
              <a:prstDash val="solid"/>
              <a:miter/>
            </a:ln>
          </p:spPr>
          <p:txBody>
            <a:bodyPr rtlCol="0" anchor="ctr"/>
            <a:lstStyle/>
            <a:p>
              <a:endParaRPr lang="en-US" sz="3319"/>
            </a:p>
          </p:txBody>
        </p:sp>
        <p:sp>
          <p:nvSpPr>
            <p:cNvPr id="82" name="Freeform 81">
              <a:extLst>
                <a:ext uri="{FF2B5EF4-FFF2-40B4-BE49-F238E27FC236}">
                  <a16:creationId xmlns:a16="http://schemas.microsoft.com/office/drawing/2014/main" id="{43126DAF-CEA9-BA69-110B-7101A27FDD39}"/>
                </a:ext>
              </a:extLst>
            </p:cNvPr>
            <p:cNvSpPr/>
            <p:nvPr/>
          </p:nvSpPr>
          <p:spPr>
            <a:xfrm>
              <a:off x="10242710" y="6289688"/>
              <a:ext cx="525808" cy="264491"/>
            </a:xfrm>
            <a:custGeom>
              <a:avLst/>
              <a:gdLst>
                <a:gd name="connsiteX0" fmla="*/ 115957 w 115956"/>
                <a:gd name="connsiteY0" fmla="*/ 58328 h 58328"/>
                <a:gd name="connsiteX1" fmla="*/ 57978 w 115956"/>
                <a:gd name="connsiteY1" fmla="*/ 0 h 58328"/>
                <a:gd name="connsiteX2" fmla="*/ 0 w 115956"/>
                <a:gd name="connsiteY2" fmla="*/ 58328 h 58328"/>
              </a:gdLst>
              <a:ahLst/>
              <a:cxnLst>
                <a:cxn ang="0">
                  <a:pos x="connsiteX0" y="connsiteY0"/>
                </a:cxn>
                <a:cxn ang="0">
                  <a:pos x="connsiteX1" y="connsiteY1"/>
                </a:cxn>
                <a:cxn ang="0">
                  <a:pos x="connsiteX2" y="connsiteY2"/>
                </a:cxn>
              </a:cxnLst>
              <a:rect l="l" t="t" r="r" b="b"/>
              <a:pathLst>
                <a:path w="115956" h="58328">
                  <a:moveTo>
                    <a:pt x="115957" y="58328"/>
                  </a:moveTo>
                  <a:cubicBezTo>
                    <a:pt x="115957" y="26114"/>
                    <a:pt x="89999" y="0"/>
                    <a:pt x="57978" y="0"/>
                  </a:cubicBezTo>
                  <a:cubicBezTo>
                    <a:pt x="25958" y="0"/>
                    <a:pt x="0" y="26114"/>
                    <a:pt x="0" y="58328"/>
                  </a:cubicBezTo>
                </a:path>
              </a:pathLst>
            </a:custGeom>
            <a:noFill/>
            <a:ln w="15875" cap="flat">
              <a:solidFill>
                <a:schemeClr val="tx1"/>
              </a:solidFill>
              <a:prstDash val="solid"/>
              <a:miter/>
            </a:ln>
          </p:spPr>
          <p:txBody>
            <a:bodyPr rtlCol="0" anchor="ctr"/>
            <a:lstStyle/>
            <a:p>
              <a:endParaRPr lang="en-US" sz="3319"/>
            </a:p>
          </p:txBody>
        </p:sp>
        <p:sp>
          <p:nvSpPr>
            <p:cNvPr id="83" name="Freeform 82">
              <a:extLst>
                <a:ext uri="{FF2B5EF4-FFF2-40B4-BE49-F238E27FC236}">
                  <a16:creationId xmlns:a16="http://schemas.microsoft.com/office/drawing/2014/main" id="{BB41798D-DAB3-9D6E-A9A3-A57739D66877}"/>
                </a:ext>
              </a:extLst>
            </p:cNvPr>
            <p:cNvSpPr/>
            <p:nvPr/>
          </p:nvSpPr>
          <p:spPr>
            <a:xfrm>
              <a:off x="9519722" y="7215405"/>
              <a:ext cx="390882"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84" name="Freeform 83">
              <a:extLst>
                <a:ext uri="{FF2B5EF4-FFF2-40B4-BE49-F238E27FC236}">
                  <a16:creationId xmlns:a16="http://schemas.microsoft.com/office/drawing/2014/main" id="{7F7BC136-7613-4831-CF28-05AD7253730B}"/>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85" name="Freeform 84">
              <a:extLst>
                <a:ext uri="{FF2B5EF4-FFF2-40B4-BE49-F238E27FC236}">
                  <a16:creationId xmlns:a16="http://schemas.microsoft.com/office/drawing/2014/main" id="{9006CBD2-4E12-05D3-CB28-D25C64C39239}"/>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86" name="Freeform 85">
              <a:extLst>
                <a:ext uri="{FF2B5EF4-FFF2-40B4-BE49-F238E27FC236}">
                  <a16:creationId xmlns:a16="http://schemas.microsoft.com/office/drawing/2014/main" id="{E3A6719D-CAAC-8A16-0200-E9F68E290E4B}"/>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87" name="Freeform 86">
              <a:extLst>
                <a:ext uri="{FF2B5EF4-FFF2-40B4-BE49-F238E27FC236}">
                  <a16:creationId xmlns:a16="http://schemas.microsoft.com/office/drawing/2014/main" id="{FD31E0F6-D66D-2A71-FCA1-F2E956BF19E5}"/>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88" name="Freeform 87">
              <a:extLst>
                <a:ext uri="{FF2B5EF4-FFF2-40B4-BE49-F238E27FC236}">
                  <a16:creationId xmlns:a16="http://schemas.microsoft.com/office/drawing/2014/main" id="{58C68AC5-476F-690A-9FD1-323BB5DE5D14}"/>
                </a:ext>
              </a:extLst>
            </p:cNvPr>
            <p:cNvSpPr/>
            <p:nvPr/>
          </p:nvSpPr>
          <p:spPr>
            <a:xfrm>
              <a:off x="10089626" y="7215405"/>
              <a:ext cx="788435"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89" name="Freeform 88">
              <a:extLst>
                <a:ext uri="{FF2B5EF4-FFF2-40B4-BE49-F238E27FC236}">
                  <a16:creationId xmlns:a16="http://schemas.microsoft.com/office/drawing/2014/main" id="{B9033E4C-0A41-2185-6209-319244EE07B3}"/>
                </a:ext>
              </a:extLst>
            </p:cNvPr>
            <p:cNvSpPr/>
            <p:nvPr/>
          </p:nvSpPr>
          <p:spPr>
            <a:xfrm>
              <a:off x="11053332" y="7215405"/>
              <a:ext cx="438174"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grpSp>
      <p:sp>
        <p:nvSpPr>
          <p:cNvPr id="90" name="Rounded Rectangle 89">
            <a:extLst>
              <a:ext uri="{FF2B5EF4-FFF2-40B4-BE49-F238E27FC236}">
                <a16:creationId xmlns:a16="http://schemas.microsoft.com/office/drawing/2014/main" id="{B0D6F173-9E75-0ADB-DDB7-821AC6099A40}"/>
              </a:ext>
            </a:extLst>
          </p:cNvPr>
          <p:cNvSpPr/>
          <p:nvPr/>
        </p:nvSpPr>
        <p:spPr>
          <a:xfrm>
            <a:off x="876507" y="6337041"/>
            <a:ext cx="7135405" cy="1683829"/>
          </a:xfrm>
          <a:prstGeom prst="roundRect">
            <a:avLst>
              <a:gd name="adj" fmla="val 10451"/>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sp>
        <p:nvSpPr>
          <p:cNvPr id="91" name="Subtitle 2">
            <a:extLst>
              <a:ext uri="{FF2B5EF4-FFF2-40B4-BE49-F238E27FC236}">
                <a16:creationId xmlns:a16="http://schemas.microsoft.com/office/drawing/2014/main" id="{B2A97FCC-13AD-7768-011B-48BB548D8CCE}"/>
              </a:ext>
            </a:extLst>
          </p:cNvPr>
          <p:cNvSpPr txBox="1">
            <a:spLocks/>
          </p:cNvSpPr>
          <p:nvPr/>
        </p:nvSpPr>
        <p:spPr>
          <a:xfrm>
            <a:off x="2180216" y="6514903"/>
            <a:ext cx="5321737" cy="132810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algn="just" defTabSz="609555">
              <a:lnSpc>
                <a:spcPct val="120000"/>
              </a:lnSpc>
              <a:buClrTx/>
              <a:buSzTx/>
              <a:defRPr/>
            </a:pPr>
            <a:r>
              <a:rPr lang="en-US" sz="2133" b="1" dirty="0">
                <a:ea typeface="Source Sans Pro" panose="020B0503030403020204" pitchFamily="34" charset="0"/>
                <a:cs typeface="+mn-cs"/>
              </a:rPr>
              <a:t>EDI Broker </a:t>
            </a:r>
          </a:p>
          <a:p>
            <a:pPr marL="0" indent="0" algn="just" defTabSz="609555">
              <a:spcBef>
                <a:spcPts val="800"/>
              </a:spcBef>
              <a:buClrTx/>
              <a:buSzTx/>
              <a:defRPr/>
            </a:pPr>
            <a:r>
              <a:rPr lang="en-US" sz="1600" b="0" i="0" dirty="0">
                <a:solidFill>
                  <a:srgbClr val="001D35"/>
                </a:solidFill>
                <a:effectLst/>
                <a:latin typeface="Google Sans"/>
              </a:rPr>
              <a:t>facilitates electronic data interchange (EDI) by acting as an intermediary, translating and delivering business documents between organizations using different EDI standards or formats, essentially acting as a bridge for seamless communication. </a:t>
            </a:r>
            <a:r>
              <a:rPr lang="en-US" sz="1467" dirty="0">
                <a:ea typeface="Source Sans Pro" panose="020B0503030403020204" pitchFamily="34" charset="0"/>
                <a:cs typeface="+mn-cs"/>
              </a:rPr>
              <a:t>. </a:t>
            </a:r>
            <a:endParaRPr lang="en-US" sz="1467" dirty="0"/>
          </a:p>
        </p:txBody>
      </p:sp>
      <p:grpSp>
        <p:nvGrpSpPr>
          <p:cNvPr id="92" name="briefcase">
            <a:extLst>
              <a:ext uri="{FF2B5EF4-FFF2-40B4-BE49-F238E27FC236}">
                <a16:creationId xmlns:a16="http://schemas.microsoft.com/office/drawing/2014/main" id="{A69B9954-FDD0-C49B-8F78-5588D0E09262}"/>
              </a:ext>
            </a:extLst>
          </p:cNvPr>
          <p:cNvGrpSpPr/>
          <p:nvPr/>
        </p:nvGrpSpPr>
        <p:grpSpPr>
          <a:xfrm>
            <a:off x="1326460" y="6926726"/>
            <a:ext cx="658628" cy="554595"/>
            <a:chOff x="9519722" y="6289688"/>
            <a:chExt cx="1971784" cy="1675106"/>
          </a:xfrm>
        </p:grpSpPr>
        <p:sp>
          <p:nvSpPr>
            <p:cNvPr id="93" name="Freeform 92">
              <a:extLst>
                <a:ext uri="{FF2B5EF4-FFF2-40B4-BE49-F238E27FC236}">
                  <a16:creationId xmlns:a16="http://schemas.microsoft.com/office/drawing/2014/main" id="{E103F0D1-C5AB-FE51-C07E-A311FE1059DC}"/>
                </a:ext>
              </a:extLst>
            </p:cNvPr>
            <p:cNvSpPr/>
            <p:nvPr/>
          </p:nvSpPr>
          <p:spPr>
            <a:xfrm>
              <a:off x="9519722" y="6554179"/>
              <a:ext cx="1971784" cy="1410615"/>
            </a:xfrm>
            <a:custGeom>
              <a:avLst/>
              <a:gdLst>
                <a:gd name="connsiteX0" fmla="*/ 318880 w 434836"/>
                <a:gd name="connsiteY0" fmla="*/ 311083 h 311082"/>
                <a:gd name="connsiteX1" fmla="*/ 0 w 434836"/>
                <a:gd name="connsiteY1" fmla="*/ 311083 h 311082"/>
                <a:gd name="connsiteX2" fmla="*/ 0 w 434836"/>
                <a:gd name="connsiteY2" fmla="*/ 0 h 311082"/>
                <a:gd name="connsiteX3" fmla="*/ 434837 w 434836"/>
                <a:gd name="connsiteY3" fmla="*/ 0 h 311082"/>
                <a:gd name="connsiteX4" fmla="*/ 434837 w 434836"/>
                <a:gd name="connsiteY4" fmla="*/ 194427 h 311082"/>
                <a:gd name="connsiteX5" fmla="*/ 318880 w 434836"/>
                <a:gd name="connsiteY5" fmla="*/ 311083 h 31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36" h="311082">
                  <a:moveTo>
                    <a:pt x="318880" y="311083"/>
                  </a:moveTo>
                  <a:lnTo>
                    <a:pt x="0" y="311083"/>
                  </a:lnTo>
                  <a:lnTo>
                    <a:pt x="0" y="0"/>
                  </a:lnTo>
                  <a:lnTo>
                    <a:pt x="434837" y="0"/>
                  </a:lnTo>
                  <a:lnTo>
                    <a:pt x="434837" y="194427"/>
                  </a:lnTo>
                  <a:cubicBezTo>
                    <a:pt x="434837" y="258854"/>
                    <a:pt x="382921" y="311083"/>
                    <a:pt x="318880" y="311083"/>
                  </a:cubicBezTo>
                  <a:close/>
                </a:path>
              </a:pathLst>
            </a:custGeom>
            <a:noFill/>
            <a:ln w="15875" cap="flat">
              <a:solidFill>
                <a:schemeClr val="tx1"/>
              </a:solidFill>
              <a:prstDash val="solid"/>
              <a:miter/>
            </a:ln>
          </p:spPr>
          <p:txBody>
            <a:bodyPr rtlCol="0" anchor="ctr"/>
            <a:lstStyle/>
            <a:p>
              <a:endParaRPr lang="en-US" sz="3319"/>
            </a:p>
          </p:txBody>
        </p:sp>
        <p:sp>
          <p:nvSpPr>
            <p:cNvPr id="94" name="Freeform 93">
              <a:extLst>
                <a:ext uri="{FF2B5EF4-FFF2-40B4-BE49-F238E27FC236}">
                  <a16:creationId xmlns:a16="http://schemas.microsoft.com/office/drawing/2014/main" id="{C02F110F-D367-7422-7167-0113EBF6F5B5}"/>
                </a:ext>
              </a:extLst>
            </p:cNvPr>
            <p:cNvSpPr/>
            <p:nvPr/>
          </p:nvSpPr>
          <p:spPr>
            <a:xfrm>
              <a:off x="10242710" y="6289688"/>
              <a:ext cx="525808" cy="264491"/>
            </a:xfrm>
            <a:custGeom>
              <a:avLst/>
              <a:gdLst>
                <a:gd name="connsiteX0" fmla="*/ 115957 w 115956"/>
                <a:gd name="connsiteY0" fmla="*/ 58328 h 58328"/>
                <a:gd name="connsiteX1" fmla="*/ 57978 w 115956"/>
                <a:gd name="connsiteY1" fmla="*/ 0 h 58328"/>
                <a:gd name="connsiteX2" fmla="*/ 0 w 115956"/>
                <a:gd name="connsiteY2" fmla="*/ 58328 h 58328"/>
              </a:gdLst>
              <a:ahLst/>
              <a:cxnLst>
                <a:cxn ang="0">
                  <a:pos x="connsiteX0" y="connsiteY0"/>
                </a:cxn>
                <a:cxn ang="0">
                  <a:pos x="connsiteX1" y="connsiteY1"/>
                </a:cxn>
                <a:cxn ang="0">
                  <a:pos x="connsiteX2" y="connsiteY2"/>
                </a:cxn>
              </a:cxnLst>
              <a:rect l="l" t="t" r="r" b="b"/>
              <a:pathLst>
                <a:path w="115956" h="58328">
                  <a:moveTo>
                    <a:pt x="115957" y="58328"/>
                  </a:moveTo>
                  <a:cubicBezTo>
                    <a:pt x="115957" y="26114"/>
                    <a:pt x="89999" y="0"/>
                    <a:pt x="57978" y="0"/>
                  </a:cubicBezTo>
                  <a:cubicBezTo>
                    <a:pt x="25958" y="0"/>
                    <a:pt x="0" y="26114"/>
                    <a:pt x="0" y="58328"/>
                  </a:cubicBezTo>
                </a:path>
              </a:pathLst>
            </a:custGeom>
            <a:noFill/>
            <a:ln w="15875" cap="flat">
              <a:solidFill>
                <a:schemeClr val="tx1"/>
              </a:solidFill>
              <a:prstDash val="solid"/>
              <a:miter/>
            </a:ln>
          </p:spPr>
          <p:txBody>
            <a:bodyPr rtlCol="0" anchor="ctr"/>
            <a:lstStyle/>
            <a:p>
              <a:endParaRPr lang="en-US" sz="3319"/>
            </a:p>
          </p:txBody>
        </p:sp>
        <p:sp>
          <p:nvSpPr>
            <p:cNvPr id="95" name="Freeform 94">
              <a:extLst>
                <a:ext uri="{FF2B5EF4-FFF2-40B4-BE49-F238E27FC236}">
                  <a16:creationId xmlns:a16="http://schemas.microsoft.com/office/drawing/2014/main" id="{580CE1CC-D174-F673-65D2-A08C6658C491}"/>
                </a:ext>
              </a:extLst>
            </p:cNvPr>
            <p:cNvSpPr/>
            <p:nvPr/>
          </p:nvSpPr>
          <p:spPr>
            <a:xfrm>
              <a:off x="9519722" y="7215405"/>
              <a:ext cx="390882"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96" name="Freeform 95">
              <a:extLst>
                <a:ext uri="{FF2B5EF4-FFF2-40B4-BE49-F238E27FC236}">
                  <a16:creationId xmlns:a16="http://schemas.microsoft.com/office/drawing/2014/main" id="{18AFFA2F-B0AE-8DB0-18E4-EE23DB4AA2C9}"/>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97" name="Freeform 96">
              <a:extLst>
                <a:ext uri="{FF2B5EF4-FFF2-40B4-BE49-F238E27FC236}">
                  <a16:creationId xmlns:a16="http://schemas.microsoft.com/office/drawing/2014/main" id="{FBFC9C19-8E7B-A45E-D44D-2EAB6A50909D}"/>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98" name="Freeform 97">
              <a:extLst>
                <a:ext uri="{FF2B5EF4-FFF2-40B4-BE49-F238E27FC236}">
                  <a16:creationId xmlns:a16="http://schemas.microsoft.com/office/drawing/2014/main" id="{B9A98ABC-422E-2186-1E43-2EAF85443BDC}"/>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99" name="Freeform 98">
              <a:extLst>
                <a:ext uri="{FF2B5EF4-FFF2-40B4-BE49-F238E27FC236}">
                  <a16:creationId xmlns:a16="http://schemas.microsoft.com/office/drawing/2014/main" id="{FA1E3809-820A-9C9D-8537-72ACF4D50953}"/>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00" name="Freeform 99">
              <a:extLst>
                <a:ext uri="{FF2B5EF4-FFF2-40B4-BE49-F238E27FC236}">
                  <a16:creationId xmlns:a16="http://schemas.microsoft.com/office/drawing/2014/main" id="{E632584B-C1D4-8C3C-776C-DA97F110778B}"/>
                </a:ext>
              </a:extLst>
            </p:cNvPr>
            <p:cNvSpPr/>
            <p:nvPr/>
          </p:nvSpPr>
          <p:spPr>
            <a:xfrm>
              <a:off x="10089626" y="7215405"/>
              <a:ext cx="788435"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101" name="Freeform 100">
              <a:extLst>
                <a:ext uri="{FF2B5EF4-FFF2-40B4-BE49-F238E27FC236}">
                  <a16:creationId xmlns:a16="http://schemas.microsoft.com/office/drawing/2014/main" id="{C2EE9CC2-B63E-73B3-123C-F54B615C981A}"/>
                </a:ext>
              </a:extLst>
            </p:cNvPr>
            <p:cNvSpPr/>
            <p:nvPr/>
          </p:nvSpPr>
          <p:spPr>
            <a:xfrm>
              <a:off x="11053332" y="7215405"/>
              <a:ext cx="438174"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grpSp>
      <p:sp>
        <p:nvSpPr>
          <p:cNvPr id="102" name="Rounded Rectangle 101">
            <a:extLst>
              <a:ext uri="{FF2B5EF4-FFF2-40B4-BE49-F238E27FC236}">
                <a16:creationId xmlns:a16="http://schemas.microsoft.com/office/drawing/2014/main" id="{26B3CBE8-E724-385A-95CB-D886BE82C5A7}"/>
              </a:ext>
            </a:extLst>
          </p:cNvPr>
          <p:cNvSpPr/>
          <p:nvPr/>
        </p:nvSpPr>
        <p:spPr>
          <a:xfrm>
            <a:off x="8275365" y="6449678"/>
            <a:ext cx="7135405" cy="1683829"/>
          </a:xfrm>
          <a:prstGeom prst="roundRect">
            <a:avLst>
              <a:gd name="adj" fmla="val 10451"/>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9"/>
          </a:p>
        </p:txBody>
      </p:sp>
      <p:sp>
        <p:nvSpPr>
          <p:cNvPr id="103" name="Subtitle 2">
            <a:extLst>
              <a:ext uri="{FF2B5EF4-FFF2-40B4-BE49-F238E27FC236}">
                <a16:creationId xmlns:a16="http://schemas.microsoft.com/office/drawing/2014/main" id="{19A75A43-3CAA-7D77-CF70-746BB7995158}"/>
              </a:ext>
            </a:extLst>
          </p:cNvPr>
          <p:cNvSpPr txBox="1">
            <a:spLocks/>
          </p:cNvSpPr>
          <p:nvPr/>
        </p:nvSpPr>
        <p:spPr>
          <a:xfrm>
            <a:off x="9690513" y="6601703"/>
            <a:ext cx="5321737" cy="1328103"/>
          </a:xfrm>
          <a:prstGeom prst="rect">
            <a:avLst/>
          </a:prstGeom>
          <a:noFill/>
          <a:ln>
            <a:noFill/>
          </a:ln>
        </p:spPr>
        <p:txBody>
          <a:bodyPr spcFirstLastPara="1" wrap="square" lIns="0" tIns="0" rIns="0" bIns="0" anchor="t" anchorCtr="0">
            <a:noAutofit/>
          </a:bodyPr>
          <a:lstStyle>
            <a:lvl1pPr marL="228594" lvl="0" indent="-228594" algn="l" defTabSz="914377" rtl="0" eaLnBrk="1" latinLnBrk="0" hangingPunct="1">
              <a:lnSpc>
                <a:spcPct val="100000"/>
              </a:lnSpc>
              <a:spcBef>
                <a:spcPts val="0"/>
              </a:spcBef>
              <a:spcAft>
                <a:spcPts val="0"/>
              </a:spcAft>
              <a:buClr>
                <a:schemeClr val="lt1"/>
              </a:buClr>
              <a:buSzPts val="14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lvl="1"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2pPr>
            <a:lvl3pPr marL="1142971" lvl="2"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3pPr>
            <a:lvl4pPr marL="1600160" lvl="3"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4pPr>
            <a:lvl5pPr marL="2057349" lvl="4"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5pPr>
            <a:lvl6pPr marL="2514537" lvl="5"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6pPr>
            <a:lvl7pPr marL="2971726" lvl="6"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7pPr>
            <a:lvl8pPr marL="3428914" lvl="7"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8pPr>
            <a:lvl9pPr marL="3886103" lvl="8" indent="-228594" algn="ctr" defTabSz="914377" rtl="0" eaLnBrk="1" latinLnBrk="0" hangingPunct="1">
              <a:lnSpc>
                <a:spcPct val="100000"/>
              </a:lnSpc>
              <a:spcBef>
                <a:spcPts val="0"/>
              </a:spcBef>
              <a:spcAft>
                <a:spcPts val="0"/>
              </a:spcAft>
              <a:buSzPts val="2100"/>
              <a:buFont typeface="Arial" panose="020B0604020202020204" pitchFamily="34" charset="0"/>
              <a:buNone/>
              <a:defRPr sz="2800" kern="1200">
                <a:solidFill>
                  <a:schemeClr val="tx1"/>
                </a:solidFill>
                <a:latin typeface="+mn-lt"/>
                <a:ea typeface="+mn-ea"/>
                <a:cs typeface="+mn-cs"/>
              </a:defRPr>
            </a:lvl9pPr>
          </a:lstStyle>
          <a:p>
            <a:pPr marL="0" indent="0" defTabSz="609555">
              <a:lnSpc>
                <a:spcPct val="120000"/>
              </a:lnSpc>
              <a:buClrTx/>
              <a:buSzTx/>
              <a:defRPr/>
            </a:pPr>
            <a:r>
              <a:rPr lang="en-US" sz="2133" b="1" dirty="0">
                <a:ea typeface="Source Sans Pro" panose="020B0503030403020204" pitchFamily="34" charset="0"/>
                <a:cs typeface="+mn-cs"/>
              </a:rPr>
              <a:t>Infor MEC</a:t>
            </a:r>
          </a:p>
          <a:p>
            <a:pPr marL="0" indent="0" algn="just" defTabSz="609555">
              <a:spcBef>
                <a:spcPts val="800"/>
              </a:spcBef>
              <a:buClrTx/>
              <a:buSzTx/>
              <a:defRPr/>
            </a:pPr>
            <a:r>
              <a:rPr lang="en-US" sz="1467" dirty="0">
                <a:solidFill>
                  <a:srgbClr val="001D35"/>
                </a:solidFill>
                <a:latin typeface="Google Sans"/>
                <a:ea typeface="Source Sans Pro" panose="020B0503030403020204" pitchFamily="34" charset="0"/>
                <a:cs typeface="+mn-cs"/>
              </a:rPr>
              <a:t>Infor Enterprise Collaborator, also known as Infor M3 Enterprise Connector (MEC), is an integration tool that facilitates message-based collaboration between Infor M3 Enterprise Management System and other external applications</a:t>
            </a:r>
          </a:p>
        </p:txBody>
      </p:sp>
      <p:grpSp>
        <p:nvGrpSpPr>
          <p:cNvPr id="104" name="briefcase">
            <a:extLst>
              <a:ext uri="{FF2B5EF4-FFF2-40B4-BE49-F238E27FC236}">
                <a16:creationId xmlns:a16="http://schemas.microsoft.com/office/drawing/2014/main" id="{86C45285-1593-E075-F1C5-A844168CE77C}"/>
              </a:ext>
            </a:extLst>
          </p:cNvPr>
          <p:cNvGrpSpPr/>
          <p:nvPr/>
        </p:nvGrpSpPr>
        <p:grpSpPr>
          <a:xfrm>
            <a:off x="8688311" y="6926726"/>
            <a:ext cx="658628" cy="554595"/>
            <a:chOff x="9519722" y="6289688"/>
            <a:chExt cx="1971784" cy="1675106"/>
          </a:xfrm>
        </p:grpSpPr>
        <p:sp>
          <p:nvSpPr>
            <p:cNvPr id="105" name="Freeform 104">
              <a:extLst>
                <a:ext uri="{FF2B5EF4-FFF2-40B4-BE49-F238E27FC236}">
                  <a16:creationId xmlns:a16="http://schemas.microsoft.com/office/drawing/2014/main" id="{4A85D7AB-05DD-EB7C-6CB4-C9B66CFC8D41}"/>
                </a:ext>
              </a:extLst>
            </p:cNvPr>
            <p:cNvSpPr/>
            <p:nvPr/>
          </p:nvSpPr>
          <p:spPr>
            <a:xfrm>
              <a:off x="9519722" y="6554179"/>
              <a:ext cx="1971784" cy="1410615"/>
            </a:xfrm>
            <a:custGeom>
              <a:avLst/>
              <a:gdLst>
                <a:gd name="connsiteX0" fmla="*/ 318880 w 434836"/>
                <a:gd name="connsiteY0" fmla="*/ 311083 h 311082"/>
                <a:gd name="connsiteX1" fmla="*/ 0 w 434836"/>
                <a:gd name="connsiteY1" fmla="*/ 311083 h 311082"/>
                <a:gd name="connsiteX2" fmla="*/ 0 w 434836"/>
                <a:gd name="connsiteY2" fmla="*/ 0 h 311082"/>
                <a:gd name="connsiteX3" fmla="*/ 434837 w 434836"/>
                <a:gd name="connsiteY3" fmla="*/ 0 h 311082"/>
                <a:gd name="connsiteX4" fmla="*/ 434837 w 434836"/>
                <a:gd name="connsiteY4" fmla="*/ 194427 h 311082"/>
                <a:gd name="connsiteX5" fmla="*/ 318880 w 434836"/>
                <a:gd name="connsiteY5" fmla="*/ 311083 h 31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36" h="311082">
                  <a:moveTo>
                    <a:pt x="318880" y="311083"/>
                  </a:moveTo>
                  <a:lnTo>
                    <a:pt x="0" y="311083"/>
                  </a:lnTo>
                  <a:lnTo>
                    <a:pt x="0" y="0"/>
                  </a:lnTo>
                  <a:lnTo>
                    <a:pt x="434837" y="0"/>
                  </a:lnTo>
                  <a:lnTo>
                    <a:pt x="434837" y="194427"/>
                  </a:lnTo>
                  <a:cubicBezTo>
                    <a:pt x="434837" y="258854"/>
                    <a:pt x="382921" y="311083"/>
                    <a:pt x="318880" y="311083"/>
                  </a:cubicBezTo>
                  <a:close/>
                </a:path>
              </a:pathLst>
            </a:custGeom>
            <a:noFill/>
            <a:ln w="15875" cap="flat">
              <a:solidFill>
                <a:schemeClr val="tx1"/>
              </a:solidFill>
              <a:prstDash val="solid"/>
              <a:miter/>
            </a:ln>
          </p:spPr>
          <p:txBody>
            <a:bodyPr rtlCol="0" anchor="ctr"/>
            <a:lstStyle/>
            <a:p>
              <a:endParaRPr lang="en-US" sz="3319"/>
            </a:p>
          </p:txBody>
        </p:sp>
        <p:sp>
          <p:nvSpPr>
            <p:cNvPr id="106" name="Freeform 105">
              <a:extLst>
                <a:ext uri="{FF2B5EF4-FFF2-40B4-BE49-F238E27FC236}">
                  <a16:creationId xmlns:a16="http://schemas.microsoft.com/office/drawing/2014/main" id="{88D0A79A-CC9E-3956-FE8F-0EC148FBF29A}"/>
                </a:ext>
              </a:extLst>
            </p:cNvPr>
            <p:cNvSpPr/>
            <p:nvPr/>
          </p:nvSpPr>
          <p:spPr>
            <a:xfrm>
              <a:off x="10242710" y="6289688"/>
              <a:ext cx="525808" cy="264491"/>
            </a:xfrm>
            <a:custGeom>
              <a:avLst/>
              <a:gdLst>
                <a:gd name="connsiteX0" fmla="*/ 115957 w 115956"/>
                <a:gd name="connsiteY0" fmla="*/ 58328 h 58328"/>
                <a:gd name="connsiteX1" fmla="*/ 57978 w 115956"/>
                <a:gd name="connsiteY1" fmla="*/ 0 h 58328"/>
                <a:gd name="connsiteX2" fmla="*/ 0 w 115956"/>
                <a:gd name="connsiteY2" fmla="*/ 58328 h 58328"/>
              </a:gdLst>
              <a:ahLst/>
              <a:cxnLst>
                <a:cxn ang="0">
                  <a:pos x="connsiteX0" y="connsiteY0"/>
                </a:cxn>
                <a:cxn ang="0">
                  <a:pos x="connsiteX1" y="connsiteY1"/>
                </a:cxn>
                <a:cxn ang="0">
                  <a:pos x="connsiteX2" y="connsiteY2"/>
                </a:cxn>
              </a:cxnLst>
              <a:rect l="l" t="t" r="r" b="b"/>
              <a:pathLst>
                <a:path w="115956" h="58328">
                  <a:moveTo>
                    <a:pt x="115957" y="58328"/>
                  </a:moveTo>
                  <a:cubicBezTo>
                    <a:pt x="115957" y="26114"/>
                    <a:pt x="89999" y="0"/>
                    <a:pt x="57978" y="0"/>
                  </a:cubicBezTo>
                  <a:cubicBezTo>
                    <a:pt x="25958" y="0"/>
                    <a:pt x="0" y="26114"/>
                    <a:pt x="0" y="58328"/>
                  </a:cubicBezTo>
                </a:path>
              </a:pathLst>
            </a:custGeom>
            <a:noFill/>
            <a:ln w="15875" cap="flat">
              <a:solidFill>
                <a:schemeClr val="tx1"/>
              </a:solidFill>
              <a:prstDash val="solid"/>
              <a:miter/>
            </a:ln>
          </p:spPr>
          <p:txBody>
            <a:bodyPr rtlCol="0" anchor="ctr"/>
            <a:lstStyle/>
            <a:p>
              <a:endParaRPr lang="en-US" sz="3319"/>
            </a:p>
          </p:txBody>
        </p:sp>
        <p:sp>
          <p:nvSpPr>
            <p:cNvPr id="107" name="Freeform 106">
              <a:extLst>
                <a:ext uri="{FF2B5EF4-FFF2-40B4-BE49-F238E27FC236}">
                  <a16:creationId xmlns:a16="http://schemas.microsoft.com/office/drawing/2014/main" id="{8139E11F-ABA5-22BE-3645-46DCF1CF4219}"/>
                </a:ext>
              </a:extLst>
            </p:cNvPr>
            <p:cNvSpPr/>
            <p:nvPr/>
          </p:nvSpPr>
          <p:spPr>
            <a:xfrm>
              <a:off x="9519722" y="7215405"/>
              <a:ext cx="390882"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108" name="Freeform 107">
              <a:extLst>
                <a:ext uri="{FF2B5EF4-FFF2-40B4-BE49-F238E27FC236}">
                  <a16:creationId xmlns:a16="http://schemas.microsoft.com/office/drawing/2014/main" id="{F11A4454-3F30-A55C-AA80-005AB7F31296}"/>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09" name="Freeform 108">
              <a:extLst>
                <a:ext uri="{FF2B5EF4-FFF2-40B4-BE49-F238E27FC236}">
                  <a16:creationId xmlns:a16="http://schemas.microsoft.com/office/drawing/2014/main" id="{A9F0D327-EBE1-00AE-4946-498D50B0254C}"/>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10" name="Freeform 109">
              <a:extLst>
                <a:ext uri="{FF2B5EF4-FFF2-40B4-BE49-F238E27FC236}">
                  <a16:creationId xmlns:a16="http://schemas.microsoft.com/office/drawing/2014/main" id="{5D1D42DD-351B-1EC5-9910-503DD02526CC}"/>
                </a:ext>
              </a:extLst>
            </p:cNvPr>
            <p:cNvSpPr/>
            <p:nvPr/>
          </p:nvSpPr>
          <p:spPr>
            <a:xfrm>
              <a:off x="9914078"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11" name="Freeform 110">
              <a:extLst>
                <a:ext uri="{FF2B5EF4-FFF2-40B4-BE49-F238E27FC236}">
                  <a16:creationId xmlns:a16="http://schemas.microsoft.com/office/drawing/2014/main" id="{E721EC21-D569-0B7D-49FA-6FF5BA4B9876}"/>
                </a:ext>
              </a:extLst>
            </p:cNvPr>
            <p:cNvSpPr/>
            <p:nvPr/>
          </p:nvSpPr>
          <p:spPr>
            <a:xfrm>
              <a:off x="10878063" y="7127246"/>
              <a:ext cx="175269" cy="264491"/>
            </a:xfrm>
            <a:custGeom>
              <a:avLst/>
              <a:gdLst>
                <a:gd name="connsiteX0" fmla="*/ 0 w 38652"/>
                <a:gd name="connsiteY0" fmla="*/ 0 h 58328"/>
                <a:gd name="connsiteX1" fmla="*/ 38652 w 38652"/>
                <a:gd name="connsiteY1" fmla="*/ 0 h 58328"/>
                <a:gd name="connsiteX2" fmla="*/ 38652 w 38652"/>
                <a:gd name="connsiteY2" fmla="*/ 58328 h 58328"/>
                <a:gd name="connsiteX3" fmla="*/ 0 w 38652"/>
                <a:gd name="connsiteY3" fmla="*/ 58328 h 58328"/>
              </a:gdLst>
              <a:ahLst/>
              <a:cxnLst>
                <a:cxn ang="0">
                  <a:pos x="connsiteX0" y="connsiteY0"/>
                </a:cxn>
                <a:cxn ang="0">
                  <a:pos x="connsiteX1" y="connsiteY1"/>
                </a:cxn>
                <a:cxn ang="0">
                  <a:pos x="connsiteX2" y="connsiteY2"/>
                </a:cxn>
                <a:cxn ang="0">
                  <a:pos x="connsiteX3" y="connsiteY3"/>
                </a:cxn>
              </a:cxnLst>
              <a:rect l="l" t="t" r="r" b="b"/>
              <a:pathLst>
                <a:path w="38652" h="58328">
                  <a:moveTo>
                    <a:pt x="0" y="0"/>
                  </a:moveTo>
                  <a:lnTo>
                    <a:pt x="38652" y="0"/>
                  </a:lnTo>
                  <a:lnTo>
                    <a:pt x="38652" y="58328"/>
                  </a:lnTo>
                  <a:lnTo>
                    <a:pt x="0" y="58328"/>
                  </a:lnTo>
                  <a:close/>
                </a:path>
              </a:pathLst>
            </a:custGeom>
            <a:noFill/>
            <a:ln w="15875" cap="flat">
              <a:solidFill>
                <a:schemeClr val="tx1"/>
              </a:solidFill>
              <a:prstDash val="solid"/>
              <a:miter/>
            </a:ln>
          </p:spPr>
          <p:txBody>
            <a:bodyPr rtlCol="0" anchor="ctr"/>
            <a:lstStyle/>
            <a:p>
              <a:endParaRPr lang="en-US" sz="3319"/>
            </a:p>
          </p:txBody>
        </p:sp>
        <p:sp>
          <p:nvSpPr>
            <p:cNvPr id="112" name="Freeform 111">
              <a:extLst>
                <a:ext uri="{FF2B5EF4-FFF2-40B4-BE49-F238E27FC236}">
                  <a16:creationId xmlns:a16="http://schemas.microsoft.com/office/drawing/2014/main" id="{7DE018B6-0399-B11E-AE5D-A4EBC3621AFF}"/>
                </a:ext>
              </a:extLst>
            </p:cNvPr>
            <p:cNvSpPr/>
            <p:nvPr/>
          </p:nvSpPr>
          <p:spPr>
            <a:xfrm>
              <a:off x="10089626" y="7215405"/>
              <a:ext cx="788435"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sp>
          <p:nvSpPr>
            <p:cNvPr id="113" name="Freeform 112">
              <a:extLst>
                <a:ext uri="{FF2B5EF4-FFF2-40B4-BE49-F238E27FC236}">
                  <a16:creationId xmlns:a16="http://schemas.microsoft.com/office/drawing/2014/main" id="{7BB09D7B-2B17-0FB1-94EA-E77670066AB9}"/>
                </a:ext>
              </a:extLst>
            </p:cNvPr>
            <p:cNvSpPr/>
            <p:nvPr/>
          </p:nvSpPr>
          <p:spPr>
            <a:xfrm>
              <a:off x="11053332" y="7215405"/>
              <a:ext cx="438174" cy="45719"/>
            </a:xfrm>
            <a:custGeom>
              <a:avLst/>
              <a:gdLst>
                <a:gd name="connsiteX0" fmla="*/ 0 w 434836"/>
                <a:gd name="connsiteY0" fmla="*/ 0 h 9721"/>
                <a:gd name="connsiteX1" fmla="*/ 434837 w 434836"/>
                <a:gd name="connsiteY1" fmla="*/ 0 h 9721"/>
              </a:gdLst>
              <a:ahLst/>
              <a:cxnLst>
                <a:cxn ang="0">
                  <a:pos x="connsiteX0" y="connsiteY0"/>
                </a:cxn>
                <a:cxn ang="0">
                  <a:pos x="connsiteX1" y="connsiteY1"/>
                </a:cxn>
              </a:cxnLst>
              <a:rect l="l" t="t" r="r" b="b"/>
              <a:pathLst>
                <a:path w="434836" h="9721">
                  <a:moveTo>
                    <a:pt x="0" y="0"/>
                  </a:moveTo>
                  <a:lnTo>
                    <a:pt x="434837" y="0"/>
                  </a:lnTo>
                </a:path>
              </a:pathLst>
            </a:custGeom>
            <a:ln w="15875" cap="flat">
              <a:solidFill>
                <a:schemeClr val="tx1"/>
              </a:solidFill>
              <a:prstDash val="solid"/>
              <a:miter/>
            </a:ln>
          </p:spPr>
          <p:txBody>
            <a:bodyPr rtlCol="0" anchor="ctr"/>
            <a:lstStyle/>
            <a:p>
              <a:endParaRPr lang="en-US" sz="3319"/>
            </a:p>
          </p:txBody>
        </p:sp>
      </p:grpSp>
    </p:spTree>
    <p:extLst>
      <p:ext uri="{BB962C8B-B14F-4D97-AF65-F5344CB8AC3E}">
        <p14:creationId xmlns:p14="http://schemas.microsoft.com/office/powerpoint/2010/main" val="10010467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53326-ADEE-898B-1D00-5BEFD61551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3A1F49-8B51-157C-09C5-CBFC763BC844}"/>
              </a:ext>
            </a:extLst>
          </p:cNvPr>
          <p:cNvSpPr>
            <a:spLocks noGrp="1"/>
          </p:cNvSpPr>
          <p:nvPr>
            <p:ph type="title"/>
          </p:nvPr>
        </p:nvSpPr>
        <p:spPr>
          <a:xfrm>
            <a:off x="306977" y="3876350"/>
            <a:ext cx="8484326" cy="2411847"/>
          </a:xfrm>
        </p:spPr>
        <p:txBody>
          <a:bodyPr/>
          <a:lstStyle/>
          <a:p>
            <a:r>
              <a:rPr lang="en-US" dirty="0"/>
              <a:t>SYSTEM ARCHITECTURE</a:t>
            </a:r>
          </a:p>
        </p:txBody>
      </p:sp>
    </p:spTree>
    <p:extLst>
      <p:ext uri="{BB962C8B-B14F-4D97-AF65-F5344CB8AC3E}">
        <p14:creationId xmlns:p14="http://schemas.microsoft.com/office/powerpoint/2010/main" val="35700609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7C2C458-AE3D-DAAD-BBA3-447BABE4744E}"/>
              </a:ext>
            </a:extLst>
          </p:cNvPr>
          <p:cNvPicPr>
            <a:picLocks noGrp="1" noChangeAspect="1"/>
          </p:cNvPicPr>
          <p:nvPr>
            <p:ph sz="quarter" idx="10"/>
          </p:nvPr>
        </p:nvPicPr>
        <p:blipFill>
          <a:blip r:embed="rId2"/>
          <a:stretch>
            <a:fillRect/>
          </a:stretch>
        </p:blipFill>
        <p:spPr>
          <a:xfrm>
            <a:off x="4728914" y="1611793"/>
            <a:ext cx="10724540" cy="4910031"/>
          </a:xfrm>
        </p:spPr>
      </p:pic>
      <p:sp>
        <p:nvSpPr>
          <p:cNvPr id="4" name="Title 3">
            <a:extLst>
              <a:ext uri="{FF2B5EF4-FFF2-40B4-BE49-F238E27FC236}">
                <a16:creationId xmlns:a16="http://schemas.microsoft.com/office/drawing/2014/main" id="{EA05603F-C58E-98A6-F9E2-F1650EAE3237}"/>
              </a:ext>
            </a:extLst>
          </p:cNvPr>
          <p:cNvSpPr>
            <a:spLocks noGrp="1"/>
          </p:cNvSpPr>
          <p:nvPr>
            <p:ph type="title"/>
          </p:nvPr>
        </p:nvSpPr>
        <p:spPr>
          <a:xfrm>
            <a:off x="477207" y="3192085"/>
            <a:ext cx="4251707" cy="7330131"/>
          </a:xfrm>
        </p:spPr>
        <p:txBody>
          <a:bodyPr/>
          <a:lstStyle/>
          <a:p>
            <a:r>
              <a:rPr lang="en-US" sz="4000" dirty="0"/>
              <a:t>SYSTEM ARCHITECTURE </a:t>
            </a:r>
          </a:p>
        </p:txBody>
      </p:sp>
    </p:spTree>
    <p:extLst>
      <p:ext uri="{BB962C8B-B14F-4D97-AF65-F5344CB8AC3E}">
        <p14:creationId xmlns:p14="http://schemas.microsoft.com/office/powerpoint/2010/main" val="219555134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48E118-B00C-2854-AE70-8782873340D1}"/>
              </a:ext>
            </a:extLst>
          </p:cNvPr>
          <p:cNvSpPr>
            <a:spLocks noGrp="1"/>
          </p:cNvSpPr>
          <p:nvPr>
            <p:ph type="title"/>
          </p:nvPr>
        </p:nvSpPr>
        <p:spPr>
          <a:xfrm>
            <a:off x="751115" y="3066451"/>
            <a:ext cx="4251707" cy="7330131"/>
          </a:xfrm>
        </p:spPr>
        <p:txBody>
          <a:bodyPr/>
          <a:lstStyle/>
          <a:p>
            <a:r>
              <a:rPr lang="en-US" dirty="0"/>
              <a:t>SPS, M3 AND ASR </a:t>
            </a:r>
          </a:p>
        </p:txBody>
      </p:sp>
      <p:pic>
        <p:nvPicPr>
          <p:cNvPr id="4" name="Content Placeholder 3" descr="A diagram of a solution&#10;&#10;Description automatically generated">
            <a:extLst>
              <a:ext uri="{FF2B5EF4-FFF2-40B4-BE49-F238E27FC236}">
                <a16:creationId xmlns:a16="http://schemas.microsoft.com/office/drawing/2014/main" id="{0E1BBB07-A512-834D-0414-54E6666C8F07}"/>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638038" y="2029399"/>
            <a:ext cx="10362538" cy="5085201"/>
          </a:xfrm>
          <a:prstGeom prst="rect">
            <a:avLst/>
          </a:prstGeom>
        </p:spPr>
      </p:pic>
    </p:spTree>
    <p:extLst>
      <p:ext uri="{BB962C8B-B14F-4D97-AF65-F5344CB8AC3E}">
        <p14:creationId xmlns:p14="http://schemas.microsoft.com/office/powerpoint/2010/main" val="33007640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0E7D2C-99C9-FE8F-0BCB-5D782005E190}"/>
              </a:ext>
            </a:extLst>
          </p:cNvPr>
          <p:cNvSpPr>
            <a:spLocks noGrp="1"/>
          </p:cNvSpPr>
          <p:nvPr>
            <p:ph type="title"/>
          </p:nvPr>
        </p:nvSpPr>
        <p:spPr>
          <a:xfrm>
            <a:off x="224759" y="3286982"/>
            <a:ext cx="4251707" cy="7330131"/>
          </a:xfrm>
        </p:spPr>
        <p:txBody>
          <a:bodyPr/>
          <a:lstStyle/>
          <a:p>
            <a:r>
              <a:rPr lang="en-US" dirty="0"/>
              <a:t>OPTIMIZELY, M3 AND ASR </a:t>
            </a:r>
          </a:p>
        </p:txBody>
      </p:sp>
      <p:pic>
        <p:nvPicPr>
          <p:cNvPr id="5" name="Picture 4">
            <a:extLst>
              <a:ext uri="{FF2B5EF4-FFF2-40B4-BE49-F238E27FC236}">
                <a16:creationId xmlns:a16="http://schemas.microsoft.com/office/drawing/2014/main" id="{A1EA4112-C2CF-34E2-E054-FE114CD878D5}"/>
              </a:ext>
            </a:extLst>
          </p:cNvPr>
          <p:cNvPicPr>
            <a:picLocks noChangeAspect="1"/>
          </p:cNvPicPr>
          <p:nvPr/>
        </p:nvPicPr>
        <p:blipFill>
          <a:blip r:embed="rId2"/>
          <a:stretch>
            <a:fillRect/>
          </a:stretch>
        </p:blipFill>
        <p:spPr>
          <a:xfrm>
            <a:off x="3649106" y="1173008"/>
            <a:ext cx="12070599" cy="6502149"/>
          </a:xfrm>
          <a:prstGeom prst="rect">
            <a:avLst/>
          </a:prstGeom>
        </p:spPr>
      </p:pic>
    </p:spTree>
    <p:extLst>
      <p:ext uri="{BB962C8B-B14F-4D97-AF65-F5344CB8AC3E}">
        <p14:creationId xmlns:p14="http://schemas.microsoft.com/office/powerpoint/2010/main" val="29363161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08384-95BE-CC44-7FF9-C612F1451F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66019F-43E5-EDA5-0074-9B91988DA1FC}"/>
              </a:ext>
            </a:extLst>
          </p:cNvPr>
          <p:cNvSpPr>
            <a:spLocks noGrp="1"/>
          </p:cNvSpPr>
          <p:nvPr>
            <p:ph type="title"/>
          </p:nvPr>
        </p:nvSpPr>
        <p:spPr>
          <a:xfrm>
            <a:off x="306977" y="3876350"/>
            <a:ext cx="8484326" cy="2411847"/>
          </a:xfrm>
        </p:spPr>
        <p:txBody>
          <a:bodyPr/>
          <a:lstStyle/>
          <a:p>
            <a:r>
              <a:rPr lang="en-US" dirty="0"/>
              <a:t>BODS, AGREEMENT, DOCUMENT NAME </a:t>
            </a:r>
          </a:p>
        </p:txBody>
      </p:sp>
    </p:spTree>
    <p:extLst>
      <p:ext uri="{BB962C8B-B14F-4D97-AF65-F5344CB8AC3E}">
        <p14:creationId xmlns:p14="http://schemas.microsoft.com/office/powerpoint/2010/main" val="182915444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587E7DD-DA00-47E4-22D4-BF05C9D2FBE7}"/>
              </a:ext>
            </a:extLst>
          </p:cNvPr>
          <p:cNvGraphicFramePr>
            <a:graphicFrameLocks noGrp="1"/>
          </p:cNvGraphicFramePr>
          <p:nvPr>
            <p:extLst>
              <p:ext uri="{D42A27DB-BD31-4B8C-83A1-F6EECF244321}">
                <p14:modId xmlns:p14="http://schemas.microsoft.com/office/powerpoint/2010/main" val="1926792469"/>
              </p:ext>
            </p:extLst>
          </p:nvPr>
        </p:nvGraphicFramePr>
        <p:xfrm>
          <a:off x="1116152" y="1202224"/>
          <a:ext cx="14025284" cy="5333816"/>
        </p:xfrm>
        <a:graphic>
          <a:graphicData uri="http://schemas.openxmlformats.org/drawingml/2006/table">
            <a:tbl>
              <a:tblPr>
                <a:tableStyleId>{932DD4B6-889D-42D5-92E4-91639F40B188}</a:tableStyleId>
              </a:tblPr>
              <a:tblGrid>
                <a:gridCol w="1470294">
                  <a:extLst>
                    <a:ext uri="{9D8B030D-6E8A-4147-A177-3AD203B41FA5}">
                      <a16:colId xmlns:a16="http://schemas.microsoft.com/office/drawing/2014/main" val="526680202"/>
                    </a:ext>
                  </a:extLst>
                </a:gridCol>
                <a:gridCol w="1084217">
                  <a:extLst>
                    <a:ext uri="{9D8B030D-6E8A-4147-A177-3AD203B41FA5}">
                      <a16:colId xmlns:a16="http://schemas.microsoft.com/office/drawing/2014/main" val="2648083466"/>
                    </a:ext>
                  </a:extLst>
                </a:gridCol>
                <a:gridCol w="3043646">
                  <a:extLst>
                    <a:ext uri="{9D8B030D-6E8A-4147-A177-3AD203B41FA5}">
                      <a16:colId xmlns:a16="http://schemas.microsoft.com/office/drawing/2014/main" val="1030256048"/>
                    </a:ext>
                  </a:extLst>
                </a:gridCol>
                <a:gridCol w="4558937">
                  <a:extLst>
                    <a:ext uri="{9D8B030D-6E8A-4147-A177-3AD203B41FA5}">
                      <a16:colId xmlns:a16="http://schemas.microsoft.com/office/drawing/2014/main" val="307891990"/>
                    </a:ext>
                  </a:extLst>
                </a:gridCol>
                <a:gridCol w="3868190">
                  <a:extLst>
                    <a:ext uri="{9D8B030D-6E8A-4147-A177-3AD203B41FA5}">
                      <a16:colId xmlns:a16="http://schemas.microsoft.com/office/drawing/2014/main" val="1293527126"/>
                    </a:ext>
                  </a:extLst>
                </a:gridCol>
              </a:tblGrid>
              <a:tr h="688235">
                <a:tc>
                  <a:txBody>
                    <a:bodyPr/>
                    <a:lstStyle/>
                    <a:p>
                      <a:pPr algn="ctr" fontAlgn="b"/>
                      <a:r>
                        <a:rPr lang="en-US" sz="1600" b="1" u="none" strike="noStrike" dirty="0">
                          <a:solidFill>
                            <a:schemeClr val="bg1"/>
                          </a:solidFill>
                          <a:effectLst/>
                        </a:rPr>
                        <a:t>APPLICATION </a:t>
                      </a:r>
                      <a:endParaRPr lang="en-US" sz="1600" b="1" i="0" u="none" strike="noStrike" dirty="0">
                        <a:solidFill>
                          <a:schemeClr val="bg1"/>
                        </a:solidFill>
                        <a:effectLst/>
                        <a:latin typeface="Aptos Narrow" panose="020B0004020202020204" pitchFamily="34" charset="0"/>
                      </a:endParaRPr>
                    </a:p>
                  </a:txBody>
                  <a:tcPr marL="7620" marR="7620" marT="7620" marB="0" anchor="b">
                    <a:solidFill>
                      <a:srgbClr val="C00000"/>
                    </a:solidFill>
                  </a:tcPr>
                </a:tc>
                <a:tc>
                  <a:txBody>
                    <a:bodyPr/>
                    <a:lstStyle/>
                    <a:p>
                      <a:pPr algn="ctr" fontAlgn="b"/>
                      <a:r>
                        <a:rPr lang="en-US" sz="1600" b="1" u="none" strike="noStrike" dirty="0">
                          <a:solidFill>
                            <a:schemeClr val="bg1"/>
                          </a:solidFill>
                          <a:effectLst/>
                        </a:rPr>
                        <a:t>BOD VERB </a:t>
                      </a:r>
                      <a:endParaRPr lang="en-US" sz="1600" b="1" i="0" u="none" strike="noStrike" dirty="0">
                        <a:solidFill>
                          <a:schemeClr val="bg1"/>
                        </a:solidFill>
                        <a:effectLst/>
                        <a:latin typeface="Aptos Narrow" panose="020B0004020202020204" pitchFamily="34" charset="0"/>
                      </a:endParaRPr>
                    </a:p>
                  </a:txBody>
                  <a:tcPr marL="7620" marR="7620" marT="7620" marB="0" anchor="b">
                    <a:solidFill>
                      <a:srgbClr val="C00000"/>
                    </a:solidFill>
                  </a:tcPr>
                </a:tc>
                <a:tc>
                  <a:txBody>
                    <a:bodyPr/>
                    <a:lstStyle/>
                    <a:p>
                      <a:pPr algn="ctr" fontAlgn="b"/>
                      <a:r>
                        <a:rPr lang="en-US" sz="1600" b="1" u="none" strike="noStrike" dirty="0">
                          <a:solidFill>
                            <a:schemeClr val="bg1"/>
                          </a:solidFill>
                          <a:effectLst/>
                        </a:rPr>
                        <a:t>BOD NOUN</a:t>
                      </a:r>
                      <a:endParaRPr lang="en-US" sz="1600" b="1" i="0" u="none" strike="noStrike" dirty="0">
                        <a:solidFill>
                          <a:schemeClr val="bg1"/>
                        </a:solidFill>
                        <a:effectLst/>
                        <a:latin typeface="Aptos Narrow" panose="020B0004020202020204" pitchFamily="34" charset="0"/>
                      </a:endParaRPr>
                    </a:p>
                  </a:txBody>
                  <a:tcPr marL="7620" marR="7620" marT="7620" marB="0" anchor="b">
                    <a:solidFill>
                      <a:srgbClr val="C00000"/>
                    </a:solidFill>
                  </a:tcPr>
                </a:tc>
                <a:tc>
                  <a:txBody>
                    <a:bodyPr/>
                    <a:lstStyle/>
                    <a:p>
                      <a:pPr algn="ctr" fontAlgn="b"/>
                      <a:r>
                        <a:rPr lang="en-US" sz="1600" b="1" u="none" strike="noStrike" dirty="0">
                          <a:solidFill>
                            <a:schemeClr val="bg1"/>
                          </a:solidFill>
                          <a:effectLst/>
                        </a:rPr>
                        <a:t>AGREEMENT NAME (MEC)</a:t>
                      </a:r>
                      <a:endParaRPr lang="en-US" sz="1600" b="1" i="0" u="none" strike="noStrike" dirty="0">
                        <a:solidFill>
                          <a:schemeClr val="bg1"/>
                        </a:solidFill>
                        <a:effectLst/>
                        <a:latin typeface="Aptos Narrow" panose="020B0004020202020204" pitchFamily="34" charset="0"/>
                      </a:endParaRPr>
                    </a:p>
                  </a:txBody>
                  <a:tcPr marL="7620" marR="7620" marT="7620" marB="0" anchor="b">
                    <a:solidFill>
                      <a:srgbClr val="C00000"/>
                    </a:solidFill>
                  </a:tcPr>
                </a:tc>
                <a:tc>
                  <a:txBody>
                    <a:bodyPr/>
                    <a:lstStyle/>
                    <a:p>
                      <a:pPr algn="ctr" fontAlgn="b"/>
                      <a:r>
                        <a:rPr lang="en-US" sz="1600" b="1" u="none" strike="noStrike" dirty="0">
                          <a:solidFill>
                            <a:schemeClr val="bg1"/>
                          </a:solidFill>
                          <a:effectLst/>
                        </a:rPr>
                        <a:t>DOCUMENT NAME (ONE VIEW) </a:t>
                      </a:r>
                      <a:endParaRPr lang="en-US" sz="1600" b="1" i="0" u="none" strike="noStrike" dirty="0">
                        <a:solidFill>
                          <a:schemeClr val="bg1"/>
                        </a:solidFill>
                        <a:effectLst/>
                        <a:latin typeface="Aptos Narrow" panose="020B0004020202020204" pitchFamily="34" charset="0"/>
                      </a:endParaRPr>
                    </a:p>
                  </a:txBody>
                  <a:tcPr marL="7620" marR="7620" marT="7620" marB="0" anchor="b">
                    <a:solidFill>
                      <a:srgbClr val="C00000"/>
                    </a:solidFill>
                  </a:tcPr>
                </a:tc>
                <a:extLst>
                  <a:ext uri="{0D108BD9-81ED-4DB2-BD59-A6C34878D82A}">
                    <a16:rowId xmlns:a16="http://schemas.microsoft.com/office/drawing/2014/main" val="1050374752"/>
                  </a:ext>
                </a:extLst>
              </a:tr>
              <a:tr h="688235">
                <a:tc>
                  <a:txBody>
                    <a:bodyPr/>
                    <a:lstStyle/>
                    <a:p>
                      <a:pPr algn="ctr" fontAlgn="b"/>
                      <a:r>
                        <a:rPr lang="en-US" sz="1600" u="none" strike="noStrike">
                          <a:effectLst/>
                        </a:rPr>
                        <a:t>EDI 850/830/862</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LOAD </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M3EDISalesOrder</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M3_M3EDISalesOrder_Load_In</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Load.M3EDISalesOrder</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58418437"/>
                  </a:ext>
                </a:extLst>
              </a:tr>
              <a:tr h="1290438">
                <a:tc>
                  <a:txBody>
                    <a:bodyPr/>
                    <a:lstStyle/>
                    <a:p>
                      <a:pPr algn="ctr" fontAlgn="b"/>
                      <a:r>
                        <a:rPr lang="en-US" sz="1600" u="none" strike="noStrike">
                          <a:effectLst/>
                        </a:rPr>
                        <a:t>EDI 855 </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SYNC</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M3EDISalesOrderAcknowledge</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M3_M3EDISalesOrderAcknowledge_Sync_Out</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Sync.M3EDISalesOrderAcknowledge</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27716890"/>
                  </a:ext>
                </a:extLst>
              </a:tr>
              <a:tr h="688235">
                <a:tc>
                  <a:txBody>
                    <a:bodyPr/>
                    <a:lstStyle/>
                    <a:p>
                      <a:pPr algn="ctr" fontAlgn="b"/>
                      <a:r>
                        <a:rPr lang="en-US" sz="1600" u="none" strike="noStrike">
                          <a:effectLst/>
                        </a:rPr>
                        <a:t>EDI 856 </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SYNC</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M3EDIShipmentDelivery</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M3_M3EDIShipmentDelivery_Sync_Out</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Sync.M3EDIShipmentDelivery</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586856780"/>
                  </a:ext>
                </a:extLst>
              </a:tr>
              <a:tr h="688235">
                <a:tc>
                  <a:txBody>
                    <a:bodyPr/>
                    <a:lstStyle/>
                    <a:p>
                      <a:pPr algn="ctr" fontAlgn="b"/>
                      <a:r>
                        <a:rPr lang="en-US" sz="1600" u="none" strike="noStrike">
                          <a:effectLst/>
                        </a:rPr>
                        <a:t>EDI 810 </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SYNC</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M3EDIInvoice</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M3_M3EDIInvoice_Sync_Out</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Sync.M3EDIInvoice</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662848781"/>
                  </a:ext>
                </a:extLst>
              </a:tr>
              <a:tr h="1290438">
                <a:tc>
                  <a:txBody>
                    <a:bodyPr/>
                    <a:lstStyle/>
                    <a:p>
                      <a:pPr algn="ctr" fontAlgn="b"/>
                      <a:r>
                        <a:rPr lang="en-US" sz="1600" u="none" strike="noStrike">
                          <a:effectLst/>
                        </a:rPr>
                        <a:t>OPTIMIZELY ORDERS </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a:effectLst/>
                        </a:rPr>
                        <a:t>Process</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err="1">
                          <a:effectLst/>
                        </a:rPr>
                        <a:t>SalesOrder</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M3_SalesOrder_Process_In</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err="1">
                          <a:effectLst/>
                        </a:rPr>
                        <a:t>Process.SalesOrder</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17777299"/>
                  </a:ext>
                </a:extLst>
              </a:tr>
            </a:tbl>
          </a:graphicData>
        </a:graphic>
      </p:graphicFrame>
    </p:spTree>
    <p:extLst>
      <p:ext uri="{BB962C8B-B14F-4D97-AF65-F5344CB8AC3E}">
        <p14:creationId xmlns:p14="http://schemas.microsoft.com/office/powerpoint/2010/main" val="370438514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6608B-6F65-F259-1D6B-6FA0F46FF4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B0C0D5-782E-95E2-69DD-0A838CEAFF4D}"/>
              </a:ext>
            </a:extLst>
          </p:cNvPr>
          <p:cNvSpPr>
            <a:spLocks noGrp="1"/>
          </p:cNvSpPr>
          <p:nvPr>
            <p:ph type="title"/>
          </p:nvPr>
        </p:nvSpPr>
        <p:spPr>
          <a:xfrm>
            <a:off x="306977" y="3876350"/>
            <a:ext cx="8484326" cy="2411847"/>
          </a:xfrm>
        </p:spPr>
        <p:txBody>
          <a:bodyPr/>
          <a:lstStyle/>
          <a:p>
            <a:r>
              <a:rPr lang="en-US" dirty="0"/>
              <a:t>NAVIGATION</a:t>
            </a:r>
          </a:p>
        </p:txBody>
      </p:sp>
    </p:spTree>
    <p:extLst>
      <p:ext uri="{BB962C8B-B14F-4D97-AF65-F5344CB8AC3E}">
        <p14:creationId xmlns:p14="http://schemas.microsoft.com/office/powerpoint/2010/main" val="35852007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D4B1C5-04E9-F3E4-EB76-AF8A508E4667}"/>
              </a:ext>
            </a:extLst>
          </p:cNvPr>
          <p:cNvSpPr>
            <a:spLocks noGrp="1"/>
          </p:cNvSpPr>
          <p:nvPr>
            <p:ph type="title"/>
          </p:nvPr>
        </p:nvSpPr>
        <p:spPr>
          <a:xfrm>
            <a:off x="777239" y="858829"/>
            <a:ext cx="4251707" cy="1447008"/>
          </a:xfrm>
        </p:spPr>
        <p:txBody>
          <a:bodyPr/>
          <a:lstStyle/>
          <a:p>
            <a:r>
              <a:rPr lang="en-US" dirty="0"/>
              <a:t>ONE VIEW </a:t>
            </a:r>
          </a:p>
        </p:txBody>
      </p:sp>
      <p:sp>
        <p:nvSpPr>
          <p:cNvPr id="6" name="Text Placeholder 5">
            <a:extLst>
              <a:ext uri="{FF2B5EF4-FFF2-40B4-BE49-F238E27FC236}">
                <a16:creationId xmlns:a16="http://schemas.microsoft.com/office/drawing/2014/main" id="{5B35558E-9CAD-D2D8-D304-2166C7C23CA7}"/>
              </a:ext>
            </a:extLst>
          </p:cNvPr>
          <p:cNvSpPr>
            <a:spLocks noGrp="1"/>
          </p:cNvSpPr>
          <p:nvPr>
            <p:ph type="body" sz="quarter" idx="13"/>
          </p:nvPr>
        </p:nvSpPr>
        <p:spPr>
          <a:xfrm>
            <a:off x="771935" y="1857356"/>
            <a:ext cx="4251707" cy="5429288"/>
          </a:xfrm>
        </p:spPr>
        <p:txBody>
          <a:bodyPr/>
          <a:lstStyle/>
          <a:p>
            <a:r>
              <a:rPr lang="en-US" dirty="0"/>
              <a:t>1.) GO TO NAVIGATION MENU </a:t>
            </a:r>
          </a:p>
          <a:p>
            <a:r>
              <a:rPr lang="en-US" dirty="0"/>
              <a:t>2.) ON APPLICATIONS TAB, CLICK ON OS </a:t>
            </a:r>
          </a:p>
          <a:p>
            <a:r>
              <a:rPr lang="en-US" dirty="0"/>
              <a:t>3.) CLICK ON ION AND OPEN SHORTCUTS</a:t>
            </a:r>
          </a:p>
          <a:p>
            <a:r>
              <a:rPr lang="en-US" dirty="0"/>
              <a:t>4.) CLICK ON ONE VIEW </a:t>
            </a:r>
          </a:p>
        </p:txBody>
      </p:sp>
      <p:grpSp>
        <p:nvGrpSpPr>
          <p:cNvPr id="25" name="Group 24">
            <a:extLst>
              <a:ext uri="{FF2B5EF4-FFF2-40B4-BE49-F238E27FC236}">
                <a16:creationId xmlns:a16="http://schemas.microsoft.com/office/drawing/2014/main" id="{7C812DAF-1705-F370-58EE-A397658B80D9}"/>
              </a:ext>
            </a:extLst>
          </p:cNvPr>
          <p:cNvGrpSpPr/>
          <p:nvPr/>
        </p:nvGrpSpPr>
        <p:grpSpPr>
          <a:xfrm>
            <a:off x="4879697" y="201057"/>
            <a:ext cx="10184710" cy="8548764"/>
            <a:chOff x="4879697" y="201057"/>
            <a:chExt cx="10184710" cy="8548764"/>
          </a:xfrm>
        </p:grpSpPr>
        <p:pic>
          <p:nvPicPr>
            <p:cNvPr id="10" name="Picture 9">
              <a:extLst>
                <a:ext uri="{FF2B5EF4-FFF2-40B4-BE49-F238E27FC236}">
                  <a16:creationId xmlns:a16="http://schemas.microsoft.com/office/drawing/2014/main" id="{E3FBFA33-E601-71F6-9666-C608F0917334}"/>
                </a:ext>
              </a:extLst>
            </p:cNvPr>
            <p:cNvPicPr>
              <a:picLocks noChangeAspect="1"/>
            </p:cNvPicPr>
            <p:nvPr/>
          </p:nvPicPr>
          <p:blipFill>
            <a:blip r:embed="rId2"/>
            <a:stretch>
              <a:fillRect/>
            </a:stretch>
          </p:blipFill>
          <p:spPr>
            <a:xfrm>
              <a:off x="5432685" y="733454"/>
              <a:ext cx="4048690" cy="3677163"/>
            </a:xfrm>
            <a:prstGeom prst="rect">
              <a:avLst/>
            </a:prstGeom>
          </p:spPr>
        </p:pic>
        <p:sp>
          <p:nvSpPr>
            <p:cNvPr id="11" name="Oval 10">
              <a:extLst>
                <a:ext uri="{FF2B5EF4-FFF2-40B4-BE49-F238E27FC236}">
                  <a16:creationId xmlns:a16="http://schemas.microsoft.com/office/drawing/2014/main" id="{DC8AE085-7CC0-8F58-66F3-7B55BBA2679A}"/>
                </a:ext>
              </a:extLst>
            </p:cNvPr>
            <p:cNvSpPr/>
            <p:nvPr/>
          </p:nvSpPr>
          <p:spPr>
            <a:xfrm>
              <a:off x="4984199" y="201057"/>
              <a:ext cx="1005840" cy="992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14" name="Picture 13">
              <a:extLst>
                <a:ext uri="{FF2B5EF4-FFF2-40B4-BE49-F238E27FC236}">
                  <a16:creationId xmlns:a16="http://schemas.microsoft.com/office/drawing/2014/main" id="{5B67D617-D5B4-C393-1C04-227622AB50A4}"/>
                </a:ext>
              </a:extLst>
            </p:cNvPr>
            <p:cNvPicPr>
              <a:picLocks noChangeAspect="1"/>
            </p:cNvPicPr>
            <p:nvPr/>
          </p:nvPicPr>
          <p:blipFill>
            <a:blip r:embed="rId3"/>
            <a:stretch>
              <a:fillRect/>
            </a:stretch>
          </p:blipFill>
          <p:spPr>
            <a:xfrm>
              <a:off x="10492904" y="814322"/>
              <a:ext cx="3925100" cy="3596295"/>
            </a:xfrm>
            <a:prstGeom prst="rect">
              <a:avLst/>
            </a:prstGeom>
          </p:spPr>
        </p:pic>
        <p:sp>
          <p:nvSpPr>
            <p:cNvPr id="15" name="Oval 14">
              <a:extLst>
                <a:ext uri="{FF2B5EF4-FFF2-40B4-BE49-F238E27FC236}">
                  <a16:creationId xmlns:a16="http://schemas.microsoft.com/office/drawing/2014/main" id="{30083010-66D2-C948-8F34-8AB3D9F6E5DF}"/>
                </a:ext>
              </a:extLst>
            </p:cNvPr>
            <p:cNvSpPr/>
            <p:nvPr/>
          </p:nvSpPr>
          <p:spPr>
            <a:xfrm>
              <a:off x="10186323" y="317933"/>
              <a:ext cx="1005840" cy="992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18" name="Picture 17">
              <a:extLst>
                <a:ext uri="{FF2B5EF4-FFF2-40B4-BE49-F238E27FC236}">
                  <a16:creationId xmlns:a16="http://schemas.microsoft.com/office/drawing/2014/main" id="{3E8B8B5A-1CFC-300D-2254-896869B5FD9F}"/>
                </a:ext>
              </a:extLst>
            </p:cNvPr>
            <p:cNvPicPr>
              <a:picLocks noChangeAspect="1"/>
            </p:cNvPicPr>
            <p:nvPr/>
          </p:nvPicPr>
          <p:blipFill>
            <a:blip r:embed="rId4"/>
            <a:stretch>
              <a:fillRect/>
            </a:stretch>
          </p:blipFill>
          <p:spPr>
            <a:xfrm>
              <a:off x="5372930" y="4733383"/>
              <a:ext cx="4464105" cy="3677163"/>
            </a:xfrm>
            <a:prstGeom prst="rect">
              <a:avLst/>
            </a:prstGeom>
          </p:spPr>
        </p:pic>
        <p:sp>
          <p:nvSpPr>
            <p:cNvPr id="19" name="Oval 18">
              <a:extLst>
                <a:ext uri="{FF2B5EF4-FFF2-40B4-BE49-F238E27FC236}">
                  <a16:creationId xmlns:a16="http://schemas.microsoft.com/office/drawing/2014/main" id="{E714E159-CD4E-41C0-81BE-3C29B738EEBD}"/>
                </a:ext>
              </a:extLst>
            </p:cNvPr>
            <p:cNvSpPr/>
            <p:nvPr/>
          </p:nvSpPr>
          <p:spPr>
            <a:xfrm>
              <a:off x="4879697" y="4503014"/>
              <a:ext cx="1150741" cy="992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22" name="Picture 21">
              <a:extLst>
                <a:ext uri="{FF2B5EF4-FFF2-40B4-BE49-F238E27FC236}">
                  <a16:creationId xmlns:a16="http://schemas.microsoft.com/office/drawing/2014/main" id="{5B979A6E-082C-AC26-EFDE-F6613A056523}"/>
                </a:ext>
              </a:extLst>
            </p:cNvPr>
            <p:cNvPicPr>
              <a:picLocks noChangeAspect="1"/>
            </p:cNvPicPr>
            <p:nvPr/>
          </p:nvPicPr>
          <p:blipFill>
            <a:blip r:embed="rId5"/>
            <a:stretch>
              <a:fillRect/>
            </a:stretch>
          </p:blipFill>
          <p:spPr>
            <a:xfrm>
              <a:off x="10296242" y="4572000"/>
              <a:ext cx="4768165" cy="4177821"/>
            </a:xfrm>
            <a:prstGeom prst="rect">
              <a:avLst/>
            </a:prstGeom>
          </p:spPr>
        </p:pic>
        <p:sp>
          <p:nvSpPr>
            <p:cNvPr id="23" name="Oval 22">
              <a:extLst>
                <a:ext uri="{FF2B5EF4-FFF2-40B4-BE49-F238E27FC236}">
                  <a16:creationId xmlns:a16="http://schemas.microsoft.com/office/drawing/2014/main" id="{9981228F-AAC0-BA8E-88D3-DB2D486A526B}"/>
                </a:ext>
              </a:extLst>
            </p:cNvPr>
            <p:cNvSpPr/>
            <p:nvPr/>
          </p:nvSpPr>
          <p:spPr>
            <a:xfrm>
              <a:off x="10186323" y="4572000"/>
              <a:ext cx="1150741" cy="992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spTree>
    <p:extLst>
      <p:ext uri="{BB962C8B-B14F-4D97-AF65-F5344CB8AC3E}">
        <p14:creationId xmlns:p14="http://schemas.microsoft.com/office/powerpoint/2010/main" val="340212880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4292D-E397-7BD9-2A4C-4A6B589F41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AA7419-9DD1-5513-6938-3178B79D3A40}"/>
              </a:ext>
            </a:extLst>
          </p:cNvPr>
          <p:cNvSpPr>
            <a:spLocks noGrp="1"/>
          </p:cNvSpPr>
          <p:nvPr>
            <p:ph type="title"/>
          </p:nvPr>
        </p:nvSpPr>
        <p:spPr>
          <a:xfrm>
            <a:off x="777239" y="858829"/>
            <a:ext cx="4251707" cy="1447008"/>
          </a:xfrm>
        </p:spPr>
        <p:txBody>
          <a:bodyPr/>
          <a:lstStyle/>
          <a:p>
            <a:r>
              <a:rPr lang="en-US" dirty="0"/>
              <a:t>ONE VIEW </a:t>
            </a:r>
          </a:p>
        </p:txBody>
      </p:sp>
      <p:sp>
        <p:nvSpPr>
          <p:cNvPr id="6" name="Text Placeholder 5">
            <a:extLst>
              <a:ext uri="{FF2B5EF4-FFF2-40B4-BE49-F238E27FC236}">
                <a16:creationId xmlns:a16="http://schemas.microsoft.com/office/drawing/2014/main" id="{2327F0CE-095E-B17F-AC7B-24690916079E}"/>
              </a:ext>
            </a:extLst>
          </p:cNvPr>
          <p:cNvSpPr>
            <a:spLocks noGrp="1"/>
          </p:cNvSpPr>
          <p:nvPr>
            <p:ph type="body" sz="quarter" idx="13"/>
          </p:nvPr>
        </p:nvSpPr>
        <p:spPr>
          <a:xfrm>
            <a:off x="712052" y="2051370"/>
            <a:ext cx="5472111" cy="5429288"/>
          </a:xfrm>
        </p:spPr>
        <p:txBody>
          <a:bodyPr/>
          <a:lstStyle/>
          <a:p>
            <a:r>
              <a:rPr lang="en-US" dirty="0"/>
              <a:t>5.) YOU CAN FILTER DATES WHERE YOU WANT TO SEARCH FOR MESSAGES </a:t>
            </a:r>
          </a:p>
          <a:p>
            <a:r>
              <a:rPr lang="en-US" dirty="0"/>
              <a:t>6.) SEARCH THE DOCUMENT NAME THAT YOU ARE TRYING TO RETRIEVE</a:t>
            </a:r>
          </a:p>
          <a:p>
            <a:r>
              <a:rPr lang="en-US" dirty="0"/>
              <a:t>6.) CLICK ON THE MESSAGE THAT YOU ARE RETRIEVING </a:t>
            </a:r>
          </a:p>
        </p:txBody>
      </p:sp>
      <p:grpSp>
        <p:nvGrpSpPr>
          <p:cNvPr id="32" name="Group 31">
            <a:extLst>
              <a:ext uri="{FF2B5EF4-FFF2-40B4-BE49-F238E27FC236}">
                <a16:creationId xmlns:a16="http://schemas.microsoft.com/office/drawing/2014/main" id="{8FABDA22-D510-1C5C-F692-EEA89B47336B}"/>
              </a:ext>
            </a:extLst>
          </p:cNvPr>
          <p:cNvGrpSpPr/>
          <p:nvPr/>
        </p:nvGrpSpPr>
        <p:grpSpPr>
          <a:xfrm>
            <a:off x="6249350" y="835320"/>
            <a:ext cx="8740901" cy="7459473"/>
            <a:chOff x="6249350" y="835320"/>
            <a:chExt cx="8740901" cy="7459473"/>
          </a:xfrm>
        </p:grpSpPr>
        <p:pic>
          <p:nvPicPr>
            <p:cNvPr id="3" name="Picture 2">
              <a:extLst>
                <a:ext uri="{FF2B5EF4-FFF2-40B4-BE49-F238E27FC236}">
                  <a16:creationId xmlns:a16="http://schemas.microsoft.com/office/drawing/2014/main" id="{50BB32D8-0186-035E-7AD1-2178814D1241}"/>
                </a:ext>
              </a:extLst>
            </p:cNvPr>
            <p:cNvPicPr>
              <a:picLocks noChangeAspect="1"/>
            </p:cNvPicPr>
            <p:nvPr/>
          </p:nvPicPr>
          <p:blipFill>
            <a:blip r:embed="rId2"/>
            <a:stretch>
              <a:fillRect/>
            </a:stretch>
          </p:blipFill>
          <p:spPr>
            <a:xfrm>
              <a:off x="6641396" y="1141550"/>
              <a:ext cx="3915321" cy="3229426"/>
            </a:xfrm>
            <a:prstGeom prst="rect">
              <a:avLst/>
            </a:prstGeom>
          </p:spPr>
        </p:pic>
        <p:sp>
          <p:nvSpPr>
            <p:cNvPr id="5" name="Oval 4">
              <a:extLst>
                <a:ext uri="{FF2B5EF4-FFF2-40B4-BE49-F238E27FC236}">
                  <a16:creationId xmlns:a16="http://schemas.microsoft.com/office/drawing/2014/main" id="{C3F8127C-67FB-418D-4582-1E3EA14B65B2}"/>
                </a:ext>
              </a:extLst>
            </p:cNvPr>
            <p:cNvSpPr/>
            <p:nvPr/>
          </p:nvSpPr>
          <p:spPr>
            <a:xfrm>
              <a:off x="6249350" y="1018903"/>
              <a:ext cx="830719" cy="6400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25" name="Picture 24">
              <a:extLst>
                <a:ext uri="{FF2B5EF4-FFF2-40B4-BE49-F238E27FC236}">
                  <a16:creationId xmlns:a16="http://schemas.microsoft.com/office/drawing/2014/main" id="{B6886AA6-334C-0EF2-E954-F9B0E25E9AF5}"/>
                </a:ext>
              </a:extLst>
            </p:cNvPr>
            <p:cNvPicPr>
              <a:picLocks noChangeAspect="1"/>
            </p:cNvPicPr>
            <p:nvPr/>
          </p:nvPicPr>
          <p:blipFill>
            <a:blip r:embed="rId3"/>
            <a:stretch>
              <a:fillRect/>
            </a:stretch>
          </p:blipFill>
          <p:spPr>
            <a:xfrm>
              <a:off x="11090127" y="1018903"/>
              <a:ext cx="3743847" cy="3715268"/>
            </a:xfrm>
            <a:prstGeom prst="rect">
              <a:avLst/>
            </a:prstGeom>
          </p:spPr>
        </p:pic>
        <p:sp>
          <p:nvSpPr>
            <p:cNvPr id="26" name="Oval 25">
              <a:extLst>
                <a:ext uri="{FF2B5EF4-FFF2-40B4-BE49-F238E27FC236}">
                  <a16:creationId xmlns:a16="http://schemas.microsoft.com/office/drawing/2014/main" id="{1020DBA2-66D1-B940-6B05-AA3F6AAD4223}"/>
                </a:ext>
              </a:extLst>
            </p:cNvPr>
            <p:cNvSpPr/>
            <p:nvPr/>
          </p:nvSpPr>
          <p:spPr>
            <a:xfrm>
              <a:off x="14062788" y="835320"/>
              <a:ext cx="927463" cy="7470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pic>
          <p:nvPicPr>
            <p:cNvPr id="29" name="Picture 28">
              <a:extLst>
                <a:ext uri="{FF2B5EF4-FFF2-40B4-BE49-F238E27FC236}">
                  <a16:creationId xmlns:a16="http://schemas.microsoft.com/office/drawing/2014/main" id="{CE1096C2-FF1E-3A39-2701-88ADA7B28344}"/>
                </a:ext>
              </a:extLst>
            </p:cNvPr>
            <p:cNvPicPr>
              <a:picLocks noChangeAspect="1"/>
            </p:cNvPicPr>
            <p:nvPr/>
          </p:nvPicPr>
          <p:blipFill>
            <a:blip r:embed="rId4"/>
            <a:stretch>
              <a:fillRect/>
            </a:stretch>
          </p:blipFill>
          <p:spPr>
            <a:xfrm>
              <a:off x="7576457" y="4734171"/>
              <a:ext cx="6204857" cy="3560622"/>
            </a:xfrm>
            <a:prstGeom prst="rect">
              <a:avLst/>
            </a:prstGeom>
          </p:spPr>
        </p:pic>
        <p:sp>
          <p:nvSpPr>
            <p:cNvPr id="30" name="Oval 29">
              <a:extLst>
                <a:ext uri="{FF2B5EF4-FFF2-40B4-BE49-F238E27FC236}">
                  <a16:creationId xmlns:a16="http://schemas.microsoft.com/office/drawing/2014/main" id="{120A40C0-7941-79E7-8AED-75365C3041C4}"/>
                </a:ext>
              </a:extLst>
            </p:cNvPr>
            <p:cNvSpPr/>
            <p:nvPr/>
          </p:nvSpPr>
          <p:spPr>
            <a:xfrm>
              <a:off x="7236823" y="4572000"/>
              <a:ext cx="1306286" cy="86214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grpSp>
    </p:spTree>
    <p:extLst>
      <p:ext uri="{BB962C8B-B14F-4D97-AF65-F5344CB8AC3E}">
        <p14:creationId xmlns:p14="http://schemas.microsoft.com/office/powerpoint/2010/main" val="106989754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DD3E-BD20-5C92-7E75-5F92EED2A0B7}"/>
              </a:ext>
            </a:extLst>
          </p:cNvPr>
          <p:cNvSpPr>
            <a:spLocks noGrp="1"/>
          </p:cNvSpPr>
          <p:nvPr>
            <p:ph type="title"/>
          </p:nvPr>
        </p:nvSpPr>
        <p:spPr>
          <a:xfrm>
            <a:off x="254726" y="613839"/>
            <a:ext cx="4251707" cy="1447008"/>
          </a:xfrm>
        </p:spPr>
        <p:txBody>
          <a:bodyPr/>
          <a:lstStyle/>
          <a:p>
            <a:r>
              <a:rPr lang="en-US" dirty="0"/>
              <a:t>ONE VIEW</a:t>
            </a:r>
          </a:p>
        </p:txBody>
      </p:sp>
      <p:sp>
        <p:nvSpPr>
          <p:cNvPr id="3" name="Text Placeholder 2">
            <a:extLst>
              <a:ext uri="{FF2B5EF4-FFF2-40B4-BE49-F238E27FC236}">
                <a16:creationId xmlns:a16="http://schemas.microsoft.com/office/drawing/2014/main" id="{0F411000-9194-5187-F60F-21680501F69D}"/>
              </a:ext>
            </a:extLst>
          </p:cNvPr>
          <p:cNvSpPr>
            <a:spLocks noGrp="1"/>
          </p:cNvSpPr>
          <p:nvPr>
            <p:ph type="body" sz="quarter" idx="13"/>
          </p:nvPr>
        </p:nvSpPr>
        <p:spPr/>
        <p:txBody>
          <a:bodyPr/>
          <a:lstStyle/>
          <a:p>
            <a:r>
              <a:rPr lang="en-US" dirty="0"/>
              <a:t>8.) CLICK ON THE PAPER ICON AND CONTENT TAB </a:t>
            </a:r>
          </a:p>
          <a:p>
            <a:r>
              <a:rPr lang="en-US" dirty="0"/>
              <a:t>9.) CLICK DOWNLOAD AND OPEN IN NOTEPAD++ </a:t>
            </a:r>
          </a:p>
          <a:p>
            <a:endParaRPr lang="en-US" dirty="0"/>
          </a:p>
        </p:txBody>
      </p:sp>
      <p:pic>
        <p:nvPicPr>
          <p:cNvPr id="6" name="Content Placeholder 5">
            <a:extLst>
              <a:ext uri="{FF2B5EF4-FFF2-40B4-BE49-F238E27FC236}">
                <a16:creationId xmlns:a16="http://schemas.microsoft.com/office/drawing/2014/main" id="{FD3F3D7C-4AF8-E73C-D809-EEE4F469F885}"/>
              </a:ext>
            </a:extLst>
          </p:cNvPr>
          <p:cNvPicPr>
            <a:picLocks noGrp="1" noChangeAspect="1"/>
          </p:cNvPicPr>
          <p:nvPr>
            <p:ph sz="quarter" idx="10"/>
          </p:nvPr>
        </p:nvPicPr>
        <p:blipFill>
          <a:blip r:embed="rId2"/>
          <a:stretch>
            <a:fillRect/>
          </a:stretch>
        </p:blipFill>
        <p:spPr>
          <a:xfrm>
            <a:off x="5657193" y="878473"/>
            <a:ext cx="8151107" cy="3438633"/>
          </a:xfrm>
        </p:spPr>
      </p:pic>
      <p:sp>
        <p:nvSpPr>
          <p:cNvPr id="7" name="Oval 6">
            <a:extLst>
              <a:ext uri="{FF2B5EF4-FFF2-40B4-BE49-F238E27FC236}">
                <a16:creationId xmlns:a16="http://schemas.microsoft.com/office/drawing/2014/main" id="{9B0690BA-D7C7-31A2-D91C-E16654CCC0A9}"/>
              </a:ext>
            </a:extLst>
          </p:cNvPr>
          <p:cNvSpPr/>
          <p:nvPr/>
        </p:nvSpPr>
        <p:spPr>
          <a:xfrm>
            <a:off x="13323713" y="561645"/>
            <a:ext cx="980483" cy="9113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pic>
        <p:nvPicPr>
          <p:cNvPr id="9" name="Picture 8">
            <a:extLst>
              <a:ext uri="{FF2B5EF4-FFF2-40B4-BE49-F238E27FC236}">
                <a16:creationId xmlns:a16="http://schemas.microsoft.com/office/drawing/2014/main" id="{41689D07-1875-85DC-9C93-12641E6B551E}"/>
              </a:ext>
            </a:extLst>
          </p:cNvPr>
          <p:cNvPicPr>
            <a:picLocks noChangeAspect="1"/>
          </p:cNvPicPr>
          <p:nvPr/>
        </p:nvPicPr>
        <p:blipFill>
          <a:blip r:embed="rId3"/>
          <a:stretch>
            <a:fillRect/>
          </a:stretch>
        </p:blipFill>
        <p:spPr>
          <a:xfrm>
            <a:off x="5657193" y="4826894"/>
            <a:ext cx="8424934" cy="2783827"/>
          </a:xfrm>
          <a:prstGeom prst="rect">
            <a:avLst/>
          </a:prstGeom>
        </p:spPr>
      </p:pic>
      <p:sp>
        <p:nvSpPr>
          <p:cNvPr id="10" name="Oval 9">
            <a:extLst>
              <a:ext uri="{FF2B5EF4-FFF2-40B4-BE49-F238E27FC236}">
                <a16:creationId xmlns:a16="http://schemas.microsoft.com/office/drawing/2014/main" id="{B8AC0A84-DE65-9FB1-A24E-6C9621D7AC3B}"/>
              </a:ext>
            </a:extLst>
          </p:cNvPr>
          <p:cNvSpPr/>
          <p:nvPr/>
        </p:nvSpPr>
        <p:spPr>
          <a:xfrm>
            <a:off x="13418963" y="4317106"/>
            <a:ext cx="980483" cy="9113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p>
        </p:txBody>
      </p:sp>
    </p:spTree>
    <p:extLst>
      <p:ext uri="{BB962C8B-B14F-4D97-AF65-F5344CB8AC3E}">
        <p14:creationId xmlns:p14="http://schemas.microsoft.com/office/powerpoint/2010/main" val="358446936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AB4A7-21C4-B0C6-6400-923983AC480C}"/>
              </a:ext>
            </a:extLst>
          </p:cNvPr>
          <p:cNvSpPr>
            <a:spLocks noGrp="1"/>
          </p:cNvSpPr>
          <p:nvPr>
            <p:ph type="title"/>
          </p:nvPr>
        </p:nvSpPr>
        <p:spPr>
          <a:xfrm>
            <a:off x="777240" y="623697"/>
            <a:ext cx="6080760" cy="1447008"/>
          </a:xfrm>
        </p:spPr>
        <p:txBody>
          <a:bodyPr/>
          <a:lstStyle/>
          <a:p>
            <a:r>
              <a:rPr lang="en-US" dirty="0"/>
              <a:t>ENTERPRISE COLLABORATOR(EC)</a:t>
            </a:r>
          </a:p>
        </p:txBody>
      </p:sp>
      <p:sp>
        <p:nvSpPr>
          <p:cNvPr id="3" name="Text Placeholder 2">
            <a:extLst>
              <a:ext uri="{FF2B5EF4-FFF2-40B4-BE49-F238E27FC236}">
                <a16:creationId xmlns:a16="http://schemas.microsoft.com/office/drawing/2014/main" id="{8BFA0B60-1654-BB1D-B010-B79828F50D7F}"/>
              </a:ext>
            </a:extLst>
          </p:cNvPr>
          <p:cNvSpPr>
            <a:spLocks noGrp="1"/>
          </p:cNvSpPr>
          <p:nvPr>
            <p:ph type="body" sz="quarter" idx="13"/>
          </p:nvPr>
        </p:nvSpPr>
        <p:spPr/>
        <p:txBody>
          <a:bodyPr/>
          <a:lstStyle/>
          <a:p>
            <a:r>
              <a:rPr lang="en-US" dirty="0"/>
              <a:t>1.) GO TO M3 AND OPEN LEFT SHORTCUTS PANEL </a:t>
            </a:r>
          </a:p>
          <a:p>
            <a:r>
              <a:rPr lang="en-US" dirty="0"/>
              <a:t>2.) OPEN ADMINISTRATION TOOLS  </a:t>
            </a:r>
          </a:p>
          <a:p>
            <a:r>
              <a:rPr lang="en-US" dirty="0"/>
              <a:t>3.) CLICK ON ENTERPRISE COLLABORATOR ADMINISTRATION</a:t>
            </a:r>
          </a:p>
        </p:txBody>
      </p:sp>
      <p:grpSp>
        <p:nvGrpSpPr>
          <p:cNvPr id="14" name="Group 13">
            <a:extLst>
              <a:ext uri="{FF2B5EF4-FFF2-40B4-BE49-F238E27FC236}">
                <a16:creationId xmlns:a16="http://schemas.microsoft.com/office/drawing/2014/main" id="{D5F44CCE-3CF5-1E9A-3640-8DC1EF5055D1}"/>
              </a:ext>
            </a:extLst>
          </p:cNvPr>
          <p:cNvGrpSpPr/>
          <p:nvPr/>
        </p:nvGrpSpPr>
        <p:grpSpPr>
          <a:xfrm>
            <a:off x="6771642" y="623697"/>
            <a:ext cx="8914001" cy="7196728"/>
            <a:chOff x="7171509" y="623697"/>
            <a:chExt cx="8914001" cy="7196728"/>
          </a:xfrm>
        </p:grpSpPr>
        <p:pic>
          <p:nvPicPr>
            <p:cNvPr id="6" name="Picture 5">
              <a:extLst>
                <a:ext uri="{FF2B5EF4-FFF2-40B4-BE49-F238E27FC236}">
                  <a16:creationId xmlns:a16="http://schemas.microsoft.com/office/drawing/2014/main" id="{2486C6F9-251F-A460-270F-215F357DF2B0}"/>
                </a:ext>
              </a:extLst>
            </p:cNvPr>
            <p:cNvPicPr>
              <a:picLocks noChangeAspect="1"/>
            </p:cNvPicPr>
            <p:nvPr/>
          </p:nvPicPr>
          <p:blipFill>
            <a:blip r:embed="rId2"/>
            <a:stretch>
              <a:fillRect/>
            </a:stretch>
          </p:blipFill>
          <p:spPr>
            <a:xfrm>
              <a:off x="7313324" y="828852"/>
              <a:ext cx="4172532" cy="3391373"/>
            </a:xfrm>
            <a:prstGeom prst="rect">
              <a:avLst/>
            </a:prstGeom>
          </p:spPr>
        </p:pic>
        <p:sp>
          <p:nvSpPr>
            <p:cNvPr id="7" name="Oval 6">
              <a:extLst>
                <a:ext uri="{FF2B5EF4-FFF2-40B4-BE49-F238E27FC236}">
                  <a16:creationId xmlns:a16="http://schemas.microsoft.com/office/drawing/2014/main" id="{8E114BF9-F8DD-10FC-17FD-5588B64785CD}"/>
                </a:ext>
              </a:extLst>
            </p:cNvPr>
            <p:cNvSpPr/>
            <p:nvPr/>
          </p:nvSpPr>
          <p:spPr>
            <a:xfrm>
              <a:off x="7171509" y="623697"/>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9" name="Picture 8">
              <a:extLst>
                <a:ext uri="{FF2B5EF4-FFF2-40B4-BE49-F238E27FC236}">
                  <a16:creationId xmlns:a16="http://schemas.microsoft.com/office/drawing/2014/main" id="{850B7823-1CF5-37FB-7247-19FA035160A9}"/>
                </a:ext>
              </a:extLst>
            </p:cNvPr>
            <p:cNvPicPr>
              <a:picLocks noChangeAspect="1"/>
            </p:cNvPicPr>
            <p:nvPr/>
          </p:nvPicPr>
          <p:blipFill>
            <a:blip r:embed="rId3"/>
            <a:stretch>
              <a:fillRect/>
            </a:stretch>
          </p:blipFill>
          <p:spPr>
            <a:xfrm>
              <a:off x="11941180" y="985606"/>
              <a:ext cx="4144330" cy="2776497"/>
            </a:xfrm>
            <a:prstGeom prst="rect">
              <a:avLst/>
            </a:prstGeom>
          </p:spPr>
        </p:pic>
        <p:sp>
          <p:nvSpPr>
            <p:cNvPr id="10" name="Oval 9">
              <a:extLst>
                <a:ext uri="{FF2B5EF4-FFF2-40B4-BE49-F238E27FC236}">
                  <a16:creationId xmlns:a16="http://schemas.microsoft.com/office/drawing/2014/main" id="{1933E143-58B3-197E-D538-DE71046ACE1C}"/>
                </a:ext>
              </a:extLst>
            </p:cNvPr>
            <p:cNvSpPr/>
            <p:nvPr/>
          </p:nvSpPr>
          <p:spPr>
            <a:xfrm>
              <a:off x="11941180" y="641631"/>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12" name="Picture 11">
              <a:extLst>
                <a:ext uri="{FF2B5EF4-FFF2-40B4-BE49-F238E27FC236}">
                  <a16:creationId xmlns:a16="http://schemas.microsoft.com/office/drawing/2014/main" id="{F398711F-2D6B-B005-44AF-494AC039CAFD}"/>
                </a:ext>
              </a:extLst>
            </p:cNvPr>
            <p:cNvPicPr>
              <a:picLocks noChangeAspect="1"/>
            </p:cNvPicPr>
            <p:nvPr/>
          </p:nvPicPr>
          <p:blipFill>
            <a:blip r:embed="rId4"/>
            <a:stretch>
              <a:fillRect/>
            </a:stretch>
          </p:blipFill>
          <p:spPr>
            <a:xfrm>
              <a:off x="7644803" y="4105157"/>
              <a:ext cx="6125430" cy="3715268"/>
            </a:xfrm>
            <a:prstGeom prst="rect">
              <a:avLst/>
            </a:prstGeom>
          </p:spPr>
        </p:pic>
        <p:sp>
          <p:nvSpPr>
            <p:cNvPr id="13" name="Oval 12">
              <a:extLst>
                <a:ext uri="{FF2B5EF4-FFF2-40B4-BE49-F238E27FC236}">
                  <a16:creationId xmlns:a16="http://schemas.microsoft.com/office/drawing/2014/main" id="{192C2D07-61F4-2732-C3B8-2894FBB42241}"/>
                </a:ext>
              </a:extLst>
            </p:cNvPr>
            <p:cNvSpPr/>
            <p:nvPr/>
          </p:nvSpPr>
          <p:spPr>
            <a:xfrm>
              <a:off x="7380366" y="3946005"/>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grpSp>
    </p:spTree>
    <p:extLst>
      <p:ext uri="{BB962C8B-B14F-4D97-AF65-F5344CB8AC3E}">
        <p14:creationId xmlns:p14="http://schemas.microsoft.com/office/powerpoint/2010/main" val="35577132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92330-74CF-9DC3-8602-471F31C9A046}"/>
              </a:ext>
            </a:extLst>
          </p:cNvPr>
          <p:cNvSpPr>
            <a:spLocks noGrp="1"/>
          </p:cNvSpPr>
          <p:nvPr>
            <p:ph type="title"/>
          </p:nvPr>
        </p:nvSpPr>
        <p:spPr>
          <a:xfrm>
            <a:off x="777240" y="623697"/>
            <a:ext cx="5976257" cy="1447008"/>
          </a:xfrm>
        </p:spPr>
        <p:txBody>
          <a:bodyPr/>
          <a:lstStyle/>
          <a:p>
            <a:r>
              <a:rPr lang="en-US" dirty="0"/>
              <a:t>ENTERPRISE COLLABORATOR(EC)</a:t>
            </a:r>
          </a:p>
        </p:txBody>
      </p:sp>
      <p:sp>
        <p:nvSpPr>
          <p:cNvPr id="3" name="Text Placeholder 2">
            <a:extLst>
              <a:ext uri="{FF2B5EF4-FFF2-40B4-BE49-F238E27FC236}">
                <a16:creationId xmlns:a16="http://schemas.microsoft.com/office/drawing/2014/main" id="{F2109B19-B04D-EF1D-A45F-FEABF921773B}"/>
              </a:ext>
            </a:extLst>
          </p:cNvPr>
          <p:cNvSpPr>
            <a:spLocks noGrp="1"/>
          </p:cNvSpPr>
          <p:nvPr>
            <p:ph type="body" sz="quarter" idx="13"/>
          </p:nvPr>
        </p:nvSpPr>
        <p:spPr/>
        <p:txBody>
          <a:bodyPr/>
          <a:lstStyle/>
          <a:p>
            <a:r>
              <a:rPr lang="en-US" dirty="0"/>
              <a:t>4.) CLICK ON ADVANCED SEARCH </a:t>
            </a:r>
          </a:p>
          <a:p>
            <a:r>
              <a:rPr lang="en-US" dirty="0"/>
              <a:t>5.) SPECIFY DATE AND TIME YOU WANT TO FILTER </a:t>
            </a:r>
          </a:p>
          <a:p>
            <a:r>
              <a:rPr lang="en-US" dirty="0"/>
              <a:t>6.) FILTER FOR AGREEMENT AND SPECIFY AGREEMENT NAME YOU ARE SEARCHING FOR </a:t>
            </a:r>
          </a:p>
        </p:txBody>
      </p:sp>
      <p:grpSp>
        <p:nvGrpSpPr>
          <p:cNvPr id="12" name="Group 11">
            <a:extLst>
              <a:ext uri="{FF2B5EF4-FFF2-40B4-BE49-F238E27FC236}">
                <a16:creationId xmlns:a16="http://schemas.microsoft.com/office/drawing/2014/main" id="{76868808-F5CC-4167-2828-690952443C18}"/>
              </a:ext>
            </a:extLst>
          </p:cNvPr>
          <p:cNvGrpSpPr/>
          <p:nvPr/>
        </p:nvGrpSpPr>
        <p:grpSpPr>
          <a:xfrm>
            <a:off x="6890769" y="1080897"/>
            <a:ext cx="8589579" cy="6710294"/>
            <a:chOff x="6753497" y="1146211"/>
            <a:chExt cx="8589579" cy="6710294"/>
          </a:xfrm>
        </p:grpSpPr>
        <p:pic>
          <p:nvPicPr>
            <p:cNvPr id="6" name="Picture 5">
              <a:extLst>
                <a:ext uri="{FF2B5EF4-FFF2-40B4-BE49-F238E27FC236}">
                  <a16:creationId xmlns:a16="http://schemas.microsoft.com/office/drawing/2014/main" id="{21472998-3750-7992-8FA0-B0D1ED084B1E}"/>
                </a:ext>
              </a:extLst>
            </p:cNvPr>
            <p:cNvPicPr>
              <a:picLocks noChangeAspect="1"/>
            </p:cNvPicPr>
            <p:nvPr/>
          </p:nvPicPr>
          <p:blipFill>
            <a:blip r:embed="rId2"/>
            <a:stretch>
              <a:fillRect/>
            </a:stretch>
          </p:blipFill>
          <p:spPr>
            <a:xfrm>
              <a:off x="7114210" y="1347202"/>
              <a:ext cx="8228866" cy="2623908"/>
            </a:xfrm>
            <a:prstGeom prst="rect">
              <a:avLst/>
            </a:prstGeom>
          </p:spPr>
        </p:pic>
        <p:sp>
          <p:nvSpPr>
            <p:cNvPr id="7" name="Oval 6">
              <a:extLst>
                <a:ext uri="{FF2B5EF4-FFF2-40B4-BE49-F238E27FC236}">
                  <a16:creationId xmlns:a16="http://schemas.microsoft.com/office/drawing/2014/main" id="{9B783D67-2AEF-D95A-78FB-A66285AF43B3}"/>
                </a:ext>
              </a:extLst>
            </p:cNvPr>
            <p:cNvSpPr/>
            <p:nvPr/>
          </p:nvSpPr>
          <p:spPr>
            <a:xfrm>
              <a:off x="6889207" y="1146211"/>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9" name="Picture 8">
              <a:extLst>
                <a:ext uri="{FF2B5EF4-FFF2-40B4-BE49-F238E27FC236}">
                  <a16:creationId xmlns:a16="http://schemas.microsoft.com/office/drawing/2014/main" id="{3ACCF962-9095-CE85-54DF-03FDD0F209D0}"/>
                </a:ext>
              </a:extLst>
            </p:cNvPr>
            <p:cNvPicPr>
              <a:picLocks noChangeAspect="1"/>
            </p:cNvPicPr>
            <p:nvPr/>
          </p:nvPicPr>
          <p:blipFill>
            <a:blip r:embed="rId3"/>
            <a:stretch>
              <a:fillRect/>
            </a:stretch>
          </p:blipFill>
          <p:spPr>
            <a:xfrm>
              <a:off x="6889207" y="4572000"/>
              <a:ext cx="8397968" cy="3284505"/>
            </a:xfrm>
            <a:prstGeom prst="rect">
              <a:avLst/>
            </a:prstGeom>
          </p:spPr>
        </p:pic>
        <p:sp>
          <p:nvSpPr>
            <p:cNvPr id="10" name="Oval 9">
              <a:extLst>
                <a:ext uri="{FF2B5EF4-FFF2-40B4-BE49-F238E27FC236}">
                  <a16:creationId xmlns:a16="http://schemas.microsoft.com/office/drawing/2014/main" id="{B40534E0-63A9-90C4-4DAA-BEFD30B88C8C}"/>
                </a:ext>
              </a:extLst>
            </p:cNvPr>
            <p:cNvSpPr/>
            <p:nvPr/>
          </p:nvSpPr>
          <p:spPr>
            <a:xfrm>
              <a:off x="6753497" y="4555617"/>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 name="Oval 10">
              <a:extLst>
                <a:ext uri="{FF2B5EF4-FFF2-40B4-BE49-F238E27FC236}">
                  <a16:creationId xmlns:a16="http://schemas.microsoft.com/office/drawing/2014/main" id="{0C682544-486B-604C-5FC0-924F8100FC98}"/>
                </a:ext>
              </a:extLst>
            </p:cNvPr>
            <p:cNvSpPr/>
            <p:nvPr/>
          </p:nvSpPr>
          <p:spPr>
            <a:xfrm>
              <a:off x="7260047" y="4555617"/>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grpSp>
    </p:spTree>
    <p:extLst>
      <p:ext uri="{BB962C8B-B14F-4D97-AF65-F5344CB8AC3E}">
        <p14:creationId xmlns:p14="http://schemas.microsoft.com/office/powerpoint/2010/main" val="311159254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331ED-9191-8504-372B-60D3E8FC8826}"/>
              </a:ext>
            </a:extLst>
          </p:cNvPr>
          <p:cNvSpPr>
            <a:spLocks noGrp="1"/>
          </p:cNvSpPr>
          <p:nvPr>
            <p:ph type="title"/>
          </p:nvPr>
        </p:nvSpPr>
        <p:spPr>
          <a:xfrm>
            <a:off x="777240" y="623697"/>
            <a:ext cx="6015446" cy="1447008"/>
          </a:xfrm>
        </p:spPr>
        <p:txBody>
          <a:bodyPr/>
          <a:lstStyle/>
          <a:p>
            <a:r>
              <a:rPr lang="en-US" dirty="0"/>
              <a:t>ENTERPRISE COLLABORATOR(EC)</a:t>
            </a:r>
          </a:p>
        </p:txBody>
      </p:sp>
      <p:sp>
        <p:nvSpPr>
          <p:cNvPr id="3" name="Text Placeholder 2">
            <a:extLst>
              <a:ext uri="{FF2B5EF4-FFF2-40B4-BE49-F238E27FC236}">
                <a16:creationId xmlns:a16="http://schemas.microsoft.com/office/drawing/2014/main" id="{7DD47D7F-085E-7620-9816-ABD902FB0DA4}"/>
              </a:ext>
            </a:extLst>
          </p:cNvPr>
          <p:cNvSpPr>
            <a:spLocks noGrp="1"/>
          </p:cNvSpPr>
          <p:nvPr>
            <p:ph type="body" sz="quarter" idx="13"/>
          </p:nvPr>
        </p:nvSpPr>
        <p:spPr>
          <a:xfrm>
            <a:off x="777240" y="2171842"/>
            <a:ext cx="4251707" cy="5429288"/>
          </a:xfrm>
        </p:spPr>
        <p:txBody>
          <a:bodyPr/>
          <a:lstStyle/>
          <a:p>
            <a:r>
              <a:rPr lang="en-US" dirty="0"/>
              <a:t>7.) CLICK ON SHOW </a:t>
            </a:r>
          </a:p>
          <a:p>
            <a:r>
              <a:rPr lang="en-US" dirty="0"/>
              <a:t>8.) LOGS WILL GIVE YOU THE ERROR LOGS OF A FAILED MESSAGE </a:t>
            </a:r>
          </a:p>
          <a:p>
            <a:r>
              <a:rPr lang="en-US" dirty="0"/>
              <a:t>9.) .RCV WILL ALLOW YOU TO DOWNLOAD THE XML OF AN INBOUND FILE </a:t>
            </a:r>
          </a:p>
          <a:p>
            <a:r>
              <a:rPr lang="en-US" dirty="0"/>
              <a:t>10.) .XMLTRANS WILL ALLOW YOU TO DOWNLOAD THE XML AN OUTBOUND FILE. </a:t>
            </a:r>
          </a:p>
          <a:p>
            <a:r>
              <a:rPr lang="en-US" dirty="0"/>
              <a:t>11.) OPEN FILES IN NOTEPAD++</a:t>
            </a:r>
          </a:p>
        </p:txBody>
      </p:sp>
      <p:pic>
        <p:nvPicPr>
          <p:cNvPr id="6" name="Content Placeholder 5">
            <a:extLst>
              <a:ext uri="{FF2B5EF4-FFF2-40B4-BE49-F238E27FC236}">
                <a16:creationId xmlns:a16="http://schemas.microsoft.com/office/drawing/2014/main" id="{03278BA5-CED4-6425-46A4-9E6152DD2EB2}"/>
              </a:ext>
            </a:extLst>
          </p:cNvPr>
          <p:cNvPicPr>
            <a:picLocks noGrp="1" noChangeAspect="1"/>
          </p:cNvPicPr>
          <p:nvPr>
            <p:ph sz="quarter" idx="10"/>
          </p:nvPr>
        </p:nvPicPr>
        <p:blipFill>
          <a:blip r:embed="rId2"/>
          <a:stretch>
            <a:fillRect/>
          </a:stretch>
        </p:blipFill>
        <p:spPr>
          <a:xfrm>
            <a:off x="6916887" y="4391484"/>
            <a:ext cx="8286132" cy="3380916"/>
          </a:xfrm>
        </p:spPr>
      </p:pic>
      <p:pic>
        <p:nvPicPr>
          <p:cNvPr id="8" name="Picture 7">
            <a:extLst>
              <a:ext uri="{FF2B5EF4-FFF2-40B4-BE49-F238E27FC236}">
                <a16:creationId xmlns:a16="http://schemas.microsoft.com/office/drawing/2014/main" id="{32FCF56A-2531-D021-B573-3516629A353F}"/>
              </a:ext>
            </a:extLst>
          </p:cNvPr>
          <p:cNvPicPr>
            <a:picLocks noChangeAspect="1"/>
          </p:cNvPicPr>
          <p:nvPr/>
        </p:nvPicPr>
        <p:blipFill>
          <a:blip r:embed="rId3"/>
          <a:stretch>
            <a:fillRect/>
          </a:stretch>
        </p:blipFill>
        <p:spPr>
          <a:xfrm>
            <a:off x="6916887" y="1232408"/>
            <a:ext cx="8178108" cy="2412129"/>
          </a:xfrm>
          <a:prstGeom prst="rect">
            <a:avLst/>
          </a:prstGeom>
        </p:spPr>
      </p:pic>
      <p:sp>
        <p:nvSpPr>
          <p:cNvPr id="9" name="Oval 8">
            <a:extLst>
              <a:ext uri="{FF2B5EF4-FFF2-40B4-BE49-F238E27FC236}">
                <a16:creationId xmlns:a16="http://schemas.microsoft.com/office/drawing/2014/main" id="{BBF1DAFD-478B-F871-F4B9-234DCE9EC7D0}"/>
              </a:ext>
            </a:extLst>
          </p:cNvPr>
          <p:cNvSpPr/>
          <p:nvPr/>
        </p:nvSpPr>
        <p:spPr>
          <a:xfrm>
            <a:off x="7026479" y="1080897"/>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0" name="Oval 9">
            <a:extLst>
              <a:ext uri="{FF2B5EF4-FFF2-40B4-BE49-F238E27FC236}">
                <a16:creationId xmlns:a16="http://schemas.microsoft.com/office/drawing/2014/main" id="{EACCD515-0CB7-F49F-7358-23FC775A67CF}"/>
              </a:ext>
            </a:extLst>
          </p:cNvPr>
          <p:cNvSpPr/>
          <p:nvPr/>
        </p:nvSpPr>
        <p:spPr>
          <a:xfrm>
            <a:off x="6633255" y="4082847"/>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1" name="Oval 10">
            <a:extLst>
              <a:ext uri="{FF2B5EF4-FFF2-40B4-BE49-F238E27FC236}">
                <a16:creationId xmlns:a16="http://schemas.microsoft.com/office/drawing/2014/main" id="{7D5F926E-BD77-AC93-A47A-3BBFE129F907}"/>
              </a:ext>
            </a:extLst>
          </p:cNvPr>
          <p:cNvSpPr/>
          <p:nvPr/>
        </p:nvSpPr>
        <p:spPr>
          <a:xfrm>
            <a:off x="7051266" y="4082847"/>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2" name="Oval 11">
            <a:extLst>
              <a:ext uri="{FF2B5EF4-FFF2-40B4-BE49-F238E27FC236}">
                <a16:creationId xmlns:a16="http://schemas.microsoft.com/office/drawing/2014/main" id="{09F3B072-CC47-0884-461C-853C97EFB62A}"/>
              </a:ext>
            </a:extLst>
          </p:cNvPr>
          <p:cNvSpPr/>
          <p:nvPr/>
        </p:nvSpPr>
        <p:spPr>
          <a:xfrm>
            <a:off x="7525279" y="4082847"/>
            <a:ext cx="679268" cy="6172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10</a:t>
            </a:r>
          </a:p>
        </p:txBody>
      </p:sp>
    </p:spTree>
    <p:extLst>
      <p:ext uri="{BB962C8B-B14F-4D97-AF65-F5344CB8AC3E}">
        <p14:creationId xmlns:p14="http://schemas.microsoft.com/office/powerpoint/2010/main" val="192308020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B9F8D-07FD-7468-952D-5019647437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AD96C2-41C9-CF7B-73AF-7B385340972A}"/>
              </a:ext>
            </a:extLst>
          </p:cNvPr>
          <p:cNvSpPr>
            <a:spLocks noGrp="1"/>
          </p:cNvSpPr>
          <p:nvPr>
            <p:ph type="title"/>
          </p:nvPr>
        </p:nvSpPr>
        <p:spPr>
          <a:xfrm>
            <a:off x="306977" y="3876350"/>
            <a:ext cx="8484326" cy="2411847"/>
          </a:xfrm>
        </p:spPr>
        <p:txBody>
          <a:bodyPr/>
          <a:lstStyle/>
          <a:p>
            <a:r>
              <a:rPr lang="en-US" dirty="0"/>
              <a:t>TROUBLE SHOOTING – HOW TO READ AN XML </a:t>
            </a:r>
          </a:p>
        </p:txBody>
      </p:sp>
    </p:spTree>
    <p:extLst>
      <p:ext uri="{BB962C8B-B14F-4D97-AF65-F5344CB8AC3E}">
        <p14:creationId xmlns:p14="http://schemas.microsoft.com/office/powerpoint/2010/main" val="59377394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75E424-7731-9198-E8A5-EE3F026554BC}"/>
              </a:ext>
            </a:extLst>
          </p:cNvPr>
          <p:cNvSpPr>
            <a:spLocks noGrp="1"/>
          </p:cNvSpPr>
          <p:nvPr>
            <p:ph type="title"/>
          </p:nvPr>
        </p:nvSpPr>
        <p:spPr>
          <a:xfrm>
            <a:off x="529046" y="702078"/>
            <a:ext cx="14721840" cy="982551"/>
          </a:xfrm>
        </p:spPr>
        <p:txBody>
          <a:bodyPr/>
          <a:lstStyle/>
          <a:p>
            <a:r>
              <a:rPr lang="en-US" dirty="0"/>
              <a:t>MAPPING FILE FOR EACH INTERFACE</a:t>
            </a:r>
            <a:br>
              <a:rPr lang="en-US" dirty="0"/>
            </a:br>
            <a:endParaRPr lang="en-US" dirty="0"/>
          </a:p>
        </p:txBody>
      </p:sp>
      <p:graphicFrame>
        <p:nvGraphicFramePr>
          <p:cNvPr id="5" name="Object 4">
            <a:extLst>
              <a:ext uri="{FF2B5EF4-FFF2-40B4-BE49-F238E27FC236}">
                <a16:creationId xmlns:a16="http://schemas.microsoft.com/office/drawing/2014/main" id="{6AB1D252-F837-DD87-1A60-20663D062084}"/>
              </a:ext>
            </a:extLst>
          </p:cNvPr>
          <p:cNvGraphicFramePr>
            <a:graphicFrameLocks noChangeAspect="1"/>
          </p:cNvGraphicFramePr>
          <p:nvPr>
            <p:extLst>
              <p:ext uri="{D42A27DB-BD31-4B8C-83A1-F6EECF244321}">
                <p14:modId xmlns:p14="http://schemas.microsoft.com/office/powerpoint/2010/main" val="1191783502"/>
              </p:ext>
            </p:extLst>
          </p:nvPr>
        </p:nvGraphicFramePr>
        <p:xfrm>
          <a:off x="5899355" y="2469503"/>
          <a:ext cx="4853858" cy="4204994"/>
        </p:xfrm>
        <a:graphic>
          <a:graphicData uri="http://schemas.openxmlformats.org/presentationml/2006/ole">
            <mc:AlternateContent xmlns:mc="http://schemas.openxmlformats.org/markup-compatibility/2006">
              <mc:Choice xmlns:v="urn:schemas-microsoft-com:vml" Requires="v">
                <p:oleObj name="Worksheet" showAsIcon="1" r:id="rId3" imgW="914282" imgH="792690" progId="Excel.Sheet.12">
                  <p:embed/>
                </p:oleObj>
              </mc:Choice>
              <mc:Fallback>
                <p:oleObj name="Worksheet" showAsIcon="1" r:id="rId3" imgW="914282" imgH="792690" progId="Excel.Sheet.12">
                  <p:embed/>
                  <p:pic>
                    <p:nvPicPr>
                      <p:cNvPr id="5" name="Object 4">
                        <a:extLst>
                          <a:ext uri="{FF2B5EF4-FFF2-40B4-BE49-F238E27FC236}">
                            <a16:creationId xmlns:a16="http://schemas.microsoft.com/office/drawing/2014/main" id="{6AB1D252-F837-DD87-1A60-20663D062084}"/>
                          </a:ext>
                        </a:extLst>
                      </p:cNvPr>
                      <p:cNvPicPr/>
                      <p:nvPr/>
                    </p:nvPicPr>
                    <p:blipFill>
                      <a:blip r:embed="rId4"/>
                      <a:stretch>
                        <a:fillRect/>
                      </a:stretch>
                    </p:blipFill>
                    <p:spPr>
                      <a:xfrm>
                        <a:off x="5899355" y="2469503"/>
                        <a:ext cx="4853858" cy="4204994"/>
                      </a:xfrm>
                      <a:prstGeom prst="rect">
                        <a:avLst/>
                      </a:prstGeom>
                    </p:spPr>
                  </p:pic>
                </p:oleObj>
              </mc:Fallback>
            </mc:AlternateContent>
          </a:graphicData>
        </a:graphic>
      </p:graphicFrame>
    </p:spTree>
    <p:extLst>
      <p:ext uri="{BB962C8B-B14F-4D97-AF65-F5344CB8AC3E}">
        <p14:creationId xmlns:p14="http://schemas.microsoft.com/office/powerpoint/2010/main" val="232070482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7D9F2-3122-4089-1ACC-53DA66FB76A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77B0D3-9728-7FBC-5FFC-186CE34F6B86}"/>
              </a:ext>
            </a:extLst>
          </p:cNvPr>
          <p:cNvSpPr>
            <a:spLocks noGrp="1"/>
          </p:cNvSpPr>
          <p:nvPr>
            <p:ph type="title"/>
          </p:nvPr>
        </p:nvSpPr>
        <p:spPr>
          <a:xfrm>
            <a:off x="306977" y="3876350"/>
            <a:ext cx="8484326" cy="2411847"/>
          </a:xfrm>
        </p:spPr>
        <p:txBody>
          <a:bodyPr/>
          <a:lstStyle/>
          <a:p>
            <a:r>
              <a:rPr lang="en-US" dirty="0"/>
              <a:t>TROUBLE SHOOTING – ERROR HANDLING </a:t>
            </a:r>
          </a:p>
        </p:txBody>
      </p:sp>
    </p:spTree>
    <p:extLst>
      <p:ext uri="{BB962C8B-B14F-4D97-AF65-F5344CB8AC3E}">
        <p14:creationId xmlns:p14="http://schemas.microsoft.com/office/powerpoint/2010/main" val="85922576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FC464-8558-2029-9E94-E79B267C38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AB90F7-2195-CDC7-E7BB-D38A5F88B966}"/>
              </a:ext>
            </a:extLst>
          </p:cNvPr>
          <p:cNvSpPr>
            <a:spLocks noGrp="1"/>
          </p:cNvSpPr>
          <p:nvPr>
            <p:ph type="title"/>
          </p:nvPr>
        </p:nvSpPr>
        <p:spPr>
          <a:xfrm>
            <a:off x="306977" y="3876350"/>
            <a:ext cx="8484326" cy="2411847"/>
          </a:xfrm>
        </p:spPr>
        <p:txBody>
          <a:bodyPr/>
          <a:lstStyle/>
          <a:p>
            <a:r>
              <a:rPr lang="en-US" dirty="0"/>
              <a:t>HAPPY PATH DEMO</a:t>
            </a:r>
          </a:p>
        </p:txBody>
      </p:sp>
    </p:spTree>
    <p:extLst>
      <p:ext uri="{BB962C8B-B14F-4D97-AF65-F5344CB8AC3E}">
        <p14:creationId xmlns:p14="http://schemas.microsoft.com/office/powerpoint/2010/main" val="366184677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08C5E-AD29-581C-E758-3BDAECA9A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74E35-BF7B-6F6D-5B87-FD999D3FB6AB}"/>
              </a:ext>
            </a:extLst>
          </p:cNvPr>
          <p:cNvSpPr>
            <a:spLocks noGrp="1"/>
          </p:cNvSpPr>
          <p:nvPr>
            <p:ph type="title"/>
          </p:nvPr>
        </p:nvSpPr>
        <p:spPr>
          <a:xfrm>
            <a:off x="777240" y="623697"/>
            <a:ext cx="6080760" cy="1447008"/>
          </a:xfrm>
        </p:spPr>
        <p:txBody>
          <a:bodyPr/>
          <a:lstStyle/>
          <a:p>
            <a:r>
              <a:rPr lang="en-US" dirty="0"/>
              <a:t>SPS HAPPY PATH</a:t>
            </a:r>
          </a:p>
        </p:txBody>
      </p:sp>
      <p:sp>
        <p:nvSpPr>
          <p:cNvPr id="3" name="Text Placeholder 2">
            <a:extLst>
              <a:ext uri="{FF2B5EF4-FFF2-40B4-BE49-F238E27FC236}">
                <a16:creationId xmlns:a16="http://schemas.microsoft.com/office/drawing/2014/main" id="{B65E460C-4143-5B9F-D3D5-D8BBDF771157}"/>
              </a:ext>
            </a:extLst>
          </p:cNvPr>
          <p:cNvSpPr>
            <a:spLocks noGrp="1"/>
          </p:cNvSpPr>
          <p:nvPr>
            <p:ph type="body" sz="quarter" idx="13"/>
          </p:nvPr>
        </p:nvSpPr>
        <p:spPr>
          <a:xfrm>
            <a:off x="1210654" y="1713378"/>
            <a:ext cx="4251707" cy="5429288"/>
          </a:xfrm>
        </p:spPr>
        <p:txBody>
          <a:bodyPr/>
          <a:lstStyle/>
          <a:p>
            <a:r>
              <a:rPr lang="en-US" dirty="0"/>
              <a:t>1.) FILE IS SENT BY SPS TO SFTP FOLDER </a:t>
            </a:r>
          </a:p>
          <a:p>
            <a:r>
              <a:rPr lang="en-US" dirty="0"/>
              <a:t>2.) ION PICKS UP FILE FROM SFTP </a:t>
            </a:r>
          </a:p>
          <a:p>
            <a:r>
              <a:rPr lang="en-US" dirty="0"/>
              <a:t>3.) INBOUND AGREEMENT TRIGGERS AND IS A SUCCESS </a:t>
            </a:r>
          </a:p>
          <a:p>
            <a:r>
              <a:rPr lang="en-US" dirty="0"/>
              <a:t>4.) BATCH ORDER CAN BE SEEN IN OIS275. HAS CORRECT ADDRESS, LINES,EC NUMBERS AND AUXILIARY DETAILS.   </a:t>
            </a:r>
          </a:p>
          <a:p>
            <a:endParaRPr lang="en-US" dirty="0"/>
          </a:p>
          <a:p>
            <a:endParaRPr lang="en-US" dirty="0"/>
          </a:p>
        </p:txBody>
      </p:sp>
      <p:grpSp>
        <p:nvGrpSpPr>
          <p:cNvPr id="24" name="Group 23">
            <a:extLst>
              <a:ext uri="{FF2B5EF4-FFF2-40B4-BE49-F238E27FC236}">
                <a16:creationId xmlns:a16="http://schemas.microsoft.com/office/drawing/2014/main" id="{AEA940E3-37AA-28C0-75BC-EF0D0201E126}"/>
              </a:ext>
            </a:extLst>
          </p:cNvPr>
          <p:cNvGrpSpPr/>
          <p:nvPr/>
        </p:nvGrpSpPr>
        <p:grpSpPr>
          <a:xfrm>
            <a:off x="5949869" y="368710"/>
            <a:ext cx="9591786" cy="7979702"/>
            <a:chOff x="5949869" y="368710"/>
            <a:chExt cx="9591786" cy="7979702"/>
          </a:xfrm>
        </p:grpSpPr>
        <p:pic>
          <p:nvPicPr>
            <p:cNvPr id="4" name="Picture 3">
              <a:extLst>
                <a:ext uri="{FF2B5EF4-FFF2-40B4-BE49-F238E27FC236}">
                  <a16:creationId xmlns:a16="http://schemas.microsoft.com/office/drawing/2014/main" id="{4F2CE23E-A2D0-9C0A-DDA9-3FEB0366BFEB}"/>
                </a:ext>
              </a:extLst>
            </p:cNvPr>
            <p:cNvPicPr>
              <a:picLocks noChangeAspect="1"/>
            </p:cNvPicPr>
            <p:nvPr/>
          </p:nvPicPr>
          <p:blipFill>
            <a:blip r:embed="rId2"/>
            <a:srcRect r="49781" b="2183"/>
            <a:stretch/>
          </p:blipFill>
          <p:spPr>
            <a:xfrm>
              <a:off x="6139590" y="484471"/>
              <a:ext cx="4405507" cy="3172468"/>
            </a:xfrm>
            <a:prstGeom prst="rect">
              <a:avLst/>
            </a:prstGeom>
          </p:spPr>
        </p:pic>
        <p:pic>
          <p:nvPicPr>
            <p:cNvPr id="8" name="Picture 7">
              <a:extLst>
                <a:ext uri="{FF2B5EF4-FFF2-40B4-BE49-F238E27FC236}">
                  <a16:creationId xmlns:a16="http://schemas.microsoft.com/office/drawing/2014/main" id="{F9DBC3AE-89C0-B8B3-0936-72717A8F1841}"/>
                </a:ext>
              </a:extLst>
            </p:cNvPr>
            <p:cNvPicPr>
              <a:picLocks noChangeAspect="1"/>
            </p:cNvPicPr>
            <p:nvPr/>
          </p:nvPicPr>
          <p:blipFill>
            <a:blip r:embed="rId3"/>
            <a:stretch>
              <a:fillRect/>
            </a:stretch>
          </p:blipFill>
          <p:spPr>
            <a:xfrm>
              <a:off x="10745762" y="975177"/>
              <a:ext cx="4734586" cy="2191056"/>
            </a:xfrm>
            <a:prstGeom prst="rect">
              <a:avLst/>
            </a:prstGeom>
          </p:spPr>
        </p:pic>
        <p:pic>
          <p:nvPicPr>
            <p:cNvPr id="15" name="Picture 14">
              <a:extLst>
                <a:ext uri="{FF2B5EF4-FFF2-40B4-BE49-F238E27FC236}">
                  <a16:creationId xmlns:a16="http://schemas.microsoft.com/office/drawing/2014/main" id="{435876C7-0442-BBF9-1A38-F6EBAD26C604}"/>
                </a:ext>
              </a:extLst>
            </p:cNvPr>
            <p:cNvPicPr>
              <a:picLocks noChangeAspect="1"/>
            </p:cNvPicPr>
            <p:nvPr/>
          </p:nvPicPr>
          <p:blipFill>
            <a:blip r:embed="rId4"/>
            <a:stretch>
              <a:fillRect/>
            </a:stretch>
          </p:blipFill>
          <p:spPr>
            <a:xfrm>
              <a:off x="5949869" y="4297374"/>
              <a:ext cx="9591786" cy="549251"/>
            </a:xfrm>
            <a:prstGeom prst="rect">
              <a:avLst/>
            </a:prstGeom>
          </p:spPr>
        </p:pic>
        <p:pic>
          <p:nvPicPr>
            <p:cNvPr id="17" name="Picture 16">
              <a:extLst>
                <a:ext uri="{FF2B5EF4-FFF2-40B4-BE49-F238E27FC236}">
                  <a16:creationId xmlns:a16="http://schemas.microsoft.com/office/drawing/2014/main" id="{2DA40D83-8633-C3F7-E5FE-D2A54E6C8BAC}"/>
                </a:ext>
              </a:extLst>
            </p:cNvPr>
            <p:cNvPicPr>
              <a:picLocks noChangeAspect="1"/>
            </p:cNvPicPr>
            <p:nvPr/>
          </p:nvPicPr>
          <p:blipFill>
            <a:blip r:embed="rId5"/>
            <a:stretch>
              <a:fillRect/>
            </a:stretch>
          </p:blipFill>
          <p:spPr>
            <a:xfrm>
              <a:off x="5949869" y="5239183"/>
              <a:ext cx="8878069" cy="3109229"/>
            </a:xfrm>
            <a:prstGeom prst="rect">
              <a:avLst/>
            </a:prstGeom>
          </p:spPr>
        </p:pic>
        <p:sp>
          <p:nvSpPr>
            <p:cNvPr id="18" name="Oval 17">
              <a:extLst>
                <a:ext uri="{FF2B5EF4-FFF2-40B4-BE49-F238E27FC236}">
                  <a16:creationId xmlns:a16="http://schemas.microsoft.com/office/drawing/2014/main" id="{74F7B122-3F17-582C-4F44-46EE98F66F6C}"/>
                </a:ext>
              </a:extLst>
            </p:cNvPr>
            <p:cNvSpPr/>
            <p:nvPr/>
          </p:nvSpPr>
          <p:spPr>
            <a:xfrm>
              <a:off x="8745794" y="368710"/>
              <a:ext cx="653796" cy="6064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 name="Oval 20">
              <a:extLst>
                <a:ext uri="{FF2B5EF4-FFF2-40B4-BE49-F238E27FC236}">
                  <a16:creationId xmlns:a16="http://schemas.microsoft.com/office/drawing/2014/main" id="{EFBF1C91-9185-F3A5-F6D2-B86FBE6522D6}"/>
                </a:ext>
              </a:extLst>
            </p:cNvPr>
            <p:cNvSpPr/>
            <p:nvPr/>
          </p:nvSpPr>
          <p:spPr>
            <a:xfrm>
              <a:off x="13185665" y="823518"/>
              <a:ext cx="653796" cy="6064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 name="Oval 21">
              <a:extLst>
                <a:ext uri="{FF2B5EF4-FFF2-40B4-BE49-F238E27FC236}">
                  <a16:creationId xmlns:a16="http://schemas.microsoft.com/office/drawing/2014/main" id="{66B06167-F127-C3EB-C7B6-7C700F49E6CB}"/>
                </a:ext>
              </a:extLst>
            </p:cNvPr>
            <p:cNvSpPr/>
            <p:nvPr/>
          </p:nvSpPr>
          <p:spPr>
            <a:xfrm>
              <a:off x="7688547" y="3948392"/>
              <a:ext cx="653796" cy="6064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3" name="Oval 22">
              <a:extLst>
                <a:ext uri="{FF2B5EF4-FFF2-40B4-BE49-F238E27FC236}">
                  <a16:creationId xmlns:a16="http://schemas.microsoft.com/office/drawing/2014/main" id="{F5B9BFE7-B640-E6BF-1736-F923F4E9B52A}"/>
                </a:ext>
              </a:extLst>
            </p:cNvPr>
            <p:cNvSpPr/>
            <p:nvPr/>
          </p:nvSpPr>
          <p:spPr>
            <a:xfrm>
              <a:off x="6531102" y="5164178"/>
              <a:ext cx="653796" cy="6064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spTree>
    <p:extLst>
      <p:ext uri="{BB962C8B-B14F-4D97-AF65-F5344CB8AC3E}">
        <p14:creationId xmlns:p14="http://schemas.microsoft.com/office/powerpoint/2010/main" val="11854070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34BD8-ABAF-DF62-34E0-73258EAE3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4E143-F58D-56B4-8E70-719BD6451B15}"/>
              </a:ext>
            </a:extLst>
          </p:cNvPr>
          <p:cNvSpPr>
            <a:spLocks noGrp="1"/>
          </p:cNvSpPr>
          <p:nvPr>
            <p:ph type="title"/>
          </p:nvPr>
        </p:nvSpPr>
        <p:spPr>
          <a:xfrm>
            <a:off x="777240" y="623697"/>
            <a:ext cx="6080760" cy="1447008"/>
          </a:xfrm>
        </p:spPr>
        <p:txBody>
          <a:bodyPr/>
          <a:lstStyle/>
          <a:p>
            <a:r>
              <a:rPr lang="en-US" dirty="0"/>
              <a:t>SPS HAPPY PATH</a:t>
            </a:r>
          </a:p>
        </p:txBody>
      </p:sp>
      <p:sp>
        <p:nvSpPr>
          <p:cNvPr id="3" name="Text Placeholder 2">
            <a:extLst>
              <a:ext uri="{FF2B5EF4-FFF2-40B4-BE49-F238E27FC236}">
                <a16:creationId xmlns:a16="http://schemas.microsoft.com/office/drawing/2014/main" id="{BCE01B84-B157-5E24-F278-4A99A9FB0282}"/>
              </a:ext>
            </a:extLst>
          </p:cNvPr>
          <p:cNvSpPr>
            <a:spLocks noGrp="1"/>
          </p:cNvSpPr>
          <p:nvPr>
            <p:ph type="body" sz="quarter" idx="13"/>
          </p:nvPr>
        </p:nvSpPr>
        <p:spPr>
          <a:xfrm>
            <a:off x="715933" y="3214677"/>
            <a:ext cx="4251707" cy="2714644"/>
          </a:xfrm>
        </p:spPr>
        <p:txBody>
          <a:bodyPr/>
          <a:lstStyle/>
          <a:p>
            <a:r>
              <a:rPr lang="en-US" dirty="0"/>
              <a:t>5.) AN ACKNOWLEDGEMENT IS AUTOMATICALLY SENT OUT (EDI 855) </a:t>
            </a:r>
          </a:p>
          <a:p>
            <a:r>
              <a:rPr lang="en-US" dirty="0"/>
              <a:t>6.) ACKNOWLEDGEMENT CODES ARE IN THE RESULTING XML </a:t>
            </a:r>
          </a:p>
          <a:p>
            <a:endParaRPr lang="en-US" dirty="0"/>
          </a:p>
          <a:p>
            <a:endParaRPr lang="en-US" dirty="0"/>
          </a:p>
        </p:txBody>
      </p:sp>
      <p:grpSp>
        <p:nvGrpSpPr>
          <p:cNvPr id="12" name="Group 11">
            <a:extLst>
              <a:ext uri="{FF2B5EF4-FFF2-40B4-BE49-F238E27FC236}">
                <a16:creationId xmlns:a16="http://schemas.microsoft.com/office/drawing/2014/main" id="{8D242A1D-B143-73AC-7F6F-BBB56BE8FB8E}"/>
              </a:ext>
            </a:extLst>
          </p:cNvPr>
          <p:cNvGrpSpPr/>
          <p:nvPr/>
        </p:nvGrpSpPr>
        <p:grpSpPr>
          <a:xfrm>
            <a:off x="5421698" y="2070705"/>
            <a:ext cx="10058650" cy="4455375"/>
            <a:chOff x="5483005" y="2070705"/>
            <a:chExt cx="10058650" cy="4455375"/>
          </a:xfrm>
        </p:grpSpPr>
        <p:pic>
          <p:nvPicPr>
            <p:cNvPr id="6" name="Picture 5">
              <a:extLst>
                <a:ext uri="{FF2B5EF4-FFF2-40B4-BE49-F238E27FC236}">
                  <a16:creationId xmlns:a16="http://schemas.microsoft.com/office/drawing/2014/main" id="{8F99DF3C-B575-ED78-46E9-0111A09026EA}"/>
                </a:ext>
              </a:extLst>
            </p:cNvPr>
            <p:cNvPicPr>
              <a:picLocks noChangeAspect="1"/>
            </p:cNvPicPr>
            <p:nvPr/>
          </p:nvPicPr>
          <p:blipFill>
            <a:blip r:embed="rId2"/>
            <a:stretch>
              <a:fillRect/>
            </a:stretch>
          </p:blipFill>
          <p:spPr>
            <a:xfrm>
              <a:off x="5633631" y="3811436"/>
              <a:ext cx="9908024" cy="2714644"/>
            </a:xfrm>
            <a:prstGeom prst="rect">
              <a:avLst/>
            </a:prstGeom>
          </p:spPr>
        </p:pic>
        <p:pic>
          <p:nvPicPr>
            <p:cNvPr id="9" name="Picture 8">
              <a:extLst>
                <a:ext uri="{FF2B5EF4-FFF2-40B4-BE49-F238E27FC236}">
                  <a16:creationId xmlns:a16="http://schemas.microsoft.com/office/drawing/2014/main" id="{A158731B-E68F-EEF7-AD50-30997BB80715}"/>
                </a:ext>
              </a:extLst>
            </p:cNvPr>
            <p:cNvPicPr>
              <a:picLocks noChangeAspect="1"/>
            </p:cNvPicPr>
            <p:nvPr/>
          </p:nvPicPr>
          <p:blipFill>
            <a:blip r:embed="rId3"/>
            <a:stretch>
              <a:fillRect/>
            </a:stretch>
          </p:blipFill>
          <p:spPr>
            <a:xfrm>
              <a:off x="5829719" y="2437875"/>
              <a:ext cx="9530970" cy="570796"/>
            </a:xfrm>
            <a:prstGeom prst="rect">
              <a:avLst/>
            </a:prstGeom>
          </p:spPr>
        </p:pic>
        <p:sp>
          <p:nvSpPr>
            <p:cNvPr id="10" name="Oval 9">
              <a:extLst>
                <a:ext uri="{FF2B5EF4-FFF2-40B4-BE49-F238E27FC236}">
                  <a16:creationId xmlns:a16="http://schemas.microsoft.com/office/drawing/2014/main" id="{A9E8BE28-D285-AC99-481F-A97882451438}"/>
                </a:ext>
              </a:extLst>
            </p:cNvPr>
            <p:cNvSpPr/>
            <p:nvPr/>
          </p:nvSpPr>
          <p:spPr>
            <a:xfrm>
              <a:off x="5633631" y="2070705"/>
              <a:ext cx="693427" cy="570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 name="Oval 10">
              <a:extLst>
                <a:ext uri="{FF2B5EF4-FFF2-40B4-BE49-F238E27FC236}">
                  <a16:creationId xmlns:a16="http://schemas.microsoft.com/office/drawing/2014/main" id="{2CFBB97C-21B2-B025-0D63-935DE119FF07}"/>
                </a:ext>
              </a:extLst>
            </p:cNvPr>
            <p:cNvSpPr/>
            <p:nvPr/>
          </p:nvSpPr>
          <p:spPr>
            <a:xfrm>
              <a:off x="5483005" y="3463111"/>
              <a:ext cx="693427" cy="5707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grpSp>
    </p:spTree>
    <p:extLst>
      <p:ext uri="{BB962C8B-B14F-4D97-AF65-F5344CB8AC3E}">
        <p14:creationId xmlns:p14="http://schemas.microsoft.com/office/powerpoint/2010/main" val="29945795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5347A-6EA1-8CD8-BECC-65FB26391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8DD2D-F6B6-B4A8-7FDD-4B09F25CDCD8}"/>
              </a:ext>
            </a:extLst>
          </p:cNvPr>
          <p:cNvSpPr>
            <a:spLocks noGrp="1"/>
          </p:cNvSpPr>
          <p:nvPr>
            <p:ph type="title"/>
          </p:nvPr>
        </p:nvSpPr>
        <p:spPr>
          <a:xfrm>
            <a:off x="777240" y="623697"/>
            <a:ext cx="6080760" cy="1447008"/>
          </a:xfrm>
        </p:spPr>
        <p:txBody>
          <a:bodyPr/>
          <a:lstStyle/>
          <a:p>
            <a:r>
              <a:rPr lang="en-US" dirty="0"/>
              <a:t>SPS HAPPY PATH</a:t>
            </a:r>
          </a:p>
        </p:txBody>
      </p:sp>
      <p:sp>
        <p:nvSpPr>
          <p:cNvPr id="3" name="Text Placeholder 2">
            <a:extLst>
              <a:ext uri="{FF2B5EF4-FFF2-40B4-BE49-F238E27FC236}">
                <a16:creationId xmlns:a16="http://schemas.microsoft.com/office/drawing/2014/main" id="{73387F4A-B148-D1A5-2581-FD90EA1428A7}"/>
              </a:ext>
            </a:extLst>
          </p:cNvPr>
          <p:cNvSpPr>
            <a:spLocks noGrp="1"/>
          </p:cNvSpPr>
          <p:nvPr>
            <p:ph type="body" sz="quarter" idx="13"/>
          </p:nvPr>
        </p:nvSpPr>
        <p:spPr>
          <a:xfrm>
            <a:off x="924213" y="3010158"/>
            <a:ext cx="4251707" cy="5429288"/>
          </a:xfrm>
        </p:spPr>
        <p:txBody>
          <a:bodyPr/>
          <a:lstStyle/>
          <a:p>
            <a:r>
              <a:rPr lang="en-US" dirty="0"/>
              <a:t>7.) ORDER IS PROCESSED THROUGH WAREHOUSE WITH PRO/TRACKING NUMBERS AND EC NUMBERS </a:t>
            </a:r>
          </a:p>
          <a:p>
            <a:r>
              <a:rPr lang="en-US" dirty="0"/>
              <a:t>8.) EDI 856 IS TRIGGERED AUTOMATICALLY </a:t>
            </a:r>
          </a:p>
          <a:p>
            <a:endParaRPr lang="en-US" dirty="0"/>
          </a:p>
          <a:p>
            <a:endParaRPr lang="en-US" dirty="0"/>
          </a:p>
          <a:p>
            <a:endParaRPr lang="en-US" dirty="0"/>
          </a:p>
        </p:txBody>
      </p:sp>
      <p:sp>
        <p:nvSpPr>
          <p:cNvPr id="13" name="Oval 12">
            <a:extLst>
              <a:ext uri="{FF2B5EF4-FFF2-40B4-BE49-F238E27FC236}">
                <a16:creationId xmlns:a16="http://schemas.microsoft.com/office/drawing/2014/main" id="{A2D76B89-2C51-2C0A-C2D0-EC594643F8C7}"/>
              </a:ext>
            </a:extLst>
          </p:cNvPr>
          <p:cNvSpPr/>
          <p:nvPr/>
        </p:nvSpPr>
        <p:spPr>
          <a:xfrm>
            <a:off x="5751871" y="1347201"/>
            <a:ext cx="545690" cy="5511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grpSp>
        <p:nvGrpSpPr>
          <p:cNvPr id="19" name="Group 18">
            <a:extLst>
              <a:ext uri="{FF2B5EF4-FFF2-40B4-BE49-F238E27FC236}">
                <a16:creationId xmlns:a16="http://schemas.microsoft.com/office/drawing/2014/main" id="{9DF84673-656B-8BF7-61A7-2C63A0AC324B}"/>
              </a:ext>
            </a:extLst>
          </p:cNvPr>
          <p:cNvGrpSpPr/>
          <p:nvPr/>
        </p:nvGrpSpPr>
        <p:grpSpPr>
          <a:xfrm>
            <a:off x="5617860" y="1716291"/>
            <a:ext cx="9862488" cy="6485701"/>
            <a:chOff x="5617860" y="1716291"/>
            <a:chExt cx="9862488" cy="6485701"/>
          </a:xfrm>
        </p:grpSpPr>
        <p:pic>
          <p:nvPicPr>
            <p:cNvPr id="8" name="Picture 7">
              <a:extLst>
                <a:ext uri="{FF2B5EF4-FFF2-40B4-BE49-F238E27FC236}">
                  <a16:creationId xmlns:a16="http://schemas.microsoft.com/office/drawing/2014/main" id="{98F51012-3B61-26E4-FC81-3559F9CCE77E}"/>
                </a:ext>
              </a:extLst>
            </p:cNvPr>
            <p:cNvPicPr>
              <a:picLocks noChangeAspect="1"/>
            </p:cNvPicPr>
            <p:nvPr/>
          </p:nvPicPr>
          <p:blipFill>
            <a:blip r:embed="rId2"/>
            <a:stretch>
              <a:fillRect/>
            </a:stretch>
          </p:blipFill>
          <p:spPr>
            <a:xfrm>
              <a:off x="5617860" y="1716291"/>
              <a:ext cx="9862488" cy="708828"/>
            </a:xfrm>
            <a:prstGeom prst="rect">
              <a:avLst/>
            </a:prstGeom>
          </p:spPr>
        </p:pic>
        <p:pic>
          <p:nvPicPr>
            <p:cNvPr id="10" name="Picture 9">
              <a:extLst>
                <a:ext uri="{FF2B5EF4-FFF2-40B4-BE49-F238E27FC236}">
                  <a16:creationId xmlns:a16="http://schemas.microsoft.com/office/drawing/2014/main" id="{C94F4D6C-D9D0-E776-7375-5893DD7FDCB8}"/>
                </a:ext>
              </a:extLst>
            </p:cNvPr>
            <p:cNvPicPr>
              <a:picLocks noChangeAspect="1"/>
            </p:cNvPicPr>
            <p:nvPr/>
          </p:nvPicPr>
          <p:blipFill>
            <a:blip r:embed="rId3"/>
            <a:stretch>
              <a:fillRect/>
            </a:stretch>
          </p:blipFill>
          <p:spPr>
            <a:xfrm>
              <a:off x="5617860" y="3010158"/>
              <a:ext cx="8240275" cy="704948"/>
            </a:xfrm>
            <a:prstGeom prst="rect">
              <a:avLst/>
            </a:prstGeom>
          </p:spPr>
        </p:pic>
        <p:pic>
          <p:nvPicPr>
            <p:cNvPr id="12" name="Picture 11">
              <a:extLst>
                <a:ext uri="{FF2B5EF4-FFF2-40B4-BE49-F238E27FC236}">
                  <a16:creationId xmlns:a16="http://schemas.microsoft.com/office/drawing/2014/main" id="{0AAEEF96-2033-04FD-0B52-29443BD3782A}"/>
                </a:ext>
              </a:extLst>
            </p:cNvPr>
            <p:cNvPicPr>
              <a:picLocks noChangeAspect="1"/>
            </p:cNvPicPr>
            <p:nvPr/>
          </p:nvPicPr>
          <p:blipFill>
            <a:blip r:embed="rId4"/>
            <a:stretch>
              <a:fillRect/>
            </a:stretch>
          </p:blipFill>
          <p:spPr>
            <a:xfrm>
              <a:off x="5617860" y="4038458"/>
              <a:ext cx="8936365" cy="4163534"/>
            </a:xfrm>
            <a:prstGeom prst="rect">
              <a:avLst/>
            </a:prstGeom>
          </p:spPr>
        </p:pic>
        <p:sp>
          <p:nvSpPr>
            <p:cNvPr id="18" name="Oval 17">
              <a:extLst>
                <a:ext uri="{FF2B5EF4-FFF2-40B4-BE49-F238E27FC236}">
                  <a16:creationId xmlns:a16="http://schemas.microsoft.com/office/drawing/2014/main" id="{C06F0741-8CD9-C373-2D49-99328B1D06F8}"/>
                </a:ext>
              </a:extLst>
            </p:cNvPr>
            <p:cNvSpPr/>
            <p:nvPr/>
          </p:nvSpPr>
          <p:spPr>
            <a:xfrm>
              <a:off x="13282948" y="4020832"/>
              <a:ext cx="545690" cy="5511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spTree>
    <p:extLst>
      <p:ext uri="{BB962C8B-B14F-4D97-AF65-F5344CB8AC3E}">
        <p14:creationId xmlns:p14="http://schemas.microsoft.com/office/powerpoint/2010/main" val="375031395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AFE4A-9A74-155B-DCB5-28E236B90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D9B26-7B0C-E392-FE19-E5947837C225}"/>
              </a:ext>
            </a:extLst>
          </p:cNvPr>
          <p:cNvSpPr>
            <a:spLocks noGrp="1"/>
          </p:cNvSpPr>
          <p:nvPr>
            <p:ph type="title"/>
          </p:nvPr>
        </p:nvSpPr>
        <p:spPr>
          <a:xfrm>
            <a:off x="777240" y="623697"/>
            <a:ext cx="6080760" cy="1447008"/>
          </a:xfrm>
        </p:spPr>
        <p:txBody>
          <a:bodyPr/>
          <a:lstStyle/>
          <a:p>
            <a:r>
              <a:rPr lang="en-US" dirty="0"/>
              <a:t>SPS HAPPY PATH</a:t>
            </a:r>
          </a:p>
        </p:txBody>
      </p:sp>
      <p:sp>
        <p:nvSpPr>
          <p:cNvPr id="5" name="Text Placeholder 4">
            <a:extLst>
              <a:ext uri="{FF2B5EF4-FFF2-40B4-BE49-F238E27FC236}">
                <a16:creationId xmlns:a16="http://schemas.microsoft.com/office/drawing/2014/main" id="{725F95EB-FD49-5882-4F14-739DDFCD04F6}"/>
              </a:ext>
            </a:extLst>
          </p:cNvPr>
          <p:cNvSpPr>
            <a:spLocks noGrp="1"/>
          </p:cNvSpPr>
          <p:nvPr>
            <p:ph type="body" sz="quarter" idx="13"/>
          </p:nvPr>
        </p:nvSpPr>
        <p:spPr>
          <a:xfrm>
            <a:off x="777240" y="2070705"/>
            <a:ext cx="4635418" cy="5429288"/>
          </a:xfrm>
        </p:spPr>
        <p:txBody>
          <a:bodyPr/>
          <a:lstStyle/>
          <a:p>
            <a:r>
              <a:rPr lang="en-US" dirty="0"/>
              <a:t>9. ) ORDER IS INVOICED AND BOD AGREEMENT FOR INVOICE TRIGGERS (EDI 810) </a:t>
            </a:r>
          </a:p>
          <a:p>
            <a:endParaRPr lang="en-US" dirty="0"/>
          </a:p>
          <a:p>
            <a:r>
              <a:rPr lang="en-US" dirty="0"/>
              <a:t>10.) INVOICE SHOULD CONTAIN NO TAX </a:t>
            </a:r>
          </a:p>
        </p:txBody>
      </p:sp>
      <p:pic>
        <p:nvPicPr>
          <p:cNvPr id="7" name="Picture 6">
            <a:extLst>
              <a:ext uri="{FF2B5EF4-FFF2-40B4-BE49-F238E27FC236}">
                <a16:creationId xmlns:a16="http://schemas.microsoft.com/office/drawing/2014/main" id="{2CF6B2F1-33E1-CB91-666A-AB2910FA1C35}"/>
              </a:ext>
            </a:extLst>
          </p:cNvPr>
          <p:cNvPicPr>
            <a:picLocks noChangeAspect="1"/>
          </p:cNvPicPr>
          <p:nvPr/>
        </p:nvPicPr>
        <p:blipFill>
          <a:blip r:embed="rId2"/>
          <a:stretch>
            <a:fillRect/>
          </a:stretch>
        </p:blipFill>
        <p:spPr>
          <a:xfrm>
            <a:off x="5935375" y="2425962"/>
            <a:ext cx="8529789" cy="576662"/>
          </a:xfrm>
          <a:prstGeom prst="rect">
            <a:avLst/>
          </a:prstGeom>
        </p:spPr>
      </p:pic>
      <p:pic>
        <p:nvPicPr>
          <p:cNvPr id="11" name="Picture 10">
            <a:extLst>
              <a:ext uri="{FF2B5EF4-FFF2-40B4-BE49-F238E27FC236}">
                <a16:creationId xmlns:a16="http://schemas.microsoft.com/office/drawing/2014/main" id="{7BBA71A4-F1E9-C329-E820-4317B8B88EF4}"/>
              </a:ext>
            </a:extLst>
          </p:cNvPr>
          <p:cNvPicPr>
            <a:picLocks noChangeAspect="1"/>
          </p:cNvPicPr>
          <p:nvPr/>
        </p:nvPicPr>
        <p:blipFill>
          <a:blip r:embed="rId3"/>
          <a:stretch>
            <a:fillRect/>
          </a:stretch>
        </p:blipFill>
        <p:spPr>
          <a:xfrm>
            <a:off x="5412658" y="4028075"/>
            <a:ext cx="9326277" cy="1257475"/>
          </a:xfrm>
          <a:prstGeom prst="rect">
            <a:avLst/>
          </a:prstGeom>
        </p:spPr>
      </p:pic>
      <p:sp>
        <p:nvSpPr>
          <p:cNvPr id="16" name="Oval 15">
            <a:extLst>
              <a:ext uri="{FF2B5EF4-FFF2-40B4-BE49-F238E27FC236}">
                <a16:creationId xmlns:a16="http://schemas.microsoft.com/office/drawing/2014/main" id="{312F58B0-E063-C1A0-E3A1-814A9B351642}"/>
              </a:ext>
            </a:extLst>
          </p:cNvPr>
          <p:cNvSpPr/>
          <p:nvPr/>
        </p:nvSpPr>
        <p:spPr>
          <a:xfrm>
            <a:off x="5662530" y="2150378"/>
            <a:ext cx="545690" cy="5511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7" name="Oval 16">
            <a:extLst>
              <a:ext uri="{FF2B5EF4-FFF2-40B4-BE49-F238E27FC236}">
                <a16:creationId xmlns:a16="http://schemas.microsoft.com/office/drawing/2014/main" id="{4190AE4B-508E-31EA-EFE0-DA1A6CB3DFC4}"/>
              </a:ext>
            </a:extLst>
          </p:cNvPr>
          <p:cNvSpPr/>
          <p:nvPr/>
        </p:nvSpPr>
        <p:spPr>
          <a:xfrm>
            <a:off x="5488811" y="3768136"/>
            <a:ext cx="788188" cy="5766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10</a:t>
            </a:r>
          </a:p>
        </p:txBody>
      </p:sp>
    </p:spTree>
    <p:extLst>
      <p:ext uri="{BB962C8B-B14F-4D97-AF65-F5344CB8AC3E}">
        <p14:creationId xmlns:p14="http://schemas.microsoft.com/office/powerpoint/2010/main" val="20802670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46BDBEC-93EC-C19D-C1FD-0A56FFC4A21F}"/>
              </a:ext>
            </a:extLst>
          </p:cNvPr>
          <p:cNvGraphicFramePr>
            <a:graphicFrameLocks noGrp="1"/>
          </p:cNvGraphicFramePr>
          <p:nvPr>
            <p:extLst>
              <p:ext uri="{D42A27DB-BD31-4B8C-83A1-F6EECF244321}">
                <p14:modId xmlns:p14="http://schemas.microsoft.com/office/powerpoint/2010/main" val="1266897063"/>
              </p:ext>
            </p:extLst>
          </p:nvPr>
        </p:nvGraphicFramePr>
        <p:xfrm>
          <a:off x="890638" y="1231522"/>
          <a:ext cx="14476311" cy="5950943"/>
        </p:xfrm>
        <a:graphic>
          <a:graphicData uri="http://schemas.openxmlformats.org/drawingml/2006/table">
            <a:tbl>
              <a:tblPr/>
              <a:tblGrid>
                <a:gridCol w="1613291">
                  <a:extLst>
                    <a:ext uri="{9D8B030D-6E8A-4147-A177-3AD203B41FA5}">
                      <a16:colId xmlns:a16="http://schemas.microsoft.com/office/drawing/2014/main" val="1142051540"/>
                    </a:ext>
                  </a:extLst>
                </a:gridCol>
                <a:gridCol w="1375088">
                  <a:extLst>
                    <a:ext uri="{9D8B030D-6E8A-4147-A177-3AD203B41FA5}">
                      <a16:colId xmlns:a16="http://schemas.microsoft.com/office/drawing/2014/main" val="2150195387"/>
                    </a:ext>
                  </a:extLst>
                </a:gridCol>
                <a:gridCol w="2284594">
                  <a:extLst>
                    <a:ext uri="{9D8B030D-6E8A-4147-A177-3AD203B41FA5}">
                      <a16:colId xmlns:a16="http://schemas.microsoft.com/office/drawing/2014/main" val="355187836"/>
                    </a:ext>
                  </a:extLst>
                </a:gridCol>
                <a:gridCol w="1483362">
                  <a:extLst>
                    <a:ext uri="{9D8B030D-6E8A-4147-A177-3AD203B41FA5}">
                      <a16:colId xmlns:a16="http://schemas.microsoft.com/office/drawing/2014/main" val="2175357002"/>
                    </a:ext>
                  </a:extLst>
                </a:gridCol>
                <a:gridCol w="1602463">
                  <a:extLst>
                    <a:ext uri="{9D8B030D-6E8A-4147-A177-3AD203B41FA5}">
                      <a16:colId xmlns:a16="http://schemas.microsoft.com/office/drawing/2014/main" val="4186003341"/>
                    </a:ext>
                  </a:extLst>
                </a:gridCol>
                <a:gridCol w="1613291">
                  <a:extLst>
                    <a:ext uri="{9D8B030D-6E8A-4147-A177-3AD203B41FA5}">
                      <a16:colId xmlns:a16="http://schemas.microsoft.com/office/drawing/2014/main" val="3366336336"/>
                    </a:ext>
                  </a:extLst>
                </a:gridCol>
                <a:gridCol w="519717">
                  <a:extLst>
                    <a:ext uri="{9D8B030D-6E8A-4147-A177-3AD203B41FA5}">
                      <a16:colId xmlns:a16="http://schemas.microsoft.com/office/drawing/2014/main" val="4256880485"/>
                    </a:ext>
                  </a:extLst>
                </a:gridCol>
                <a:gridCol w="1288468">
                  <a:extLst>
                    <a:ext uri="{9D8B030D-6E8A-4147-A177-3AD203B41FA5}">
                      <a16:colId xmlns:a16="http://schemas.microsoft.com/office/drawing/2014/main" val="1214333225"/>
                    </a:ext>
                  </a:extLst>
                </a:gridCol>
                <a:gridCol w="1212675">
                  <a:extLst>
                    <a:ext uri="{9D8B030D-6E8A-4147-A177-3AD203B41FA5}">
                      <a16:colId xmlns:a16="http://schemas.microsoft.com/office/drawing/2014/main" val="3266232246"/>
                    </a:ext>
                  </a:extLst>
                </a:gridCol>
                <a:gridCol w="1483362">
                  <a:extLst>
                    <a:ext uri="{9D8B030D-6E8A-4147-A177-3AD203B41FA5}">
                      <a16:colId xmlns:a16="http://schemas.microsoft.com/office/drawing/2014/main" val="1562761336"/>
                    </a:ext>
                  </a:extLst>
                </a:gridCol>
              </a:tblGrid>
              <a:tr h="458821">
                <a:tc>
                  <a:txBody>
                    <a:bodyPr/>
                    <a:lstStyle/>
                    <a:p>
                      <a:pPr algn="ctr" rtl="0" fontAlgn="b"/>
                      <a:r>
                        <a:rPr lang="en-US" sz="1400" b="1" i="0" u="none" strike="noStrike" dirty="0">
                          <a:solidFill>
                            <a:srgbClr val="FFFFFF"/>
                          </a:solidFill>
                          <a:effectLst/>
                          <a:latin typeface="Aptos Narrow" panose="020B0004020202020204" pitchFamily="34" charset="0"/>
                        </a:rPr>
                        <a:t>VALIDATION ERRORS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a:solidFill>
                            <a:srgbClr val="FFFFFF"/>
                          </a:solidFill>
                          <a:effectLst/>
                          <a:latin typeface="Aptos Narrow" panose="020B0004020202020204" pitchFamily="34" charset="0"/>
                        </a:rPr>
                        <a:t>ORDER LEVEL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a:solidFill>
                            <a:srgbClr val="FFFFFF"/>
                          </a:solidFill>
                          <a:effectLst/>
                          <a:latin typeface="Aptos Narrow" panose="020B0004020202020204" pitchFamily="34" charset="0"/>
                        </a:rPr>
                        <a:t>ERROR</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a:solidFill>
                            <a:srgbClr val="FFFFFF"/>
                          </a:solidFill>
                          <a:effectLst/>
                          <a:latin typeface="Aptos Narrow" panose="020B0004020202020204" pitchFamily="34" charset="0"/>
                        </a:rPr>
                        <a:t>WILL ORDER GET STUCK</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a:solidFill>
                            <a:srgbClr val="FFFFFF"/>
                          </a:solidFill>
                          <a:effectLst/>
                          <a:latin typeface="Aptos Narrow" panose="020B0004020202020204" pitchFamily="34" charset="0"/>
                        </a:rPr>
                        <a:t>RESOLUTION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a:solidFill>
                            <a:srgbClr val="FFFFFF"/>
                          </a:solidFill>
                          <a:effectLst/>
                          <a:latin typeface="Aptos Narrow" panose="020B0004020202020204" pitchFamily="34" charset="0"/>
                        </a:rPr>
                        <a:t>DETAILS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a:solidFill>
                            <a:srgbClr val="FFFFFF"/>
                          </a:solidFill>
                          <a:effectLst/>
                          <a:latin typeface="Aptos Narrow" panose="020B0004020202020204" pitchFamily="34" charset="0"/>
                        </a:rPr>
                        <a:t>SPS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dirty="0">
                          <a:solidFill>
                            <a:srgbClr val="FFFFFF"/>
                          </a:solidFill>
                          <a:effectLst/>
                          <a:latin typeface="Aptos Narrow" panose="020B0004020202020204" pitchFamily="34" charset="0"/>
                        </a:rPr>
                        <a:t>OPTIMIZELY</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a:solidFill>
                            <a:srgbClr val="FFFFFF"/>
                          </a:solidFill>
                          <a:effectLst/>
                          <a:latin typeface="Aptos Narrow" panose="020B0004020202020204" pitchFamily="34" charset="0"/>
                        </a:rPr>
                        <a:t>INBOUND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400" b="1" i="0" u="none" strike="noStrike">
                          <a:solidFill>
                            <a:srgbClr val="FFFFFF"/>
                          </a:solidFill>
                          <a:effectLst/>
                          <a:latin typeface="Aptos Narrow" panose="020B0004020202020204" pitchFamily="34" charset="0"/>
                        </a:rPr>
                        <a:t>OUTBOUND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608703504"/>
                  </a:ext>
                </a:extLst>
              </a:tr>
              <a:tr h="684799">
                <a:tc>
                  <a:txBody>
                    <a:bodyPr/>
                    <a:lstStyle/>
                    <a:p>
                      <a:pPr algn="l" rtl="0" fontAlgn="b"/>
                      <a:r>
                        <a:rPr lang="en-US" sz="1400" b="0" i="0" u="none" strike="noStrike">
                          <a:solidFill>
                            <a:srgbClr val="000000"/>
                          </a:solidFill>
                          <a:effectLst/>
                          <a:latin typeface="Aptos Narrow" panose="020B0004020202020204" pitchFamily="34" charset="0"/>
                        </a:rPr>
                        <a:t>OIS275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Header</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dirty="0">
                          <a:solidFill>
                            <a:srgbClr val="000000"/>
                          </a:solidFill>
                          <a:effectLst/>
                          <a:latin typeface="Aptos Narrow" panose="020B0004020202020204" pitchFamily="34" charset="0"/>
                        </a:rPr>
                        <a:t>Delivery terms does not exist</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Yes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Translation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Check inbound translation in CRS881/882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8941903"/>
                  </a:ext>
                </a:extLst>
              </a:tr>
              <a:tr h="684799">
                <a:tc>
                  <a:txBody>
                    <a:bodyPr/>
                    <a:lstStyle/>
                    <a:p>
                      <a:pPr algn="l" rtl="0" fontAlgn="b"/>
                      <a:r>
                        <a:rPr lang="en-US" sz="1400" b="0" i="0" u="none" strike="noStrike">
                          <a:solidFill>
                            <a:srgbClr val="000000"/>
                          </a:solidFill>
                          <a:effectLst/>
                          <a:latin typeface="Aptos Narrow" panose="020B0004020202020204" pitchFamily="34" charset="0"/>
                        </a:rPr>
                        <a:t>OIS275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Header</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Delivery method does not exist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Yes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Translation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Check inbound translation in CRS881/882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dirty="0">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5599093"/>
                  </a:ext>
                </a:extLst>
              </a:tr>
              <a:tr h="458821">
                <a:tc>
                  <a:txBody>
                    <a:bodyPr/>
                    <a:lstStyle/>
                    <a:p>
                      <a:pPr algn="l" rtl="0" fontAlgn="b"/>
                      <a:r>
                        <a:rPr lang="en-US" sz="1400" b="0" i="0" u="none" strike="noStrike">
                          <a:solidFill>
                            <a:srgbClr val="000000"/>
                          </a:solidFill>
                          <a:effectLst/>
                          <a:latin typeface="Aptos Narrow" panose="020B0004020202020204" pitchFamily="34" charset="0"/>
                        </a:rPr>
                        <a:t>OIS275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Header</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Duplicate PO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No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dirty="0">
                          <a:solidFill>
                            <a:srgbClr val="000000"/>
                          </a:solidFill>
                          <a:effectLst/>
                          <a:latin typeface="Aptos Narrow" panose="020B0004020202020204" pitchFamily="34" charset="0"/>
                        </a:rPr>
                        <a:t>Configuration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Severity level of customer in OIS278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5902323"/>
                  </a:ext>
                </a:extLst>
              </a:tr>
              <a:tr h="684799">
                <a:tc>
                  <a:txBody>
                    <a:bodyPr/>
                    <a:lstStyle/>
                    <a:p>
                      <a:pPr algn="l" rtl="0" fontAlgn="b"/>
                      <a:r>
                        <a:rPr lang="en-US" sz="1400" b="0" i="0" u="none" strike="noStrike">
                          <a:solidFill>
                            <a:srgbClr val="000000"/>
                          </a:solidFill>
                          <a:effectLst/>
                          <a:latin typeface="Aptos Narrow" panose="020B0004020202020204" pitchFamily="34" charset="0"/>
                        </a:rPr>
                        <a:t>OIS275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Lines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dirty="0">
                          <a:solidFill>
                            <a:srgbClr val="000000"/>
                          </a:solidFill>
                          <a:effectLst/>
                          <a:latin typeface="Aptos Narrow" panose="020B0004020202020204" pitchFamily="34" charset="0"/>
                        </a:rPr>
                        <a:t>Sales Price does not exist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No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Configuraiton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Check your Sales Price for the Customer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3379352"/>
                  </a:ext>
                </a:extLst>
              </a:tr>
              <a:tr h="458821">
                <a:tc>
                  <a:txBody>
                    <a:bodyPr/>
                    <a:lstStyle/>
                    <a:p>
                      <a:pPr algn="l" rtl="0" fontAlgn="b"/>
                      <a:r>
                        <a:rPr lang="en-US" sz="1400" b="0" i="0" u="none" strike="noStrike">
                          <a:solidFill>
                            <a:srgbClr val="000000"/>
                          </a:solidFill>
                          <a:effectLst/>
                          <a:latin typeface="Aptos Narrow" panose="020B0004020202020204" pitchFamily="34" charset="0"/>
                        </a:rPr>
                        <a:t>EC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Header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Accounting Entity Null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Yes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Configuration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Configure customer in OIS278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X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6158539"/>
                  </a:ext>
                </a:extLst>
              </a:tr>
              <a:tr h="684799">
                <a:tc rowSpan="3">
                  <a:txBody>
                    <a:bodyPr/>
                    <a:lstStyle/>
                    <a:p>
                      <a:pPr algn="l" rtl="0" fontAlgn="b"/>
                      <a:r>
                        <a:rPr lang="en-US" sz="1400" b="0" i="0" u="none" strike="noStrike">
                          <a:solidFill>
                            <a:srgbClr val="000000"/>
                          </a:solidFill>
                          <a:effectLst/>
                          <a:latin typeface="Aptos Narrow" panose="020B0004020202020204" pitchFamily="34" charset="0"/>
                        </a:rPr>
                        <a:t>EC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rtl="0" fontAlgn="b"/>
                      <a:r>
                        <a:rPr lang="en-US" sz="1400" b="0" i="0" u="none" strike="noStrike">
                          <a:solidFill>
                            <a:srgbClr val="000000"/>
                          </a:solidFill>
                          <a:effectLst/>
                          <a:latin typeface="Aptos Narrow" panose="020B0004020202020204" pitchFamily="34" charset="0"/>
                        </a:rPr>
                        <a:t>Header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rtl="0" fontAlgn="b"/>
                      <a:r>
                        <a:rPr lang="en-US" sz="1400" b="0" i="0" u="none" strike="noStrike">
                          <a:solidFill>
                            <a:srgbClr val="000000"/>
                          </a:solidFill>
                          <a:effectLst/>
                          <a:latin typeface="Aptos Narrow" panose="020B0004020202020204" pitchFamily="34" charset="0"/>
                        </a:rPr>
                        <a:t>Translation Does not Exist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b"/>
                      <a:r>
                        <a:rPr lang="en-US" sz="1400" b="0" i="0" u="none" strike="noStrike">
                          <a:solidFill>
                            <a:srgbClr val="000000"/>
                          </a:solidFill>
                          <a:effectLst/>
                          <a:latin typeface="Aptos Narrow" panose="020B0004020202020204" pitchFamily="34" charset="0"/>
                        </a:rPr>
                        <a:t>Yes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rtl="0" fontAlgn="b"/>
                      <a:r>
                        <a:rPr lang="en-US" sz="1400" b="0" i="0" u="none" strike="noStrike">
                          <a:solidFill>
                            <a:srgbClr val="000000"/>
                          </a:solidFill>
                          <a:effectLst/>
                          <a:latin typeface="Aptos Narrow" panose="020B0004020202020204" pitchFamily="34" charset="0"/>
                        </a:rPr>
                        <a:t>Translation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dirty="0">
                          <a:solidFill>
                            <a:srgbClr val="000000"/>
                          </a:solidFill>
                          <a:effectLst/>
                          <a:latin typeface="Aptos Narrow" panose="020B0004020202020204" pitchFamily="34" charset="0"/>
                        </a:rPr>
                        <a:t>Check outbound translation of the following:</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rowSpan="3">
                  <a:txBody>
                    <a:bodyPr/>
                    <a:lstStyle/>
                    <a:p>
                      <a:pPr algn="l" rtl="0" fontAlgn="b"/>
                      <a:r>
                        <a:rPr lang="en-US" sz="1400" b="0" i="0" u="none" strike="noStrike">
                          <a:solidFill>
                            <a:srgbClr val="000000"/>
                          </a:solidFill>
                          <a:effectLst/>
                          <a:latin typeface="Aptos Narrow" panose="020B0004020202020204" pitchFamily="34" charset="0"/>
                        </a:rPr>
                        <a:t>X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rowSpan="3">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1570124353"/>
                  </a:ext>
                </a:extLst>
              </a:tr>
              <a:tr h="23284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b"/>
                      <a:r>
                        <a:rPr lang="en-US" sz="1400" b="0" i="0" u="none" strike="noStrike">
                          <a:solidFill>
                            <a:srgbClr val="000000"/>
                          </a:solidFill>
                          <a:effectLst/>
                          <a:latin typeface="Aptos Narrow" panose="020B0004020202020204" pitchFamily="34" charset="0"/>
                        </a:rPr>
                        <a:t> -&gt; Unit of Measure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240762013"/>
                  </a:ext>
                </a:extLst>
              </a:tr>
              <a:tr h="45882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b"/>
                      <a:r>
                        <a:rPr lang="en-US" sz="1400" b="0" i="0" u="none" strike="noStrike" dirty="0">
                          <a:solidFill>
                            <a:srgbClr val="000000"/>
                          </a:solidFill>
                          <a:effectLst/>
                          <a:latin typeface="Aptos Narrow" panose="020B0004020202020204" pitchFamily="34" charset="0"/>
                        </a:rPr>
                        <a:t>-&gt; Acknowledgement code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385933067"/>
                  </a:ext>
                </a:extLst>
              </a:tr>
              <a:tr h="458821">
                <a:tc>
                  <a:txBody>
                    <a:bodyPr/>
                    <a:lstStyle/>
                    <a:p>
                      <a:pPr algn="l" rtl="0" fontAlgn="b"/>
                      <a:r>
                        <a:rPr lang="en-US" sz="1400" b="0" i="0" u="none" strike="noStrike">
                          <a:solidFill>
                            <a:srgbClr val="000000"/>
                          </a:solidFill>
                          <a:effectLst/>
                          <a:latin typeface="Aptos Narrow" panose="020B0004020202020204" pitchFamily="34" charset="0"/>
                        </a:rPr>
                        <a:t>EC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Lines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dirty="0">
                          <a:solidFill>
                            <a:srgbClr val="000000"/>
                          </a:solidFill>
                          <a:effectLst/>
                          <a:latin typeface="Aptos Narrow" panose="020B0004020202020204" pitchFamily="34" charset="0"/>
                        </a:rPr>
                        <a:t>Alias number does not Exist/Incorrect Item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Yes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Configuration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Check your Alias Numbers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dirty="0">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8249091"/>
                  </a:ext>
                </a:extLst>
              </a:tr>
              <a:tr h="684799">
                <a:tc>
                  <a:txBody>
                    <a:bodyPr/>
                    <a:lstStyle/>
                    <a:p>
                      <a:pPr algn="l" rtl="0" fontAlgn="b"/>
                      <a:r>
                        <a:rPr lang="en-US" sz="1400" b="0" i="0" u="none" strike="noStrike">
                          <a:solidFill>
                            <a:srgbClr val="000000"/>
                          </a:solidFill>
                          <a:effectLst/>
                          <a:latin typeface="Aptos Narrow" panose="020B0004020202020204" pitchFamily="34" charset="0"/>
                        </a:rPr>
                        <a:t>EC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Lines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dirty="0">
                          <a:solidFill>
                            <a:srgbClr val="000000"/>
                          </a:solidFill>
                          <a:effectLst/>
                          <a:latin typeface="Aptos Narrow" panose="020B0004020202020204" pitchFamily="34" charset="0"/>
                        </a:rPr>
                        <a:t>Material does not exist/Incorrect Item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Yes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400" b="0" i="0" u="none" strike="noStrike">
                          <a:solidFill>
                            <a:srgbClr val="000000"/>
                          </a:solidFill>
                          <a:effectLst/>
                          <a:latin typeface="Aptos Narrow" panose="020B0004020202020204" pitchFamily="34" charset="0"/>
                        </a:rPr>
                        <a:t>Configuration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Check if the material is maintained in MMS001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400" b="0" i="0" u="none" strike="noStrike" dirty="0">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9376646"/>
                  </a:ext>
                </a:extLst>
              </a:tr>
            </a:tbl>
          </a:graphicData>
        </a:graphic>
      </p:graphicFrame>
    </p:spTree>
    <p:extLst>
      <p:ext uri="{BB962C8B-B14F-4D97-AF65-F5344CB8AC3E}">
        <p14:creationId xmlns:p14="http://schemas.microsoft.com/office/powerpoint/2010/main" val="35520374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463FE7C-D9B1-0315-3B78-E8D9B9768BF7}"/>
              </a:ext>
            </a:extLst>
          </p:cNvPr>
          <p:cNvGraphicFramePr>
            <a:graphicFrameLocks noGrp="1"/>
          </p:cNvGraphicFramePr>
          <p:nvPr>
            <p:extLst>
              <p:ext uri="{D42A27DB-BD31-4B8C-83A1-F6EECF244321}">
                <p14:modId xmlns:p14="http://schemas.microsoft.com/office/powerpoint/2010/main" val="3499247252"/>
              </p:ext>
            </p:extLst>
          </p:nvPr>
        </p:nvGraphicFramePr>
        <p:xfrm>
          <a:off x="1117600" y="162232"/>
          <a:ext cx="14022388" cy="8612184"/>
        </p:xfrm>
        <a:graphic>
          <a:graphicData uri="http://schemas.openxmlformats.org/drawingml/2006/table">
            <a:tbl>
              <a:tblPr/>
              <a:tblGrid>
                <a:gridCol w="1188338">
                  <a:extLst>
                    <a:ext uri="{9D8B030D-6E8A-4147-A177-3AD203B41FA5}">
                      <a16:colId xmlns:a16="http://schemas.microsoft.com/office/drawing/2014/main" val="2017007503"/>
                    </a:ext>
                  </a:extLst>
                </a:gridCol>
                <a:gridCol w="1371990">
                  <a:extLst>
                    <a:ext uri="{9D8B030D-6E8A-4147-A177-3AD203B41FA5}">
                      <a16:colId xmlns:a16="http://schemas.microsoft.com/office/drawing/2014/main" val="489971219"/>
                    </a:ext>
                  </a:extLst>
                </a:gridCol>
                <a:gridCol w="2279448">
                  <a:extLst>
                    <a:ext uri="{9D8B030D-6E8A-4147-A177-3AD203B41FA5}">
                      <a16:colId xmlns:a16="http://schemas.microsoft.com/office/drawing/2014/main" val="2934305612"/>
                    </a:ext>
                  </a:extLst>
                </a:gridCol>
                <a:gridCol w="1480021">
                  <a:extLst>
                    <a:ext uri="{9D8B030D-6E8A-4147-A177-3AD203B41FA5}">
                      <a16:colId xmlns:a16="http://schemas.microsoft.com/office/drawing/2014/main" val="2416736266"/>
                    </a:ext>
                  </a:extLst>
                </a:gridCol>
                <a:gridCol w="1598855">
                  <a:extLst>
                    <a:ext uri="{9D8B030D-6E8A-4147-A177-3AD203B41FA5}">
                      <a16:colId xmlns:a16="http://schemas.microsoft.com/office/drawing/2014/main" val="2733615804"/>
                    </a:ext>
                  </a:extLst>
                </a:gridCol>
                <a:gridCol w="1609658">
                  <a:extLst>
                    <a:ext uri="{9D8B030D-6E8A-4147-A177-3AD203B41FA5}">
                      <a16:colId xmlns:a16="http://schemas.microsoft.com/office/drawing/2014/main" val="3127591977"/>
                    </a:ext>
                  </a:extLst>
                </a:gridCol>
                <a:gridCol w="518547">
                  <a:extLst>
                    <a:ext uri="{9D8B030D-6E8A-4147-A177-3AD203B41FA5}">
                      <a16:colId xmlns:a16="http://schemas.microsoft.com/office/drawing/2014/main" val="2656247254"/>
                    </a:ext>
                  </a:extLst>
                </a:gridCol>
                <a:gridCol w="1285566">
                  <a:extLst>
                    <a:ext uri="{9D8B030D-6E8A-4147-A177-3AD203B41FA5}">
                      <a16:colId xmlns:a16="http://schemas.microsoft.com/office/drawing/2014/main" val="4015880434"/>
                    </a:ext>
                  </a:extLst>
                </a:gridCol>
                <a:gridCol w="1209944">
                  <a:extLst>
                    <a:ext uri="{9D8B030D-6E8A-4147-A177-3AD203B41FA5}">
                      <a16:colId xmlns:a16="http://schemas.microsoft.com/office/drawing/2014/main" val="1228556526"/>
                    </a:ext>
                  </a:extLst>
                </a:gridCol>
                <a:gridCol w="1480021">
                  <a:extLst>
                    <a:ext uri="{9D8B030D-6E8A-4147-A177-3AD203B41FA5}">
                      <a16:colId xmlns:a16="http://schemas.microsoft.com/office/drawing/2014/main" val="1572286969"/>
                    </a:ext>
                  </a:extLst>
                </a:gridCol>
              </a:tblGrid>
              <a:tr h="388911">
                <a:tc>
                  <a:txBody>
                    <a:bodyPr/>
                    <a:lstStyle/>
                    <a:p>
                      <a:pPr algn="ctr" rtl="0" fontAlgn="b"/>
                      <a:r>
                        <a:rPr lang="en-US" sz="1600" b="1" i="0" u="none" strike="noStrike">
                          <a:solidFill>
                            <a:srgbClr val="FFFFFF"/>
                          </a:solidFill>
                          <a:effectLst/>
                          <a:latin typeface="Aptos Narrow" panose="020B0004020202020204" pitchFamily="34" charset="0"/>
                        </a:rPr>
                        <a:t>VALIDATION ERRORS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ORDER LEVEL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ERROR</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WILL ORDER GET STUCK</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RESOLUTION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DETAILS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SPS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OPTIMIZELY</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INBOUND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b"/>
                      <a:r>
                        <a:rPr lang="en-US" sz="1600" b="1" i="0" u="none" strike="noStrike">
                          <a:solidFill>
                            <a:srgbClr val="FFFFFF"/>
                          </a:solidFill>
                          <a:effectLst/>
                          <a:latin typeface="Aptos Narrow" panose="020B0004020202020204" pitchFamily="34" charset="0"/>
                        </a:rPr>
                        <a:t>OUTBOUND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188224280"/>
                  </a:ext>
                </a:extLst>
              </a:tr>
              <a:tr h="583366">
                <a:tc>
                  <a:txBody>
                    <a:bodyPr/>
                    <a:lstStyle/>
                    <a:p>
                      <a:pPr algn="l" rtl="0" fontAlgn="b"/>
                      <a:r>
                        <a:rPr lang="en-US" sz="1600" b="0" i="0" u="none" strike="noStrike">
                          <a:solidFill>
                            <a:srgbClr val="000000"/>
                          </a:solidFill>
                          <a:effectLst/>
                          <a:latin typeface="Aptos Narrow" panose="020B0004020202020204" pitchFamily="34" charset="0"/>
                        </a:rPr>
                        <a:t>SPS FAILURE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Delivery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Tracking number is not in ASN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No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Process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check that the tracking number and LTL numbers are in the delivery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dirty="0">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2441346189"/>
                  </a:ext>
                </a:extLst>
              </a:tr>
              <a:tr h="777821">
                <a:tc>
                  <a:txBody>
                    <a:bodyPr/>
                    <a:lstStyle/>
                    <a:p>
                      <a:pPr algn="l" rtl="0" fontAlgn="b"/>
                      <a:r>
                        <a:rPr lang="en-US" sz="1600" b="0" i="0" u="none" strike="noStrike">
                          <a:solidFill>
                            <a:srgbClr val="000000"/>
                          </a:solidFill>
                          <a:effectLst/>
                          <a:latin typeface="Aptos Narrow" panose="020B0004020202020204" pitchFamily="34" charset="0"/>
                        </a:rPr>
                        <a:t>SPS FAILURE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Packages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Daimler Carton is not in ASN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No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Process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check that the cartonizations number and are in the packages of the  delivery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241314528"/>
                  </a:ext>
                </a:extLst>
              </a:tr>
              <a:tr h="388911">
                <a:tc>
                  <a:txBody>
                    <a:bodyPr/>
                    <a:lstStyle/>
                    <a:p>
                      <a:pPr algn="l" rtl="0" fontAlgn="b"/>
                      <a:r>
                        <a:rPr lang="en-US" sz="1600" b="0" i="0" u="none" strike="noStrike">
                          <a:solidFill>
                            <a:srgbClr val="000000"/>
                          </a:solidFill>
                          <a:effectLst/>
                          <a:latin typeface="Aptos Narrow" panose="020B0004020202020204" pitchFamily="34" charset="0"/>
                        </a:rPr>
                        <a:t>SPS FAILURE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Invoice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Invoices are coming in with taxes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No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Configuration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check that the customer is in TXS050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4005054830"/>
                  </a:ext>
                </a:extLst>
              </a:tr>
              <a:tr h="777821">
                <a:tc>
                  <a:txBody>
                    <a:bodyPr/>
                    <a:lstStyle/>
                    <a:p>
                      <a:pPr algn="l" rtl="0" fontAlgn="b"/>
                      <a:r>
                        <a:rPr lang="en-US" sz="1600" b="0" i="0" u="none" strike="noStrike">
                          <a:solidFill>
                            <a:srgbClr val="000000"/>
                          </a:solidFill>
                          <a:effectLst/>
                          <a:latin typeface="Aptos Narrow" panose="020B0004020202020204" pitchFamily="34" charset="0"/>
                        </a:rPr>
                        <a:t>OIS275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Header</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credit limit exceeded</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No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Integration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The order will have a credit block 3 and will trigger the customer flag workflow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2721531"/>
                  </a:ext>
                </a:extLst>
              </a:tr>
              <a:tr h="194455">
                <a:tc>
                  <a:txBody>
                    <a:bodyPr/>
                    <a:lstStyle/>
                    <a:p>
                      <a:pPr algn="l" rtl="0" fontAlgn="b"/>
                      <a:r>
                        <a:rPr lang="en-US" sz="1600" b="0" i="0" u="none" strike="noStrike" dirty="0">
                          <a:solidFill>
                            <a:srgbClr val="000000"/>
                          </a:solidFill>
                          <a:effectLst/>
                          <a:latin typeface="Aptos Narrow" panose="020B0004020202020204" pitchFamily="34" charset="0"/>
                        </a:rPr>
                        <a:t>SPS FAILURE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Header</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shipping locations not found</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No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Translation</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3145180741"/>
                  </a:ext>
                </a:extLst>
              </a:tr>
              <a:tr h="583366">
                <a:tc>
                  <a:txBody>
                    <a:bodyPr/>
                    <a:lstStyle/>
                    <a:p>
                      <a:pPr algn="l" rtl="0" fontAlgn="b"/>
                      <a:r>
                        <a:rPr lang="en-US" sz="1600" b="0" i="0" u="none" strike="noStrike">
                          <a:solidFill>
                            <a:srgbClr val="000000"/>
                          </a:solidFill>
                          <a:effectLst/>
                          <a:latin typeface="Aptos Narrow" panose="020B0004020202020204" pitchFamily="34" charset="0"/>
                        </a:rPr>
                        <a:t>EC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Lines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unit of measure does not exist</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Yes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Translation</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Check inbound translation in CRS881/882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9543040"/>
                  </a:ext>
                </a:extLst>
              </a:tr>
              <a:tr h="583366">
                <a:tc>
                  <a:txBody>
                    <a:bodyPr/>
                    <a:lstStyle/>
                    <a:p>
                      <a:pPr algn="l" rtl="0" fontAlgn="b"/>
                      <a:r>
                        <a:rPr lang="en-US" sz="1600" b="0" i="0" u="none" strike="noStrike">
                          <a:solidFill>
                            <a:srgbClr val="000000"/>
                          </a:solidFill>
                          <a:effectLst/>
                          <a:latin typeface="Aptos Narrow" panose="020B0004020202020204" pitchFamily="34" charset="0"/>
                        </a:rPr>
                        <a:t>EC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Lines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unit of measure does not exist</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Yes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Translation</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Check outbound translation in CRS881/882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2414900188"/>
                  </a:ext>
                </a:extLst>
              </a:tr>
              <a:tr h="388911">
                <a:tc>
                  <a:txBody>
                    <a:bodyPr/>
                    <a:lstStyle/>
                    <a:p>
                      <a:pPr algn="l" rtl="0" fontAlgn="b"/>
                      <a:r>
                        <a:rPr lang="en-US" sz="1600" b="0" i="0" u="none" strike="noStrike">
                          <a:solidFill>
                            <a:srgbClr val="000000"/>
                          </a:solidFill>
                          <a:effectLst/>
                          <a:latin typeface="Aptos Narrow" panose="020B0004020202020204" pitchFamily="34" charset="0"/>
                        </a:rPr>
                        <a:t>OIS275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Lines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incorrect price</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NO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US" sz="1600" b="0" i="0" u="none" strike="noStrike">
                          <a:solidFill>
                            <a:srgbClr val="000000"/>
                          </a:solidFill>
                          <a:effectLst/>
                          <a:latin typeface="Aptos Narrow" panose="020B0004020202020204" pitchFamily="34" charset="0"/>
                        </a:rPr>
                        <a:t>Manual Intervention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there is a report to run in M3 to check</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rtl="0"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5015206"/>
                  </a:ext>
                </a:extLst>
              </a:tr>
              <a:tr h="388911">
                <a:tc>
                  <a:txBody>
                    <a:bodyPr/>
                    <a:lstStyle/>
                    <a:p>
                      <a:pPr algn="l" fontAlgn="b"/>
                      <a:r>
                        <a:rPr lang="en-US" sz="1600" b="0" i="0" u="none" strike="noStrike">
                          <a:solidFill>
                            <a:srgbClr val="000000"/>
                          </a:solidFill>
                          <a:effectLst/>
                          <a:latin typeface="Aptos Narrow" panose="020B0004020202020204" pitchFamily="34" charset="0"/>
                        </a:rPr>
                        <a:t>EC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Header</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incorrect shipping fees</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US" sz="1600" b="0" i="0" u="none" strike="noStrike">
                          <a:solidFill>
                            <a:srgbClr val="000000"/>
                          </a:solidFill>
                          <a:effectLst/>
                          <a:latin typeface="Aptos Narrow" panose="020B0004020202020204" pitchFamily="34" charset="0"/>
                        </a:rPr>
                        <a:t>check XML, OPT is the shipping charge code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panose="020B0004020202020204" pitchFamily="34" charset="0"/>
                        </a:rPr>
                        <a:t>X</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0144158"/>
                  </a:ext>
                </a:extLst>
              </a:tr>
              <a:tr h="194455">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rtl="0" fontAlgn="b"/>
                      <a:r>
                        <a:rPr lang="en-US" sz="1600" b="0" i="0" u="none" strike="noStrike">
                          <a:solidFill>
                            <a:srgbClr val="000000"/>
                          </a:solidFill>
                          <a:effectLst/>
                          <a:latin typeface="Aptos Narrow" panose="020B0004020202020204" pitchFamily="34" charset="0"/>
                        </a:rPr>
                        <a:t>order contains special charges</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014724937"/>
                  </a:ext>
                </a:extLst>
              </a:tr>
              <a:tr h="194455">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rtl="0" fontAlgn="b"/>
                      <a:r>
                        <a:rPr lang="en-US" sz="1600" b="0" i="0" u="none" strike="noStrike">
                          <a:solidFill>
                            <a:srgbClr val="000000"/>
                          </a:solidFill>
                          <a:effectLst/>
                          <a:latin typeface="Aptos Narrow" panose="020B0004020202020204" pitchFamily="34" charset="0"/>
                        </a:rPr>
                        <a:t>incorrect discounts</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l" fontAlgn="b"/>
                      <a:r>
                        <a:rPr lang="en-US" sz="1600" b="0" i="0" u="none" strike="noStrike" dirty="0">
                          <a:solidFill>
                            <a:srgbClr val="000000"/>
                          </a:solidFill>
                          <a:effectLst/>
                          <a:latin typeface="Aptos Narrow" panose="020B0004020202020204" pitchFamily="34" charset="0"/>
                        </a:rPr>
                        <a:t> </a:t>
                      </a:r>
                    </a:p>
                  </a:txBody>
                  <a:tcPr marL="6482" marR="6482" marT="6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886072759"/>
                  </a:ext>
                </a:extLst>
              </a:tr>
            </a:tbl>
          </a:graphicData>
        </a:graphic>
      </p:graphicFrame>
    </p:spTree>
    <p:extLst>
      <p:ext uri="{BB962C8B-B14F-4D97-AF65-F5344CB8AC3E}">
        <p14:creationId xmlns:p14="http://schemas.microsoft.com/office/powerpoint/2010/main" val="281224294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46296-6CE7-305F-432C-363378F312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7614EC-1604-E1AF-60A0-B44E160112A0}"/>
              </a:ext>
            </a:extLst>
          </p:cNvPr>
          <p:cNvSpPr>
            <a:spLocks noGrp="1"/>
          </p:cNvSpPr>
          <p:nvPr>
            <p:ph type="title"/>
          </p:nvPr>
        </p:nvSpPr>
        <p:spPr>
          <a:xfrm>
            <a:off x="306977" y="3876350"/>
            <a:ext cx="8484326" cy="2411847"/>
          </a:xfrm>
        </p:spPr>
        <p:txBody>
          <a:bodyPr/>
          <a:lstStyle/>
          <a:p>
            <a:r>
              <a:rPr lang="en-US" dirty="0"/>
              <a:t>CONFIGURATION GUIDE – SPS </a:t>
            </a:r>
          </a:p>
        </p:txBody>
      </p:sp>
    </p:spTree>
    <p:extLst>
      <p:ext uri="{BB962C8B-B14F-4D97-AF65-F5344CB8AC3E}">
        <p14:creationId xmlns:p14="http://schemas.microsoft.com/office/powerpoint/2010/main" val="34654613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A4A0DC-85CB-5458-5056-4F182C3770C5}"/>
              </a:ext>
            </a:extLst>
          </p:cNvPr>
          <p:cNvSpPr>
            <a:spLocks noGrp="1"/>
          </p:cNvSpPr>
          <p:nvPr>
            <p:ph type="title"/>
          </p:nvPr>
        </p:nvSpPr>
        <p:spPr/>
        <p:txBody>
          <a:bodyPr/>
          <a:lstStyle/>
          <a:p>
            <a:r>
              <a:rPr lang="en-US" dirty="0"/>
              <a:t>CONFIGURATION GUIDE DOCUMENT </a:t>
            </a:r>
          </a:p>
        </p:txBody>
      </p:sp>
      <p:graphicFrame>
        <p:nvGraphicFramePr>
          <p:cNvPr id="5" name="Object 4">
            <a:extLst>
              <a:ext uri="{FF2B5EF4-FFF2-40B4-BE49-F238E27FC236}">
                <a16:creationId xmlns:a16="http://schemas.microsoft.com/office/drawing/2014/main" id="{6E66DAA6-B2C0-5520-8B8C-E10FB3386556}"/>
              </a:ext>
            </a:extLst>
          </p:cNvPr>
          <p:cNvGraphicFramePr>
            <a:graphicFrameLocks noChangeAspect="1"/>
          </p:cNvGraphicFramePr>
          <p:nvPr>
            <p:extLst>
              <p:ext uri="{D42A27DB-BD31-4B8C-83A1-F6EECF244321}">
                <p14:modId xmlns:p14="http://schemas.microsoft.com/office/powerpoint/2010/main" val="853740929"/>
              </p:ext>
            </p:extLst>
          </p:nvPr>
        </p:nvGraphicFramePr>
        <p:xfrm>
          <a:off x="4527755" y="2361074"/>
          <a:ext cx="5679768" cy="4920497"/>
        </p:xfrm>
        <a:graphic>
          <a:graphicData uri="http://schemas.openxmlformats.org/presentationml/2006/ole">
            <mc:AlternateContent xmlns:mc="http://schemas.openxmlformats.org/markup-compatibility/2006">
              <mc:Choice xmlns:v="urn:schemas-microsoft-com:vml" Requires="v">
                <p:oleObj name="Worksheet" showAsIcon="1" r:id="rId2" imgW="914282" imgH="792690" progId="Excel.Sheet.12">
                  <p:embed/>
                </p:oleObj>
              </mc:Choice>
              <mc:Fallback>
                <p:oleObj name="Worksheet" showAsIcon="1" r:id="rId2" imgW="914282" imgH="792690" progId="Excel.Sheet.12">
                  <p:embed/>
                  <p:pic>
                    <p:nvPicPr>
                      <p:cNvPr id="5" name="Object 4">
                        <a:extLst>
                          <a:ext uri="{FF2B5EF4-FFF2-40B4-BE49-F238E27FC236}">
                            <a16:creationId xmlns:a16="http://schemas.microsoft.com/office/drawing/2014/main" id="{6E66DAA6-B2C0-5520-8B8C-E10FB3386556}"/>
                          </a:ext>
                        </a:extLst>
                      </p:cNvPr>
                      <p:cNvPicPr/>
                      <p:nvPr/>
                    </p:nvPicPr>
                    <p:blipFill>
                      <a:blip r:embed="rId3"/>
                      <a:stretch>
                        <a:fillRect/>
                      </a:stretch>
                    </p:blipFill>
                    <p:spPr>
                      <a:xfrm>
                        <a:off x="4527755" y="2361074"/>
                        <a:ext cx="5679768" cy="4920497"/>
                      </a:xfrm>
                      <a:prstGeom prst="rect">
                        <a:avLst/>
                      </a:prstGeom>
                    </p:spPr>
                  </p:pic>
                </p:oleObj>
              </mc:Fallback>
            </mc:AlternateContent>
          </a:graphicData>
        </a:graphic>
      </p:graphicFrame>
    </p:spTree>
    <p:extLst>
      <p:ext uri="{BB962C8B-B14F-4D97-AF65-F5344CB8AC3E}">
        <p14:creationId xmlns:p14="http://schemas.microsoft.com/office/powerpoint/2010/main" val="380553376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2025">
  <a:themeElements>
    <a:clrScheme name="Custom 1">
      <a:dk1>
        <a:srgbClr val="000000"/>
      </a:dk1>
      <a:lt1>
        <a:srgbClr val="FFFFFF"/>
      </a:lt1>
      <a:dk2>
        <a:srgbClr val="15262E"/>
      </a:dk2>
      <a:lt2>
        <a:srgbClr val="F2F3F3"/>
      </a:lt2>
      <a:accent1>
        <a:srgbClr val="ED0C0C"/>
      </a:accent1>
      <a:accent2>
        <a:srgbClr val="DEE0E2"/>
      </a:accent2>
      <a:accent3>
        <a:srgbClr val="15262E"/>
      </a:accent3>
      <a:accent4>
        <a:srgbClr val="460DAF"/>
      </a:accent4>
      <a:accent5>
        <a:srgbClr val="00BD58"/>
      </a:accent5>
      <a:accent6>
        <a:srgbClr val="FFAC00"/>
      </a:accent6>
      <a:hlink>
        <a:srgbClr val="460DAF"/>
      </a:hlink>
      <a:folHlink>
        <a:srgbClr val="ED0C0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5" id="{FE670B31-0CA0-44E9-936C-7506D6A2A373}" vid="{AD01A108-31FB-4998-9C90-D0442DA0B6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23732848957A4F80D33BDA9DE5A9B7" ma:contentTypeVersion="14" ma:contentTypeDescription="Create a new document." ma:contentTypeScope="" ma:versionID="4fde21a92bd43d7121d179b458ceb954">
  <xsd:schema xmlns:xsd="http://www.w3.org/2001/XMLSchema" xmlns:xs="http://www.w3.org/2001/XMLSchema" xmlns:p="http://schemas.microsoft.com/office/2006/metadata/properties" xmlns:ns2="ef033816-a0e6-4509-a8e2-97b34c35c2ad" xmlns:ns3="3b112f34-7ebd-4978-ae81-c8ae32b04a7c" targetNamespace="http://schemas.microsoft.com/office/2006/metadata/properties" ma:root="true" ma:fieldsID="001a6cfb546aaf9b99c0c233e84765ce" ns2:_="" ns3:_="">
    <xsd:import namespace="ef033816-a0e6-4509-a8e2-97b34c35c2ad"/>
    <xsd:import namespace="3b112f34-7ebd-4978-ae81-c8ae32b04a7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SearchProperties"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033816-a0e6-4509-a8e2-97b34c35c2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3ffff582-5398-435b-be80-812982cbddc1"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112f34-7ebd-4978-ae81-c8ae32b04a7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d0c92c1b-d0ac-4ab4-b7b6-64ad473a056e}" ma:internalName="TaxCatchAll" ma:showField="CatchAllData" ma:web="3b112f34-7ebd-4978-ae81-c8ae32b04a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b112f34-7ebd-4978-ae81-c8ae32b04a7c" xsi:nil="true"/>
    <lcf76f155ced4ddcb4097134ff3c332f xmlns="ef033816-a0e6-4509-a8e2-97b34c35c2a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5D8F99A-8A66-42D7-B309-4F7E9B3E529F}"/>
</file>

<file path=customXml/itemProps2.xml><?xml version="1.0" encoding="utf-8"?>
<ds:datastoreItem xmlns:ds="http://schemas.openxmlformats.org/officeDocument/2006/customXml" ds:itemID="{BB28C011-38D7-4205-A564-9FF62F2CE284}"/>
</file>

<file path=customXml/itemProps3.xml><?xml version="1.0" encoding="utf-8"?>
<ds:datastoreItem xmlns:ds="http://schemas.openxmlformats.org/officeDocument/2006/customXml" ds:itemID="{496C56FD-63D3-4998-A43A-A04166CF9F16}"/>
</file>

<file path=docProps/app.xml><?xml version="1.0" encoding="utf-8"?>
<Properties xmlns="http://schemas.openxmlformats.org/officeDocument/2006/extended-properties" xmlns:vt="http://schemas.openxmlformats.org/officeDocument/2006/docPropsVTypes">
  <Template>blank</Template>
  <TotalTime>714</TotalTime>
  <Words>1229</Words>
  <Application>Microsoft Office PowerPoint</Application>
  <PresentationFormat>Custom</PresentationFormat>
  <Paragraphs>356</Paragraphs>
  <Slides>29</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5" baseType="lpstr">
      <vt:lpstr>Google Sans</vt:lpstr>
      <vt:lpstr>Aptos Narrow</vt:lpstr>
      <vt:lpstr>Arial</vt:lpstr>
      <vt:lpstr>Source Sans Pro</vt:lpstr>
      <vt:lpstr>2025</vt:lpstr>
      <vt:lpstr>Microsoft Excel Worksheet</vt:lpstr>
      <vt:lpstr>INTEGRATION SUPPORT TRAINING, CUSTOMER SERVICE </vt:lpstr>
      <vt:lpstr>Agenda</vt:lpstr>
      <vt:lpstr>DEFINITION OF TERMS</vt:lpstr>
      <vt:lpstr>DEFINITION OF TERMS </vt:lpstr>
      <vt:lpstr>SYSTEM ARCHITECTURE</vt:lpstr>
      <vt:lpstr>SYSTEM ARCHITECTURE </vt:lpstr>
      <vt:lpstr>SPS, M3 AND ASR </vt:lpstr>
      <vt:lpstr>OPTIMIZELY, M3 AND ASR </vt:lpstr>
      <vt:lpstr>BODS, AGREEMENT, DOCUMENT NAME </vt:lpstr>
      <vt:lpstr>PowerPoint Presentation</vt:lpstr>
      <vt:lpstr>NAVIGATION</vt:lpstr>
      <vt:lpstr>ONE VIEW </vt:lpstr>
      <vt:lpstr>ONE VIEW </vt:lpstr>
      <vt:lpstr>ONE VIEW</vt:lpstr>
      <vt:lpstr>ENTERPRISE COLLABORATOR(EC)</vt:lpstr>
      <vt:lpstr>ENTERPRISE COLLABORATOR(EC)</vt:lpstr>
      <vt:lpstr>ENTERPRISE COLLABORATOR(EC)</vt:lpstr>
      <vt:lpstr>TROUBLE SHOOTING – HOW TO READ AN XML </vt:lpstr>
      <vt:lpstr>MAPPING FILE FOR EACH INTERFACE </vt:lpstr>
      <vt:lpstr>TROUBLE SHOOTING – ERROR HANDLING </vt:lpstr>
      <vt:lpstr>HAPPY PATH DEMO</vt:lpstr>
      <vt:lpstr>SPS HAPPY PATH</vt:lpstr>
      <vt:lpstr>SPS HAPPY PATH</vt:lpstr>
      <vt:lpstr>SPS HAPPY PATH</vt:lpstr>
      <vt:lpstr>SPS HAPPY PATH</vt:lpstr>
      <vt:lpstr>PowerPoint Presentation</vt:lpstr>
      <vt:lpstr>PowerPoint Presentation</vt:lpstr>
      <vt:lpstr>CONFIGURATION GUIDE – SPS </vt:lpstr>
      <vt:lpstr>CONFIGURATION GUIDE DOCUMENT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Cheska Angeline Acance</dc:creator>
  <cp:lastModifiedBy>Cheska Angeline Acance</cp:lastModifiedBy>
  <cp:revision>1</cp:revision>
  <dcterms:created xsi:type="dcterms:W3CDTF">2025-03-07T22:33:01Z</dcterms:created>
  <dcterms:modified xsi:type="dcterms:W3CDTF">2025-04-21T22:35:02Z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0x010100EA23732848957A4F80D33BDA9DE5A9B7</vt:lpwstr>
  </property>
</Properties>
</file>