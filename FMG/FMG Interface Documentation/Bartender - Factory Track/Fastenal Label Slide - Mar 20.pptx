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8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588"/>
  </p:normalViewPr>
  <p:slideViewPr>
    <p:cSldViewPr snapToGrid="0">
      <p:cViewPr varScale="1">
        <p:scale>
          <a:sx n="104" d="100"/>
          <a:sy n="104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dy Fleck" userId="958308c04651f67b" providerId="LiveId" clId="{DC67E187-0DAA-4B23-83DD-B5ACB0CD1888}"/>
    <pc:docChg chg="custSel delSld modSld">
      <pc:chgData name="Jody Fleck" userId="958308c04651f67b" providerId="LiveId" clId="{DC67E187-0DAA-4B23-83DD-B5ACB0CD1888}" dt="2025-03-20T21:36:20.397" v="302" actId="20577"/>
      <pc:docMkLst>
        <pc:docMk/>
      </pc:docMkLst>
      <pc:sldChg chg="del">
        <pc:chgData name="Jody Fleck" userId="958308c04651f67b" providerId="LiveId" clId="{DC67E187-0DAA-4B23-83DD-B5ACB0CD1888}" dt="2025-03-20T21:32:33.210" v="0" actId="47"/>
        <pc:sldMkLst>
          <pc:docMk/>
          <pc:sldMk cId="2693291414" sldId="257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4147383444" sldId="258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923788556" sldId="259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3857213183" sldId="260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747065562" sldId="261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1960980639" sldId="262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922744214" sldId="263"/>
        </pc:sldMkLst>
      </pc:sldChg>
      <pc:sldChg chg="del">
        <pc:chgData name="Jody Fleck" userId="958308c04651f67b" providerId="LiveId" clId="{DC67E187-0DAA-4B23-83DD-B5ACB0CD1888}" dt="2025-03-20T21:32:35.648" v="1" actId="47"/>
        <pc:sldMkLst>
          <pc:docMk/>
          <pc:sldMk cId="1870295625" sldId="264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672676740" sldId="265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764221126" sldId="266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483941115" sldId="270"/>
        </pc:sldMkLst>
      </pc:sldChg>
      <pc:sldChg chg="del">
        <pc:chgData name="Jody Fleck" userId="958308c04651f67b" providerId="LiveId" clId="{DC67E187-0DAA-4B23-83DD-B5ACB0CD1888}" dt="2025-03-20T21:32:35.648" v="1" actId="47"/>
        <pc:sldMkLst>
          <pc:docMk/>
          <pc:sldMk cId="1068525199" sldId="272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526116601" sldId="274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603168423" sldId="275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3850531469" sldId="276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1407012494" sldId="277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410992000" sldId="279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4150584895" sldId="280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2232863086" sldId="281"/>
        </pc:sldMkLst>
      </pc:sldChg>
      <pc:sldChg chg="del">
        <pc:chgData name="Jody Fleck" userId="958308c04651f67b" providerId="LiveId" clId="{DC67E187-0DAA-4B23-83DD-B5ACB0CD1888}" dt="2025-03-20T21:32:35.648" v="1" actId="47"/>
        <pc:sldMkLst>
          <pc:docMk/>
          <pc:sldMk cId="4146953853" sldId="282"/>
        </pc:sldMkLst>
      </pc:sldChg>
      <pc:sldChg chg="del">
        <pc:chgData name="Jody Fleck" userId="958308c04651f67b" providerId="LiveId" clId="{DC67E187-0DAA-4B23-83DD-B5ACB0CD1888}" dt="2025-03-20T21:32:35.648" v="1" actId="47"/>
        <pc:sldMkLst>
          <pc:docMk/>
          <pc:sldMk cId="604006123" sldId="283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3046716564" sldId="284"/>
        </pc:sldMkLst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3876567622" sldId="285"/>
        </pc:sldMkLst>
      </pc:sldChg>
      <pc:sldChg chg="modSp mod">
        <pc:chgData name="Jody Fleck" userId="958308c04651f67b" providerId="LiveId" clId="{DC67E187-0DAA-4B23-83DD-B5ACB0CD1888}" dt="2025-03-20T21:36:20.397" v="302" actId="20577"/>
        <pc:sldMkLst>
          <pc:docMk/>
          <pc:sldMk cId="2067133639" sldId="287"/>
        </pc:sldMkLst>
        <pc:spChg chg="mod">
          <ac:chgData name="Jody Fleck" userId="958308c04651f67b" providerId="LiveId" clId="{DC67E187-0DAA-4B23-83DD-B5ACB0CD1888}" dt="2025-03-20T21:35:56.389" v="271" actId="20577"/>
          <ac:spMkLst>
            <pc:docMk/>
            <pc:sldMk cId="2067133639" sldId="287"/>
            <ac:spMk id="3" creationId="{A9FACE6B-F212-16D1-2E20-1689518F38A2}"/>
          </ac:spMkLst>
        </pc:spChg>
        <pc:spChg chg="mod">
          <ac:chgData name="Jody Fleck" userId="958308c04651f67b" providerId="LiveId" clId="{DC67E187-0DAA-4B23-83DD-B5ACB0CD1888}" dt="2025-03-20T21:34:47.180" v="178" actId="6549"/>
          <ac:spMkLst>
            <pc:docMk/>
            <pc:sldMk cId="2067133639" sldId="287"/>
            <ac:spMk id="70" creationId="{D5EC83A8-0008-9EE7-52EA-520B53692C55}"/>
          </ac:spMkLst>
        </pc:spChg>
        <pc:spChg chg="mod">
          <ac:chgData name="Jody Fleck" userId="958308c04651f67b" providerId="LiveId" clId="{DC67E187-0DAA-4B23-83DD-B5ACB0CD1888}" dt="2025-03-20T21:36:20.397" v="302" actId="20577"/>
          <ac:spMkLst>
            <pc:docMk/>
            <pc:sldMk cId="2067133639" sldId="287"/>
            <ac:spMk id="71" creationId="{AE22E42E-7FE8-CFC6-3B04-D2CD140B897C}"/>
          </ac:spMkLst>
        </pc:spChg>
        <pc:spChg chg="mod">
          <ac:chgData name="Jody Fleck" userId="958308c04651f67b" providerId="LiveId" clId="{DC67E187-0DAA-4B23-83DD-B5ACB0CD1888}" dt="2025-03-20T21:36:16.397" v="301" actId="20577"/>
          <ac:spMkLst>
            <pc:docMk/>
            <pc:sldMk cId="2067133639" sldId="287"/>
            <ac:spMk id="77" creationId="{63ABBFBC-3910-E578-57AF-228685587DBE}"/>
          </ac:spMkLst>
        </pc:spChg>
      </pc:sldChg>
      <pc:sldChg chg="del">
        <pc:chgData name="Jody Fleck" userId="958308c04651f67b" providerId="LiveId" clId="{DC67E187-0DAA-4B23-83DD-B5ACB0CD1888}" dt="2025-03-20T21:32:33.210" v="0" actId="47"/>
        <pc:sldMkLst>
          <pc:docMk/>
          <pc:sldMk cId="683304535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F6E8F-DABC-4458-84EF-74C6225144E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13E59-BC8B-44B6-AEDB-F2213679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1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4315-6CAB-594E-BB24-8D027589A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122" y="3060915"/>
            <a:ext cx="7721966" cy="183779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38AB7-939A-2540-81BB-A15DD9983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122" y="5200859"/>
            <a:ext cx="8447902" cy="739174"/>
          </a:xfrm>
        </p:spPr>
        <p:txBody>
          <a:bodyPr/>
          <a:lstStyle>
            <a:lvl1pPr marL="0" indent="0" algn="l">
              <a:buNone/>
              <a:defRPr sz="2400" b="1" i="0" cap="all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BD3D1-4C1B-8D48-ADD5-8322AABD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172B3F-CBEC-B444-B055-3D6C92D8F984}" type="datetimeFigureOut">
              <a:rPr lang="en-US" smtClean="0"/>
              <a:pPr/>
              <a:t>3/20/2025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8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FDA5-5A00-1C4A-8FA5-884D96BB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486548"/>
            <a:ext cx="11247120" cy="4663440"/>
          </a:xfrm>
        </p:spPr>
        <p:txBody>
          <a:bodyPr/>
          <a:lstStyle>
            <a:lvl1pPr>
              <a:defRPr b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b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b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b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b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4750C7-2AF9-5F47-B423-13A69ECC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09624F-0406-7F00-E4B6-0DF9D7FAE3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E7F25D-AFF6-28C8-A9FC-B56CE4C7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0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D94D-265C-D944-B439-0DC1F7727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527048"/>
            <a:ext cx="5440680" cy="46634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EB547-12D8-9940-B2EB-BA79D6129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5080" y="1527048"/>
            <a:ext cx="5440680" cy="46634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2AF6575-2316-2648-BD2F-5BDCE5E0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3E373-4275-6125-1581-2C467E4A5C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4FD67-0948-1979-CEFB-B6D24060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58B0E-4F37-B84E-86E4-C1197D9D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27048"/>
            <a:ext cx="5440680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CA87-4498-F644-97C6-37032370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185767"/>
            <a:ext cx="54406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D1196-0A7E-744A-8EDA-585EA8193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527048"/>
            <a:ext cx="5440680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AAD04-18E6-F442-9FFF-1BBC41815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185767"/>
            <a:ext cx="54406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EB931F-2F4C-ED47-911C-B4243409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AB902B-A5E5-F3A4-4855-9A2E6508FE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E89578B-7DBD-2D26-A7BF-3A80AB7F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58B0E-4F37-B84E-86E4-C1197D9D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27048"/>
            <a:ext cx="36210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CA87-4498-F644-97C6-37032370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185767"/>
            <a:ext cx="36210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D1196-0A7E-744A-8EDA-585EA8193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74736" y="1527048"/>
            <a:ext cx="36210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AAD04-18E6-F442-9FFF-1BBC41815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74736" y="2185767"/>
            <a:ext cx="36210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EB931F-2F4C-ED47-911C-B4243409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96C602-E92A-4146-AF0A-B5C13F517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61688" y="1527048"/>
            <a:ext cx="36210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D4E0A96-72BA-FC4D-A39E-6A3E65E07A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61688" y="2185767"/>
            <a:ext cx="36210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FD787D-1AAF-DD47-B285-26A08503B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A83069-6755-3EAD-6786-B3854B3A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2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58B0E-4F37-B84E-86E4-C1197D9D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27048"/>
            <a:ext cx="2532888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CA87-4498-F644-97C6-37032370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185767"/>
            <a:ext cx="2532888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D1196-0A7E-744A-8EDA-585EA8193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8128" y="1527048"/>
            <a:ext cx="2532888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AAD04-18E6-F442-9FFF-1BBC41815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185767"/>
            <a:ext cx="2532888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EB931F-2F4C-ED47-911C-B4243409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E5870E5-D06F-4342-9166-7BE841E92D1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453384" y="1527048"/>
            <a:ext cx="2532888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176C42-AFF8-B040-99EC-FE3747DD6B5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453384" y="2185767"/>
            <a:ext cx="2532888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D40B483-9916-3B41-ADC2-05FAAA9CE2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62872" y="1527048"/>
            <a:ext cx="2532888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307B64F7-261B-0641-B758-E5D7F2385D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62872" y="2185767"/>
            <a:ext cx="2532888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9707F-C23B-5A34-FD22-C659C9DA91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F3DD59-8CCD-5AC7-6B26-0FEAA78276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6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58B0E-4F37-B84E-86E4-C1197D9D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27048"/>
            <a:ext cx="20208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CA87-4498-F644-97C6-37032370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185767"/>
            <a:ext cx="20208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D1196-0A7E-744A-8EDA-585EA8193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61788" y="1527048"/>
            <a:ext cx="20208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AAD04-18E6-F442-9FFF-1BBC41815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61788" y="2185767"/>
            <a:ext cx="20208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EB931F-2F4C-ED47-911C-B4243409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E5870E5-D06F-4342-9166-7BE841E92D1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55214" y="1527048"/>
            <a:ext cx="20208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176C42-AFF8-B040-99EC-FE3747DD6B5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855214" y="2185767"/>
            <a:ext cx="20208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D40B483-9916-3B41-ADC2-05FAAA9CE2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74936" y="1527048"/>
            <a:ext cx="20208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307B64F7-261B-0641-B758-E5D7F2385D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74936" y="2185767"/>
            <a:ext cx="20208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F85D145-E031-204E-94B5-BE4AA2BD3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68362" y="1527048"/>
            <a:ext cx="20208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A69270DA-3DF2-EC48-80FF-EF9D8D4763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68362" y="2185767"/>
            <a:ext cx="202082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2FF63D-BF2E-A910-BCFD-3E9408862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5CF80-4DFA-FF76-6481-D406B6933B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5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D94D-265C-D944-B439-0DC1F7727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527048"/>
            <a:ext cx="5440680" cy="2194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EB547-12D8-9940-B2EB-BA79D6129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5080" y="1527048"/>
            <a:ext cx="5440680" cy="2194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2AF6575-2316-2648-BD2F-5BDCE5E0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11EB90-CCC0-E143-9AC4-44F72247724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48640" y="3962344"/>
            <a:ext cx="5440680" cy="2194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E28B95F-E8BB-E04C-8A69-D77C56F19ED8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355080" y="3962344"/>
            <a:ext cx="5440680" cy="2194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329FD-26E8-F33C-B412-F9A6BCA526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F9AF6-3D62-5F5B-34CE-8171D230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041663E-7024-2E4F-B32E-15EB389C20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899139" y="5055794"/>
            <a:ext cx="4114800" cy="1208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58B0E-4F37-B84E-86E4-C1197D9D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27048"/>
            <a:ext cx="36210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CA87-4498-F644-97C6-37032370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185767"/>
            <a:ext cx="3621024" cy="2103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D1196-0A7E-744A-8EDA-585EA8193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74736" y="1527048"/>
            <a:ext cx="36210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AAD04-18E6-F442-9FFF-1BBC41815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74736" y="2185767"/>
            <a:ext cx="3621024" cy="2103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EB931F-2F4C-ED47-911C-B4243409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96C602-E92A-4146-AF0A-B5C13F517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61688" y="1527048"/>
            <a:ext cx="3621024" cy="64008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D4E0A96-72BA-FC4D-A39E-6A3E65E07A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61688" y="2185767"/>
            <a:ext cx="3621024" cy="2103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F75A1F4-C99C-424D-B261-9B43C3B88E5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48640" y="4405051"/>
            <a:ext cx="11247120" cy="640080"/>
          </a:xfrm>
          <a:solidFill>
            <a:schemeClr val="accent6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B3EE2E9-16BD-A54D-BFF6-D90F5309B9B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89784" y="5055794"/>
            <a:ext cx="4114800" cy="1208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CA869D-75A0-DA64-1703-28A0C8F07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72D7CD-E20D-1A6C-730C-B761E90B621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4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4711-0564-114F-8003-1C40CDCF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9275D-CE03-3491-E438-23054ADD7B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175E8-3BF7-2E58-85D5-5D4EC2DA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7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CDA184-67CA-FD96-5E5E-1C39AD932F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D5F889D-D2C2-5FCE-F413-F0A11D55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9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88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BD37-5CC7-004C-9119-75D2BCF9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495C6-3A5C-414B-84B2-BE0C9E02B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72666-127F-6521-48B9-0C132F5754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3CA1AA1-8C3D-D586-DE6C-AE7BB155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79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3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3850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4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6417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0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863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8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6479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se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12CB1-F54B-6442-B223-BD89D163A4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760" y="365126"/>
            <a:ext cx="3931920" cy="58592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5F555B4-9C8B-5E45-B312-B6EA559E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310" y="365126"/>
            <a:ext cx="6949440" cy="9085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C9AFEFF-761E-FD43-883B-BF478F45C4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1310" y="1668162"/>
            <a:ext cx="6949440" cy="45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C5D72E-212D-6284-E925-58F0FBAE6C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240434-C59C-D095-61C8-35A5E634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56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4BB81EEA-6301-DA44-A4A6-484E1DEC0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42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4315-6CAB-594E-BB24-8D027589A6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2530" y="2235200"/>
            <a:ext cx="8447902" cy="2387600"/>
          </a:xfrm>
        </p:spPr>
        <p:txBody>
          <a:bodyPr anchor="b">
            <a:normAutofit/>
          </a:bodyPr>
          <a:lstStyle>
            <a:lvl1pPr algn="l">
              <a:defRPr sz="8000" b="0" i="0">
                <a:solidFill>
                  <a:schemeClr val="bg1"/>
                </a:solidFill>
                <a:latin typeface="Work Sans ExtraLight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38AB7-939A-2540-81BB-A15DD99833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5134" y="4669652"/>
            <a:ext cx="8165298" cy="739174"/>
          </a:xfrm>
        </p:spPr>
        <p:txBody>
          <a:bodyPr/>
          <a:lstStyle>
            <a:lvl1pPr marL="0" indent="0" algn="l">
              <a:buNone/>
              <a:defRPr sz="2400" b="1" i="0" cap="none" baseline="0">
                <a:solidFill>
                  <a:schemeClr val="bg1"/>
                </a:solidFill>
                <a:latin typeface="Work Sans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asraymond.com</a:t>
            </a:r>
            <a:endParaRPr lang="en-US"/>
          </a:p>
        </p:txBody>
      </p:sp>
      <p:pic>
        <p:nvPicPr>
          <p:cNvPr id="6" name="Picture 5" descr="Icon, arrow&#10;&#10;Description automatically generated">
            <a:extLst>
              <a:ext uri="{FF2B5EF4-FFF2-40B4-BE49-F238E27FC236}">
                <a16:creationId xmlns:a16="http://schemas.microsoft.com/office/drawing/2014/main" id="{C2B31A8B-C031-324F-806B-9260DC63EB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530" y="4737367"/>
            <a:ext cx="181003" cy="24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2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6BF20-ABB8-D442-91B3-F9D19390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6"/>
            <a:ext cx="11247120" cy="908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A213E-6EE2-3645-870E-EDC1660BD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486548"/>
            <a:ext cx="11247120" cy="4663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35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701" r:id="rId12"/>
    <p:sldLayoutId id="2147483679" r:id="rId13"/>
    <p:sldLayoutId id="2147483697" r:id="rId14"/>
    <p:sldLayoutId id="2147483698" r:id="rId15"/>
    <p:sldLayoutId id="2147483699" r:id="rId16"/>
    <p:sldLayoutId id="2147483700" r:id="rId17"/>
    <p:sldLayoutId id="2147483694" r:id="rId18"/>
    <p:sldLayoutId id="214748369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Roboto" panose="02000000000000000000" pitchFamily="2" charset="0"/>
          <a:cs typeface="Open Sans" panose="020B0606030504020204" pitchFamily="34" charset="0"/>
        </a:defRPr>
      </a:lvl1pPr>
    </p:titleStyle>
    <p:bodyStyle>
      <a:lvl1pPr marL="290513" indent="-29051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/>
        <a:defRPr sz="2000" b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800" b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A28A-86D5-0286-5730-42FC2AB3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667AE95C-EEA3-8776-B1CA-8236CA081ADC}"/>
              </a:ext>
            </a:extLst>
          </p:cNvPr>
          <p:cNvSpPr/>
          <p:nvPr/>
        </p:nvSpPr>
        <p:spPr>
          <a:xfrm>
            <a:off x="6004598" y="944449"/>
            <a:ext cx="5879288" cy="2087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65AEBE2-45B0-7940-0F3E-55E8CACE1F4F}"/>
              </a:ext>
            </a:extLst>
          </p:cNvPr>
          <p:cNvSpPr/>
          <p:nvPr/>
        </p:nvSpPr>
        <p:spPr>
          <a:xfrm>
            <a:off x="308114" y="944449"/>
            <a:ext cx="5436703" cy="2087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CA153-29C0-81A0-102C-849DB0E7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90" y="163033"/>
            <a:ext cx="10411827" cy="375086"/>
          </a:xfrm>
        </p:spPr>
        <p:txBody>
          <a:bodyPr/>
          <a:lstStyle/>
          <a:p>
            <a:r>
              <a:rPr lang="en-US" dirty="0">
                <a:ea typeface="Roboto"/>
                <a:cs typeface="Open Sans"/>
              </a:rPr>
              <a:t>Fastenal Labels</a:t>
            </a:r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F0AB78C8-8A60-9278-9375-5019813E7F72}"/>
              </a:ext>
            </a:extLst>
          </p:cNvPr>
          <p:cNvCxnSpPr>
            <a:cxnSpLocks/>
          </p:cNvCxnSpPr>
          <p:nvPr/>
        </p:nvCxnSpPr>
        <p:spPr>
          <a:xfrm rot="5400000">
            <a:off x="3117475" y="2262258"/>
            <a:ext cx="136456" cy="8728961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ADE656-CBA6-4A6E-ED51-393A9DCE8C5E}"/>
              </a:ext>
            </a:extLst>
          </p:cNvPr>
          <p:cNvSpPr txBox="1">
            <a:spLocks/>
          </p:cNvSpPr>
          <p:nvPr/>
        </p:nvSpPr>
        <p:spPr>
          <a:xfrm>
            <a:off x="308114" y="1031338"/>
            <a:ext cx="5607746" cy="1827080"/>
          </a:xfrm>
          <a:prstGeom prst="rect">
            <a:avLst/>
          </a:prstGeom>
        </p:spPr>
        <p:txBody>
          <a:bodyPr/>
          <a:lstStyle>
            <a:lvl1pPr marL="290513" indent="-2905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18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Current State for Fastenal Customer Shipping Labels</a:t>
            </a:r>
          </a:p>
          <a:p>
            <a:pPr marL="0" indent="0">
              <a:buNone/>
            </a:pPr>
            <a:r>
              <a:rPr lang="en-US" sz="1600" dirty="0"/>
              <a:t>1. Manual creation of ASN (Advanced Shipment Notice)</a:t>
            </a:r>
          </a:p>
          <a:p>
            <a:pPr marL="0" indent="0">
              <a:buNone/>
            </a:pPr>
            <a:r>
              <a:rPr lang="en-US" sz="1600" dirty="0"/>
              <a:t>2. Manual print of Fastenal Label from SPS Commerce</a:t>
            </a:r>
          </a:p>
          <a:p>
            <a:pPr marL="0" indent="0">
              <a:buNone/>
            </a:pPr>
            <a:r>
              <a:rPr lang="en-US" sz="1600" dirty="0"/>
              <a:t>3. Manual delivery of label to warehouse</a:t>
            </a:r>
          </a:p>
          <a:p>
            <a:pPr marL="0" indent="0">
              <a:buNone/>
            </a:pPr>
            <a:r>
              <a:rPr lang="en-US" sz="1600" dirty="0"/>
              <a:t>4. Attach to shipment</a:t>
            </a:r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D5EC83A8-0008-9EE7-52EA-520B53692C55}"/>
              </a:ext>
            </a:extLst>
          </p:cNvPr>
          <p:cNvSpPr txBox="1">
            <a:spLocks/>
          </p:cNvSpPr>
          <p:nvPr/>
        </p:nvSpPr>
        <p:spPr>
          <a:xfrm>
            <a:off x="6004598" y="1023843"/>
            <a:ext cx="5925158" cy="1827080"/>
          </a:xfrm>
          <a:prstGeom prst="rect">
            <a:avLst/>
          </a:prstGeom>
        </p:spPr>
        <p:txBody>
          <a:bodyPr/>
          <a:lstStyle>
            <a:lvl1pPr marL="290513" indent="-2905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18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Future State</a:t>
            </a:r>
          </a:p>
          <a:p>
            <a:pPr marL="0" indent="0">
              <a:buNone/>
            </a:pPr>
            <a:r>
              <a:rPr lang="en-US" sz="1600" dirty="0"/>
              <a:t>1.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Automated</a:t>
            </a:r>
            <a:r>
              <a:rPr lang="en-US" sz="1600" dirty="0"/>
              <a:t> creation of ASN (Advanced Shipment Notice)</a:t>
            </a:r>
          </a:p>
          <a:p>
            <a:pPr marL="0" indent="0">
              <a:buNone/>
            </a:pPr>
            <a:r>
              <a:rPr lang="en-US" sz="1600" dirty="0"/>
              <a:t>2. (</a:t>
            </a:r>
            <a:r>
              <a:rPr lang="en-US" sz="1600" dirty="0" err="1"/>
              <a:t>who?CSR?Johnny</a:t>
            </a:r>
            <a:r>
              <a:rPr lang="en-US" sz="1600" dirty="0"/>
              <a:t>? Other?) </a:t>
            </a:r>
            <a:r>
              <a:rPr lang="en-US" sz="1600" dirty="0">
                <a:solidFill>
                  <a:srgbClr val="C00000"/>
                </a:solidFill>
              </a:rPr>
              <a:t>Logs into Fastenal portal download Bill of Lading and Shipping label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</a:rPr>
              <a:t>3. Print documents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</a:rPr>
              <a:t>4. Attach to shipment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AE22E42E-7FE8-CFC6-3B04-D2CD140B897C}"/>
              </a:ext>
            </a:extLst>
          </p:cNvPr>
          <p:cNvSpPr txBox="1">
            <a:spLocks/>
          </p:cNvSpPr>
          <p:nvPr/>
        </p:nvSpPr>
        <p:spPr>
          <a:xfrm>
            <a:off x="603392" y="3541570"/>
            <a:ext cx="9269057" cy="987244"/>
          </a:xfrm>
          <a:prstGeom prst="rect">
            <a:avLst/>
          </a:prstGeom>
        </p:spPr>
        <p:txBody>
          <a:bodyPr/>
          <a:lstStyle>
            <a:lvl1pPr marL="290513" indent="-2905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18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Noteworthy:</a:t>
            </a:r>
          </a:p>
          <a:p>
            <a:pPr marL="0" indent="0">
              <a:buNone/>
            </a:pPr>
            <a:r>
              <a:rPr lang="en-US" sz="1600" dirty="0"/>
              <a:t>Label printing of customer label for other customers will be automated and come directly from M3</a:t>
            </a:r>
          </a:p>
          <a:p>
            <a:pPr marL="0" indent="0">
              <a:buNone/>
            </a:pPr>
            <a:r>
              <a:rPr lang="en-US" sz="1600" dirty="0"/>
              <a:t>Are there automation </a:t>
            </a:r>
            <a:r>
              <a:rPr lang="en-US" sz="1600"/>
              <a:t>opportunities ?</a:t>
            </a:r>
            <a:endParaRPr lang="en-US" sz="16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3ABBFBC-3910-E578-57AF-228685587DBE}"/>
              </a:ext>
            </a:extLst>
          </p:cNvPr>
          <p:cNvSpPr txBox="1"/>
          <p:nvPr/>
        </p:nvSpPr>
        <p:spPr>
          <a:xfrm>
            <a:off x="603392" y="4703492"/>
            <a:ext cx="10282849" cy="55399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What makes Fastenal label unique?</a:t>
            </a:r>
          </a:p>
          <a:p>
            <a:r>
              <a:rPr lang="en-US" sz="1000" dirty="0"/>
              <a:t>What is required to make this automatic, and consistent with other customer labels?</a:t>
            </a:r>
          </a:p>
          <a:p>
            <a:r>
              <a:rPr lang="en-US" sz="1000" dirty="0"/>
              <a:t>What is the trigger to the warehouse that an ASN has been created and sent, and the we should go get these docs?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CE6B-F212-16D1-2E20-1689518F38A2}"/>
              </a:ext>
            </a:extLst>
          </p:cNvPr>
          <p:cNvSpPr txBox="1">
            <a:spLocks/>
          </p:cNvSpPr>
          <p:nvPr/>
        </p:nvSpPr>
        <p:spPr>
          <a:xfrm>
            <a:off x="5983031" y="38992"/>
            <a:ext cx="5925158" cy="98600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90513" indent="-2905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18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ea typeface="Roboto"/>
                <a:cs typeface="Arial"/>
              </a:rPr>
              <a:t>Jody – get input from Amy B, Johnny, Dean on this process and content. Cc Dan, Kelly, Mike B</a:t>
            </a:r>
            <a:endParaRPr lang="en-US" sz="1600" b="1" dirty="0">
              <a:solidFill>
                <a:srgbClr val="FF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7133639"/>
      </p:ext>
    </p:extLst>
  </p:cSld>
  <p:clrMapOvr>
    <a:masterClrMapping/>
  </p:clrMapOvr>
</p:sld>
</file>

<file path=ppt/theme/theme1.xml><?xml version="1.0" encoding="utf-8"?>
<a:theme xmlns:a="http://schemas.openxmlformats.org/drawingml/2006/main" name="CiQ Theme 2025">
  <a:themeElements>
    <a:clrScheme name="ASR Colors 1">
      <a:dk1>
        <a:srgbClr val="000000"/>
      </a:dk1>
      <a:lt1>
        <a:srgbClr val="FFFFFF"/>
      </a:lt1>
      <a:dk2>
        <a:srgbClr val="0E2841"/>
      </a:dk2>
      <a:lt2>
        <a:srgbClr val="E8E8EA"/>
      </a:lt2>
      <a:accent1>
        <a:srgbClr val="1E417C"/>
      </a:accent1>
      <a:accent2>
        <a:srgbClr val="1A0D47"/>
      </a:accent2>
      <a:accent3>
        <a:srgbClr val="0376CB"/>
      </a:accent3>
      <a:accent4>
        <a:srgbClr val="30999B"/>
      </a:accent4>
      <a:accent5>
        <a:srgbClr val="4DC58E"/>
      </a:accent5>
      <a:accent6>
        <a:srgbClr val="75EA8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0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iQ Theme 2025" id="{2B87A65B-BA29-8340-B737-E0D989C760BC}" vid="{40D84BBC-9791-174F-BEED-89C1512290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033816-a0e6-4509-a8e2-97b34c35c2ad">
      <Terms xmlns="http://schemas.microsoft.com/office/infopath/2007/PartnerControls"/>
    </lcf76f155ced4ddcb4097134ff3c332f>
    <TaxCatchAll xmlns="3b112f34-7ebd-4978-ae81-c8ae32b04a7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23732848957A4F80D33BDA9DE5A9B7" ma:contentTypeVersion="14" ma:contentTypeDescription="Create a new document." ma:contentTypeScope="" ma:versionID="4fde21a92bd43d7121d179b458ceb954">
  <xsd:schema xmlns:xsd="http://www.w3.org/2001/XMLSchema" xmlns:xs="http://www.w3.org/2001/XMLSchema" xmlns:p="http://schemas.microsoft.com/office/2006/metadata/properties" xmlns:ns2="ef033816-a0e6-4509-a8e2-97b34c35c2ad" xmlns:ns3="3b112f34-7ebd-4978-ae81-c8ae32b04a7c" targetNamespace="http://schemas.microsoft.com/office/2006/metadata/properties" ma:root="true" ma:fieldsID="001a6cfb546aaf9b99c0c233e84765ce" ns2:_="" ns3:_="">
    <xsd:import namespace="ef033816-a0e6-4509-a8e2-97b34c35c2ad"/>
    <xsd:import namespace="3b112f34-7ebd-4978-ae81-c8ae32b04a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033816-a0e6-4509-a8e2-97b34c35c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ffff582-5398-435b-be80-812982cbdd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12f34-7ebd-4978-ae81-c8ae32b04a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0c92c1b-d0ac-4ab4-b7b6-64ad473a056e}" ma:internalName="TaxCatchAll" ma:showField="CatchAllData" ma:web="3b112f34-7ebd-4978-ae81-c8ae32b04a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C4CD48-0B5D-4099-9BA7-CDE7AD626F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2C70AB-E146-43E6-803A-4CFEFEB3F25D}">
  <ds:schemaRefs>
    <ds:schemaRef ds:uri="http://purl.org/dc/elements/1.1/"/>
    <ds:schemaRef ds:uri="58ed7469-7f10-43f4-b274-466744e1853b"/>
    <ds:schemaRef ds:uri="http://www.w3.org/XML/1998/namespace"/>
    <ds:schemaRef ds:uri="http://purl.org/dc/terms/"/>
    <ds:schemaRef ds:uri="5a8b3106-d36e-4170-b860-8163031577d9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89ADFFA-CEC9-4245-A15D-3CA33F2519AE}"/>
</file>

<file path=docProps/app.xml><?xml version="1.0" encoding="utf-8"?>
<Properties xmlns="http://schemas.openxmlformats.org/officeDocument/2006/extended-properties" xmlns:vt="http://schemas.openxmlformats.org/officeDocument/2006/docPropsVTypes">
  <Template>CiQ Theme 2025</Template>
  <TotalTime>221</TotalTime>
  <Words>180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Roboto</vt:lpstr>
      <vt:lpstr>Wingdings</vt:lpstr>
      <vt:lpstr>Work Sans ExtraLight</vt:lpstr>
      <vt:lpstr>Work Sans SemiBold</vt:lpstr>
      <vt:lpstr>CiQ Theme 2025</vt:lpstr>
      <vt:lpstr>Fastenal Labels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Business Decisions</dc:title>
  <dc:creator>Kelly Noto</dc:creator>
  <cp:lastModifiedBy>Jody Fleck</cp:lastModifiedBy>
  <cp:revision>636</cp:revision>
  <dcterms:created xsi:type="dcterms:W3CDTF">2025-03-17T17:54:17Z</dcterms:created>
  <dcterms:modified xsi:type="dcterms:W3CDTF">2025-03-20T21:36:21Z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0x010100EA23732848957A4F80D33BDA9DE5A9B7</vt:lpwstr>
  </property>
  <property fmtid="{D5CDD505-2E9C-101B-9397-08002B2CF9AE}" pid="3" name="MediaServiceImageTags">
    <vt:lpwstr/>
  </property>
</Properties>
</file>